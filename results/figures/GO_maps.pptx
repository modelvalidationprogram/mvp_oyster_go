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D">
                <a:alpha val="100000"/>
              </a:srgbClr>
            </a:solidFill>
            <a:ln w="5420" cap="flat">
              <a:solidFill>
                <a:srgbClr val="35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A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3F1E0">
                <a:alpha val="100000"/>
              </a:srgbClr>
            </a:solidFill>
            <a:ln w="5420" cap="flat">
              <a:solidFill>
                <a:srgbClr val="D3F1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3F2E0">
                <a:alpha val="100000"/>
              </a:srgbClr>
            </a:solidFill>
            <a:ln w="5420" cap="flat">
              <a:solidFill>
                <a:srgbClr val="D3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F0DC">
                <a:alpha val="100000"/>
              </a:srgbClr>
            </a:solidFill>
            <a:ln w="5420" cap="flat">
              <a:solidFill>
                <a:srgbClr val="CDF0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A7D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4EB3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5FCC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57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6C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960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B9E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A6F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71D3B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42A5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73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E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6FD2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95DDC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F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79D5B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42A5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A76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4EB3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A7C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3FA2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4EB4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53BA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6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281E3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D7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A6D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60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A74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6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281E3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A6D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60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A74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2850458" y="4909125"/>
              <a:ext cx="52355" cy="84402"/>
            </a:xfrm>
            <a:custGeom>
              <a:avLst/>
              <a:pathLst>
                <a:path w="52355" h="84402">
                  <a:moveTo>
                    <a:pt x="0" y="0"/>
                  </a:moveTo>
                  <a:lnTo>
                    <a:pt x="52355" y="8440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5710677" y="2781402"/>
              <a:ext cx="115898" cy="141269"/>
            </a:xfrm>
            <a:custGeom>
              <a:avLst/>
              <a:pathLst>
                <a:path w="115898" h="141269">
                  <a:moveTo>
                    <a:pt x="0" y="0"/>
                  </a:moveTo>
                  <a:lnTo>
                    <a:pt x="115898" y="14126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513352" y="4609160"/>
              <a:ext cx="54474" cy="79740"/>
            </a:xfrm>
            <a:custGeom>
              <a:avLst/>
              <a:pathLst>
                <a:path w="54474" h="79740">
                  <a:moveTo>
                    <a:pt x="0" y="0"/>
                  </a:moveTo>
                  <a:lnTo>
                    <a:pt x="54474" y="7974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3511671" y="4762457"/>
              <a:ext cx="53660" cy="82407"/>
            </a:xfrm>
            <a:custGeom>
              <a:avLst/>
              <a:pathLst>
                <a:path w="53660" h="82407">
                  <a:moveTo>
                    <a:pt x="0" y="0"/>
                  </a:moveTo>
                  <a:lnTo>
                    <a:pt x="53660" y="8240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g3966"/>
            <p:cNvSpPr/>
            <p:nvPr/>
          </p:nvSpPr>
          <p:spPr>
            <a:xfrm>
              <a:off x="2291942" y="4760423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tx3967"/>
            <p:cNvSpPr/>
            <p:nvPr/>
          </p:nvSpPr>
          <p:spPr>
            <a:xfrm>
              <a:off x="2337662" y="4806143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378928" y="2589470"/>
              <a:ext cx="589605" cy="191932"/>
            </a:xfrm>
            <a:custGeom>
              <a:avLst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tx3969"/>
            <p:cNvSpPr/>
            <p:nvPr/>
          </p:nvSpPr>
          <p:spPr>
            <a:xfrm>
              <a:off x="5424648" y="2635190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3970381" y="4460281"/>
              <a:ext cx="542970" cy="191932"/>
            </a:xfrm>
            <a:custGeom>
              <a:avLst/>
              <a:pathLst>
                <a:path w="542970" h="191932">
                  <a:moveTo>
                    <a:pt x="27432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tx3971"/>
            <p:cNvSpPr/>
            <p:nvPr/>
          </p:nvSpPr>
          <p:spPr>
            <a:xfrm>
              <a:off x="4016101" y="4506001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2960836" y="4613756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tx3973"/>
            <p:cNvSpPr/>
            <p:nvPr/>
          </p:nvSpPr>
          <p:spPr>
            <a:xfrm>
              <a:off x="3006556" y="4659476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4" name="pg3974"/>
            <p:cNvSpPr/>
            <p:nvPr/>
          </p:nvSpPr>
          <p:spPr>
            <a:xfrm>
              <a:off x="5017697" y="2872610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1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tx3975"/>
            <p:cNvSpPr/>
            <p:nvPr/>
          </p:nvSpPr>
          <p:spPr>
            <a:xfrm>
              <a:off x="5063417" y="2918330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6" name="rc3976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tx3977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pl3992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tx4005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0" name="tx4030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1" name="rc4031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2" name="tx4032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4" name="pic40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5" name="pl4035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6928496" y="457810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439583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928496" y="403129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928496" y="384902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457810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6752931" y="439583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6752931" y="403129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6752931" y="384902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tx4049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45380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7041976" y="435578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4053" name="tx4053"/>
            <p:cNvSpPr/>
            <p:nvPr/>
          </p:nvSpPr>
          <p:spPr>
            <a:xfrm>
              <a:off x="7041976" y="399124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4" name="tx4054"/>
            <p:cNvSpPr/>
            <p:nvPr/>
          </p:nvSpPr>
          <p:spPr>
            <a:xfrm>
              <a:off x="7041976" y="380897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4055" name="tx4055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4056" name="tx4056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7" name="tx4057"/>
            <p:cNvSpPr/>
            <p:nvPr/>
          </p:nvSpPr>
          <p:spPr>
            <a:xfrm>
              <a:off x="2201917" y="1998973"/>
              <a:ext cx="2151491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(LEA)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F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A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7F3E1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3F1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7F3E1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3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F">
                <a:alpha val="100000"/>
              </a:srgbClr>
            </a:solidFill>
            <a:ln w="5420" cap="flat">
              <a:solidFill>
                <a:srgbClr val="CDF0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80D7B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8BDAB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90DC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A8E3C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D9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295434" y="4376335"/>
              <a:ext cx="198708" cy="198708"/>
            </a:xfrm>
            <a:prstGeom prst="ellipse">
              <a:avLst/>
            </a:prstGeom>
            <a:solidFill>
              <a:srgbClr val="D9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424036" y="3595130"/>
              <a:ext cx="198708" cy="198708"/>
            </a:xfrm>
            <a:prstGeom prst="ellipse">
              <a:avLst/>
            </a:prstGeom>
            <a:solidFill>
              <a:srgbClr val="DCF4E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396284" y="4283878"/>
              <a:ext cx="198708" cy="198708"/>
            </a:xfrm>
            <a:prstGeom prst="ellipse">
              <a:avLst/>
            </a:prstGeom>
            <a:solidFill>
              <a:srgbClr val="BCEAD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3408816" y="4237726"/>
              <a:ext cx="1102704" cy="234974"/>
            </a:xfrm>
            <a:custGeom>
              <a:avLst/>
              <a:pathLst>
                <a:path w="1102704" h="234974">
                  <a:moveTo>
                    <a:pt x="1102704" y="0"/>
                  </a:moveTo>
                  <a:lnTo>
                    <a:pt x="0" y="23497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3536967" y="3324746"/>
              <a:ext cx="1087491" cy="365179"/>
            </a:xfrm>
            <a:custGeom>
              <a:avLst/>
              <a:pathLst>
                <a:path w="1087491" h="365179">
                  <a:moveTo>
                    <a:pt x="1087491" y="0"/>
                  </a:moveTo>
                  <a:lnTo>
                    <a:pt x="0" y="36517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3508717" y="3825242"/>
              <a:ext cx="1248462" cy="552205"/>
            </a:xfrm>
            <a:custGeom>
              <a:avLst/>
              <a:pathLst>
                <a:path w="1248462" h="552205">
                  <a:moveTo>
                    <a:pt x="1248462" y="0"/>
                  </a:moveTo>
                  <a:lnTo>
                    <a:pt x="0" y="5522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4511520" y="4071998"/>
              <a:ext cx="1193383" cy="324612"/>
            </a:xfrm>
            <a:custGeom>
              <a:avLst/>
              <a:pathLst>
                <a:path w="1193383" h="324612">
                  <a:moveTo>
                    <a:pt x="27432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80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tx678"/>
            <p:cNvSpPr/>
            <p:nvPr/>
          </p:nvSpPr>
          <p:spPr>
            <a:xfrm>
              <a:off x="4557240" y="4117718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624458" y="3156339"/>
              <a:ext cx="1500987" cy="324612"/>
            </a:xfrm>
            <a:custGeom>
              <a:avLst/>
              <a:pathLst>
                <a:path w="1500987" h="324612">
                  <a:moveTo>
                    <a:pt x="27431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tx680"/>
            <p:cNvSpPr/>
            <p:nvPr/>
          </p:nvSpPr>
          <p:spPr>
            <a:xfrm>
              <a:off x="4670178" y="3202059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757180" y="3655838"/>
              <a:ext cx="1554937" cy="324612"/>
            </a:xfrm>
            <a:custGeom>
              <a:avLst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tx682"/>
            <p:cNvSpPr/>
            <p:nvPr/>
          </p:nvSpPr>
          <p:spPr>
            <a:xfrm>
              <a:off x="4802900" y="3701558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tx684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9" name="pl699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tx710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29" name="tx729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30" name="rc730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tx731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32" name="pic73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33" name="pl733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836004" y="416026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836004" y="397799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836004" y="361345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836004" y="343118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6660439" y="416026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6660439" y="397799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6660439" y="361345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6660439" y="343118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tx747"/>
            <p:cNvSpPr/>
            <p:nvPr/>
          </p:nvSpPr>
          <p:spPr>
            <a:xfrm>
              <a:off x="6949485" y="4302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6949485" y="412021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6949485" y="39379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6949485" y="375567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6949485" y="357340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6949485" y="33911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6949485" y="32088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8">
                <a:alpha val="100000"/>
              </a:srgbClr>
            </a:solidFill>
            <a:ln w="5420" cap="flat">
              <a:solidFill>
                <a:srgbClr val="A2E1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B">
                <a:alpha val="100000"/>
              </a:srgbClr>
            </a:solidFill>
            <a:ln w="5420" cap="flat">
              <a:solidFill>
                <a:srgbClr val="AB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7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C">
                <a:alpha val="100000"/>
              </a:srgbClr>
            </a:solidFill>
            <a:ln w="5420" cap="flat">
              <a:solidFill>
                <a:srgbClr val="CB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1AF">
                <a:alpha val="100000"/>
              </a:srgbClr>
            </a:solidFill>
            <a:ln w="5420" cap="flat">
              <a:solidFill>
                <a:srgbClr val="69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40A2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6ED2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A7E3C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6FD2B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BFEBD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6B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54BB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AFE6C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99D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8FDB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84D8B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9AD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59C4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86D9B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A4E2C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73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82D7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5F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51B8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72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74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81D7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9AD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41A4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95E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D3F1D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47AA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77D4B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55BD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A599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4CB1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2850434" y="4909118"/>
              <a:ext cx="52376" cy="84411"/>
            </a:xfrm>
            <a:custGeom>
              <a:avLst/>
              <a:pathLst>
                <a:path w="52376" h="84411">
                  <a:moveTo>
                    <a:pt x="0" y="0"/>
                  </a:moveTo>
                  <a:lnTo>
                    <a:pt x="52376" y="8441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5743970" y="2857791"/>
              <a:ext cx="80153" cy="66355"/>
            </a:xfrm>
            <a:custGeom>
              <a:avLst/>
              <a:pathLst>
                <a:path w="80153" h="66355">
                  <a:moveTo>
                    <a:pt x="0" y="0"/>
                  </a:moveTo>
                  <a:lnTo>
                    <a:pt x="80153" y="6635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513560" y="4609422"/>
              <a:ext cx="54268" cy="79476"/>
            </a:xfrm>
            <a:custGeom>
              <a:avLst/>
              <a:pathLst>
                <a:path w="54268" h="79476">
                  <a:moveTo>
                    <a:pt x="0" y="0"/>
                  </a:moveTo>
                  <a:lnTo>
                    <a:pt x="54268" y="7947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3511744" y="4762552"/>
              <a:ext cx="53588" cy="82312"/>
            </a:xfrm>
            <a:custGeom>
              <a:avLst/>
              <a:pathLst>
                <a:path w="53588" h="82312">
                  <a:moveTo>
                    <a:pt x="0" y="0"/>
                  </a:moveTo>
                  <a:lnTo>
                    <a:pt x="53588" y="8231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5500723" y="3044719"/>
              <a:ext cx="172202" cy="13802"/>
            </a:xfrm>
            <a:custGeom>
              <a:avLst/>
              <a:pathLst>
                <a:path w="172202" h="13802">
                  <a:moveTo>
                    <a:pt x="0" y="0"/>
                  </a:moveTo>
                  <a:lnTo>
                    <a:pt x="172202" y="1380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g3967"/>
            <p:cNvSpPr/>
            <p:nvPr/>
          </p:nvSpPr>
          <p:spPr>
            <a:xfrm>
              <a:off x="2291919" y="4760421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tx3968"/>
            <p:cNvSpPr/>
            <p:nvPr/>
          </p:nvSpPr>
          <p:spPr>
            <a:xfrm>
              <a:off x="2337639" y="4806141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9" name="pg3969"/>
            <p:cNvSpPr/>
            <p:nvPr/>
          </p:nvSpPr>
          <p:spPr>
            <a:xfrm>
              <a:off x="5279681" y="2665859"/>
              <a:ext cx="589605" cy="191932"/>
            </a:xfrm>
            <a:custGeom>
              <a:avLst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1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tx3970"/>
            <p:cNvSpPr/>
            <p:nvPr/>
          </p:nvSpPr>
          <p:spPr>
            <a:xfrm>
              <a:off x="5325401" y="2711579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3970589" y="4460454"/>
              <a:ext cx="542970" cy="191932"/>
            </a:xfrm>
            <a:custGeom>
              <a:avLst/>
              <a:pathLst>
                <a:path w="542970" h="191932">
                  <a:moveTo>
                    <a:pt x="27432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tx3972"/>
            <p:cNvSpPr/>
            <p:nvPr/>
          </p:nvSpPr>
          <p:spPr>
            <a:xfrm>
              <a:off x="4016309" y="4506174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3" name="pg3973"/>
            <p:cNvSpPr/>
            <p:nvPr/>
          </p:nvSpPr>
          <p:spPr>
            <a:xfrm>
              <a:off x="2960909" y="4613820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tx3974"/>
            <p:cNvSpPr/>
            <p:nvPr/>
          </p:nvSpPr>
          <p:spPr>
            <a:xfrm>
              <a:off x="3006629" y="4659540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5" name="pg3975"/>
            <p:cNvSpPr/>
            <p:nvPr/>
          </p:nvSpPr>
          <p:spPr>
            <a:xfrm>
              <a:off x="4918982" y="2948671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tx3976"/>
            <p:cNvSpPr/>
            <p:nvPr/>
          </p:nvSpPr>
          <p:spPr>
            <a:xfrm>
              <a:off x="4964702" y="2994391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7" name="rc3977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tx3978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tx4006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1" name="tx4031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2" name="rc4032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3" name="tx4033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4" name="tx4034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5" name="pic40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6" name="pl4036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457810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439583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928496" y="403129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928496" y="384902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6752931" y="457810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6752931" y="439583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6752931" y="403129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6752931" y="384902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tx4050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7041976" y="45380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7041976" y="435578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53" name="tx4053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4054" name="tx4054"/>
            <p:cNvSpPr/>
            <p:nvPr/>
          </p:nvSpPr>
          <p:spPr>
            <a:xfrm>
              <a:off x="7041976" y="399124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5" name="tx4055"/>
            <p:cNvSpPr/>
            <p:nvPr/>
          </p:nvSpPr>
          <p:spPr>
            <a:xfrm>
              <a:off x="7041976" y="380897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4056" name="tx4056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4057" name="tx4057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8" name="tx4058"/>
            <p:cNvSpPr/>
            <p:nvPr/>
          </p:nvSpPr>
          <p:spPr>
            <a:xfrm>
              <a:off x="2201917" y="1998973"/>
              <a:ext cx="228645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(LEA)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B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4CA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1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C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7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B5E8D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C7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ACE5C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B3E7D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D6F2E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268332" y="4349234"/>
              <a:ext cx="252911" cy="252911"/>
            </a:xfrm>
            <a:prstGeom prst="ellipse">
              <a:avLst/>
            </a:prstGeom>
            <a:solidFill>
              <a:srgbClr val="BAE9D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94DDC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369183" y="4256777"/>
              <a:ext cx="252911" cy="252911"/>
            </a:xfrm>
            <a:prstGeom prst="ellipse">
              <a:avLst/>
            </a:prstGeom>
            <a:solidFill>
              <a:srgbClr val="D7F3E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3408529" y="4145248"/>
              <a:ext cx="1103242" cy="326376"/>
            </a:xfrm>
            <a:custGeom>
              <a:avLst/>
              <a:pathLst>
                <a:path w="1103242" h="326376">
                  <a:moveTo>
                    <a:pt x="1103242" y="0"/>
                  </a:moveTo>
                  <a:lnTo>
                    <a:pt x="0" y="32637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3536580" y="3232309"/>
              <a:ext cx="1087872" cy="456639"/>
            </a:xfrm>
            <a:custGeom>
              <a:avLst/>
              <a:pathLst>
                <a:path w="1087872" h="456639">
                  <a:moveTo>
                    <a:pt x="1087872" y="0"/>
                  </a:moveTo>
                  <a:lnTo>
                    <a:pt x="0" y="45663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3508332" y="3732129"/>
              <a:ext cx="1248681" cy="644551"/>
            </a:xfrm>
            <a:custGeom>
              <a:avLst/>
              <a:pathLst>
                <a:path w="1248681" h="644551">
                  <a:moveTo>
                    <a:pt x="1248681" y="0"/>
                  </a:moveTo>
                  <a:lnTo>
                    <a:pt x="0" y="64455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4511771" y="3977707"/>
              <a:ext cx="1193383" cy="324611"/>
            </a:xfrm>
            <a:custGeom>
              <a:avLst/>
              <a:pathLst>
                <a:path w="1193383" h="324611">
                  <a:moveTo>
                    <a:pt x="27431" y="324611"/>
                  </a:moveTo>
                  <a:lnTo>
                    <a:pt x="1165951" y="324611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tx678"/>
            <p:cNvSpPr/>
            <p:nvPr/>
          </p:nvSpPr>
          <p:spPr>
            <a:xfrm>
              <a:off x="4557491" y="4023427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624453" y="3062384"/>
              <a:ext cx="1500987" cy="324612"/>
            </a:xfrm>
            <a:custGeom>
              <a:avLst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tx680"/>
            <p:cNvSpPr/>
            <p:nvPr/>
          </p:nvSpPr>
          <p:spPr>
            <a:xfrm>
              <a:off x="4670173" y="3108104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757014" y="3561821"/>
              <a:ext cx="1554937" cy="324612"/>
            </a:xfrm>
            <a:custGeom>
              <a:avLst/>
              <a:pathLst>
                <a:path w="1554937" h="324612">
                  <a:moveTo>
                    <a:pt x="27432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tx682"/>
            <p:cNvSpPr/>
            <p:nvPr/>
          </p:nvSpPr>
          <p:spPr>
            <a:xfrm>
              <a:off x="4802734" y="3607541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tx684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9" name="pl699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tx710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29" name="tx729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30" name="rc730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tx731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32" name="pic73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33" name="pl733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836004" y="416026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836004" y="397799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836004" y="361345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836004" y="343118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6660439" y="416026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6660439" y="397799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6660439" y="361345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6660439" y="343118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tx747"/>
            <p:cNvSpPr/>
            <p:nvPr/>
          </p:nvSpPr>
          <p:spPr>
            <a:xfrm>
              <a:off x="6949485" y="4302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6949485" y="412021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6949485" y="39379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6949485" y="375567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6949485" y="357340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6949485" y="33911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6949485" y="32088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51B7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88D9B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359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88A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82A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231A2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97DEC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6ED2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48AC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71D3B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82D8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74D3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7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CAEED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77D4B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B3A6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50B6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A315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5DCA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58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6B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57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A63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82A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2850381" y="4909040"/>
              <a:ext cx="52429" cy="84489"/>
            </a:xfrm>
            <a:custGeom>
              <a:avLst/>
              <a:pathLst>
                <a:path w="52429" h="84489">
                  <a:moveTo>
                    <a:pt x="0" y="0"/>
                  </a:moveTo>
                  <a:lnTo>
                    <a:pt x="52429" y="8448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5743645" y="2857377"/>
              <a:ext cx="80489" cy="66760"/>
            </a:xfrm>
            <a:custGeom>
              <a:avLst/>
              <a:pathLst>
                <a:path w="80489" h="66760">
                  <a:moveTo>
                    <a:pt x="0" y="0"/>
                  </a:moveTo>
                  <a:lnTo>
                    <a:pt x="80489" y="6676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513432" y="4609245"/>
              <a:ext cx="54396" cy="79653"/>
            </a:xfrm>
            <a:custGeom>
              <a:avLst/>
              <a:pathLst>
                <a:path w="54396" h="79653">
                  <a:moveTo>
                    <a:pt x="0" y="0"/>
                  </a:moveTo>
                  <a:lnTo>
                    <a:pt x="54396" y="7965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3511786" y="4762607"/>
              <a:ext cx="53546" cy="82256"/>
            </a:xfrm>
            <a:custGeom>
              <a:avLst/>
              <a:pathLst>
                <a:path w="53546" h="82256">
                  <a:moveTo>
                    <a:pt x="0" y="0"/>
                  </a:moveTo>
                  <a:lnTo>
                    <a:pt x="53546" y="8225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5503278" y="3044361"/>
              <a:ext cx="169654" cy="14110"/>
            </a:xfrm>
            <a:custGeom>
              <a:avLst/>
              <a:pathLst>
                <a:path w="169654" h="14110">
                  <a:moveTo>
                    <a:pt x="0" y="0"/>
                  </a:moveTo>
                  <a:lnTo>
                    <a:pt x="169654" y="1411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g3966"/>
            <p:cNvSpPr/>
            <p:nvPr/>
          </p:nvSpPr>
          <p:spPr>
            <a:xfrm>
              <a:off x="2291866" y="4760367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2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tx3967"/>
            <p:cNvSpPr/>
            <p:nvPr/>
          </p:nvSpPr>
          <p:spPr>
            <a:xfrm>
              <a:off x="2337586" y="4806087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282225" y="2665445"/>
              <a:ext cx="589605" cy="191932"/>
            </a:xfrm>
            <a:custGeom>
              <a:avLst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tx3969"/>
            <p:cNvSpPr/>
            <p:nvPr/>
          </p:nvSpPr>
          <p:spPr>
            <a:xfrm>
              <a:off x="5327945" y="2711165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3970461" y="4460335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tx3971"/>
            <p:cNvSpPr/>
            <p:nvPr/>
          </p:nvSpPr>
          <p:spPr>
            <a:xfrm>
              <a:off x="4016181" y="4506055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2960951" y="4613857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tx3973"/>
            <p:cNvSpPr/>
            <p:nvPr/>
          </p:nvSpPr>
          <p:spPr>
            <a:xfrm>
              <a:off x="3006671" y="4659577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4" name="pg3974"/>
            <p:cNvSpPr/>
            <p:nvPr/>
          </p:nvSpPr>
          <p:spPr>
            <a:xfrm>
              <a:off x="4921537" y="2948305"/>
              <a:ext cx="581741" cy="191932"/>
            </a:xfrm>
            <a:custGeom>
              <a:avLst/>
              <a:pathLst>
                <a:path w="581741" h="191932">
                  <a:moveTo>
                    <a:pt x="27431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tx3975"/>
            <p:cNvSpPr/>
            <p:nvPr/>
          </p:nvSpPr>
          <p:spPr>
            <a:xfrm>
              <a:off x="4967257" y="2994025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6" name="rc3976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tx3977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pl3992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tx4005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0" name="tx4030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1" name="rc4031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2" name="tx4032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4" name="pic40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5" name="pl4035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tx4045"/>
            <p:cNvSpPr/>
            <p:nvPr/>
          </p:nvSpPr>
          <p:spPr>
            <a:xfrm>
              <a:off x="7041976" y="472032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7041976" y="444691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17351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39001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6267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998973"/>
              <a:ext cx="2218883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(RDA)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9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3B53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3984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8CDBB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73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C7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268332" y="4349234"/>
              <a:ext cx="252911" cy="252911"/>
            </a:xfrm>
            <a:prstGeom prst="ellipse">
              <a:avLst/>
            </a:prstGeom>
            <a:solidFill>
              <a:srgbClr val="8CDBB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C5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369183" y="4256777"/>
              <a:ext cx="252911" cy="252911"/>
            </a:xfrm>
            <a:prstGeom prst="ellipse">
              <a:avLst/>
            </a:prstGeom>
            <a:solidFill>
              <a:srgbClr val="43A7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3408534" y="4146623"/>
              <a:ext cx="1104005" cy="325019"/>
            </a:xfrm>
            <a:custGeom>
              <a:avLst/>
              <a:pathLst>
                <a:path w="1104005" h="325019">
                  <a:moveTo>
                    <a:pt x="1104005" y="0"/>
                  </a:moveTo>
                  <a:lnTo>
                    <a:pt x="0" y="32501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3536580" y="3232307"/>
              <a:ext cx="1087874" cy="456641"/>
            </a:xfrm>
            <a:custGeom>
              <a:avLst/>
              <a:pathLst>
                <a:path w="1087874" h="456641">
                  <a:moveTo>
                    <a:pt x="1087874" y="0"/>
                  </a:moveTo>
                  <a:lnTo>
                    <a:pt x="0" y="45664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3508339" y="3733255"/>
              <a:ext cx="1249777" cy="643439"/>
            </a:xfrm>
            <a:custGeom>
              <a:avLst/>
              <a:pathLst>
                <a:path w="1249777" h="643439">
                  <a:moveTo>
                    <a:pt x="1249777" y="0"/>
                  </a:moveTo>
                  <a:lnTo>
                    <a:pt x="0" y="64343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4512540" y="3979114"/>
              <a:ext cx="1193383" cy="324612"/>
            </a:xfrm>
            <a:custGeom>
              <a:avLst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tx678"/>
            <p:cNvSpPr/>
            <p:nvPr/>
          </p:nvSpPr>
          <p:spPr>
            <a:xfrm>
              <a:off x="4558260" y="4024834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624455" y="3062382"/>
              <a:ext cx="1500987" cy="324612"/>
            </a:xfrm>
            <a:custGeom>
              <a:avLst/>
              <a:pathLst>
                <a:path w="1500987" h="324612">
                  <a:moveTo>
                    <a:pt x="27431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tx680"/>
            <p:cNvSpPr/>
            <p:nvPr/>
          </p:nvSpPr>
          <p:spPr>
            <a:xfrm>
              <a:off x="4670175" y="3108102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758117" y="3562968"/>
              <a:ext cx="1554937" cy="324611"/>
            </a:xfrm>
            <a:custGeom>
              <a:avLst/>
              <a:pathLst>
                <a:path w="1554937" h="324611">
                  <a:moveTo>
                    <a:pt x="27432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tx682"/>
            <p:cNvSpPr/>
            <p:nvPr/>
          </p:nvSpPr>
          <p:spPr>
            <a:xfrm>
              <a:off x="4803837" y="3608688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tx684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9" name="pl699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tx710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29" name="tx729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30" name="rc730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tx731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32" name="pic73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33" name="pl733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836004" y="406913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836004" y="35223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6660439" y="406913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6660439" y="35223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tx743"/>
            <p:cNvSpPr/>
            <p:nvPr/>
          </p:nvSpPr>
          <p:spPr>
            <a:xfrm>
              <a:off x="6949485" y="43024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402908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949485" y="375567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949485" y="348226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949485" y="32088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1AF">
                <a:alpha val="100000"/>
              </a:srgbClr>
            </a:solidFill>
            <a:ln w="5420" cap="flat">
              <a:solidFill>
                <a:srgbClr val="69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BF">
                <a:alpha val="100000"/>
              </a:srgbClr>
            </a:solidFill>
            <a:ln w="5420" cap="flat">
              <a:solidFill>
                <a:srgbClr val="91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3">
                <a:alpha val="100000"/>
              </a:srgbClr>
            </a:solidFill>
            <a:ln w="5420" cap="flat">
              <a:solidFill>
                <a:srgbClr val="3A34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9">
                <a:alpha val="100000"/>
              </a:srgbClr>
            </a:solidFill>
            <a:ln w="5420" cap="flat">
              <a:solidFill>
                <a:srgbClr val="2A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203B">
                <a:alpha val="100000"/>
              </a:srgbClr>
            </a:solidFill>
            <a:ln w="5420" cap="flat">
              <a:solidFill>
                <a:srgbClr val="2A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A4E2C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3A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A6E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6B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3981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C6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6285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B72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A79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A7E3C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AFE6C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57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3B72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82B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44A7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51B8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271D3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B9E9D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D9F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3B53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5DCA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8CDBB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82B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95DDC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395E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5ECB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A6E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82B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95DDC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2850433" y="4909087"/>
              <a:ext cx="52380" cy="84441"/>
            </a:xfrm>
            <a:custGeom>
              <a:avLst/>
              <a:pathLst>
                <a:path w="52380" h="84441">
                  <a:moveTo>
                    <a:pt x="0" y="0"/>
                  </a:moveTo>
                  <a:lnTo>
                    <a:pt x="52380" y="8444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5732476" y="2845384"/>
              <a:ext cx="91851" cy="78616"/>
            </a:xfrm>
            <a:custGeom>
              <a:avLst/>
              <a:pathLst>
                <a:path w="91851" h="78616">
                  <a:moveTo>
                    <a:pt x="0" y="0"/>
                  </a:moveTo>
                  <a:lnTo>
                    <a:pt x="91851" y="7861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513520" y="4609365"/>
              <a:ext cx="54307" cy="79533"/>
            </a:xfrm>
            <a:custGeom>
              <a:avLst/>
              <a:pathLst>
                <a:path w="54307" h="79533">
                  <a:moveTo>
                    <a:pt x="0" y="0"/>
                  </a:moveTo>
                  <a:lnTo>
                    <a:pt x="54307" y="7953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3511768" y="4762591"/>
              <a:ext cx="53564" cy="82273"/>
            </a:xfrm>
            <a:custGeom>
              <a:avLst/>
              <a:pathLst>
                <a:path w="53564" h="82273">
                  <a:moveTo>
                    <a:pt x="0" y="0"/>
                  </a:moveTo>
                  <a:lnTo>
                    <a:pt x="53564" y="822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5518569" y="3032887"/>
              <a:ext cx="154602" cy="24384"/>
            </a:xfrm>
            <a:custGeom>
              <a:avLst/>
              <a:pathLst>
                <a:path w="154602" h="24384">
                  <a:moveTo>
                    <a:pt x="0" y="0"/>
                  </a:moveTo>
                  <a:lnTo>
                    <a:pt x="154602" y="2438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g3966"/>
            <p:cNvSpPr/>
            <p:nvPr/>
          </p:nvSpPr>
          <p:spPr>
            <a:xfrm>
              <a:off x="2291917" y="4760396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tx3967"/>
            <p:cNvSpPr/>
            <p:nvPr/>
          </p:nvSpPr>
          <p:spPr>
            <a:xfrm>
              <a:off x="2337637" y="4806116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297539" y="2653451"/>
              <a:ext cx="589605" cy="191932"/>
            </a:xfrm>
            <a:custGeom>
              <a:avLst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1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tx3969"/>
            <p:cNvSpPr/>
            <p:nvPr/>
          </p:nvSpPr>
          <p:spPr>
            <a:xfrm>
              <a:off x="5343259" y="2699171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3970550" y="4460415"/>
              <a:ext cx="542970" cy="191932"/>
            </a:xfrm>
            <a:custGeom>
              <a:avLst/>
              <a:pathLst>
                <a:path w="542970" h="191932">
                  <a:moveTo>
                    <a:pt x="27432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tx3971"/>
            <p:cNvSpPr/>
            <p:nvPr/>
          </p:nvSpPr>
          <p:spPr>
            <a:xfrm>
              <a:off x="4016270" y="4506135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2960933" y="4613847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tx3973"/>
            <p:cNvSpPr/>
            <p:nvPr/>
          </p:nvSpPr>
          <p:spPr>
            <a:xfrm>
              <a:off x="3006653" y="4659567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4" name="pg3974"/>
            <p:cNvSpPr/>
            <p:nvPr/>
          </p:nvSpPr>
          <p:spPr>
            <a:xfrm>
              <a:off x="4936828" y="2936345"/>
              <a:ext cx="581741" cy="191932"/>
            </a:xfrm>
            <a:custGeom>
              <a:avLst/>
              <a:pathLst>
                <a:path w="581741" h="191932">
                  <a:moveTo>
                    <a:pt x="27431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tx3975"/>
            <p:cNvSpPr/>
            <p:nvPr/>
          </p:nvSpPr>
          <p:spPr>
            <a:xfrm>
              <a:off x="4982548" y="2982065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6" name="rc3976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tx3977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pl3992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tx4005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0" name="tx4030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1" name="rc4031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2" name="tx4032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4" name="pic40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5" name="pl4035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tx4045"/>
            <p:cNvSpPr/>
            <p:nvPr/>
          </p:nvSpPr>
          <p:spPr>
            <a:xfrm>
              <a:off x="7041976" y="472032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7041976" y="444691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17351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39001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6267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998973"/>
              <a:ext cx="2353848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(RDA)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5ECB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C3ECD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395D9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268332" y="4349234"/>
              <a:ext cx="252911" cy="252911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369183" y="4256777"/>
              <a:ext cx="252911" cy="252911"/>
            </a:xfrm>
            <a:prstGeom prst="ellipse">
              <a:avLst/>
            </a:prstGeom>
            <a:solidFill>
              <a:srgbClr val="ACE5C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3407766" y="3960077"/>
              <a:ext cx="1103085" cy="509616"/>
            </a:xfrm>
            <a:custGeom>
              <a:avLst/>
              <a:pathLst>
                <a:path w="1103085" h="509616">
                  <a:moveTo>
                    <a:pt x="1103085" y="0"/>
                  </a:moveTo>
                  <a:lnTo>
                    <a:pt x="0" y="50961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3535687" y="3046619"/>
              <a:ext cx="1088780" cy="640630"/>
            </a:xfrm>
            <a:custGeom>
              <a:avLst/>
              <a:pathLst>
                <a:path w="1088780" h="640630">
                  <a:moveTo>
                    <a:pt x="1088780" y="0"/>
                  </a:moveTo>
                  <a:lnTo>
                    <a:pt x="0" y="64063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3507507" y="3545424"/>
              <a:ext cx="1248569" cy="829919"/>
            </a:xfrm>
            <a:custGeom>
              <a:avLst/>
              <a:pathLst>
                <a:path w="1248569" h="829919">
                  <a:moveTo>
                    <a:pt x="1248569" y="0"/>
                  </a:moveTo>
                  <a:lnTo>
                    <a:pt x="0" y="82991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4510851" y="3789586"/>
              <a:ext cx="1193383" cy="324612"/>
            </a:xfrm>
            <a:custGeom>
              <a:avLst/>
              <a:pathLst>
                <a:path w="1193383" h="324612">
                  <a:moveTo>
                    <a:pt x="27432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80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tx678"/>
            <p:cNvSpPr/>
            <p:nvPr/>
          </p:nvSpPr>
          <p:spPr>
            <a:xfrm>
              <a:off x="4556571" y="3835306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624468" y="2874449"/>
              <a:ext cx="1500987" cy="324612"/>
            </a:xfrm>
            <a:custGeom>
              <a:avLst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79"/>
                  </a:lnTo>
                  <a:lnTo>
                    <a:pt x="1500987" y="27431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tx680"/>
            <p:cNvSpPr/>
            <p:nvPr/>
          </p:nvSpPr>
          <p:spPr>
            <a:xfrm>
              <a:off x="4670188" y="2920169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756076" y="3373810"/>
              <a:ext cx="1554937" cy="324611"/>
            </a:xfrm>
            <a:custGeom>
              <a:avLst/>
              <a:pathLst>
                <a:path w="1554937" h="324611">
                  <a:moveTo>
                    <a:pt x="27432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tx682"/>
            <p:cNvSpPr/>
            <p:nvPr/>
          </p:nvSpPr>
          <p:spPr>
            <a:xfrm>
              <a:off x="4801796" y="3419530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tx684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9" name="pl699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tx710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29" name="tx729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30" name="rc730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tx731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32" name="pic73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33" name="pl733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836004" y="406913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836004" y="35223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6660439" y="406913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6660439" y="35223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tx743"/>
            <p:cNvSpPr/>
            <p:nvPr/>
          </p:nvSpPr>
          <p:spPr>
            <a:xfrm>
              <a:off x="6949485" y="43024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402908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949485" y="375567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949485" y="348226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949485" y="32088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E">
                <a:alpha val="100000"/>
              </a:srgbClr>
            </a:solidFill>
            <a:ln w="5420" cap="flat">
              <a:solidFill>
                <a:srgbClr val="3A68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E">
                <a:alpha val="100000"/>
              </a:srgbClr>
            </a:solidFill>
            <a:ln w="5420" cap="flat">
              <a:solidFill>
                <a:srgbClr val="3A68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E">
                <a:alpha val="100000"/>
              </a:srgbClr>
            </a:solidFill>
            <a:ln w="5420" cap="flat">
              <a:solidFill>
                <a:srgbClr val="3A68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497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3A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960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3A6D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3A589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92F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B3B6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5CC7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95D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3984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A589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49AD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60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A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B518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A75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76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3982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3960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C437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3A62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C48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3A66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3984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3A6B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395E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B508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960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B518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92F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2850462" y="4909128"/>
              <a:ext cx="52351" cy="84400"/>
            </a:xfrm>
            <a:custGeom>
              <a:avLst/>
              <a:pathLst>
                <a:path w="52351" h="84400">
                  <a:moveTo>
                    <a:pt x="0" y="0"/>
                  </a:moveTo>
                  <a:lnTo>
                    <a:pt x="52351" y="8440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3511657" y="4762446"/>
              <a:ext cx="53673" cy="82418"/>
            </a:xfrm>
            <a:custGeom>
              <a:avLst/>
              <a:pathLst>
                <a:path w="53673" h="82418">
                  <a:moveTo>
                    <a:pt x="0" y="0"/>
                  </a:moveTo>
                  <a:lnTo>
                    <a:pt x="53673" y="8241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513396" y="4609209"/>
              <a:ext cx="54430" cy="79690"/>
            </a:xfrm>
            <a:custGeom>
              <a:avLst/>
              <a:pathLst>
                <a:path w="54430" h="79690">
                  <a:moveTo>
                    <a:pt x="0" y="0"/>
                  </a:moveTo>
                  <a:lnTo>
                    <a:pt x="54430" y="7969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5509823" y="3047368"/>
              <a:ext cx="163081" cy="11328"/>
            </a:xfrm>
            <a:custGeom>
              <a:avLst/>
              <a:pathLst>
                <a:path w="163081" h="11328">
                  <a:moveTo>
                    <a:pt x="0" y="0"/>
                  </a:moveTo>
                  <a:lnTo>
                    <a:pt x="163081" y="1132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5746896" y="2860157"/>
              <a:ext cx="77231" cy="63986"/>
            </a:xfrm>
            <a:custGeom>
              <a:avLst/>
              <a:pathLst>
                <a:path w="77231" h="63986">
                  <a:moveTo>
                    <a:pt x="0" y="0"/>
                  </a:moveTo>
                  <a:lnTo>
                    <a:pt x="77231" y="6398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g3967"/>
            <p:cNvSpPr/>
            <p:nvPr/>
          </p:nvSpPr>
          <p:spPr>
            <a:xfrm>
              <a:off x="2291946" y="4760424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tx3968"/>
            <p:cNvSpPr/>
            <p:nvPr/>
          </p:nvSpPr>
          <p:spPr>
            <a:xfrm>
              <a:off x="2337666" y="4806144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9" name="pg3969"/>
            <p:cNvSpPr/>
            <p:nvPr/>
          </p:nvSpPr>
          <p:spPr>
            <a:xfrm>
              <a:off x="2960823" y="4613749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tx3970"/>
            <p:cNvSpPr/>
            <p:nvPr/>
          </p:nvSpPr>
          <p:spPr>
            <a:xfrm>
              <a:off x="3006543" y="4659469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3970425" y="4460312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tx3972"/>
            <p:cNvSpPr/>
            <p:nvPr/>
          </p:nvSpPr>
          <p:spPr>
            <a:xfrm>
              <a:off x="4016145" y="4506032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3" name="pg3973"/>
            <p:cNvSpPr/>
            <p:nvPr/>
          </p:nvSpPr>
          <p:spPr>
            <a:xfrm>
              <a:off x="4928081" y="2951351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tx3974"/>
            <p:cNvSpPr/>
            <p:nvPr/>
          </p:nvSpPr>
          <p:spPr>
            <a:xfrm>
              <a:off x="4973801" y="2997071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5" name="pg3975"/>
            <p:cNvSpPr/>
            <p:nvPr/>
          </p:nvSpPr>
          <p:spPr>
            <a:xfrm>
              <a:off x="5289413" y="2668224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tx3976"/>
            <p:cNvSpPr/>
            <p:nvPr/>
          </p:nvSpPr>
          <p:spPr>
            <a:xfrm>
              <a:off x="5335133" y="2713944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7" name="rc3977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tx3978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tx4006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1" name="tx4031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2" name="rc4032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3" name="tx4033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4" name="tx4034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5" name="pic40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6" name="pl4036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tx4046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4469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9001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2201917" y="1998973"/>
              <a:ext cx="1998695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(GF)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3A6D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5CC7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60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76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424036" y="3595130"/>
              <a:ext cx="198708" cy="198708"/>
            </a:xfrm>
            <a:prstGeom prst="ellipse">
              <a:avLst/>
            </a:prstGeom>
            <a:solidFill>
              <a:srgbClr val="B1E6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396284" y="4283878"/>
              <a:ext cx="198708" cy="198708"/>
            </a:xfrm>
            <a:prstGeom prst="ellipse">
              <a:avLst/>
            </a:prstGeom>
            <a:solidFill>
              <a:srgbClr val="389B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295434" y="4376335"/>
              <a:ext cx="198708" cy="198708"/>
            </a:xfrm>
            <a:prstGeom prst="ellipse">
              <a:avLst/>
            </a:prstGeom>
            <a:solidFill>
              <a:srgbClr val="5CC7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3536967" y="3324744"/>
              <a:ext cx="1087493" cy="365181"/>
            </a:xfrm>
            <a:custGeom>
              <a:avLst/>
              <a:pathLst>
                <a:path w="1087493" h="365181">
                  <a:moveTo>
                    <a:pt x="1087493" y="0"/>
                  </a:moveTo>
                  <a:lnTo>
                    <a:pt x="0" y="36518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3508713" y="3825356"/>
              <a:ext cx="1246170" cy="552083"/>
            </a:xfrm>
            <a:custGeom>
              <a:avLst/>
              <a:pathLst>
                <a:path w="1246170" h="552083">
                  <a:moveTo>
                    <a:pt x="1246170" y="0"/>
                  </a:moveTo>
                  <a:lnTo>
                    <a:pt x="0" y="55208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3408814" y="4237402"/>
              <a:ext cx="1101005" cy="235289"/>
            </a:xfrm>
            <a:custGeom>
              <a:avLst/>
              <a:pathLst>
                <a:path w="1101005" h="235289">
                  <a:moveTo>
                    <a:pt x="1101005" y="0"/>
                  </a:moveTo>
                  <a:lnTo>
                    <a:pt x="0" y="23528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4624461" y="3156336"/>
              <a:ext cx="1500987" cy="324612"/>
            </a:xfrm>
            <a:custGeom>
              <a:avLst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tx678"/>
            <p:cNvSpPr/>
            <p:nvPr/>
          </p:nvSpPr>
          <p:spPr>
            <a:xfrm>
              <a:off x="4670181" y="3202056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754884" y="3655931"/>
              <a:ext cx="1554937" cy="324611"/>
            </a:xfrm>
            <a:custGeom>
              <a:avLst/>
              <a:pathLst>
                <a:path w="1554937" h="324611">
                  <a:moveTo>
                    <a:pt x="27431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tx680"/>
            <p:cNvSpPr/>
            <p:nvPr/>
          </p:nvSpPr>
          <p:spPr>
            <a:xfrm>
              <a:off x="4800604" y="3701651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509819" y="4071658"/>
              <a:ext cx="1193383" cy="324611"/>
            </a:xfrm>
            <a:custGeom>
              <a:avLst/>
              <a:pathLst>
                <a:path w="1193383" h="324611">
                  <a:moveTo>
                    <a:pt x="27431" y="324611"/>
                  </a:moveTo>
                  <a:lnTo>
                    <a:pt x="1165951" y="324611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tx682"/>
            <p:cNvSpPr/>
            <p:nvPr/>
          </p:nvSpPr>
          <p:spPr>
            <a:xfrm>
              <a:off x="4555539" y="4117378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tx684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9" name="pl699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tx710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4283566" y="5925448"/>
              <a:ext cx="18644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</a:t>
              </a:r>
            </a:p>
          </p:txBody>
        </p:sp>
        <p:sp>
          <p:nvSpPr>
            <p:cNvPr id="729" name="tx729"/>
            <p:cNvSpPr/>
            <p:nvPr/>
          </p:nvSpPr>
          <p:spPr>
            <a:xfrm rot="-5400000">
              <a:off x="1799997" y="3645259"/>
              <a:ext cx="14749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</a:t>
              </a:r>
            </a:p>
          </p:txBody>
        </p:sp>
        <p:sp>
          <p:nvSpPr>
            <p:cNvPr id="730" name="rc730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tx731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32" name="pic73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33" name="pl733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836004" y="406913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836004" y="35223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6660439" y="406913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6660439" y="35223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tx743"/>
            <p:cNvSpPr/>
            <p:nvPr/>
          </p:nvSpPr>
          <p:spPr>
            <a:xfrm>
              <a:off x="6949485" y="4302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40290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949485" y="375567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949485" y="348226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949485" y="32088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3">
                <a:alpha val="100000"/>
              </a:srgbClr>
            </a:solidFill>
            <a:ln w="5420" cap="flat">
              <a:solidFill>
                <a:srgbClr val="3A34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3">
                <a:alpha val="100000"/>
              </a:srgbClr>
            </a:solidFill>
            <a:ln w="5420" cap="flat">
              <a:solidFill>
                <a:srgbClr val="3A34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3">
                <a:alpha val="100000"/>
              </a:srgbClr>
            </a:solidFill>
            <a:ln w="5420" cap="flat">
              <a:solidFill>
                <a:srgbClr val="3A34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765">
                <a:alpha val="100000"/>
              </a:srgbClr>
            </a:solidFill>
            <a:ln w="5420" cap="flat">
              <a:solidFill>
                <a:srgbClr val="3A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A78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39305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3C48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75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88B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B386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46AA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594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395F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3A9C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388C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B396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982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A346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88B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3A366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44A8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88C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3497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41A4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983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382C5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B9E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982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983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2850414" y="4909068"/>
              <a:ext cx="52398" cy="84460"/>
            </a:xfrm>
            <a:custGeom>
              <a:avLst/>
              <a:pathLst>
                <a:path w="52398" h="84460">
                  <a:moveTo>
                    <a:pt x="0" y="0"/>
                  </a:moveTo>
                  <a:lnTo>
                    <a:pt x="52398" y="8446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3511781" y="4762624"/>
              <a:ext cx="53549" cy="82240"/>
            </a:xfrm>
            <a:custGeom>
              <a:avLst/>
              <a:pathLst>
                <a:path w="53549" h="82240">
                  <a:moveTo>
                    <a:pt x="0" y="0"/>
                  </a:moveTo>
                  <a:lnTo>
                    <a:pt x="53549" y="8224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513488" y="4609337"/>
              <a:ext cx="54339" cy="79562"/>
            </a:xfrm>
            <a:custGeom>
              <a:avLst/>
              <a:pathLst>
                <a:path w="54339" h="79562">
                  <a:moveTo>
                    <a:pt x="0" y="0"/>
                  </a:moveTo>
                  <a:lnTo>
                    <a:pt x="54339" y="7956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5584819" y="3006210"/>
              <a:ext cx="90785" cy="46504"/>
            </a:xfrm>
            <a:custGeom>
              <a:avLst/>
              <a:pathLst>
                <a:path w="90785" h="46504">
                  <a:moveTo>
                    <a:pt x="0" y="0"/>
                  </a:moveTo>
                  <a:lnTo>
                    <a:pt x="90785" y="4650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5712842" y="2801489"/>
              <a:ext cx="112937" cy="121600"/>
            </a:xfrm>
            <a:custGeom>
              <a:avLst/>
              <a:pathLst>
                <a:path w="112937" h="121600">
                  <a:moveTo>
                    <a:pt x="0" y="0"/>
                  </a:moveTo>
                  <a:lnTo>
                    <a:pt x="112937" y="12160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g3967"/>
            <p:cNvSpPr/>
            <p:nvPr/>
          </p:nvSpPr>
          <p:spPr>
            <a:xfrm>
              <a:off x="2291898" y="4760384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2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tx3968"/>
            <p:cNvSpPr/>
            <p:nvPr/>
          </p:nvSpPr>
          <p:spPr>
            <a:xfrm>
              <a:off x="2337618" y="4806104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9" name="pg3969"/>
            <p:cNvSpPr/>
            <p:nvPr/>
          </p:nvSpPr>
          <p:spPr>
            <a:xfrm>
              <a:off x="2960947" y="4613872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tx3970"/>
            <p:cNvSpPr/>
            <p:nvPr/>
          </p:nvSpPr>
          <p:spPr>
            <a:xfrm>
              <a:off x="3006667" y="4659592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3970517" y="4460399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tx3972"/>
            <p:cNvSpPr/>
            <p:nvPr/>
          </p:nvSpPr>
          <p:spPr>
            <a:xfrm>
              <a:off x="4016237" y="4506119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3" name="pg3973"/>
            <p:cNvSpPr/>
            <p:nvPr/>
          </p:nvSpPr>
          <p:spPr>
            <a:xfrm>
              <a:off x="5003077" y="2892420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tx3974"/>
            <p:cNvSpPr/>
            <p:nvPr/>
          </p:nvSpPr>
          <p:spPr>
            <a:xfrm>
              <a:off x="5048797" y="2938140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5" name="pg3975"/>
            <p:cNvSpPr/>
            <p:nvPr/>
          </p:nvSpPr>
          <p:spPr>
            <a:xfrm>
              <a:off x="5363927" y="2609556"/>
              <a:ext cx="589605" cy="191932"/>
            </a:xfrm>
            <a:custGeom>
              <a:avLst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1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tx3976"/>
            <p:cNvSpPr/>
            <p:nvPr/>
          </p:nvSpPr>
          <p:spPr>
            <a:xfrm>
              <a:off x="5409647" y="2655276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7" name="rc3977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tx3978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tx4006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1" name="tx4031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2" name="rc4032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3" name="tx4033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4" name="tx4034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5" name="pic40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6" name="pl4036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tx4046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4469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9001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2201917" y="1998973"/>
              <a:ext cx="2133660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(GF)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75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388C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424036" y="3595130"/>
              <a:ext cx="198708" cy="198708"/>
            </a:xfrm>
            <a:prstGeom prst="ellipse">
              <a:avLst/>
            </a:prstGeom>
            <a:solidFill>
              <a:srgbClr val="3496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396284" y="4283878"/>
              <a:ext cx="198708" cy="198708"/>
            </a:xfrm>
            <a:prstGeom prst="ellipse">
              <a:avLst/>
            </a:prstGeom>
            <a:solidFill>
              <a:srgbClr val="B6E8D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295434" y="4376335"/>
              <a:ext cx="198708" cy="198708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3536967" y="3324745"/>
              <a:ext cx="1087492" cy="365180"/>
            </a:xfrm>
            <a:custGeom>
              <a:avLst/>
              <a:pathLst>
                <a:path w="1087492" h="365180">
                  <a:moveTo>
                    <a:pt x="1087492" y="0"/>
                  </a:moveTo>
                  <a:lnTo>
                    <a:pt x="0" y="36518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3508712" y="3824616"/>
              <a:ext cx="1247173" cy="552821"/>
            </a:xfrm>
            <a:custGeom>
              <a:avLst/>
              <a:pathLst>
                <a:path w="1247173" h="552821">
                  <a:moveTo>
                    <a:pt x="1247173" y="0"/>
                  </a:moveTo>
                  <a:lnTo>
                    <a:pt x="0" y="5528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3408812" y="4236532"/>
              <a:ext cx="1102022" cy="236151"/>
            </a:xfrm>
            <a:custGeom>
              <a:avLst/>
              <a:pathLst>
                <a:path w="1102022" h="236151">
                  <a:moveTo>
                    <a:pt x="1102022" y="0"/>
                  </a:moveTo>
                  <a:lnTo>
                    <a:pt x="0" y="23615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4624459" y="3156338"/>
              <a:ext cx="1500987" cy="324612"/>
            </a:xfrm>
            <a:custGeom>
              <a:avLst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tx678"/>
            <p:cNvSpPr/>
            <p:nvPr/>
          </p:nvSpPr>
          <p:spPr>
            <a:xfrm>
              <a:off x="4670179" y="3202058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755886" y="3655193"/>
              <a:ext cx="1554937" cy="324612"/>
            </a:xfrm>
            <a:custGeom>
              <a:avLst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tx680"/>
            <p:cNvSpPr/>
            <p:nvPr/>
          </p:nvSpPr>
          <p:spPr>
            <a:xfrm>
              <a:off x="4801606" y="3700913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510834" y="4070776"/>
              <a:ext cx="1193383" cy="324611"/>
            </a:xfrm>
            <a:custGeom>
              <a:avLst/>
              <a:pathLst>
                <a:path w="1193383" h="324611">
                  <a:moveTo>
                    <a:pt x="27432" y="324611"/>
                  </a:moveTo>
                  <a:lnTo>
                    <a:pt x="1165951" y="324611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tx682"/>
            <p:cNvSpPr/>
            <p:nvPr/>
          </p:nvSpPr>
          <p:spPr>
            <a:xfrm>
              <a:off x="4556554" y="4116496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tx684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9" name="pl699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tx710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4283566" y="5925448"/>
              <a:ext cx="18644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</a:t>
              </a:r>
            </a:p>
          </p:txBody>
        </p:sp>
        <p:sp>
          <p:nvSpPr>
            <p:cNvPr id="729" name="tx729"/>
            <p:cNvSpPr/>
            <p:nvPr/>
          </p:nvSpPr>
          <p:spPr>
            <a:xfrm rot="-5400000">
              <a:off x="1799997" y="3645259"/>
              <a:ext cx="14749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</a:t>
              </a:r>
            </a:p>
          </p:txBody>
        </p:sp>
        <p:sp>
          <p:nvSpPr>
            <p:cNvPr id="730" name="rc730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tx731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32" name="pic73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33" name="pl733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836004" y="406913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836004" y="35223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6660439" y="406913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6660439" y="35223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tx743"/>
            <p:cNvSpPr/>
            <p:nvPr/>
          </p:nvSpPr>
          <p:spPr>
            <a:xfrm>
              <a:off x="6949485" y="4302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40290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949485" y="375567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949485" y="348226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949485" y="32088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487040" y="1600200"/>
              <a:ext cx="616991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44394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7312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0229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3147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6064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8982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899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14817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34901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034901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034901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34901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34901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504809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516446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52808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55135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56299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57463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10995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121587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1332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48153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49317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50480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51644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52808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53972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55135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56299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57463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09831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10995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12158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1332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14486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46989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48153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49317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50480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51644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52808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53972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55135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56299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57463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58627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0983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10995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12158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1332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14486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4117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42334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43498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44662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45825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46989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48153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49317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50480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51644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52808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53972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55135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56299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57463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10995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12158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1332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3767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8843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4000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4117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42334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43498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44662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45825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46989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48153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49317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50480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51644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52808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53972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55135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56299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12158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3651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3767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38843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40007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41171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42334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43498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44662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45825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46989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48153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49317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50480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51644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52808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3418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35352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36516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37679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38843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40007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41171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42334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43498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44662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45825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46989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481534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49317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30697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31861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33024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34188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35352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36516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37679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38843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40007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41171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42334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43498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446622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45825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28369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29533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30697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31861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33024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34188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35352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36516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37679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38843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40007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411710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27206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28369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29533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30697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31861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33024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34188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35352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36516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376798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38843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26042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27206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28369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29533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30697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31861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33024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34188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353523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36516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24878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26042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27206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28369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29533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30697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31861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33024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341886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21387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22551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23715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24878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26042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27206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28369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29533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306974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31861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20223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21387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22551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23715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24878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26042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27206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283699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29533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14486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14405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15568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16732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17896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19060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20223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21387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22551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23715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24878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26042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27206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28369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10995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12158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13322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14486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15649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1324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14405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15568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16732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17896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19060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20223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21387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22551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23715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24878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26042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27206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01685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02848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04012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05176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08667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09831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10995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12158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13322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14486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15649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16813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1324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14405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15568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16732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17896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19060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20223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21387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22551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23715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24878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26042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0052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01685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02848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04012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05176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06340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07503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08667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09831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10995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12158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13322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14486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15649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1324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14405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15568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16732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17896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19060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20223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21387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22551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23715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24878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26042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591211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59237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59353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594702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598193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59935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052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1685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2848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04012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5176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6340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7503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8667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09831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10995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12158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13322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14486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15649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1207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1324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14405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15568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16732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17896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19060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20223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21387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22551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23715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24878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9004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91211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9237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9353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94702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9586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9703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98193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9935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0052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01685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02848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04012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05176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06340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07503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08667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09831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10995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12158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13322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14486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15649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0975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10913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1207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1324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14405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15568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16732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17896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19060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20223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21387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9004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591211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59237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59353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594702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59586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59703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598193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59935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0052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01685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02848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04012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05176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06340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07503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08667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09831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10995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12158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13322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14486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15649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0975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10913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1207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1324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14405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15568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16732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17896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19060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59004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591211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59237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59353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594702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59586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59703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598193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59935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0052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01685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02848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04012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05176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06340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07503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08667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09831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10995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12158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13322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14486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15649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16813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0975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10913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1207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1324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144051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15568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5888841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590047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591211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59237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59353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594702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59586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59703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598193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59935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0052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765">
                <a:alpha val="100000"/>
              </a:srgbClr>
            </a:solidFill>
            <a:ln w="5420" cap="flat">
              <a:solidFill>
                <a:srgbClr val="3A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06340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07503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08667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09831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10995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12158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13322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14486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15649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0975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10913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1207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13241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584229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58539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586556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587720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58888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59004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591211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59237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59353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594702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04012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05176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06340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07503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08667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09831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A">
                <a:alpha val="100000"/>
              </a:srgbClr>
            </a:solidFill>
            <a:ln w="5420" cap="flat">
              <a:solidFill>
                <a:srgbClr val="3B39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10995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12158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13322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14486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A">
                <a:alpha val="100000"/>
              </a:srgbClr>
            </a:solidFill>
            <a:ln w="5420" cap="flat">
              <a:solidFill>
                <a:srgbClr val="3B39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7259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73755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7491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7608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77246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7841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7957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80737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81901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83065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584229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585392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58655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587720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58888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59004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591211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59237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59353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594702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01685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02848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04012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05176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06340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07503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08667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09831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10995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12158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7142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7259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73755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7491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7608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77246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7841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79574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80737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81901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83065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584229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58539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58655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587720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58888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59004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591211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59237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59353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00521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01685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02848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04012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05176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06340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07503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08667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09831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10995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70264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7142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7259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73755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7491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7608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77246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78410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79574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80737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81901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83065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584229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58539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58655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587720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58888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59004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591211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59237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00521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01685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02848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04012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05176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06340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07503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08667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70264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7142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7259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73755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74919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76083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77246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78410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79574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80737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81901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83065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584229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58539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58655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587720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00521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01685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02848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04012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05176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06340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6910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70264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71428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72591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73755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6">
                <a:alpha val="100000"/>
              </a:srgbClr>
            </a:solidFill>
            <a:ln w="5420" cap="flat">
              <a:solidFill>
                <a:srgbClr val="27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74919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76083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77246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78410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79574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80737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81901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83065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584229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599357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00521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01685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02848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04012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05176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63281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64445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6560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66773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6793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4">
                <a:alpha val="100000"/>
              </a:srgbClr>
            </a:solidFill>
            <a:ln w="5420" cap="flat">
              <a:solidFill>
                <a:srgbClr val="1E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69100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70264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71428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72591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73755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74919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76083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77246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78410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80737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81901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83065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599357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00521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01685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02848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04012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59790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6095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6211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63281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64445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65609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21D">
                <a:alpha val="100000"/>
              </a:srgbClr>
            </a:solidFill>
            <a:ln w="5420" cap="flat">
              <a:solidFill>
                <a:srgbClr val="1A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66773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21D">
                <a:alpha val="100000"/>
              </a:srgbClr>
            </a:solidFill>
            <a:ln w="5420" cap="flat">
              <a:solidFill>
                <a:srgbClr val="1A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67936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69100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624">
                <a:alpha val="100000"/>
              </a:srgbClr>
            </a:solidFill>
            <a:ln w="5420" cap="flat">
              <a:solidFill>
                <a:srgbClr val="1D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70264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71428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72591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73755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76083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77246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599357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00521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01685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02848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04012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58627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59790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60954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62118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63281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64445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2">
                <a:alpha val="100000"/>
              </a:srgbClr>
            </a:solidFill>
            <a:ln w="5420" cap="flat">
              <a:solidFill>
                <a:srgbClr val="26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65609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66773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4">
                <a:alpha val="100000"/>
              </a:srgbClr>
            </a:solidFill>
            <a:ln w="5420" cap="flat">
              <a:solidFill>
                <a:srgbClr val="1D15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67936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69100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70264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71428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72591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59935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0052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01685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02848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04012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05176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06340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10995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12158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13322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14486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15649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57463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58627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59790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60954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62118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63281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64445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65609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66773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67936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69100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70264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71428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0052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01685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02848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04012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05176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06340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07503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09831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10995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12158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13322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14486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15649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16813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56299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57463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58627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59790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60954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62118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63281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64445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65609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66773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9">
                <a:alpha val="100000"/>
              </a:srgbClr>
            </a:solidFill>
            <a:ln w="5420" cap="flat">
              <a:solidFill>
                <a:srgbClr val="291E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67936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0052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01685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02848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04012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05176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06340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07503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08667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09831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10995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12158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13322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14486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15649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16813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55135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56299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57463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58627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59790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60954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62118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632819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64445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01685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02848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04012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05176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06340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07503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08667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09831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10995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12158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13322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14486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156499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53972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55135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56299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57463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58627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59790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60954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02848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04012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05176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06340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07503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08667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09831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10995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12158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13322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14486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539721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55135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56299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57463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58627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597907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05176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06340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07503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08667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09831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10995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121587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52808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539721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55135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56299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57463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58627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07503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08667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098312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51644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52808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53972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55135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562995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57463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51644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52808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53972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55135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562995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504809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51644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52808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53972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55135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562995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504809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51644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52808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53972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55135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562995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504809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51644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52808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53972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55135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562995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504809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51644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52808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53972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55135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562995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57463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49317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504809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51644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52808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53972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55135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562995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48153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49317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50480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51644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52808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53972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55135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48153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49317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50480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51644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52808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53972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55135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57463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58627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597907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60954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48153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49317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50480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51644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52808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53972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55135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56299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57463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58627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59790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60954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62118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504809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51644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52808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53972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55135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56299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57463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58627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59790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60954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62118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632819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45825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4698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4815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493171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52808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539721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55135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56299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57463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58627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59790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60954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62118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63281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4466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45825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4698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4815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49317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50480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51644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52808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53972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55135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56299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57463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58627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59790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60954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62118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63281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64445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4466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45825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4698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4815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49317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50480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51644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52808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53972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55135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56299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57463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58627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59790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60954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62118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63281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64445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4466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45825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2">
                <a:alpha val="100000"/>
              </a:srgbClr>
            </a:solidFill>
            <a:ln w="5420" cap="flat">
              <a:solidFill>
                <a:srgbClr val="251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4698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4815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49317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6">
                <a:alpha val="100000"/>
              </a:srgbClr>
            </a:solidFill>
            <a:ln w="5420" cap="flat">
              <a:solidFill>
                <a:srgbClr val="281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50480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51644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52808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53972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55135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56299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57463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58627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59790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60954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62118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63281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64445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30697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35352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3651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3767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38843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4000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4117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42334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4349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6">
                <a:alpha val="100000"/>
              </a:srgbClr>
            </a:solidFill>
            <a:ln w="5420" cap="flat">
              <a:solidFill>
                <a:srgbClr val="27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4466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45825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4698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4815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49317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6">
                <a:alpha val="100000"/>
              </a:srgbClr>
            </a:solidFill>
            <a:ln w="5420" cap="flat">
              <a:solidFill>
                <a:srgbClr val="281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50480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51644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52808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53972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55135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56299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57463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58627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59790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60954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62118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63281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1789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1906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20223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27206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28369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2953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30697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31861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3302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3418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35352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3651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3767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38843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4000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4117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42334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4349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4466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6">
                <a:alpha val="100000"/>
              </a:srgbClr>
            </a:solidFill>
            <a:ln w="5420" cap="flat">
              <a:solidFill>
                <a:srgbClr val="27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45825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46989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48153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49317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9">
                <a:alpha val="100000"/>
              </a:srgbClr>
            </a:solidFill>
            <a:ln w="5420" cap="flat">
              <a:solidFill>
                <a:srgbClr val="291E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50480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51644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52808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53972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55135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56299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57463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58627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59790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16732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1789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1906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20223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2138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24878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2604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27206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28369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2953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30697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31861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3302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3418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35352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3651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37679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38843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4000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41171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42334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43498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44662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45825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46989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48153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49317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50480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51644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53972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55135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16732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1789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1906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20223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2138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2255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23715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24878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2604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27206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28369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2953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30697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31861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33024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34188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35352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36516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37679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38843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40007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41171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42334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43498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44662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45825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46989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1789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1906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20223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21387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2255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23715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24878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26042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27206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28369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29533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30697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31861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33024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34188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35352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36516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37679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38843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40007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42334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17896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19060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20223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21387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22551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23715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24878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26042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27206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28369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29533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16732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17896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19060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20223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21387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22551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23715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248787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26042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15568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16732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17896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19060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20223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21387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22551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237150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14405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15568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16732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17896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19060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202238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213875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14405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15568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16732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17896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19060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202238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213875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14405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15568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16732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17896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19060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202238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213875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14405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15568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16732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17896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19060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202238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213875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074227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085865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16732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17896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19060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202238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213875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0509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06259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07422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08586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097502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16732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17896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19060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20223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21387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02767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03931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0509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06259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07422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08586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097502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15568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16732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17896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19060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20223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0160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02767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03931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0509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06259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07422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08586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097502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15568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16732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17896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19060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20223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495785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4969492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498112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499276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00440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0160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02767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03931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0509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06259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07422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08586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14405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15568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16732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17896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19060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20223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494621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495785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496949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49811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499276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00440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0160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02767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03931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0509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062590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07422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13241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14405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15568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16732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17896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19060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20223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492294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4934580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494621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495785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49694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49811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499276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00440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0160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02767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03931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05095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12077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13241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14405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15568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16732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17896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48996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49113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492294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49345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494621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495785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49694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49811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499276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00440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0160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02767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03931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05095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06259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07422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08586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10913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12077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13241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14405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15568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16732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17896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48996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49113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492294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49345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49462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495785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49694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49811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499276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00440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0160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02767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03931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05095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06259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07422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08586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09750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10913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12077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13241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14405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15568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16732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48996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49113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492294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49345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49462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495785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49694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49811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499276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00440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01604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02767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03931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05095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06259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07422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08586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09750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10913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12077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13241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14405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15568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48647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48763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48996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49113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492294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49345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49462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495785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49694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49811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01604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02767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03931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05095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06259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07422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08586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09750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10913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12077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13241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14405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485311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4864756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48763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488803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48996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49113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492294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49345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49462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495785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49694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49811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02767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03931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05095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06259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07422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08586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09750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10913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12077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13241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484148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485311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486475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48763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488803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48996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49113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492294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49345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49462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495785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49694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498112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02767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03931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05095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06259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07422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08586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09750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10913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12077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8298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48414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485311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486475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487639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488803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48996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49113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492294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49345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49462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495785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496949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498112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499276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03931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05095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06259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07422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08586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09750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10913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8298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48414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485311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486475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487639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488803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48996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49113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492294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49345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49462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495785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496949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498112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499276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03931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05095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06259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07422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08586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09750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81820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8298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48414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485311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486475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487639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488803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48996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49113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492294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49345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49462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495785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496949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498112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499276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00440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03931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05095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06259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07422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08586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09750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81820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8298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48414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485311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48647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487639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488803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48996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49113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492294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49345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49462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495785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496949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498112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499276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00440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01604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05095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06259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07422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08586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09750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81820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8298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48414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485311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48647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487639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488803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48996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49113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492294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49345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49462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495785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496949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498112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499276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00440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01604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03931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05095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06259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07422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08586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09750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8298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48414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485311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48647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48763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488803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48996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49113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492294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49345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49462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495785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496949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498112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499276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00440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01604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02767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03931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05095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06259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07422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08586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09750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48414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485311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48647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48763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488803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48996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49113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492294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49345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494621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495785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496949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498112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499276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00440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01604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02767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03931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05095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06259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07422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08586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48414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485311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48647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48763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488803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48996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49113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492294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493458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494621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495785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496949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498112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499276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00440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01604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02767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03931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05095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06259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07422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48647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48763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488803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48996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49113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492294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493458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494621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495785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496949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498112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499276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00440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01604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02767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03931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05095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06259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48763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488803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48996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491130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492294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493458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494621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495785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496949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498112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499276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00440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01604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02767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03931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05095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488803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48996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491130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492294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493458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494621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495785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496949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498112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499276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00440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01604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02767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03931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05095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48414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485311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48647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48763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488803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489966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491130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492294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493458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494621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495785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496949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498112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499276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00440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01604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02767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03931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8298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48414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485311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48647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48763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488803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489966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491130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492294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493458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494621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495785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496949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498112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499276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00440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01604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02767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03931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8298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48414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485311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48647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48763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488803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489966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491130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492294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493458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494621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495785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496949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498112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499276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00440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01604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02767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8298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48414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485311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48647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487639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488803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489966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491130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492294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493458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494621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495785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496949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498112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499276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00440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01604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48414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485311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486475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487639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488803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489966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491130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2">
                <a:alpha val="100000"/>
              </a:srgbClr>
            </a:solidFill>
            <a:ln w="5420" cap="flat">
              <a:solidFill>
                <a:srgbClr val="26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492294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31F">
                <a:alpha val="100000"/>
              </a:srgbClr>
            </a:solidFill>
            <a:ln w="5420" cap="flat">
              <a:solidFill>
                <a:srgbClr val="1B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493458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494621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495785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496949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498112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499276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00440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487639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488803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489966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491130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492294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11B">
                <a:alpha val="100000"/>
              </a:srgbClr>
            </a:solidFill>
            <a:ln w="5420" cap="flat">
              <a:solidFill>
                <a:srgbClr val="19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493458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494621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495785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496949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498112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4992766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00440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4899668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491130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492294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493458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494621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495785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496949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498112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4992766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00440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491130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492294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493458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494621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495785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496949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498112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4992766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004403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492294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4934580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494621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495785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496949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498112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499276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004403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01604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495785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4969492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498112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499276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004403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01604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4899668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494621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495785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496949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498112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499276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00440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01604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488803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4899668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491130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492294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493458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494621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495785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496949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498112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499276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00440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01604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48763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488803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489966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491130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492294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493458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494621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495785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496949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498112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499276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00440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01604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02767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48763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488803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489966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491130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492294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493458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494621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495785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496949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498112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499276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00440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01604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02767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03931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48763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488803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489966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491130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492294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493458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494621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495785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496949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498112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499276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00440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01604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02767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03931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48763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488803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48996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491130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492294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493458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494621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495785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496949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498112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499276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00440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01604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02767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03931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05095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488803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48996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491130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492294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493458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494621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495785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496949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498112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499276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00440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01604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02767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03931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05095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485311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48647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48763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488803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489966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491130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492294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493458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494621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495785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496949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498112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499276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00440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01604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02767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03931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485311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48647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48763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488803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489966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491130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492294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493458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494621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495785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496949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498112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499276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00440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01604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02767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485311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48647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487639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488803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489966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491130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492294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493458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494621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495785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496949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498112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499276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00440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01604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485311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4864756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487639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488803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489966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491130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492294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493458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494621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495785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496949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498112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4992766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00440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484148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485311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486475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487639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488803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489966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491130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492294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493458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494621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495785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496949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498112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484148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485311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486475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487639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488803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489966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491130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492294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493458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494621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4957854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496949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484148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485311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486475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487639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488803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489966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491130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492294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493458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494621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4957854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81820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829844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484148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485311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486475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487639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488803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489966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491130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492294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493458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494621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4957854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8065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81820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82984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484148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485311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486475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487639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488803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489966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491130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492294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493458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494621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495785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80656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81820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82984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484148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485311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486475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487639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488803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489966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491130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492294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493458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494621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794932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80656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81820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82984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484148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485311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486475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487639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488803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489966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491130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4922942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493458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78329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4">
                <a:alpha val="100000"/>
              </a:srgbClr>
            </a:solidFill>
            <a:ln w="5420" cap="flat">
              <a:solidFill>
                <a:srgbClr val="1E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794932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6">
                <a:alpha val="100000"/>
              </a:srgbClr>
            </a:solidFill>
            <a:ln w="5420" cap="flat">
              <a:solidFill>
                <a:srgbClr val="1E1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80656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81820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82984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484148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485311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486475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487639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488803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489966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491130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760020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77165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78329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1F">
                <a:alpha val="100000"/>
              </a:srgbClr>
            </a:solidFill>
            <a:ln w="5420" cap="flat">
              <a:solidFill>
                <a:srgbClr val="1B14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79493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80656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81820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8">
                <a:alpha val="100000"/>
              </a:srgbClr>
            </a:solidFill>
            <a:ln w="5420" cap="flat">
              <a:solidFill>
                <a:srgbClr val="2018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82984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484148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4853118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74838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760020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F">
                <a:alpha val="100000"/>
              </a:srgbClr>
            </a:solidFill>
            <a:ln w="5420" cap="flat">
              <a:solidFill>
                <a:srgbClr val="1A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77165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11C">
                <a:alpha val="100000"/>
              </a:srgbClr>
            </a:solidFill>
            <a:ln w="5420" cap="flat">
              <a:solidFill>
                <a:srgbClr val="1911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78329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01A">
                <a:alpha val="100000"/>
              </a:srgbClr>
            </a:solidFill>
            <a:ln w="5420" cap="flat">
              <a:solidFill>
                <a:srgbClr val="1810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79493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11B">
                <a:alpha val="100000"/>
              </a:srgbClr>
            </a:solidFill>
            <a:ln w="5420" cap="flat">
              <a:solidFill>
                <a:srgbClr val="18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80656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21D">
                <a:alpha val="100000"/>
              </a:srgbClr>
            </a:solidFill>
            <a:ln w="5420" cap="flat">
              <a:solidFill>
                <a:srgbClr val="1A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818206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82984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725108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73674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6">
                <a:alpha val="100000"/>
              </a:srgbClr>
            </a:solidFill>
            <a:ln w="5420" cap="flat">
              <a:solidFill>
                <a:srgbClr val="1F17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74838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76002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77165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60F18">
                <a:alpha val="100000"/>
              </a:srgbClr>
            </a:solidFill>
            <a:ln w="5420" cap="flat">
              <a:solidFill>
                <a:srgbClr val="160F1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78329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40D14">
                <a:alpha val="100000"/>
              </a:srgbClr>
            </a:solidFill>
            <a:ln w="5420" cap="flat">
              <a:solidFill>
                <a:srgbClr val="140D1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79493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50E17">
                <a:alpha val="100000"/>
              </a:srgbClr>
            </a:solidFill>
            <a:ln w="5420" cap="flat">
              <a:solidFill>
                <a:srgbClr val="150E1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80656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11B">
                <a:alpha val="100000"/>
              </a:srgbClr>
            </a:solidFill>
            <a:ln w="5420" cap="flat">
              <a:solidFill>
                <a:srgbClr val="18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818206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690196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70183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71347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72510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73674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74838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624">
                <a:alpha val="100000"/>
              </a:srgbClr>
            </a:solidFill>
            <a:ln w="5420" cap="flat">
              <a:solidFill>
                <a:srgbClr val="1D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76002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77165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C">
                <a:alpha val="100000"/>
              </a:srgbClr>
            </a:solidFill>
            <a:ln w="5420" cap="flat">
              <a:solidFill>
                <a:srgbClr val="1912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78329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50E16">
                <a:alpha val="100000"/>
              </a:srgbClr>
            </a:solidFill>
            <a:ln w="5420" cap="flat">
              <a:solidFill>
                <a:srgbClr val="150E1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79493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60F18">
                <a:alpha val="100000"/>
              </a:srgbClr>
            </a:solidFill>
            <a:ln w="5420" cap="flat">
              <a:solidFill>
                <a:srgbClr val="160F1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80656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C">
                <a:alpha val="100000"/>
              </a:srgbClr>
            </a:solidFill>
            <a:ln w="5420" cap="flat">
              <a:solidFill>
                <a:srgbClr val="1912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66692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D">
                <a:alpha val="100000"/>
              </a:srgbClr>
            </a:solidFill>
            <a:ln w="5420" cap="flat">
              <a:solidFill>
                <a:srgbClr val="2C21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67855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69019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70183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71347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72510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73674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B">
                <a:alpha val="100000"/>
              </a:srgbClr>
            </a:solidFill>
            <a:ln w="5420" cap="flat">
              <a:solidFill>
                <a:srgbClr val="21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74838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76002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77165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92B">
                <a:alpha val="100000"/>
              </a:srgbClr>
            </a:solidFill>
            <a:ln w="5420" cap="flat">
              <a:solidFill>
                <a:srgbClr val="21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783294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79493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655284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66692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67855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69019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70183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6">
                <a:alpha val="100000"/>
              </a:srgbClr>
            </a:solidFill>
            <a:ln w="5420" cap="flat">
              <a:solidFill>
                <a:srgbClr val="27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71347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2">
                <a:alpha val="100000"/>
              </a:srgbClr>
            </a:solidFill>
            <a:ln w="5420" cap="flat">
              <a:solidFill>
                <a:srgbClr val="26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72510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73674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74838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92B">
                <a:alpha val="100000"/>
              </a:srgbClr>
            </a:solidFill>
            <a:ln w="5420" cap="flat">
              <a:solidFill>
                <a:srgbClr val="21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76002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77165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783294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79493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8">
                <a:alpha val="100000"/>
              </a:srgbClr>
            </a:solidFill>
            <a:ln w="5420" cap="flat">
              <a:solidFill>
                <a:srgbClr val="2018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64364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655284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66692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67855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69019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70183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71347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72510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73674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74838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76002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77165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92B">
                <a:alpha val="100000"/>
              </a:srgbClr>
            </a:solidFill>
            <a:ln w="5420" cap="flat">
              <a:solidFill>
                <a:srgbClr val="21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783294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63200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64364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65528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66692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67855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69019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70183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9">
                <a:alpha val="100000"/>
              </a:srgbClr>
            </a:solidFill>
            <a:ln w="5420" cap="flat">
              <a:solidFill>
                <a:srgbClr val="2A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620372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63200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64364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65528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66692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678558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69019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60873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620372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63200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64364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65528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66692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678558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60873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620372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63200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64364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65528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66692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585460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59709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60873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62037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63200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643646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65528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57382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585460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59709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60873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62037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63200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643646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65528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550548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56218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57382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58546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59709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60873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62037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63200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643646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53891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550548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56218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57382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58546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59709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608734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62037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480724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49236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50399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51563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52727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53891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55054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56218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57382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58546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59709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608734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45744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46908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48072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49236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50399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51563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52727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53891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55054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56218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57382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58546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59709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445812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45744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46908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48072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49236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50399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51563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52727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53891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55054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56218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573822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445812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45744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46908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48072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2F">
                <a:alpha val="100000"/>
              </a:srgbClr>
            </a:solidFill>
            <a:ln w="5420" cap="flat">
              <a:solidFill>
                <a:srgbClr val="241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49236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50399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51563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52727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53891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55054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56218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445812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45744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6">
                <a:alpha val="100000"/>
              </a:srgbClr>
            </a:solidFill>
            <a:ln w="5420" cap="flat">
              <a:solidFill>
                <a:srgbClr val="1E1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46908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48072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49236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50399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51563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52727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445812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45744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624">
                <a:alpha val="100000"/>
              </a:srgbClr>
            </a:solidFill>
            <a:ln w="5420" cap="flat">
              <a:solidFill>
                <a:srgbClr val="1D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46908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48072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49236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503998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51563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42253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F">
                <a:alpha val="100000"/>
              </a:srgbClr>
            </a:solidFill>
            <a:ln w="5420" cap="flat">
              <a:solidFill>
                <a:srgbClr val="1A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43417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44581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45744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624">
                <a:alpha val="100000"/>
              </a:srgbClr>
            </a:solidFill>
            <a:ln w="5420" cap="flat">
              <a:solidFill>
                <a:srgbClr val="1D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46908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48072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49236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503998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42253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F">
                <a:alpha val="100000"/>
              </a:srgbClr>
            </a:solidFill>
            <a:ln w="5420" cap="flat">
              <a:solidFill>
                <a:srgbClr val="1A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43417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11B">
                <a:alpha val="100000"/>
              </a:srgbClr>
            </a:solidFill>
            <a:ln w="5420" cap="flat">
              <a:solidFill>
                <a:srgbClr val="18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44581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60E17">
                <a:alpha val="100000"/>
              </a:srgbClr>
            </a:solidFill>
            <a:ln w="5420" cap="flat">
              <a:solidFill>
                <a:srgbClr val="160E1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45744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46908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48072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49236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8">
                <a:alpha val="100000"/>
              </a:srgbClr>
            </a:solidFill>
            <a:ln w="5420" cap="flat">
              <a:solidFill>
                <a:srgbClr val="2018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41090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1">
                <a:alpha val="100000"/>
              </a:srgbClr>
            </a:solidFill>
            <a:ln w="5420" cap="flat">
              <a:solidFill>
                <a:srgbClr val="1B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42253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31F">
                <a:alpha val="100000"/>
              </a:srgbClr>
            </a:solidFill>
            <a:ln w="5420" cap="flat">
              <a:solidFill>
                <a:srgbClr val="1B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43417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D">
                <a:alpha val="100000"/>
              </a:srgbClr>
            </a:solidFill>
            <a:ln w="5420" cap="flat">
              <a:solidFill>
                <a:srgbClr val="19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44581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11B">
                <a:alpha val="100000"/>
              </a:srgbClr>
            </a:solidFill>
            <a:ln w="5420" cap="flat">
              <a:solidFill>
                <a:srgbClr val="18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45744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469086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48072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6">
                <a:alpha val="100000"/>
              </a:srgbClr>
            </a:solidFill>
            <a:ln w="5420" cap="flat">
              <a:solidFill>
                <a:srgbClr val="1F17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41090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42253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43417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44581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457449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469086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624">
                <a:alpha val="100000"/>
              </a:srgbClr>
            </a:solidFill>
            <a:ln w="5420" cap="flat">
              <a:solidFill>
                <a:srgbClr val="1D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39926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41090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42253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43417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44581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457449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4">
                <a:alpha val="100000"/>
              </a:srgbClr>
            </a:solidFill>
            <a:ln w="5420" cap="flat">
              <a:solidFill>
                <a:srgbClr val="1D15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39926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41090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C">
                <a:alpha val="100000"/>
              </a:srgbClr>
            </a:solidFill>
            <a:ln w="5420" cap="flat">
              <a:solidFill>
                <a:srgbClr val="1912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42253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434174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44581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38762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39926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F">
                <a:alpha val="100000"/>
              </a:srgbClr>
            </a:solidFill>
            <a:ln w="5420" cap="flat">
              <a:solidFill>
                <a:srgbClr val="1A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41090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1">
                <a:alpha val="100000"/>
              </a:srgbClr>
            </a:solidFill>
            <a:ln w="5420" cap="flat">
              <a:solidFill>
                <a:srgbClr val="1B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42253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434174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44581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38762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39926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41090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624">
                <a:alpha val="100000"/>
              </a:srgbClr>
            </a:solidFill>
            <a:ln w="5420" cap="flat">
              <a:solidFill>
                <a:srgbClr val="1D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422537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6">
                <a:alpha val="100000"/>
              </a:srgbClr>
            </a:solidFill>
            <a:ln w="5420" cap="flat">
              <a:solidFill>
                <a:srgbClr val="1F17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434174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6">
                <a:alpha val="100000"/>
              </a:srgbClr>
            </a:solidFill>
            <a:ln w="5420" cap="flat">
              <a:solidFill>
                <a:srgbClr val="1E1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37598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38762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39926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41090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4">
                <a:alpha val="100000"/>
              </a:srgbClr>
            </a:solidFill>
            <a:ln w="5420" cap="flat">
              <a:solidFill>
                <a:srgbClr val="1D15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422537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4">
                <a:alpha val="100000"/>
              </a:srgbClr>
            </a:solidFill>
            <a:ln w="5420" cap="flat">
              <a:solidFill>
                <a:srgbClr val="1E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434174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37598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38762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39926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41090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422537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434174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4">
                <a:alpha val="100000"/>
              </a:srgbClr>
            </a:solidFill>
            <a:ln w="5420" cap="flat">
              <a:solidFill>
                <a:srgbClr val="1D15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37598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1">
                <a:alpha val="100000"/>
              </a:srgbClr>
            </a:solidFill>
            <a:ln w="5420" cap="flat">
              <a:solidFill>
                <a:srgbClr val="1B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38762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1">
                <a:alpha val="100000"/>
              </a:srgbClr>
            </a:solidFill>
            <a:ln w="5420" cap="flat">
              <a:solidFill>
                <a:srgbClr val="1B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39926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1">
                <a:alpha val="100000"/>
              </a:srgbClr>
            </a:solidFill>
            <a:ln w="5420" cap="flat">
              <a:solidFill>
                <a:srgbClr val="1B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41090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422537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68938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70102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71266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724297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37598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38762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39926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21D">
                <a:alpha val="100000"/>
              </a:srgbClr>
            </a:solidFill>
            <a:ln w="5420" cap="flat">
              <a:solidFill>
                <a:srgbClr val="1A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4109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68938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70102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71266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724297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73593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78248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79412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80575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81739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82903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37598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01A">
                <a:alpha val="100000"/>
              </a:srgbClr>
            </a:solidFill>
            <a:ln w="5420" cap="flat">
              <a:solidFill>
                <a:srgbClr val="1810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38762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71019">
                <a:alpha val="100000"/>
              </a:srgbClr>
            </a:solidFill>
            <a:ln w="5420" cap="flat">
              <a:solidFill>
                <a:srgbClr val="17101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39926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70F18">
                <a:alpha val="100000"/>
              </a:srgbClr>
            </a:solidFill>
            <a:ln w="5420" cap="flat">
              <a:solidFill>
                <a:srgbClr val="170F1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4109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71019">
                <a:alpha val="100000"/>
              </a:srgbClr>
            </a:solidFill>
            <a:ln w="5420" cap="flat">
              <a:solidFill>
                <a:srgbClr val="17101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422537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7101A">
                <a:alpha val="100000"/>
              </a:srgbClr>
            </a:solidFill>
            <a:ln w="5420" cap="flat">
              <a:solidFill>
                <a:srgbClr val="1710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60792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61956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6777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68938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7010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7126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72429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7359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78248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79412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80575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81739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82903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384067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385230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386394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387558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388722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389885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391049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37598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10A10">
                <a:alpha val="100000"/>
              </a:srgbClr>
            </a:solidFill>
            <a:ln w="5420" cap="flat">
              <a:solidFill>
                <a:srgbClr val="110A1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38762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F070C">
                <a:alpha val="100000"/>
              </a:srgbClr>
            </a:solidFill>
            <a:ln w="5420" cap="flat">
              <a:solidFill>
                <a:srgbClr val="0F070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39926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D0609">
                <a:alpha val="100000"/>
              </a:srgbClr>
            </a:solidFill>
            <a:ln w="5420" cap="flat">
              <a:solidFill>
                <a:srgbClr val="0D060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4109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E060A">
                <a:alpha val="100000"/>
              </a:srgbClr>
            </a:solidFill>
            <a:ln w="5420" cap="flat">
              <a:solidFill>
                <a:srgbClr val="0E060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42253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0080D">
                <a:alpha val="100000"/>
              </a:srgbClr>
            </a:solidFill>
            <a:ln w="5420" cap="flat">
              <a:solidFill>
                <a:srgbClr val="10080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4566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4682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47991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4915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5031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5613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5730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58464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5962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6079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61956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6311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6428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65447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6661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6777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68938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7010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7126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72429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7359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7475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75920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7708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78248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79412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8057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81739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82903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384067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385230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386394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387558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388722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389885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391049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392213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395704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3759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E070B">
                <a:alpha val="100000"/>
              </a:srgbClr>
            </a:solidFill>
            <a:ln w="5420" cap="flat">
              <a:solidFill>
                <a:srgbClr val="0E070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38762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C0406">
                <a:alpha val="100000"/>
              </a:srgbClr>
            </a:solidFill>
            <a:ln w="5420" cap="flat">
              <a:solidFill>
                <a:srgbClr val="0C040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3992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542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4109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542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42253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D0508">
                <a:alpha val="100000"/>
              </a:srgbClr>
            </a:solidFill>
            <a:ln w="5420" cap="flat">
              <a:solidFill>
                <a:srgbClr val="0D050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44500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4566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4682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47991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4915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5031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51482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5264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5381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54973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5613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5730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58464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5962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6079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61956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6311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6428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65447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6661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6777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68938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7010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7126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72429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7359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7475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75920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7708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7824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79412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8057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8173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82903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384067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385230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386394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387558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388722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389885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391049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392213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393376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394540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395704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396868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398031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38762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B0405">
                <a:alpha val="100000"/>
              </a:srgbClr>
            </a:solidFill>
            <a:ln w="5420" cap="flat">
              <a:solidFill>
                <a:srgbClr val="0B040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3992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542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4109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542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42253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C0507">
                <a:alpha val="100000"/>
              </a:srgbClr>
            </a:solidFill>
            <a:ln w="5420" cap="flat">
              <a:solidFill>
                <a:srgbClr val="0C050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4333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44500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4566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4682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47991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4915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5031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51482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5264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5381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54973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5613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5730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58464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5962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6079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61956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6311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6428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65447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6661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6777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68938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7010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7126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72429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7359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7475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75920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7708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7824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79412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8057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8173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82903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384067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385230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386394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387558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388722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389885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391049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392213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393376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39454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39570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396868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398031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09669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10832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1199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13160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38762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D0609">
                <a:alpha val="100000"/>
              </a:srgbClr>
            </a:solidFill>
            <a:ln w="5420" cap="flat">
              <a:solidFill>
                <a:srgbClr val="0D060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3992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C0506">
                <a:alpha val="100000"/>
              </a:srgbClr>
            </a:solidFill>
            <a:ln w="5420" cap="flat">
              <a:solidFill>
                <a:srgbClr val="0C050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4109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C0507">
                <a:alpha val="100000"/>
              </a:srgbClr>
            </a:solidFill>
            <a:ln w="5420" cap="flat">
              <a:solidFill>
                <a:srgbClr val="0C050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42253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E060A">
                <a:alpha val="100000"/>
              </a:srgbClr>
            </a:solidFill>
            <a:ln w="5420" cap="flat">
              <a:solidFill>
                <a:srgbClr val="0E060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4341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1090F">
                <a:alpha val="100000"/>
              </a:srgbClr>
            </a:solidFill>
            <a:ln w="5420" cap="flat">
              <a:solidFill>
                <a:srgbClr val="11090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0842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09588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4333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44500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4566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4682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47991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4915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5031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51482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5264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5381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54973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5613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5730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58464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5962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6079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61956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6311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6428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65447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6661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6777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68938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7010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7126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7242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7359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7475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75920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7708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7824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79412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8057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8173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82903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384067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385230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386394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387558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388722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389885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391049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392213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393376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39454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39570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396868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398031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0850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09669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10832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1199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13160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14324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1548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38762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0080E">
                <a:alpha val="100000"/>
              </a:srgbClr>
            </a:solidFill>
            <a:ln w="5420" cap="flat">
              <a:solidFill>
                <a:srgbClr val="1008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3992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F080D">
                <a:alpha val="100000"/>
              </a:srgbClr>
            </a:solidFill>
            <a:ln w="5420" cap="flat">
              <a:solidFill>
                <a:srgbClr val="0F080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4109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F080D">
                <a:alpha val="100000"/>
              </a:srgbClr>
            </a:solidFill>
            <a:ln w="5420" cap="flat">
              <a:solidFill>
                <a:srgbClr val="0F080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42253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1090F">
                <a:alpha val="100000"/>
              </a:srgbClr>
            </a:solidFill>
            <a:ln w="5420" cap="flat">
              <a:solidFill>
                <a:srgbClr val="11090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4341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30B12">
                <a:alpha val="100000"/>
              </a:srgbClr>
            </a:solidFill>
            <a:ln w="5420" cap="flat">
              <a:solidFill>
                <a:srgbClr val="130B1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0726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0842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09588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1075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1191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4333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44500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45663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46827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47991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49155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50318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51482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52646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5381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54973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5613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5730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58464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68938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70102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71266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7242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73593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7475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75920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7708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7824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79412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389885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39104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39221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393376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39454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39570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396868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398031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39919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06178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07341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0850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09669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10832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1199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13160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14324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1548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1665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17815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38762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30C13">
                <a:alpha val="100000"/>
              </a:srgbClr>
            </a:solidFill>
            <a:ln w="5420" cap="flat">
              <a:solidFill>
                <a:srgbClr val="130C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3992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30B12">
                <a:alpha val="100000"/>
              </a:srgbClr>
            </a:solidFill>
            <a:ln w="5420" cap="flat">
              <a:solidFill>
                <a:srgbClr val="130B1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4109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30B13">
                <a:alpha val="100000"/>
              </a:srgbClr>
            </a:solidFill>
            <a:ln w="5420" cap="flat">
              <a:solidFill>
                <a:srgbClr val="130B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42253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40C14">
                <a:alpha val="100000"/>
              </a:srgbClr>
            </a:solidFill>
            <a:ln w="5420" cap="flat">
              <a:solidFill>
                <a:srgbClr val="140C1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43417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50E16">
                <a:alpha val="100000"/>
              </a:srgbClr>
            </a:solidFill>
            <a:ln w="5420" cap="flat">
              <a:solidFill>
                <a:srgbClr val="150E1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29795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299114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0027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0609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0726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0842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09588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1075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1191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13079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1424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1540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16570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17734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27044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2820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2937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30535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3169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4333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44500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45663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46827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47991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49155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50318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51482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52646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53810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54973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56137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57301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58464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39337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39454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39570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396868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398031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39919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00359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0268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03850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05014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06178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07341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0850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09669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10832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1199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13160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14324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1548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1665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17815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1897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39926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60E17">
                <a:alpha val="100000"/>
              </a:srgbClr>
            </a:solidFill>
            <a:ln w="5420" cap="flat">
              <a:solidFill>
                <a:srgbClr val="160E1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41090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60E17">
                <a:alpha val="100000"/>
              </a:srgbClr>
            </a:solidFill>
            <a:ln w="5420" cap="flat">
              <a:solidFill>
                <a:srgbClr val="160E1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42253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60F18">
                <a:alpha val="100000"/>
              </a:srgbClr>
            </a:solidFill>
            <a:ln w="5420" cap="flat">
              <a:solidFill>
                <a:srgbClr val="160F1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43417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71019">
                <a:alpha val="100000"/>
              </a:srgbClr>
            </a:solidFill>
            <a:ln w="5420" cap="flat">
              <a:solidFill>
                <a:srgbClr val="17101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29562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29678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29795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299114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0027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0144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0493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0609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0726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0842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0958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1075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1191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13079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1424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1540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16570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1773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18898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20061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25880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27044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28207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29371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30535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3169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3286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34026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45663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46827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47991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49155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50318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51482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52646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53810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54973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56137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57301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5846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39454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39570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39686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398031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39919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00359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01523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0268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03850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05014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06178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07341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0850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09669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10832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1199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13160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14324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1548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16651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17815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1897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2014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39926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11B">
                <a:alpha val="100000"/>
              </a:srgbClr>
            </a:solidFill>
            <a:ln w="5420" cap="flat">
              <a:solidFill>
                <a:srgbClr val="18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41090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11B">
                <a:alpha val="100000"/>
              </a:srgbClr>
            </a:solidFill>
            <a:ln w="5420" cap="flat">
              <a:solidFill>
                <a:srgbClr val="18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42253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11C">
                <a:alpha val="100000"/>
              </a:srgbClr>
            </a:solidFill>
            <a:ln w="5420" cap="flat">
              <a:solidFill>
                <a:srgbClr val="1911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43417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D">
                <a:alpha val="100000"/>
              </a:srgbClr>
            </a:solidFill>
            <a:ln w="5420" cap="flat">
              <a:solidFill>
                <a:srgbClr val="19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44581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29445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29562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29678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29795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29911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0027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0144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0260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0376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0493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0609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0726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0842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0958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1075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1191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1307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1424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1540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16570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1773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1889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20061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2122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22389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23552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24716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25880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27044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28207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29371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30535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3169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3286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34026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35190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3635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37517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46827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47991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49155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51482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52646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53810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54973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56137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57301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5846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39570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39686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39803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39919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0035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01523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0268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03850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05014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0617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07341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08505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09669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10832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14324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1548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16651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17815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1897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2014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21306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39926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F">
                <a:alpha val="100000"/>
              </a:srgbClr>
            </a:solidFill>
            <a:ln w="5420" cap="flat">
              <a:solidFill>
                <a:srgbClr val="1A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41090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F">
                <a:alpha val="100000"/>
              </a:srgbClr>
            </a:solidFill>
            <a:ln w="5420" cap="flat">
              <a:solidFill>
                <a:srgbClr val="1A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42253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1F">
                <a:alpha val="100000"/>
              </a:srgbClr>
            </a:solidFill>
            <a:ln w="5420" cap="flat">
              <a:solidFill>
                <a:srgbClr val="1B14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43417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44581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29445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29562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29678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29795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29911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0027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0144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0260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0376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0493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0609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0726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08424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0958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1075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11915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1307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1424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1540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16570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1773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1889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20061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2122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22389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23552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24716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25880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27044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28207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29371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30535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3169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3286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34026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3519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3635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37517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3868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45663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46827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47991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49155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50318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51482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52646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53810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54973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56137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57301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39686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39803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399195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0035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0152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0268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03850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05014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0617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07341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1548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16651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17815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1897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2014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21306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41090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42253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43417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4">
                <a:alpha val="100000"/>
              </a:srgbClr>
            </a:solidFill>
            <a:ln w="5420" cap="flat">
              <a:solidFill>
                <a:srgbClr val="1D15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44581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4">
                <a:alpha val="100000"/>
              </a:srgbClr>
            </a:solidFill>
            <a:ln w="5420" cap="flat">
              <a:solidFill>
                <a:srgbClr val="1E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4574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6">
                <a:alpha val="100000"/>
              </a:srgbClr>
            </a:solidFill>
            <a:ln w="5420" cap="flat">
              <a:solidFill>
                <a:srgbClr val="1E1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29445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29562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29678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29795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29911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0027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0144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0260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0376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04933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0609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0726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08424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0958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1075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11915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1307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1424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1540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16570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1773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1889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20061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2122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22389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23552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24716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25880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27044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28207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2937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30535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3169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3286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34026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3519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3635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37517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3868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44500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45663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46827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47991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49155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50318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51482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52646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53810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54973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56137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57301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5846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59628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39686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39803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399195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0035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0152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0268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03850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05014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1665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17815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1897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2014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21306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2247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2363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41090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42253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43417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44581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4574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92B">
                <a:alpha val="100000"/>
              </a:srgbClr>
            </a:solidFill>
            <a:ln w="5420" cap="flat">
              <a:solidFill>
                <a:srgbClr val="21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294459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29562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29678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297950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29911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00278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01442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0260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0376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04933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06096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0726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1889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20061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2122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2238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23552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2471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25880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27044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2820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2937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3169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3286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34026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3519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3635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37517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3868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3984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4217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4333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44500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4566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46827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47991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49155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50318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51482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52646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53810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54973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56137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57301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5846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59628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60792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399195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17815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1897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2014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21306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2247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2363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24797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41090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42253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43417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44581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4574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293295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294459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295623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296787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297950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299114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00278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01442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02605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03769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2471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25880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3286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34026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3519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3635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37517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3868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3984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41008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4217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4333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4450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4566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4682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47991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49155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50318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51482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52646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53810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54973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56137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57301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5846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59628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60792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6195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1897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2014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21306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2247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2363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24797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25961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42253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4341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44581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2F">
                <a:alpha val="100000"/>
              </a:srgbClr>
            </a:solidFill>
            <a:ln w="5420" cap="flat">
              <a:solidFill>
                <a:srgbClr val="241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4574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4690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293295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294459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295623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296787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297950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299114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00278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01442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34026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3519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3635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37517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3868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3984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41008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4217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4333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4450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4566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4682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47991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49155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50318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51482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52646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53810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54973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56137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57301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5846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59628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60792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6195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2014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21306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2247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2363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24797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25961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2712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42253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4341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2">
                <a:alpha val="100000"/>
              </a:srgbClr>
            </a:solidFill>
            <a:ln w="5420" cap="flat">
              <a:solidFill>
                <a:srgbClr val="251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44581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4574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4690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292132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293295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294459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295623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296787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297950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3519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3635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37517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3868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3984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41008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4217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4333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4450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4566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4682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47991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49155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50318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51482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52646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53810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5497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56137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57301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5846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59628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60792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61956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21306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2247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2363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24797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25961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2712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28288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1">
                <a:alpha val="100000"/>
              </a:srgbClr>
            </a:solidFill>
            <a:ln w="5420" cap="flat">
              <a:solidFill>
                <a:srgbClr val="2D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4341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44581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4574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4690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48072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289804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290968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292132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293295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294459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295623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296787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37517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3868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3984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41008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4217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4333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4450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4566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4682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47991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49155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50318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53810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5497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56137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57301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5846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59628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60792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61956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23634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24797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25961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2712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28288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29452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4341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44581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4574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6">
                <a:alpha val="100000"/>
              </a:srgbClr>
            </a:solidFill>
            <a:ln w="5420" cap="flat">
              <a:solidFill>
                <a:srgbClr val="281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4690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48072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49236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7816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7933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80494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81658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82822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283986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287477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288641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289804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290968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292132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293295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294459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295623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4682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47991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5497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5613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57301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5846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5962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60792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24797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25961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2712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2828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2945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44581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4574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9">
                <a:alpha val="100000"/>
              </a:srgbClr>
            </a:solidFill>
            <a:ln w="5420" cap="flat">
              <a:solidFill>
                <a:srgbClr val="291E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46908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48072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9">
                <a:alpha val="100000"/>
              </a:srgbClr>
            </a:solidFill>
            <a:ln w="5420" cap="flat">
              <a:solidFill>
                <a:srgbClr val="2A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49236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77003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7816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7933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80494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81658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82822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283986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285149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286313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287477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288641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289804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290968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292132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293295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294459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5497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5613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57301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58464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24797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25961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2712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2828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2945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44581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45744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46908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48072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49236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50399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77003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7816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79331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80494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81658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82822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283986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285149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286313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287477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288641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289804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290968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292132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293295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24797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25961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27125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2828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2945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44581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45744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46908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48072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49236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50399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51563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7583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77003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78167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79331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80494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81658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82822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283986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285149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286313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287477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288641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289804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290968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24797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2596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27125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2828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2945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44581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45744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46908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48072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49236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50399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51563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75839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77003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78167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79331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80494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81658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82822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283986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285149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286313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287477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288641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24797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2596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27125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2828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2945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45744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46908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48072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49236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50399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51563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72348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73512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74676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75839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77003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78167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79331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80494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81658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82822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283986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285149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286313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2479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2596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D">
                <a:alpha val="100000"/>
              </a:srgbClr>
            </a:solidFill>
            <a:ln w="5420" cap="flat">
              <a:solidFill>
                <a:srgbClr val="35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27125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2828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C">
                <a:alpha val="100000"/>
              </a:srgbClr>
            </a:solidFill>
            <a:ln w="5420" cap="flat">
              <a:solidFill>
                <a:srgbClr val="3326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2945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45744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46908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48072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49236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50399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51563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72348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73512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74676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75839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77003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78167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79331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804948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81658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23634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0">
                <a:alpha val="100000"/>
              </a:srgbClr>
            </a:solidFill>
            <a:ln w="5420" cap="flat">
              <a:solidFill>
                <a:srgbClr val="3629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2479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2596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27125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2828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45744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46908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48072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4">
                <a:alpha val="100000"/>
              </a:srgbClr>
            </a:solidFill>
            <a:ln w="5420" cap="flat">
              <a:solidFill>
                <a:srgbClr val="3024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49236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503998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51563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71185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72348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73512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74676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75839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77003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78167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79331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23634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2479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2596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27125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2828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2945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30616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46908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48072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49236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503998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51563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70021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71185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72348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73512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74676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75839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77003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78167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23634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2479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2596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27125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2828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29452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30616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3178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46908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48072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49236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50399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51563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52727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68857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70021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71185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72348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73512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74676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75839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77003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23634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2479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2596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27125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28288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29452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30616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31780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48072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49236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50399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51563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52727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68857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70021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71185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72348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73512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74676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75839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23634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2479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2596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27125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28288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29452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0">
                <a:alpha val="100000"/>
              </a:srgbClr>
            </a:solidFill>
            <a:ln w="5420" cap="flat">
              <a:solidFill>
                <a:srgbClr val="3629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30616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31780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48072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49236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50399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51563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52727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66530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67693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70021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71185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72348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73512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74676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23634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2479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25961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27125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28288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29452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30616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31780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48072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49236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50399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51563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52727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65366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66530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67693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68857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70021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71185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72348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73512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74676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A">
                <a:alpha val="100000"/>
              </a:srgbClr>
            </a:solidFill>
            <a:ln w="5420" cap="flat">
              <a:solidFill>
                <a:srgbClr val="3B39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2479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25961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27125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28288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29452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30616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49236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50399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51563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52727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53891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65366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66530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67693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68857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70021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71185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72348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73512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24797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25961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27125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28288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29452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49236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50399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51563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52727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53891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6536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66530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67693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68857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70021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71185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72348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73512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24797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25961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27125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28288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294526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30616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50399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515636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52727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53891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55054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6653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67693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68857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70021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71185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72348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25961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27125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28288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294526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30616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50399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515636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52727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53891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0">
                <a:alpha val="100000"/>
              </a:srgbClr>
            </a:solidFill>
            <a:ln w="5420" cap="flat">
              <a:solidFill>
                <a:srgbClr val="3629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55054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0">
                <a:alpha val="100000"/>
              </a:srgbClr>
            </a:solidFill>
            <a:ln w="5420" cap="flat">
              <a:solidFill>
                <a:srgbClr val="3629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56218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6653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67693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68857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70021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71185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72348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27125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28288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29452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30616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31780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32943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34107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35271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51563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52727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53891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55054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56218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67693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68857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70021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71185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72348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27125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28288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29452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30616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31780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32943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34107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35271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36435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51563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52727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53891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55054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56218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67693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68857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70021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71185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72348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28288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29452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30616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31780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32943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34107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35271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36435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52727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53891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55054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56218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57382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67693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68857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70021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71185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72348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29452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30616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31780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32943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34107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35271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36435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3759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52727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53891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55054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56218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57382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68857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70021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71185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72348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30616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31780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32943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34107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35271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36435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3759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3876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52727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53891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55054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56218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57382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68857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70021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71185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72348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31780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32943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34107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35271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36435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3759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52727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53891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55054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56218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57382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68857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70021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71185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72348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73512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31780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32943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34107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35271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36435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3759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52727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53891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55054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56218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57382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68857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70021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71185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72348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73512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32943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34107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35271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36435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3759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52727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53891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55054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56218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70021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71185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72348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735124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74676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34107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35271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36435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3759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3876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52727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53891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55054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56218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70021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71185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72348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73512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74676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75839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34107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35271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36435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3759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3876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52727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53891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55054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56218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71185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72348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73512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74676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75839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34107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35271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36435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3759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3876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39926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4109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42253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52727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53891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55054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56218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72348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73512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74676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75839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35271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36435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3759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3876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39926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4109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42253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43417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51563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52727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53891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55054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56218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72348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73512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74676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75839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36435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3759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3876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39926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4109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42253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43417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51563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52727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53891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55054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56218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71185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72348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73512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74676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75839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3759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3876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39926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4109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42253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43417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44581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50399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515636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52727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53891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55054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56218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71185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72348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73512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74676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75839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39926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41090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42253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43417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44581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50399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515636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52727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53891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55054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70021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71185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72348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73512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74676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41090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42253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43417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44581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45744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46908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49236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50399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51563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52727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53891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68857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70021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71185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72348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73512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74676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41090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42253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43417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44581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45744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46908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48072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49236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50399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51563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52727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53891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68857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70021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71185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72348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73512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41090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42253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43417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44581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45744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46908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48072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49236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50399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51563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52727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53891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68857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70021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71185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72348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73512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41090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42253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43417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44581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45744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46908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48072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49236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50399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51563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52727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676938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68857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70021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71185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72348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42253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43417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44581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45744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46908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48072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49236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503998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51563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676938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68857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70021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71185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72348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43417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44581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45744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469086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48072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676938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68857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70021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71185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72348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676938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68857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700212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71185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66530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676938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68857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700212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71185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66530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676938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68857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700212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71185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66530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676938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68857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700212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71185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66530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676938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68857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700212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66530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676938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68857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700212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66530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676938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68857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700212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66530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676938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68857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700212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66530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676938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68857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232276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192267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787092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170691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531238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476517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594331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013918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016786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4985661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4928046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327665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331075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499202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289924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757638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782499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720724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2963633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718358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470466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168862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049761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4912662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410183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470862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490252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440275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403522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387977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514406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368934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614100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637463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680495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571937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622219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019115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756262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232276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006075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5851209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120632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021903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008033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5947395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199832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210715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500816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772327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778270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726246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668001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818681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137929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4901365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011081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244939" y="3276309"/>
              <a:ext cx="63202" cy="63202"/>
            </a:xfrm>
            <a:prstGeom prst="ellipse">
              <a:avLst/>
            </a:prstGeom>
            <a:solidFill>
              <a:srgbClr val="3A589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119545" y="4746129"/>
              <a:ext cx="63202" cy="63202"/>
            </a:xfrm>
            <a:prstGeom prst="ellipse">
              <a:avLst/>
            </a:prstGeom>
            <a:solidFill>
              <a:srgbClr val="3B53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4987953" y="3735383"/>
              <a:ext cx="63202" cy="63202"/>
            </a:xfrm>
            <a:prstGeom prst="ellipse">
              <a:avLst/>
            </a:prstGeom>
            <a:solidFill>
              <a:srgbClr val="3B396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3648675" y="4677487"/>
              <a:ext cx="63202" cy="63202"/>
            </a:xfrm>
            <a:prstGeom prst="ellipse">
              <a:avLst/>
            </a:prstGeom>
            <a:solidFill>
              <a:srgbClr val="395E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067426" y="3545894"/>
              <a:ext cx="63202" cy="63202"/>
            </a:xfrm>
            <a:prstGeom prst="ellipse">
              <a:avLst/>
            </a:prstGeom>
            <a:solidFill>
              <a:srgbClr val="3984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3468669" y="4800931"/>
              <a:ext cx="63202" cy="63202"/>
            </a:xfrm>
            <a:prstGeom prst="ellipse">
              <a:avLst/>
            </a:prstGeom>
            <a:solidFill>
              <a:srgbClr val="3A78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435217" y="3222656"/>
              <a:ext cx="63202" cy="63202"/>
            </a:xfrm>
            <a:prstGeom prst="ellipse">
              <a:avLst/>
            </a:prstGeom>
            <a:solidFill>
              <a:srgbClr val="271D3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4022168" y="4765547"/>
              <a:ext cx="63202" cy="63202"/>
            </a:xfrm>
            <a:prstGeom prst="ellipse">
              <a:avLst/>
            </a:prstGeom>
            <a:solidFill>
              <a:srgbClr val="392F5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4746871" y="4211118"/>
              <a:ext cx="63202" cy="63202"/>
            </a:xfrm>
            <a:prstGeom prst="ellipse">
              <a:avLst/>
            </a:prstGeom>
            <a:solidFill>
              <a:srgbClr val="3A315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431462" y="4463619"/>
              <a:ext cx="63202" cy="63202"/>
            </a:xfrm>
            <a:prstGeom prst="ellipse">
              <a:avLst/>
            </a:prstGeom>
            <a:solidFill>
              <a:srgbClr val="120A1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539875" y="4368015"/>
              <a:ext cx="63202" cy="63202"/>
            </a:xfrm>
            <a:prstGeom prst="ellipse">
              <a:avLst/>
            </a:prstGeom>
            <a:solidFill>
              <a:srgbClr val="3B3C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5003510" y="3498927"/>
              <a:ext cx="63202" cy="63202"/>
            </a:xfrm>
            <a:prstGeom prst="ellipse">
              <a:avLst/>
            </a:prstGeom>
            <a:solidFill>
              <a:srgbClr val="4CB1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3976508" y="4766403"/>
              <a:ext cx="63202" cy="63202"/>
            </a:xfrm>
            <a:prstGeom prst="ellipse">
              <a:avLst/>
            </a:prstGeom>
            <a:solidFill>
              <a:srgbClr val="392F5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3523866" y="4772296"/>
              <a:ext cx="63202" cy="63202"/>
            </a:xfrm>
            <a:prstGeom prst="ellipse">
              <a:avLst/>
            </a:prstGeom>
            <a:solidFill>
              <a:srgbClr val="388A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4849017" y="3641698"/>
              <a:ext cx="63202" cy="63202"/>
            </a:xfrm>
            <a:prstGeom prst="ellipse">
              <a:avLst/>
            </a:prstGeom>
            <a:solidFill>
              <a:srgbClr val="4DB2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384774" y="4536931"/>
              <a:ext cx="63202" cy="63202"/>
            </a:xfrm>
            <a:prstGeom prst="ellipse">
              <a:avLst/>
            </a:prstGeom>
            <a:solidFill>
              <a:srgbClr val="3A325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3290018" y="4801454"/>
              <a:ext cx="63202" cy="63202"/>
            </a:xfrm>
            <a:prstGeom prst="ellipse">
              <a:avLst/>
            </a:prstGeom>
            <a:solidFill>
              <a:srgbClr val="3985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4628335" y="4267713"/>
              <a:ext cx="63202" cy="63202"/>
            </a:xfrm>
            <a:prstGeom prst="ellipse">
              <a:avLst/>
            </a:prstGeom>
            <a:solidFill>
              <a:srgbClr val="34274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596358" y="2927118"/>
              <a:ext cx="63202" cy="63202"/>
            </a:xfrm>
            <a:prstGeom prst="ellipse">
              <a:avLst/>
            </a:prstGeom>
            <a:solidFill>
              <a:srgbClr val="3B376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3056027" y="4753931"/>
              <a:ext cx="63202" cy="63202"/>
            </a:xfrm>
            <a:prstGeom prst="ellipse">
              <a:avLst/>
            </a:prstGeom>
            <a:solidFill>
              <a:srgbClr val="3C4B8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6020203" y="2929573"/>
              <a:ext cx="63202" cy="63202"/>
            </a:xfrm>
            <a:prstGeom prst="ellipse">
              <a:avLst/>
            </a:prstGeom>
            <a:solidFill>
              <a:srgbClr val="3C427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4391907" y="4541579"/>
              <a:ext cx="63202" cy="63202"/>
            </a:xfrm>
            <a:prstGeom prst="ellipse">
              <a:avLst/>
            </a:prstGeom>
            <a:solidFill>
              <a:srgbClr val="392F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498857" y="3067530"/>
              <a:ext cx="63202" cy="63202"/>
            </a:xfrm>
            <a:prstGeom prst="ellipse">
              <a:avLst/>
            </a:prstGeom>
            <a:solidFill>
              <a:srgbClr val="3C427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4420910" y="4467164"/>
              <a:ext cx="63202" cy="63202"/>
            </a:xfrm>
            <a:prstGeom prst="ellipse">
              <a:avLst/>
            </a:prstGeom>
            <a:solidFill>
              <a:srgbClr val="3B3F7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2812052" y="4895874"/>
              <a:ext cx="63202" cy="63202"/>
            </a:xfrm>
            <a:prstGeom prst="ellipse">
              <a:avLst/>
            </a:prstGeom>
            <a:solidFill>
              <a:srgbClr val="3B52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4755148" y="4187507"/>
              <a:ext cx="63202" cy="63202"/>
            </a:xfrm>
            <a:prstGeom prst="ellipse">
              <a:avLst/>
            </a:prstGeom>
            <a:solidFill>
              <a:srgbClr val="7F7F7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2681487" y="4948042"/>
              <a:ext cx="117405" cy="117405"/>
            </a:xfrm>
            <a:prstGeom prst="ellipse">
              <a:avLst/>
            </a:prstGeom>
            <a:solidFill>
              <a:srgbClr val="3A356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3346108" y="4796518"/>
              <a:ext cx="117405" cy="117405"/>
            </a:xfrm>
            <a:prstGeom prst="ellipse">
              <a:avLst/>
            </a:prstGeom>
            <a:solidFill>
              <a:srgbClr val="3983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4349639" y="4641492"/>
              <a:ext cx="117405" cy="117405"/>
            </a:xfrm>
            <a:prstGeom prst="ellipse">
              <a:avLst/>
            </a:prstGeom>
            <a:solidFill>
              <a:srgbClr val="1D162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463793" y="3001325"/>
              <a:ext cx="117405" cy="117405"/>
            </a:xfrm>
            <a:prstGeom prst="ellipse">
              <a:avLst/>
            </a:prstGeom>
            <a:solidFill>
              <a:srgbClr val="3A336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5607920" y="2879905"/>
              <a:ext cx="117405" cy="117405"/>
            </a:xfrm>
            <a:prstGeom prst="ellipse">
              <a:avLst/>
            </a:prstGeom>
            <a:solidFill>
              <a:srgbClr val="251C3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2680595" y="4910673"/>
              <a:ext cx="52355" cy="84402"/>
            </a:xfrm>
            <a:custGeom>
              <a:avLst/>
              <a:pathLst>
                <a:path w="52355" h="84402">
                  <a:moveTo>
                    <a:pt x="0" y="0"/>
                  </a:moveTo>
                  <a:lnTo>
                    <a:pt x="52355" y="8440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3343623" y="4761255"/>
              <a:ext cx="53660" cy="82406"/>
            </a:xfrm>
            <a:custGeom>
              <a:avLst/>
              <a:pathLst>
                <a:path w="53660" h="82406">
                  <a:moveTo>
                    <a:pt x="0" y="0"/>
                  </a:moveTo>
                  <a:lnTo>
                    <a:pt x="53660" y="8240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346165" y="4609170"/>
              <a:ext cx="54359" cy="79582"/>
            </a:xfrm>
            <a:custGeom>
              <a:avLst/>
              <a:pathLst>
                <a:path w="54359" h="79582">
                  <a:moveTo>
                    <a:pt x="0" y="0"/>
                  </a:moveTo>
                  <a:lnTo>
                    <a:pt x="54359" y="7958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5343131" y="3049155"/>
              <a:ext cx="162713" cy="9863"/>
            </a:xfrm>
            <a:custGeom>
              <a:avLst/>
              <a:pathLst>
                <a:path w="162713" h="9863">
                  <a:moveTo>
                    <a:pt x="0" y="0"/>
                  </a:moveTo>
                  <a:lnTo>
                    <a:pt x="162713" y="986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5574294" y="2861516"/>
              <a:ext cx="80964" cy="67602"/>
            </a:xfrm>
            <a:custGeom>
              <a:avLst/>
              <a:pathLst>
                <a:path w="80964" h="67602">
                  <a:moveTo>
                    <a:pt x="0" y="0"/>
                  </a:moveTo>
                  <a:lnTo>
                    <a:pt x="80964" y="6760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g3960"/>
            <p:cNvSpPr/>
            <p:nvPr/>
          </p:nvSpPr>
          <p:spPr>
            <a:xfrm>
              <a:off x="2122080" y="4761971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tx3961"/>
            <p:cNvSpPr/>
            <p:nvPr/>
          </p:nvSpPr>
          <p:spPr>
            <a:xfrm>
              <a:off x="2167800" y="4807691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2" name="pg3962"/>
            <p:cNvSpPr/>
            <p:nvPr/>
          </p:nvSpPr>
          <p:spPr>
            <a:xfrm>
              <a:off x="2792789" y="4612554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tx3963"/>
            <p:cNvSpPr/>
            <p:nvPr/>
          </p:nvSpPr>
          <p:spPr>
            <a:xfrm>
              <a:off x="2838509" y="4658274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64" name="pg3964"/>
            <p:cNvSpPr/>
            <p:nvPr/>
          </p:nvSpPr>
          <p:spPr>
            <a:xfrm>
              <a:off x="3803195" y="4460240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tx3965"/>
            <p:cNvSpPr/>
            <p:nvPr/>
          </p:nvSpPr>
          <p:spPr>
            <a:xfrm>
              <a:off x="3848915" y="4505960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66" name="pg3966"/>
            <p:cNvSpPr/>
            <p:nvPr/>
          </p:nvSpPr>
          <p:spPr>
            <a:xfrm>
              <a:off x="4761390" y="2953155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1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tx3967"/>
            <p:cNvSpPr/>
            <p:nvPr/>
          </p:nvSpPr>
          <p:spPr>
            <a:xfrm>
              <a:off x="4807110" y="2998875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123202" y="2669584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tx3969"/>
            <p:cNvSpPr/>
            <p:nvPr/>
          </p:nvSpPr>
          <p:spPr>
            <a:xfrm>
              <a:off x="5168922" y="2715304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rc3970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tx3971"/>
            <p:cNvSpPr/>
            <p:nvPr/>
          </p:nvSpPr>
          <p:spPr>
            <a:xfrm>
              <a:off x="1722549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2" name="tx3972"/>
            <p:cNvSpPr/>
            <p:nvPr/>
          </p:nvSpPr>
          <p:spPr>
            <a:xfrm>
              <a:off x="1846907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3" name="tx3973"/>
            <p:cNvSpPr/>
            <p:nvPr/>
          </p:nvSpPr>
          <p:spPr>
            <a:xfrm>
              <a:off x="1891621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4" name="tx3974"/>
            <p:cNvSpPr/>
            <p:nvPr/>
          </p:nvSpPr>
          <p:spPr>
            <a:xfrm>
              <a:off x="1722549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75" name="tx3975"/>
            <p:cNvSpPr/>
            <p:nvPr/>
          </p:nvSpPr>
          <p:spPr>
            <a:xfrm>
              <a:off x="1846907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6" name="tx3976"/>
            <p:cNvSpPr/>
            <p:nvPr/>
          </p:nvSpPr>
          <p:spPr>
            <a:xfrm>
              <a:off x="1891621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7" name="tx3977"/>
            <p:cNvSpPr/>
            <p:nvPr/>
          </p:nvSpPr>
          <p:spPr>
            <a:xfrm>
              <a:off x="1722549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1846907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1891621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722549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46907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1891621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722549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46907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1891621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pl3986"/>
            <p:cNvSpPr/>
            <p:nvPr/>
          </p:nvSpPr>
          <p:spPr>
            <a:xfrm>
              <a:off x="2000107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2000107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2000107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2000107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2000107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244394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297312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350229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03147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56064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508982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561899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614817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tx3999"/>
            <p:cNvSpPr/>
            <p:nvPr/>
          </p:nvSpPr>
          <p:spPr>
            <a:xfrm>
              <a:off x="2275605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0" name="tx4000"/>
            <p:cNvSpPr/>
            <p:nvPr/>
          </p:nvSpPr>
          <p:spPr>
            <a:xfrm>
              <a:off x="24621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1" name="tx4001"/>
            <p:cNvSpPr/>
            <p:nvPr/>
          </p:nvSpPr>
          <p:spPr>
            <a:xfrm>
              <a:off x="25068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2" name="tx4002"/>
            <p:cNvSpPr/>
            <p:nvPr/>
          </p:nvSpPr>
          <p:spPr>
            <a:xfrm>
              <a:off x="282037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3" name="tx4003"/>
            <p:cNvSpPr/>
            <p:nvPr/>
          </p:nvSpPr>
          <p:spPr>
            <a:xfrm>
              <a:off x="297572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4" name="tx4004"/>
            <p:cNvSpPr/>
            <p:nvPr/>
          </p:nvSpPr>
          <p:spPr>
            <a:xfrm>
              <a:off x="302044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5" name="tx4005"/>
            <p:cNvSpPr/>
            <p:nvPr/>
          </p:nvSpPr>
          <p:spPr>
            <a:xfrm>
              <a:off x="334954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350490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354961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387872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403407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407879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440789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456325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460796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93707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509242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513714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546624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562160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566631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99542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615077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619549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3899107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24" name="tx4024"/>
            <p:cNvSpPr/>
            <p:nvPr/>
          </p:nvSpPr>
          <p:spPr>
            <a:xfrm rot="-5400000">
              <a:off x="1358159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25" name="rc4025"/>
            <p:cNvSpPr/>
            <p:nvPr/>
          </p:nvSpPr>
          <p:spPr>
            <a:xfrm>
              <a:off x="6516327" y="3243743"/>
              <a:ext cx="1071043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6" name="tx4026"/>
            <p:cNvSpPr/>
            <p:nvPr/>
          </p:nvSpPr>
          <p:spPr>
            <a:xfrm>
              <a:off x="6585916" y="3328785"/>
              <a:ext cx="9318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585916" y="3479661"/>
              <a:ext cx="5435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028" name="pic402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585916" y="3664922"/>
              <a:ext cx="219455" cy="1097280"/>
            </a:xfrm>
            <a:prstGeom prst="rect">
              <a:avLst/>
            </a:prstGeom>
          </p:spPr>
        </p:pic>
        <p:sp>
          <p:nvSpPr>
            <p:cNvPr id="4029" name="pl4029"/>
            <p:cNvSpPr/>
            <p:nvPr/>
          </p:nvSpPr>
          <p:spPr>
            <a:xfrm>
              <a:off x="6761481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6761481" y="454164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6761481" y="432292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6761481" y="410420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6761481" y="388547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6761481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6585916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6585916" y="454164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585916" y="432292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585916" y="410420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585916" y="388547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585916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tx4041"/>
            <p:cNvSpPr/>
            <p:nvPr/>
          </p:nvSpPr>
          <p:spPr>
            <a:xfrm>
              <a:off x="6874961" y="472032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2" name="tx4042"/>
            <p:cNvSpPr/>
            <p:nvPr/>
          </p:nvSpPr>
          <p:spPr>
            <a:xfrm>
              <a:off x="6874961" y="450159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3" name="tx4043"/>
            <p:cNvSpPr/>
            <p:nvPr/>
          </p:nvSpPr>
          <p:spPr>
            <a:xfrm>
              <a:off x="6874961" y="428287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4" name="tx4044"/>
            <p:cNvSpPr/>
            <p:nvPr/>
          </p:nvSpPr>
          <p:spPr>
            <a:xfrm>
              <a:off x="6874961" y="406414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5" name="tx4045"/>
            <p:cNvSpPr/>
            <p:nvPr/>
          </p:nvSpPr>
          <p:spPr>
            <a:xfrm>
              <a:off x="6874961" y="384542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6874961" y="36267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2034901" y="1669789"/>
              <a:ext cx="3642695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to 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2034901" y="1998973"/>
              <a:ext cx="1287749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261C32">
                <a:alpha val="100000"/>
              </a:srgbClr>
            </a:solidFill>
            <a:ln w="5420" cap="flat">
              <a:solidFill>
                <a:srgbClr val="26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1B131F">
                <a:alpha val="100000"/>
              </a:srgbClr>
            </a:solidFill>
            <a:ln w="5420" cap="flat">
              <a:solidFill>
                <a:srgbClr val="1B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19111B">
                <a:alpha val="100000"/>
              </a:srgbClr>
            </a:solidFill>
            <a:ln w="5420" cap="flat">
              <a:solidFill>
                <a:srgbClr val="19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BFEBD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369184" y="4256773"/>
              <a:ext cx="252911" cy="252911"/>
            </a:xfrm>
            <a:prstGeom prst="ellipse">
              <a:avLst/>
            </a:prstGeom>
            <a:solidFill>
              <a:srgbClr val="3D9F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156157" y="4290865"/>
              <a:ext cx="252911" cy="252911"/>
            </a:xfrm>
            <a:prstGeom prst="ellipse">
              <a:avLst/>
            </a:prstGeom>
            <a:solidFill>
              <a:srgbClr val="83D8B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3536580" y="3232312"/>
              <a:ext cx="1087869" cy="456636"/>
            </a:xfrm>
            <a:custGeom>
              <a:avLst/>
              <a:pathLst>
                <a:path w="1087869" h="456636">
                  <a:moveTo>
                    <a:pt x="1087869" y="0"/>
                  </a:moveTo>
                  <a:lnTo>
                    <a:pt x="0" y="45663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3509365" y="4166082"/>
              <a:ext cx="710891" cy="213033"/>
            </a:xfrm>
            <a:custGeom>
              <a:avLst/>
              <a:pathLst>
                <a:path w="710891" h="213033">
                  <a:moveTo>
                    <a:pt x="710891" y="0"/>
                  </a:moveTo>
                  <a:lnTo>
                    <a:pt x="0" y="21303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3295739" y="3749092"/>
              <a:ext cx="1531091" cy="662548"/>
            </a:xfrm>
            <a:custGeom>
              <a:avLst/>
              <a:pathLst>
                <a:path w="1531091" h="662548">
                  <a:moveTo>
                    <a:pt x="1531091" y="0"/>
                  </a:moveTo>
                  <a:lnTo>
                    <a:pt x="0" y="66254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4624449" y="3062387"/>
              <a:ext cx="1500987" cy="324612"/>
            </a:xfrm>
            <a:custGeom>
              <a:avLst/>
              <a:pathLst>
                <a:path w="1500987" h="324612">
                  <a:moveTo>
                    <a:pt x="27431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79"/>
                  </a:lnTo>
                  <a:lnTo>
                    <a:pt x="1500987" y="27431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tx672"/>
            <p:cNvSpPr/>
            <p:nvPr/>
          </p:nvSpPr>
          <p:spPr>
            <a:xfrm>
              <a:off x="4670169" y="3108107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73" name="pg673"/>
            <p:cNvSpPr/>
            <p:nvPr/>
          </p:nvSpPr>
          <p:spPr>
            <a:xfrm>
              <a:off x="4220257" y="3996785"/>
              <a:ext cx="1554937" cy="324611"/>
            </a:xfrm>
            <a:custGeom>
              <a:avLst/>
              <a:pathLst>
                <a:path w="1554937" h="324611">
                  <a:moveTo>
                    <a:pt x="27432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tx674"/>
            <p:cNvSpPr/>
            <p:nvPr/>
          </p:nvSpPr>
          <p:spPr>
            <a:xfrm>
              <a:off x="4265977" y="4042505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75" name="pg675"/>
            <p:cNvSpPr/>
            <p:nvPr/>
          </p:nvSpPr>
          <p:spPr>
            <a:xfrm>
              <a:off x="4826830" y="3580954"/>
              <a:ext cx="1193383" cy="324611"/>
            </a:xfrm>
            <a:custGeom>
              <a:avLst/>
              <a:pathLst>
                <a:path w="1193383" h="324611">
                  <a:moveTo>
                    <a:pt x="27431" y="324611"/>
                  </a:moveTo>
                  <a:lnTo>
                    <a:pt x="1165951" y="324611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tx676"/>
            <p:cNvSpPr/>
            <p:nvPr/>
          </p:nvSpPr>
          <p:spPr>
            <a:xfrm>
              <a:off x="4872550" y="3626674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7" name="rc677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tx678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pl693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tx704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23" name="tx723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24" name="rc724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tx725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26" name="pic72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27" name="pl727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836004" y="412381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836004" y="390508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836004" y="368636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836004" y="346763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660439" y="412381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660439" y="390508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660439" y="368636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660439" y="346763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tx739"/>
            <p:cNvSpPr/>
            <p:nvPr/>
          </p:nvSpPr>
          <p:spPr>
            <a:xfrm>
              <a:off x="6949485" y="43024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0" name="tx740"/>
            <p:cNvSpPr/>
            <p:nvPr/>
          </p:nvSpPr>
          <p:spPr>
            <a:xfrm>
              <a:off x="6949485" y="408376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6949485" y="386503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6949485" y="364631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6949485" y="342758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32088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487040" y="1600200"/>
              <a:ext cx="616991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44394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7312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0229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3147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6064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8982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899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14817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34901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034901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034901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34901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34901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504809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516446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52808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55135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56299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57463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10995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121587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1332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48153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49317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50480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51644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52808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53972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55135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56299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57463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09831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10995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12158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1332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14486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46989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48153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49317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50480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51644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52808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53972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55135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56299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57463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58627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0983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10995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12158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1332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14486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4117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42334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43498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44662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45825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46989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48153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49317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50480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51644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52808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53972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55135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56299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57463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10995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12158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1332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3767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8843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4000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4117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42334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43498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44662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45825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46989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48153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49317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50480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51644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52808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53972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55135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56299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12158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3651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3767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38843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40007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41171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42334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43498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44662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45825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46989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48153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49317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50480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51644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52808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3418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35352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36516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37679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38843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40007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41171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42334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43498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44662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45825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46989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481534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49317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30697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31861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33024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34188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35352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36516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37679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38843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40007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41171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42334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43498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446622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45825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28369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29533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30697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31861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33024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34188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35352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36516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37679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38843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40007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411710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27206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28369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29533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30697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31861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33024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34188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35352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36516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376798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38843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26042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27206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28369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29533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30697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31861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33024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34188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353523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36516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24878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26042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27206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28369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29533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30697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31861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33024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341886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21387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22551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23715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24878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26042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27206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28369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29533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306974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31861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20223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21387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22551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23715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24878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26042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27206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283699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29533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14486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14405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15568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16732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17896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19060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20223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21387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22551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23715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24878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26042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27206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28369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10995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12158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13322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14486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15649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1324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14405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15568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16732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17896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19060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20223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21387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22551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23715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24878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26042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27206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01685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02848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04012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05176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08667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09831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10995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12158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13322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14486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15649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16813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1324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14405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15568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16732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17896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19060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20223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21387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22551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23715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24878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26042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0052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01685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02848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04012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05176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06340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07503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08667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09831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10995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12158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13322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14486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15649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1324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14405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15568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16732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17896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19060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20223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21387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22551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23715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24878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26042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591211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59237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59353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594702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598193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59935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052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1685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C">
                <a:alpha val="100000"/>
              </a:srgbClr>
            </a:solidFill>
            <a:ln w="5420" cap="flat">
              <a:solidFill>
                <a:srgbClr val="3326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2848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64C">
                <a:alpha val="100000"/>
              </a:srgbClr>
            </a:solidFill>
            <a:ln w="5420" cap="flat">
              <a:solidFill>
                <a:srgbClr val="3426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04012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5176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6340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7503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8667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09831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10995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12158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13322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14486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15649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1207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1324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14405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15568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16732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17896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19060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20223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21387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22551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23715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24878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9004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91211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9237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9353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94702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9586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9703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98193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9935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0052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01685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02848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04012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05176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06340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07503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08667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09831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10995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12158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13322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14486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15649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0975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10913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1207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1324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14405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15568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16732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17896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19060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20223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21387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9004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591211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59237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59353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594702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59586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59703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598193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59935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0052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01685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02848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04012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05176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06340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07503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08667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09831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10995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12158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C">
                <a:alpha val="100000"/>
              </a:srgbClr>
            </a:solidFill>
            <a:ln w="5420" cap="flat">
              <a:solidFill>
                <a:srgbClr val="3326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13322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14486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15649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0975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10913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1207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1324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14405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15568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16732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17896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19060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59004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591211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59237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59353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594702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59586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59703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598193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59935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0052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01685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02848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04012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05176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06340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07503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08667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09831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10995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12158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13322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14486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15649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16813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0975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10913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1207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1324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144051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15568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5888841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590047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591211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59237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59353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594702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59586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59703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598193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59935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0052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06340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07503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08667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09831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10995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12158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13322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14486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15649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0975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10913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1207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13241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584229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58539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586556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587720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58888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59004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591211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59237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59353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594702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04012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05176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06340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07503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08667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09831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10995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12158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13322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14486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7259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73755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7491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9">
                <a:alpha val="100000"/>
              </a:srgbClr>
            </a:solidFill>
            <a:ln w="5420" cap="flat">
              <a:solidFill>
                <a:srgbClr val="2A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7608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77246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7841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7957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80737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81901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83065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584229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585392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58655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587720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58888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59004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591211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59237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59353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594702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01685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02848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04012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05176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06340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07503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08667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09831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10995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12158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7142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2">
                <a:alpha val="100000"/>
              </a:srgbClr>
            </a:solidFill>
            <a:ln w="5420" cap="flat">
              <a:solidFill>
                <a:srgbClr val="26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7259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73755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7491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7608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77246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7841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79574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80737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81901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83065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584229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58539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58655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587720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4">
                <a:alpha val="100000"/>
              </a:srgbClr>
            </a:solidFill>
            <a:ln w="5420" cap="flat">
              <a:solidFill>
                <a:srgbClr val="3024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58888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59004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591211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59237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59353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00521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01685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02848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04012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05176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06340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07503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08667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09831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10995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70264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7142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7259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73755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2">
                <a:alpha val="100000"/>
              </a:srgbClr>
            </a:solidFill>
            <a:ln w="5420" cap="flat">
              <a:solidFill>
                <a:srgbClr val="26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7491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7608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8">
                <a:alpha val="100000"/>
              </a:srgbClr>
            </a:solidFill>
            <a:ln w="5420" cap="flat">
              <a:solidFill>
                <a:srgbClr val="28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77246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78410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79574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80737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81901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83065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584229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58539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58655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587720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58888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59004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591211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59237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00521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01685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02848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04012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05176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06340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07503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08667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70264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7142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7259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73755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74919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76083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77246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78410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79574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80737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81901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83065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584229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58539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58655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587720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00521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01685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02848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04012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05176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06340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6910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4">
                <a:alpha val="100000"/>
              </a:srgbClr>
            </a:solidFill>
            <a:ln w="5420" cap="flat">
              <a:solidFill>
                <a:srgbClr val="1E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70264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6">
                <a:alpha val="100000"/>
              </a:srgbClr>
            </a:solidFill>
            <a:ln w="5420" cap="flat">
              <a:solidFill>
                <a:srgbClr val="1F17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71428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72591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73755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74919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76083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77246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78410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79574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203B">
                <a:alpha val="100000"/>
              </a:srgbClr>
            </a:solidFill>
            <a:ln w="5420" cap="flat">
              <a:solidFill>
                <a:srgbClr val="2A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80737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81901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83065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584229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599357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00521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01685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02848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04012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05176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63281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6">
                <a:alpha val="100000"/>
              </a:srgbClr>
            </a:solidFill>
            <a:ln w="5420" cap="flat">
              <a:solidFill>
                <a:srgbClr val="1E1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64445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6560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D">
                <a:alpha val="100000"/>
              </a:srgbClr>
            </a:solidFill>
            <a:ln w="5420" cap="flat">
              <a:solidFill>
                <a:srgbClr val="19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66773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11C">
                <a:alpha val="100000"/>
              </a:srgbClr>
            </a:solidFill>
            <a:ln w="5420" cap="flat">
              <a:solidFill>
                <a:srgbClr val="1911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6793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69100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70264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71428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6">
                <a:alpha val="100000"/>
              </a:srgbClr>
            </a:solidFill>
            <a:ln w="5420" cap="flat">
              <a:solidFill>
                <a:srgbClr val="1F17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72591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73755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74919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76083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77246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78410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80737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81901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83065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599357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00521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01685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02848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04012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59790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6095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6211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63281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6">
                <a:alpha val="100000"/>
              </a:srgbClr>
            </a:solidFill>
            <a:ln w="5420" cap="flat">
              <a:solidFill>
                <a:srgbClr val="1E1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64445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C">
                <a:alpha val="100000"/>
              </a:srgbClr>
            </a:solidFill>
            <a:ln w="5420" cap="flat">
              <a:solidFill>
                <a:srgbClr val="1912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65609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60E17">
                <a:alpha val="100000"/>
              </a:srgbClr>
            </a:solidFill>
            <a:ln w="5420" cap="flat">
              <a:solidFill>
                <a:srgbClr val="160E1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66773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50E17">
                <a:alpha val="100000"/>
              </a:srgbClr>
            </a:solidFill>
            <a:ln w="5420" cap="flat">
              <a:solidFill>
                <a:srgbClr val="150E1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67936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71019">
                <a:alpha val="100000"/>
              </a:srgbClr>
            </a:solidFill>
            <a:ln w="5420" cap="flat">
              <a:solidFill>
                <a:srgbClr val="17101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69100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D">
                <a:alpha val="100000"/>
              </a:srgbClr>
            </a:solidFill>
            <a:ln w="5420" cap="flat">
              <a:solidFill>
                <a:srgbClr val="19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70264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71428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72591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73755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76083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77246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599357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00521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01685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02848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04012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58627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59790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60954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62118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63281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64445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65609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66773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D">
                <a:alpha val="100000"/>
              </a:srgbClr>
            </a:solidFill>
            <a:ln w="5420" cap="flat">
              <a:solidFill>
                <a:srgbClr val="19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67936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69100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70264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71428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72591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92B">
                <a:alpha val="100000"/>
              </a:srgbClr>
            </a:solidFill>
            <a:ln w="5420" cap="flat">
              <a:solidFill>
                <a:srgbClr val="21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59935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0052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01685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02848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04012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05176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06340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10995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12158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13322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14486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15649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57463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58627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59790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60954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62118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C">
                <a:alpha val="100000"/>
              </a:srgbClr>
            </a:solidFill>
            <a:ln w="5420" cap="flat">
              <a:solidFill>
                <a:srgbClr val="3326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63281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64445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65609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66773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67936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69100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70264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71428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0052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01685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D">
                <a:alpha val="100000"/>
              </a:srgbClr>
            </a:solidFill>
            <a:ln w="5420" cap="flat">
              <a:solidFill>
                <a:srgbClr val="2C21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02848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04012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05176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06340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07503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09831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10995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12158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13322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14486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15649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16813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56299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57463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58627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59790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60954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62118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63281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64445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65609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66773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67936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F">
                <a:alpha val="100000"/>
              </a:srgbClr>
            </a:solidFill>
            <a:ln w="5420" cap="flat">
              <a:solidFill>
                <a:srgbClr val="23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0052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01685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02848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04012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05176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06340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07503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08667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09831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10995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12158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13322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14486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15649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16813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4">
                <a:alpha val="100000"/>
              </a:srgbClr>
            </a:solidFill>
            <a:ln w="5420" cap="flat">
              <a:solidFill>
                <a:srgbClr val="3024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55135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56299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57463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58627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59790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60954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62118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632819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64445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01685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02848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04012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05176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06340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07503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08667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09831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10995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1">
                <a:alpha val="100000"/>
              </a:srgbClr>
            </a:solidFill>
            <a:ln w="5420" cap="flat">
              <a:solidFill>
                <a:srgbClr val="2D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12158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13322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14486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156499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53972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55135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56299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57463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58627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59790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60954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02848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04012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05176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06340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07503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08667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09831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10995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12158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13322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14486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539721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55135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56299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57463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58627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597907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05176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06340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07503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08667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09831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10995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121587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52808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539721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55135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56299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57463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58627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07503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08667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098312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51644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52808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53972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55135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562995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57463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51644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52808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53972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55135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562995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504809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51644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52808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53972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55135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562995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504809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51644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52808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53972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55135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562995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504809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51644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52808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53972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55135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562995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504809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51644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52808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53972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55135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562995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57463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49317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504809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51644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52808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53972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55135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562995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48153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49317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50480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51644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52808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53972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55135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48153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49317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50480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51644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52808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53972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55135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57463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58627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597907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60954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48153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49317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50480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51644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52808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53972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55135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56299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57463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58627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59790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60954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62118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504809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51644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52808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53972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55135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56299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57463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58627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59790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60954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62118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632819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45825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4698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4815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493171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52808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539721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55135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56299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57463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58627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59790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60954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62118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63281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4466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45825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4698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4815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49317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50480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51644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52808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53972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55135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56299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57463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58627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59790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60954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62118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63281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64445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4466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45825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4698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4815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49317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50480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51644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52808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53972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55135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56299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57463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58627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59790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60954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62118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63281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64445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4466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45825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4698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4815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49317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50480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51644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52808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53972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55135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56299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57463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58627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59790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60954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62118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63281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64445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30697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35352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3651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3767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38843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4000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4117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42334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4349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1">
                <a:alpha val="100000"/>
              </a:srgbClr>
            </a:solidFill>
            <a:ln w="5420" cap="flat">
              <a:solidFill>
                <a:srgbClr val="2D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4466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45825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4698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4815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49317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50480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51644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52808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53972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55135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56299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57463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58627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59790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60954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62118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63281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1789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1906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20223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27206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28369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2953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30697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31861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3302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3418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35352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3651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3767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38843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4000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4117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42334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4349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4466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45825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46989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48153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49317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50480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51644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52808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53972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55135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56299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57463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58627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59790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16732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1789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1906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20223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2138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24878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2604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27206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28369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2953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30697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31861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3302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3418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35352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3651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37679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38843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4000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41171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42334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43498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44662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45825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46989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48153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4">
                <a:alpha val="100000"/>
              </a:srgbClr>
            </a:solidFill>
            <a:ln w="5420" cap="flat">
              <a:solidFill>
                <a:srgbClr val="3024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49317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50480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51644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53972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55135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16732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1789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1906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20223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2138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2255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23715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24878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2604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27206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28369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2953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30697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31861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33024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34188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35352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36516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37679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38843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40007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41171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42334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43498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44662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45825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46989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1789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1906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20223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21387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2255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23715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24878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26042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27206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28369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29533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30697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31861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33024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34188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35352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36516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37679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38843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40007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42334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17896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19060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20223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21387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22551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23715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24878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26042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27206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28369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29533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16732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17896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19060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20223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21387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22551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23715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248787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26042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15568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16732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17896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19060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20223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21387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22551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237150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14405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15568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16732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17896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19060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202238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213875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14405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15568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16732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17896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19060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202238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213875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14405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15568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16732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17896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19060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202238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213875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14405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15568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16732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17896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19060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202238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213875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074227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085865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16732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17896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19060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202238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213875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0509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06259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07422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08586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097502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16732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17896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19060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20223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21387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02767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03931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0509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06259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07422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08586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097502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15568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16732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17896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19060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20223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0160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02767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03931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0509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06259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07422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08586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097502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15568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16732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17896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19060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20223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495785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4969492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498112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499276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00440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0160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02767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03931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0509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06259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07422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08586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14405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15568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16732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17896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19060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20223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494621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495785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496949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49811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499276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00440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0160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02767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03931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0509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062590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07422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13241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14405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15568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16732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17896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19060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20223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492294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4934580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494621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495785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49694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49811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499276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00440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0160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02767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03931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05095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12077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13241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14405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15568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16732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17896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48996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49113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492294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49345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494621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495785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49694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49811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499276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00440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0160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02767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03931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05095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06259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07422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08586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10913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12077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13241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14405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15568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16732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17896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48996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49113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492294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49345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49462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495785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49694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49811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499276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00440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0160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02767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03931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05095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06259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07422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08586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09750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10913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12077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13241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14405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15568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16732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48996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49113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492294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49345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49462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495785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49694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49811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499276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00440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01604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02767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03931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05095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06259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07422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08586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09750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10913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12077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13241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14405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15568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48647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48763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48996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49113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492294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49345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49462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495785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49694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49811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01604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02767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03931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05095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06259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07422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08586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09750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10913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12077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13241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14405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485311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4864756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48763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488803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48996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49113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492294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49345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49462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495785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49694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49811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02767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03931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05095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06259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07422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08586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09750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10913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12077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13241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484148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485311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486475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48763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488803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48996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49113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492294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49345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49462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495785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49694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498112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02767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03931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05095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06259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07422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08586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09750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10913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12077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8298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48414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485311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486475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487639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488803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48996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49113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492294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49345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49462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495785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496949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498112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499276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03931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05095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06259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07422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08586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09750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10913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8298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48414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485311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486475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487639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488803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48996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49113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492294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49345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49462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495785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496949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498112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499276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03931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05095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06259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07422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08586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09750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81820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8298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48414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485311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486475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487639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A">
                <a:alpha val="100000"/>
              </a:srgbClr>
            </a:solidFill>
            <a:ln w="5420" cap="flat">
              <a:solidFill>
                <a:srgbClr val="3C4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488803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48996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49113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492294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49345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49462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495785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496949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498112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499276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00440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03931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05095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06259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07422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08586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09750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81820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8298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48414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485311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48647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487639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488803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48996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49113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492294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49345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49462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495785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496949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498112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499276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00440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01604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05095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06259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07422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08586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09750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81820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8298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48414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485311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48647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487639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488803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48996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49113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492294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49345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49462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495785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496949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498112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499276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00440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01604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03931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05095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06259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07422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08586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09750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8298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48414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485311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48647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48763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488803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48996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49113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492294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49345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49462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495785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496949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498112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499276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00440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01604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02767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03931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05095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06259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07422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08586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09750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48414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485311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48647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48763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488803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48996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49113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492294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49345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494621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495785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496949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498112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499276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00440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01604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02767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03931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05095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06259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07422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08586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48414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485311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48647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48763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488803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48996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49113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492294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493458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494621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495785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496949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498112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499276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00440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01604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02767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03931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05095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06259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07422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48647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48763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488803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48996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49113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492294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493458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494621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495785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496949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498112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499276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00440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01604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02767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03931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05095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06259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48763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488803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48996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491130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492294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493458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494621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495785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496949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498112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499276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00440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01604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02767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03931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05095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488803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48996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491130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492294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493458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494621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495785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496949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498112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499276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00440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01604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02767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03931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05095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48414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485311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48647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48763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488803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489966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491130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492294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493458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494621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495785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496949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498112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499276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00440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01604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02767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03931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8298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48414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485311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48647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48763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488803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489966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491130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492294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493458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494621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495785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496949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498112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499276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00440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01604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02767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03931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8298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48414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485311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48647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48763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488803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489966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491130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492294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493458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494621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495785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496949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498112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499276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00440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01604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02767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8298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48414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485311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48647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487639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488803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489966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491130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492294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493458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494621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495785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496949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498112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499276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00440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01604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48414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485311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486475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487639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488803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489966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491130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492294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493458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494621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495785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496949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498112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499276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00440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487639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488803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489966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491130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492294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493458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494621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495785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496949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498112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4992766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00440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4899668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491130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492294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493458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494621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495785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496949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498112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4992766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00440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491130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492294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493458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494621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495785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496949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498112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4992766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004403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492294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4934580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494621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495785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496949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498112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499276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004403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01604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495785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4969492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498112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499276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004403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01604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4899668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494621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495785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496949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498112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499276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00440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01604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488803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4899668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491130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492294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493458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494621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495785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496949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498112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499276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00440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01604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48763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488803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489966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491130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492294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493458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494621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495785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496949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498112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499276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00440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01604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02767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48763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488803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489966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491130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492294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493458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494621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495785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496949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498112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499276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00440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01604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02767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03931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48763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488803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489966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491130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492294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493458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494621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495785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496949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498112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499276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00440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01604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02767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03931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48763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488803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48996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491130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492294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493458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494621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495785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496949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498112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499276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00440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01604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02767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03931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05095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488803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48996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491130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492294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493458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494621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495785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496949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498112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499276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00440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01604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02767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03931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05095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485311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48647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48763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488803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489966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491130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492294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493458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494621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495785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496949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498112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499276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00440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01604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02767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03931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485311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48647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48763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488803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489966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491130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492294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493458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494621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495785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496949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498112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499276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00440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01604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02767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485311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48647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487639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488803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489966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491130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492294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493458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494621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495785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496949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498112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499276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00440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01604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485311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4864756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487639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488803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489966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491130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492294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493458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494621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495785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496949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498112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4992766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00440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484148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485311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486475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487639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488803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489966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491130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492294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493458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494621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495785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496949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498112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484148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485311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486475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487639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488803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489966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491130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492294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493458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494621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4957854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496949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484148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485311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486475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487639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488803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489966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491130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492294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493458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494621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4957854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81820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829844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484148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485311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486475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487639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488803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489966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491130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492294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493458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494621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4957854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8065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81820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82984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484148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485311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486475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487639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488803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489966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491130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492294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493458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494621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495785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80656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81820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82984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484148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485311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486475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487639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488803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489966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491130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492294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493458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494621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794932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80656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81820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82984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484148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485311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486475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487639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488803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489966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491130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4922942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493458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78329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794932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80656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81820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82984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484148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485311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486475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487639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488803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489966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491130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760020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77165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78329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79493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80656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81820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82984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484148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4853118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74838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760020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77165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78329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79493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80656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818206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82984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725108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73674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74838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76002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77165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78329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79493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80656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818206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690196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70183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71347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72510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73674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74838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76002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77165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78329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79493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80656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66692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67855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69019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70183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71347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72510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73674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74838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76002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77165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783294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79493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655284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66692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67855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69019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70183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71347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72510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73674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74838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76002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77165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783294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79493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64364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655284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66692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67855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69019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70183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71347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72510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73674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74838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76002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77165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783294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63200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64364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65528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66692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67855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69019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70183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620372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63200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64364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65528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66692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678558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69019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60873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620372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63200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64364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65528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66692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678558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60873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620372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63200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64364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65528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66692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585460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59709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60873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62037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63200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643646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65528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57382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585460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59709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60873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62037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63200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643646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65528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550548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56218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57382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58546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59709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60873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62037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63200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643646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53891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550548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56218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57382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58546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59709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608734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62037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480724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49236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50399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51563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52727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53891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55054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56218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57382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58546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59709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608734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45744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46908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48072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49236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50399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51563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52727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53891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55054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56218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57382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58546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59709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445812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45744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46908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48072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49236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50399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51563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52727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53891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55054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56218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573822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445812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45744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46908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48072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49236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50399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51563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52727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53891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55054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56218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445812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45744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46908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48072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49236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50399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51563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52727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445812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45744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46908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48072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49236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503998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51563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42253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43417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44581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45744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46908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48072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49236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503998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42253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43417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44581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45744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46908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48072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49236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41090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42253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43417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44581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45744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469086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48072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41090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42253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43417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44581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457449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469086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39926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41090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42253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43417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44581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457449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39926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41090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42253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434174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44581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38762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39926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41090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42253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434174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44581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38762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39926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41090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422537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434174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37598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38762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39926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41090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422537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434174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37598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38762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39926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41090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422537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434174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37598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38762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39926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41090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422537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68938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70102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71266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724297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37598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38762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39926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4109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68938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70102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71266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724297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73593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78248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79412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80575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81739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82903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37598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D">
                <a:alpha val="100000"/>
              </a:srgbClr>
            </a:solidFill>
            <a:ln w="5420" cap="flat">
              <a:solidFill>
                <a:srgbClr val="2C21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38762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39926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4109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422537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60792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61956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6777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68938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7010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7126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72429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7359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78248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79412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80575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81739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82903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384067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385230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386394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387558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388722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389885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391049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37598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38762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39926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4109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42253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4566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4682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47991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4915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5031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5613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5730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58464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5962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6079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61956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6311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6428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65447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6661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6777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68938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7010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7126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72429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7359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7475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75920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7708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78248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79412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8057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81739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82903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384067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385230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386394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387558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388722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389885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391049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392213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395704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3759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38762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3992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4109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42253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44500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4566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4682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47991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4915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5031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51482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5264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5381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54973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5613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5730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58464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5962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6079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61956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6311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6428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65447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6661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6777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68938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7010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7126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72429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7359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7475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75920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7708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7824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79412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8057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8173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82903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384067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385230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386394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387558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388722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389885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391049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392213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393376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394540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395704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396868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398031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38762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3992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4109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42253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4333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44500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4566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4682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47991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4915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5031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51482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5264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5381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54973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5613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5730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58464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5962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6079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61956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6311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6428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65447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6661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6777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68938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7010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7126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72429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7359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7475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75920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7708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7824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79412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8057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8173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82903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384067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385230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386394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387558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388722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389885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391049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392213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393376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39454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39570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396868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398031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09669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10832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1199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13160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38762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3992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4109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42253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4341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0842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09588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4333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44500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4566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4682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47991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4915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5031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51482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5264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5381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54973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5613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5730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58464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5962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6079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61956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6311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6428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65447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6661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6777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68938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7010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7126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7242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7359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7475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75920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7708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7824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79412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8057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8173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82903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384067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385230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386394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387558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388722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389885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391049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392213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393376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39454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39570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396868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398031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0850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09669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10832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1199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13160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14324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1548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38762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2">
                <a:alpha val="100000"/>
              </a:srgbClr>
            </a:solidFill>
            <a:ln w="5420" cap="flat">
              <a:solidFill>
                <a:srgbClr val="26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3992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4109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42253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4341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0726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0842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09588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1075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1191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4333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44500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45663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46827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47991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49155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50318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51482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52646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5381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54973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5613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5730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58464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68938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70102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71266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7242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73593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7475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75920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7708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7824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79412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389885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39104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39221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393376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39454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39570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396868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398031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39919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06178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07341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0850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09669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10832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1199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13160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14324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1548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1665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17815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38762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3992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4109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42253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43417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29795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299114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0027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0609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0726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0842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09588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1075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1191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13079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1424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1540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16570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17734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27044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2820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2937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30535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3169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4333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44500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45663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46827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47991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49155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50318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51482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52646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53810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54973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56137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0">
                <a:alpha val="100000"/>
              </a:srgbClr>
            </a:solidFill>
            <a:ln w="5420" cap="flat">
              <a:solidFill>
                <a:srgbClr val="3629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57301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58464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39337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39454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39570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396868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398031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39919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00359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0268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03850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05014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06178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07341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0850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09669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10832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1199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13160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14324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1548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1665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17815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1897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39926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41090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42253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43417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29562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29678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29795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299114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0027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0144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0493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0609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0726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0842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0958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1075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1191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13079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1424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1540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16570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1773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18898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20061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25880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27044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28207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29371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30535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3169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3286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34026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45663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46827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47991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49155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50318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51482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52646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53810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54973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56137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57301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5846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39454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39570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39686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398031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39919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00359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01523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D">
                <a:alpha val="100000"/>
              </a:srgbClr>
            </a:solidFill>
            <a:ln w="5420" cap="flat">
              <a:solidFill>
                <a:srgbClr val="35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0268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03850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05014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06178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07341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0850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09669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10832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1199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13160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14324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1548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16651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17815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1897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2014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39926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41090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42253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43417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44581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29445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29562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29678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29795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29911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0027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0144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0260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0376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0493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0609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0726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0842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0958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1075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1191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1307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1424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1540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16570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1773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1889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20061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2122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22389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23552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24716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25880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27044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28207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29371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30535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3169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3286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34026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35190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3635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37517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46827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47991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49155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51482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52646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53810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54973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56137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57301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5846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39570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39686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39803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39919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0035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01523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0268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03850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05014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0617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07341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08505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D">
                <a:alpha val="100000"/>
              </a:srgbClr>
            </a:solidFill>
            <a:ln w="5420" cap="flat">
              <a:solidFill>
                <a:srgbClr val="35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09669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10832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14324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1548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16651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17815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1897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2014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21306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39926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41090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42253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43417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44581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29445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29562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29678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29795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29911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0027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0144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0260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0376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0493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0609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0726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08424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0958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1075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11915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1307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1424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1540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16570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1773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1889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20061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2122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22389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23552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24716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25880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27044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28207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29371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30535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3169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3286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34026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3519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3635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37517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3868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45663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46827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47991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49155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50318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51482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52646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53810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54973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56137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57301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39686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39803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399195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0035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0152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0268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03850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05014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0617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07341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1548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16651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17815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1897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2014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21306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41090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1">
                <a:alpha val="100000"/>
              </a:srgbClr>
            </a:solidFill>
            <a:ln w="5420" cap="flat">
              <a:solidFill>
                <a:srgbClr val="2D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42253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43417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44581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4574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29445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29562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29678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29795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29911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0027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0144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0260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0376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04933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0609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0726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08424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0958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1075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11915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1307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1424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1540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16570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1773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1889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20061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2122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22389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23552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24716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25880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27044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28207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2937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30535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3169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3286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34026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3519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3635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37517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3868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44500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45663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46827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47991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49155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50318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51482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52646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53810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54973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56137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57301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5846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59628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39686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39803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399195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0035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0152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0268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03850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05014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1665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17815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1897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2014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21306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2247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2363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41090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42253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43417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44581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4574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294459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29562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29678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297950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29911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00278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01442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0260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0376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04933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06096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0726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1889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20061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2122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2238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23552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2471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25880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27044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D">
                <a:alpha val="100000"/>
              </a:srgbClr>
            </a:solidFill>
            <a:ln w="5420" cap="flat">
              <a:solidFill>
                <a:srgbClr val="2C21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2820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9">
                <a:alpha val="100000"/>
              </a:srgbClr>
            </a:solidFill>
            <a:ln w="5420" cap="flat">
              <a:solidFill>
                <a:srgbClr val="2A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2937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3169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3286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34026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8">
                <a:alpha val="100000"/>
              </a:srgbClr>
            </a:solidFill>
            <a:ln w="5420" cap="flat">
              <a:solidFill>
                <a:srgbClr val="28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3519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3635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37517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3868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3984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4217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4333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44500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4566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46827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47991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49155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50318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51482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52646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53810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54973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56137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57301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5846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59628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60792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399195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17815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1897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2014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21306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2247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2363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24797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41090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42253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43417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44581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4574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293295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294459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295623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296787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297950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299114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00278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01442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02605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03769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2471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25880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3286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34026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3519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1">
                <a:alpha val="100000"/>
              </a:srgbClr>
            </a:solidFill>
            <a:ln w="5420" cap="flat">
              <a:solidFill>
                <a:srgbClr val="2D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3635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37517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3868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3984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41008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4217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4333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4450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4566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4682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47991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49155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50318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51482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52646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53810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54973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56137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57301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5846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59628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60792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6195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1897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2014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21306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2247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2363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24797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25961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42253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4341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44581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4574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4690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293295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294459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295623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296787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297950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299114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00278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01442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34026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3519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3635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37517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3868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3984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41008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4217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4333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4450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4566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4682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47991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49155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50318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51482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52646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53810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54973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56137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57301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5846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59628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60792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6195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2014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21306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2247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2363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24797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25961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2712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42253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4341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44581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4574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4690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292132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293295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294459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295623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296787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297950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3519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3635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37517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3868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3984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41008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4217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4333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4450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4566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4682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47991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49155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50318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51482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52646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53810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5497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56137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57301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5846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59628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60792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61956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21306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2247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2363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24797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25961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2712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28288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4341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44581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4574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4690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48072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289804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290968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292132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293295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294459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295623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296787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37517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3868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3984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41008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4217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4333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4450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4566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4682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47991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49155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50318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53810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5497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56137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57301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5846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59628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60792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61956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23634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24797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25961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2712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28288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29452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4341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44581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4574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4690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48072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49236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7816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7933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80494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81658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82822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283986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287477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288641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289804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290968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292132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293295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294459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295623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4682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47991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5497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5613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57301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5846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5962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60792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24797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25961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2712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2828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2945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44581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4574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46908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48072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49236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77003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7816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7933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80494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81658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82822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283986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285149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286313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287477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288641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289804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290968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292132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293295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294459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5497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5613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57301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58464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24797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25961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2712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2828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2945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44581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45744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46908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48072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49236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50399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77003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7816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79331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80494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81658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82822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283986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285149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286313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287477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288641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289804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290968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292132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293295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24797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25961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27125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0">
                <a:alpha val="100000"/>
              </a:srgbClr>
            </a:solidFill>
            <a:ln w="5420" cap="flat">
              <a:solidFill>
                <a:srgbClr val="3629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2828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2945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44581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45744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46908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48072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49236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50399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51563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7583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77003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78167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79331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80494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81658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82822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283986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285149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286313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287477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288641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289804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290968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24797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2596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27125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2828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2945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44581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45744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46908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48072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49236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50399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51563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75839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77003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78167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79331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80494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81658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82822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283986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285149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286313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287477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288641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24797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2596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27125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2828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2945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45744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46908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48072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49236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50399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51563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72348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73512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74676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75839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77003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78167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79331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80494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81658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82822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283986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285149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286313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2479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2596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27125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2828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2945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45744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46908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48072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49236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50399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51563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72348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73512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74676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75839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77003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78167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79331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804948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81658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23634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2479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2596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27125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2828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45744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46908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48072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49236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503998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51563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71185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72348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73512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74676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75839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77003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78167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79331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23634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2479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2596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27125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2828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2945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30616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46908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48072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49236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503998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51563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70021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71185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72348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73512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74676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75839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77003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78167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23634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2479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2596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27125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2828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29452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30616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3178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46908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48072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49236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50399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51563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52727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68857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70021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71185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72348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73512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74676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75839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77003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23634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2479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2596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27125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28288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29452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30616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31780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48072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49236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50399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51563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52727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68857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70021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71185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72348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73512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74676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75839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23634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2479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2596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27125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28288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29452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30616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31780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48072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49236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50399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51563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52727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66530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67693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70021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71185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72348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73512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74676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23634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2479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25961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27125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28288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29452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30616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31780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48072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49236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50399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51563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52727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65366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66530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67693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68857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70021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71185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72348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73512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74676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2479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25961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27125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28288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29452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30616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49236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50399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51563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52727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53891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65366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66530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67693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68857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70021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71185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72348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73512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24797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25961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27125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28288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29452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49236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50399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51563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52727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53891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6536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66530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67693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68857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70021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71185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72348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73512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24797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25961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27125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28288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294526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30616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50399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515636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52727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53891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55054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6653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67693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68857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70021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71185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72348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25961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27125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28288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294526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30616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50399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515636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52727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53891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55054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56218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6653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67693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68857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70021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71185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72348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27125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28288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29452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30616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31780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32943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34107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35271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51563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52727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53891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55054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56218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67693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68857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70021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71185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72348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27125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28288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29452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30616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31780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32943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34107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35271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36435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51563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52727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53891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55054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56218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67693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68857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70021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71185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72348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28288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29452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30616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31780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32943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34107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35271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36435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52727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53891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55054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56218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57382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67693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68857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70021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71185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72348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29452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30616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31780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32943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34107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35271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36435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3759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52727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53891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55054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56218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57382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68857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70021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71185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72348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30616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31780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32943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34107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35271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36435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3759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3876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52727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53891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55054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56218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57382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68857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70021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71185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72348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31780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32943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34107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35271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36435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3759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52727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53891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55054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56218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57382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68857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70021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71185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72348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73512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31780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32943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34107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35271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36435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3759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52727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53891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55054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56218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57382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68857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70021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71185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72348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73512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32943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34107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35271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36435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3759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52727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53891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55054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56218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70021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71185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72348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735124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74676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34107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35271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36435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3759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3876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52727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53891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55054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56218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70021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71185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72348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73512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74676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75839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34107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35271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36435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3759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3876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52727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53891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55054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56218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71185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72348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73512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74676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75839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34107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35271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36435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3759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3876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39926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4109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42253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52727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53891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55054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56218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72348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73512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74676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75839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35271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36435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3759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3876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39926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4109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42253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43417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51563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52727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53891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55054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56218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72348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73512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74676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75839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36435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3759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3876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39926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4109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42253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43417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51563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52727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53891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55054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56218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71185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72348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73512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74676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75839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3759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3876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39926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4109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42253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43417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44581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50399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515636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52727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53891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55054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56218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71185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72348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73512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74676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75839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39926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41090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42253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43417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44581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50399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515636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52727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53891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55054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70021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71185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72348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73512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74676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41090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42253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43417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44581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45744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46908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49236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50399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51563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52727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53891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68857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70021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71185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72348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73512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74676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41090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42253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43417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44581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45744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46908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48072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49236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50399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51563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52727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53891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68857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70021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71185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72348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73512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41090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42253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43417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44581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45744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46908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48072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49236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50399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51563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52727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53891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68857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70021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71185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72348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73512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41090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42253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43417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44581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45744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46908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48072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49236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50399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51563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52727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676938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68857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70021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71185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72348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42253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43417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44581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45744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46908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48072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49236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503998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51563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676938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68857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70021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71185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72348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43417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44581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45744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469086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48072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676938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68857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70021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71185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72348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676938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68857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700212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71185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66530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676938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68857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700212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71185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66530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676938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68857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700212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71185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66530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676938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68857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700212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71185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66530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676938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68857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700212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66530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676938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68857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700212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66530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676938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68857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700212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66530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676938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68857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700212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66530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676938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68857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232276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192267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787092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170691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531238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476517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594331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013918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016786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4985661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4928046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327665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331075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499202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289924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757638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782499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720724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2963633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718358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470466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168862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049761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4912662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410183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470862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490252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440275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403522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387977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514406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368934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614100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637463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680495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571937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622219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019115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756262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232276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006075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5851209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120632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021903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008033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5947395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199832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210715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500816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772327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778270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726246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668001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818681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137929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4901365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011081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244939" y="3276309"/>
              <a:ext cx="63202" cy="63202"/>
            </a:xfrm>
            <a:prstGeom prst="ellipse">
              <a:avLst/>
            </a:prstGeom>
            <a:solidFill>
              <a:srgbClr val="395C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119545" y="4746129"/>
              <a:ext cx="63202" cy="63202"/>
            </a:xfrm>
            <a:prstGeom prst="ellipse">
              <a:avLst/>
            </a:prstGeom>
            <a:solidFill>
              <a:srgbClr val="395B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4987953" y="3735383"/>
              <a:ext cx="63202" cy="63202"/>
            </a:xfrm>
            <a:prstGeom prst="ellipse">
              <a:avLst/>
            </a:prstGeom>
            <a:solidFill>
              <a:srgbClr val="3B73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3648675" y="4677487"/>
              <a:ext cx="63202" cy="63202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067426" y="3545894"/>
              <a:ext cx="63202" cy="63202"/>
            </a:xfrm>
            <a:prstGeom prst="ellipse">
              <a:avLst/>
            </a:prstGeom>
            <a:solidFill>
              <a:srgbClr val="52B9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3468669" y="4800931"/>
              <a:ext cx="63202" cy="63202"/>
            </a:xfrm>
            <a:prstGeom prst="ellipse">
              <a:avLst/>
            </a:prstGeom>
            <a:solidFill>
              <a:srgbClr val="3B4F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435217" y="3222656"/>
              <a:ext cx="63202" cy="63202"/>
            </a:xfrm>
            <a:prstGeom prst="ellipse">
              <a:avLst/>
            </a:prstGeom>
            <a:solidFill>
              <a:srgbClr val="3B3C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4022168" y="4765547"/>
              <a:ext cx="63202" cy="63202"/>
            </a:xfrm>
            <a:prstGeom prst="ellipse">
              <a:avLst/>
            </a:prstGeom>
            <a:solidFill>
              <a:srgbClr val="3C497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4746871" y="4211118"/>
              <a:ext cx="63202" cy="63202"/>
            </a:xfrm>
            <a:prstGeom prst="ellipse">
              <a:avLst/>
            </a:prstGeom>
            <a:solidFill>
              <a:srgbClr val="40A2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431462" y="4463619"/>
              <a:ext cx="63202" cy="63202"/>
            </a:xfrm>
            <a:prstGeom prst="ellipse">
              <a:avLst/>
            </a:prstGeom>
            <a:solidFill>
              <a:srgbClr val="3B70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539875" y="4368015"/>
              <a:ext cx="63202" cy="63202"/>
            </a:xfrm>
            <a:prstGeom prst="ellipse">
              <a:avLst/>
            </a:prstGeom>
            <a:solidFill>
              <a:srgbClr val="3A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5003510" y="3498927"/>
              <a:ext cx="63202" cy="63202"/>
            </a:xfrm>
            <a:prstGeom prst="ellipse">
              <a:avLst/>
            </a:prstGeom>
            <a:solidFill>
              <a:srgbClr val="3A65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3976508" y="4766403"/>
              <a:ext cx="63202" cy="63202"/>
            </a:xfrm>
            <a:prstGeom prst="ellipse">
              <a:avLst/>
            </a:prstGeom>
            <a:solidFill>
              <a:srgbClr val="3C498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3523866" y="4772296"/>
              <a:ext cx="63202" cy="63202"/>
            </a:xfrm>
            <a:prstGeom prst="ellipse">
              <a:avLst/>
            </a:prstGeom>
            <a:solidFill>
              <a:srgbClr val="3C497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4849017" y="3641698"/>
              <a:ext cx="63202" cy="63202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384774" y="4536931"/>
              <a:ext cx="63202" cy="63202"/>
            </a:xfrm>
            <a:prstGeom prst="ellipse">
              <a:avLst/>
            </a:prstGeom>
            <a:solidFill>
              <a:srgbClr val="3B6F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3290018" y="4801454"/>
              <a:ext cx="63202" cy="63202"/>
            </a:xfrm>
            <a:prstGeom prst="ellipse">
              <a:avLst/>
            </a:prstGeom>
            <a:solidFill>
              <a:srgbClr val="3A346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4628335" y="4267713"/>
              <a:ext cx="63202" cy="63202"/>
            </a:xfrm>
            <a:prstGeom prst="ellipse">
              <a:avLst/>
            </a:prstGeom>
            <a:solidFill>
              <a:srgbClr val="3B4E8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596358" y="2927118"/>
              <a:ext cx="63202" cy="63202"/>
            </a:xfrm>
            <a:prstGeom prst="ellipse">
              <a:avLst/>
            </a:prstGeom>
            <a:solidFill>
              <a:srgbClr val="3B72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3056027" y="4753931"/>
              <a:ext cx="63202" cy="63202"/>
            </a:xfrm>
            <a:prstGeom prst="ellipse">
              <a:avLst/>
            </a:prstGeom>
            <a:solidFill>
              <a:srgbClr val="3B508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6020203" y="2929573"/>
              <a:ext cx="63202" cy="63202"/>
            </a:xfrm>
            <a:prstGeom prst="ellipse">
              <a:avLst/>
            </a:prstGeom>
            <a:solidFill>
              <a:srgbClr val="3B3D6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4391907" y="4541579"/>
              <a:ext cx="63202" cy="63202"/>
            </a:xfrm>
            <a:prstGeom prst="ellipse">
              <a:avLst/>
            </a:prstGeom>
            <a:solidFill>
              <a:srgbClr val="3A67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498857" y="3067530"/>
              <a:ext cx="63202" cy="63202"/>
            </a:xfrm>
            <a:prstGeom prst="ellipse">
              <a:avLst/>
            </a:prstGeom>
            <a:solidFill>
              <a:srgbClr val="3A74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4420910" y="4467164"/>
              <a:ext cx="63202" cy="63202"/>
            </a:xfrm>
            <a:prstGeom prst="ellipse">
              <a:avLst/>
            </a:prstGeom>
            <a:solidFill>
              <a:srgbClr val="3A63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2812052" y="4895874"/>
              <a:ext cx="63202" cy="63202"/>
            </a:xfrm>
            <a:prstGeom prst="ellipse">
              <a:avLst/>
            </a:prstGeom>
            <a:solidFill>
              <a:srgbClr val="3A599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4755148" y="4187507"/>
              <a:ext cx="63202" cy="63202"/>
            </a:xfrm>
            <a:prstGeom prst="ellipse">
              <a:avLst/>
            </a:prstGeom>
            <a:solidFill>
              <a:srgbClr val="3A6F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2681487" y="4948042"/>
              <a:ext cx="117405" cy="117405"/>
            </a:xfrm>
            <a:prstGeom prst="ellipse">
              <a:avLst/>
            </a:prstGeom>
            <a:solidFill>
              <a:srgbClr val="3C417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3346108" y="4796518"/>
              <a:ext cx="117405" cy="117405"/>
            </a:xfrm>
            <a:prstGeom prst="ellipse">
              <a:avLst/>
            </a:prstGeom>
            <a:solidFill>
              <a:srgbClr val="3B4F8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4349639" y="4641492"/>
              <a:ext cx="117405" cy="117405"/>
            </a:xfrm>
            <a:prstGeom prst="ellipse">
              <a:avLst/>
            </a:prstGeom>
            <a:solidFill>
              <a:srgbClr val="3B376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463793" y="3001325"/>
              <a:ext cx="117405" cy="117405"/>
            </a:xfrm>
            <a:prstGeom prst="ellipse">
              <a:avLst/>
            </a:prstGeom>
            <a:solidFill>
              <a:srgbClr val="38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5607920" y="2879905"/>
              <a:ext cx="117405" cy="117405"/>
            </a:xfrm>
            <a:prstGeom prst="ellipse">
              <a:avLst/>
            </a:prstGeom>
            <a:solidFill>
              <a:srgbClr val="3A346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2680537" y="4910622"/>
              <a:ext cx="52410" cy="84455"/>
            </a:xfrm>
            <a:custGeom>
              <a:avLst/>
              <a:pathLst>
                <a:path w="52410" h="84455">
                  <a:moveTo>
                    <a:pt x="0" y="0"/>
                  </a:moveTo>
                  <a:lnTo>
                    <a:pt x="52410" y="8445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3343615" y="4761250"/>
              <a:ext cx="53668" cy="82412"/>
            </a:xfrm>
            <a:custGeom>
              <a:avLst/>
              <a:pathLst>
                <a:path w="53668" h="82412">
                  <a:moveTo>
                    <a:pt x="0" y="0"/>
                  </a:moveTo>
                  <a:lnTo>
                    <a:pt x="53668" y="8241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346224" y="4609222"/>
              <a:ext cx="54303" cy="79529"/>
            </a:xfrm>
            <a:custGeom>
              <a:avLst/>
              <a:pathLst>
                <a:path w="54303" h="79529">
                  <a:moveTo>
                    <a:pt x="0" y="0"/>
                  </a:moveTo>
                  <a:lnTo>
                    <a:pt x="54303" y="7952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5542362" y="2789118"/>
              <a:ext cx="115213" cy="138606"/>
            </a:xfrm>
            <a:custGeom>
              <a:avLst/>
              <a:pathLst>
                <a:path w="115213" h="138606">
                  <a:moveTo>
                    <a:pt x="0" y="0"/>
                  </a:moveTo>
                  <a:lnTo>
                    <a:pt x="115213" y="13860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g3959"/>
            <p:cNvSpPr/>
            <p:nvPr/>
          </p:nvSpPr>
          <p:spPr>
            <a:xfrm>
              <a:off x="2122022" y="4761940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2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tx3960"/>
            <p:cNvSpPr/>
            <p:nvPr/>
          </p:nvSpPr>
          <p:spPr>
            <a:xfrm>
              <a:off x="2167742" y="4807660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1" name="pg3961"/>
            <p:cNvSpPr/>
            <p:nvPr/>
          </p:nvSpPr>
          <p:spPr>
            <a:xfrm>
              <a:off x="2792780" y="4612552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tx3962"/>
            <p:cNvSpPr/>
            <p:nvPr/>
          </p:nvSpPr>
          <p:spPr>
            <a:xfrm>
              <a:off x="2838500" y="4658272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63" name="pg3963"/>
            <p:cNvSpPr/>
            <p:nvPr/>
          </p:nvSpPr>
          <p:spPr>
            <a:xfrm>
              <a:off x="3803253" y="4460271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tx3964"/>
            <p:cNvSpPr/>
            <p:nvPr/>
          </p:nvSpPr>
          <p:spPr>
            <a:xfrm>
              <a:off x="3848973" y="4505991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65" name="pg3965"/>
            <p:cNvSpPr/>
            <p:nvPr/>
          </p:nvSpPr>
          <p:spPr>
            <a:xfrm>
              <a:off x="4848540" y="2880072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tx3966"/>
            <p:cNvSpPr/>
            <p:nvPr/>
          </p:nvSpPr>
          <p:spPr>
            <a:xfrm>
              <a:off x="4894260" y="2925792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67" name="pg3967"/>
            <p:cNvSpPr/>
            <p:nvPr/>
          </p:nvSpPr>
          <p:spPr>
            <a:xfrm>
              <a:off x="5209318" y="2597185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tx3968"/>
            <p:cNvSpPr/>
            <p:nvPr/>
          </p:nvSpPr>
          <p:spPr>
            <a:xfrm>
              <a:off x="5255038" y="2642905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69" name="rc3969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tx3970"/>
            <p:cNvSpPr/>
            <p:nvPr/>
          </p:nvSpPr>
          <p:spPr>
            <a:xfrm>
              <a:off x="1722549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1" name="tx3971"/>
            <p:cNvSpPr/>
            <p:nvPr/>
          </p:nvSpPr>
          <p:spPr>
            <a:xfrm>
              <a:off x="1846907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2" name="tx3972"/>
            <p:cNvSpPr/>
            <p:nvPr/>
          </p:nvSpPr>
          <p:spPr>
            <a:xfrm>
              <a:off x="1891621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3" name="tx3973"/>
            <p:cNvSpPr/>
            <p:nvPr/>
          </p:nvSpPr>
          <p:spPr>
            <a:xfrm>
              <a:off x="1722549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74" name="tx3974"/>
            <p:cNvSpPr/>
            <p:nvPr/>
          </p:nvSpPr>
          <p:spPr>
            <a:xfrm>
              <a:off x="1846907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5" name="tx3975"/>
            <p:cNvSpPr/>
            <p:nvPr/>
          </p:nvSpPr>
          <p:spPr>
            <a:xfrm>
              <a:off x="1891621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6" name="tx3976"/>
            <p:cNvSpPr/>
            <p:nvPr/>
          </p:nvSpPr>
          <p:spPr>
            <a:xfrm>
              <a:off x="1722549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77" name="tx3977"/>
            <p:cNvSpPr/>
            <p:nvPr/>
          </p:nvSpPr>
          <p:spPr>
            <a:xfrm>
              <a:off x="1846907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1891621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1722549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46907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91621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1722549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46907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91621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5" name="pl3985"/>
            <p:cNvSpPr/>
            <p:nvPr/>
          </p:nvSpPr>
          <p:spPr>
            <a:xfrm>
              <a:off x="2000107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2000107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2000107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2000107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2000107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244394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297312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350229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03147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6064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508982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561899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614817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tx3998"/>
            <p:cNvSpPr/>
            <p:nvPr/>
          </p:nvSpPr>
          <p:spPr>
            <a:xfrm>
              <a:off x="2275605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99" name="tx3999"/>
            <p:cNvSpPr/>
            <p:nvPr/>
          </p:nvSpPr>
          <p:spPr>
            <a:xfrm>
              <a:off x="24621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0" name="tx4000"/>
            <p:cNvSpPr/>
            <p:nvPr/>
          </p:nvSpPr>
          <p:spPr>
            <a:xfrm>
              <a:off x="25068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1" name="tx4001"/>
            <p:cNvSpPr/>
            <p:nvPr/>
          </p:nvSpPr>
          <p:spPr>
            <a:xfrm>
              <a:off x="282037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2" name="tx4002"/>
            <p:cNvSpPr/>
            <p:nvPr/>
          </p:nvSpPr>
          <p:spPr>
            <a:xfrm>
              <a:off x="297572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3" name="tx4003"/>
            <p:cNvSpPr/>
            <p:nvPr/>
          </p:nvSpPr>
          <p:spPr>
            <a:xfrm>
              <a:off x="302044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4" name="tx4004"/>
            <p:cNvSpPr/>
            <p:nvPr/>
          </p:nvSpPr>
          <p:spPr>
            <a:xfrm>
              <a:off x="334954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05" name="tx4005"/>
            <p:cNvSpPr/>
            <p:nvPr/>
          </p:nvSpPr>
          <p:spPr>
            <a:xfrm>
              <a:off x="350490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354961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387872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403407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407879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440789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456325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460796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493707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509242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513714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546624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562160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566631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599542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615077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619549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3899107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23" name="tx4023"/>
            <p:cNvSpPr/>
            <p:nvPr/>
          </p:nvSpPr>
          <p:spPr>
            <a:xfrm rot="-5400000">
              <a:off x="1358159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24" name="rc4024"/>
            <p:cNvSpPr/>
            <p:nvPr/>
          </p:nvSpPr>
          <p:spPr>
            <a:xfrm>
              <a:off x="6516327" y="3243743"/>
              <a:ext cx="1071043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5" name="tx4025"/>
            <p:cNvSpPr/>
            <p:nvPr/>
          </p:nvSpPr>
          <p:spPr>
            <a:xfrm>
              <a:off x="6585916" y="3328785"/>
              <a:ext cx="9318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585916" y="3479661"/>
              <a:ext cx="5435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027" name="pic40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585916" y="3664922"/>
              <a:ext cx="219455" cy="1097280"/>
            </a:xfrm>
            <a:prstGeom prst="rect">
              <a:avLst/>
            </a:prstGeom>
          </p:spPr>
        </p:pic>
        <p:sp>
          <p:nvSpPr>
            <p:cNvPr id="4028" name="pl4028"/>
            <p:cNvSpPr/>
            <p:nvPr/>
          </p:nvSpPr>
          <p:spPr>
            <a:xfrm>
              <a:off x="6761481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6761481" y="454164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6761481" y="432292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6761481" y="410420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6761481" y="388547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6761481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6585916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6585916" y="454164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6585916" y="432292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585916" y="410420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585916" y="388547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585916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tx4040"/>
            <p:cNvSpPr/>
            <p:nvPr/>
          </p:nvSpPr>
          <p:spPr>
            <a:xfrm>
              <a:off x="6874961" y="472032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1" name="tx4041"/>
            <p:cNvSpPr/>
            <p:nvPr/>
          </p:nvSpPr>
          <p:spPr>
            <a:xfrm>
              <a:off x="6874961" y="450159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2" name="tx4042"/>
            <p:cNvSpPr/>
            <p:nvPr/>
          </p:nvSpPr>
          <p:spPr>
            <a:xfrm>
              <a:off x="6874961" y="428287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3" name="tx4043"/>
            <p:cNvSpPr/>
            <p:nvPr/>
          </p:nvSpPr>
          <p:spPr>
            <a:xfrm>
              <a:off x="6874961" y="406414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4" name="tx4044"/>
            <p:cNvSpPr/>
            <p:nvPr/>
          </p:nvSpPr>
          <p:spPr>
            <a:xfrm>
              <a:off x="6874961" y="384542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5" name="tx4045"/>
            <p:cNvSpPr/>
            <p:nvPr/>
          </p:nvSpPr>
          <p:spPr>
            <a:xfrm>
              <a:off x="6874961" y="36267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2034901" y="1669789"/>
              <a:ext cx="3642695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to 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2034901" y="1998973"/>
              <a:ext cx="1422714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A">
                <a:alpha val="100000"/>
              </a:srgbClr>
            </a:solidFill>
            <a:ln w="5420" cap="flat">
              <a:solidFill>
                <a:srgbClr val="3C4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369184" y="4256773"/>
              <a:ext cx="252911" cy="252911"/>
            </a:xfrm>
            <a:prstGeom prst="ellipse">
              <a:avLst/>
            </a:prstGeom>
            <a:solidFill>
              <a:srgbClr val="6A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156157" y="4290865"/>
              <a:ext cx="252911" cy="252911"/>
            </a:xfrm>
            <a:prstGeom prst="ellipse">
              <a:avLst/>
            </a:prstGeom>
            <a:solidFill>
              <a:srgbClr val="3E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3535687" y="3046628"/>
              <a:ext cx="1088771" cy="640621"/>
            </a:xfrm>
            <a:custGeom>
              <a:avLst/>
              <a:pathLst>
                <a:path w="1088771" h="640621">
                  <a:moveTo>
                    <a:pt x="1088771" y="0"/>
                  </a:moveTo>
                  <a:lnTo>
                    <a:pt x="0" y="640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3508138" y="3981792"/>
              <a:ext cx="714831" cy="394537"/>
            </a:xfrm>
            <a:custGeom>
              <a:avLst/>
              <a:pathLst>
                <a:path w="714831" h="394537">
                  <a:moveTo>
                    <a:pt x="714831" y="0"/>
                  </a:moveTo>
                  <a:lnTo>
                    <a:pt x="0" y="39453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3295097" y="3559568"/>
              <a:ext cx="1534412" cy="850829"/>
            </a:xfrm>
            <a:custGeom>
              <a:avLst/>
              <a:pathLst>
                <a:path w="1534412" h="850829">
                  <a:moveTo>
                    <a:pt x="1534412" y="0"/>
                  </a:moveTo>
                  <a:lnTo>
                    <a:pt x="0" y="85082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4624459" y="2874458"/>
              <a:ext cx="1500987" cy="324612"/>
            </a:xfrm>
            <a:custGeom>
              <a:avLst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tx673"/>
            <p:cNvSpPr/>
            <p:nvPr/>
          </p:nvSpPr>
          <p:spPr>
            <a:xfrm>
              <a:off x="4670179" y="2920178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74" name="pg674"/>
            <p:cNvSpPr/>
            <p:nvPr/>
          </p:nvSpPr>
          <p:spPr>
            <a:xfrm>
              <a:off x="4222969" y="3805917"/>
              <a:ext cx="1554937" cy="324612"/>
            </a:xfrm>
            <a:custGeom>
              <a:avLst/>
              <a:pathLst>
                <a:path w="1554937" h="324612">
                  <a:moveTo>
                    <a:pt x="27432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tx675"/>
            <p:cNvSpPr/>
            <p:nvPr/>
          </p:nvSpPr>
          <p:spPr>
            <a:xfrm>
              <a:off x="4268689" y="3851637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76" name="pg676"/>
            <p:cNvSpPr/>
            <p:nvPr/>
          </p:nvSpPr>
          <p:spPr>
            <a:xfrm>
              <a:off x="4829509" y="3390297"/>
              <a:ext cx="1193383" cy="324612"/>
            </a:xfrm>
            <a:custGeom>
              <a:avLst/>
              <a:pathLst>
                <a:path w="1193383" h="324612">
                  <a:moveTo>
                    <a:pt x="27432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80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tx677"/>
            <p:cNvSpPr/>
            <p:nvPr/>
          </p:nvSpPr>
          <p:spPr>
            <a:xfrm>
              <a:off x="4875229" y="3436017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8" name="rc678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tx679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4" name="pl694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tx705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24" name="tx724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25" name="rc725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tx726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27" name="pic7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28" name="pl728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836004" y="412381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836004" y="390508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836004" y="368636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836004" y="346763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660439" y="412381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660439" y="390508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660439" y="368636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660439" y="346763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tx740"/>
            <p:cNvSpPr/>
            <p:nvPr/>
          </p:nvSpPr>
          <p:spPr>
            <a:xfrm>
              <a:off x="6949485" y="43024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6949485" y="408376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6949485" y="386503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6949485" y="364631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342758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949485" y="32088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2026-02-03T13:39:29Z</dcterms:modified>
  <cp:category/>
</cp:coreProperties>
</file>