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bin" ContentType="application/vnd.openxmlformats-officedocument.presentationml.printerSettings"/>
  <Default Extension="rels" ContentType="application/vnd.openxmlformats-package.relationships+xml"/>
  <Default Extension="gif" ContentType="image/gif"/>
  <Default Extension="png" ContentType="image/png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</Types>
</file>

<file path=_rels/.rels><?xml version="1.0" encoding="UTF-8" standalone="yes"?>

<Relationships  xmlns="http://schemas.openxmlformats.org/package/2006/relationships">
<Relationship Id="rId3" Type="http://schemas.openxmlformats.org/package/2006/relationships/metadata/core-properties" Target="docProps/core.xml"/>
<Relationship Id="rId4" Type="http://schemas.openxmlformats.org/officeDocument/2006/relationships/extended-properties" Target="docProps/app.xml"/>
<Relationship Id="rId1" Type="http://schemas.openxmlformats.org/officeDocument/2006/relationships/officeDocument" Target="ppt/presentation.xml"/>
<Relationship Id="rId2" Type="http://schemas.openxmlformats.org/package/2006/relationships/metadata/thumbnail" Target="docProps/thumbnail.jpeg"/>
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</p:sldIdLst>
  <p:sldSz cx="9144000" cy="6858000" type="screen4x3"/>
  <p:notesSz cx="6858000" cy="9144000"/>
  <p:custDataLst>
    <p:tags r:id="rId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2" d="100"/>
          <a:sy n="92" d="100"/>
        </p:scale>
        <p:origin x="-1376" y="-10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

<Relationships  xmlns="http://schemas.openxmlformats.org/package/2006/relationships">
<Relationship Id="rId3" Type="http://schemas.openxmlformats.org/officeDocument/2006/relationships/tags" Target="tags/tag1.xml"/>
<Relationship Id="rId4" Type="http://schemas.openxmlformats.org/officeDocument/2006/relationships/presProps" Target="presProps.xml"/>
<Relationship Id="rId5" Type="http://schemas.openxmlformats.org/officeDocument/2006/relationships/viewProps" Target="viewProps.xml"/>
<Relationship Id="rId6" Type="http://schemas.openxmlformats.org/officeDocument/2006/relationships/theme" Target="theme/theme1.xml"/>
<Relationship Id="rId7" Type="http://schemas.openxmlformats.org/officeDocument/2006/relationships/tableStyles" Target="tableStyles.xml"/>
<Relationship Id="rId1" Type="http://schemas.openxmlformats.org/officeDocument/2006/relationships/slideMaster" Target="slideMasters/slideMaster1.xml"/>
<Relationship Id="rId2" Type="http://schemas.openxmlformats.org/officeDocument/2006/relationships/printerSettings" Target="printerSettings/printerSettings1.bin"/>
<Relationship Id="rId8" Type="http://schemas.openxmlformats.org/officeDocument/2006/relationships/slide" Target="slides/slide1.xml"/>
<Relationship Id="rId9" Type="http://schemas.openxmlformats.org/officeDocument/2006/relationships/slide" Target="slides/slide2.xml"/>
<Relationship Id="rId10" Type="http://schemas.openxmlformats.org/officeDocument/2006/relationships/slide" Target="slides/slide3.xml"/>
<Relationship Id="rId11" Type="http://schemas.openxmlformats.org/officeDocument/2006/relationships/slide" Target="slides/slide4.xml"/>
<Relationship Id="rId12" Type="http://schemas.openxmlformats.org/officeDocument/2006/relationships/slide" Target="slides/slide5.xml"/>
<Relationship Id="rId13" Type="http://schemas.openxmlformats.org/officeDocument/2006/relationships/slide" Target="slides/slide6.xml"/>
<Relationship Id="rId14" Type="http://schemas.openxmlformats.org/officeDocument/2006/relationships/slide" Target="slides/slide7.xml"/>
<Relationship Id="rId15" Type="http://schemas.openxmlformats.org/officeDocument/2006/relationships/slide" Target="slides/slide8.xml"/>
</Relationships>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25e8acd4ba7ba11022f95afd307782cb1e07a0ce.png"/>
</Relationships>

</file>

<file path=ppt/slides/_rels/slide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25e8acd4ba7ba11022f95afd307782cb1e07a0ce.png"/>
</Relationships>

</file>

<file path=ppt/slides/_rels/slide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25e8acd4ba7ba11022f95afd307782cb1e07a0ce.png"/>
</Relationships>

</file>

<file path=ppt/slides/_rels/slide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25e8acd4ba7ba11022f95afd307782cb1e07a0ce.png"/>
</Relationships>

</file>

<file path=ppt/slides/_rels/slide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25e8acd4ba7ba11022f95afd307782cb1e07a0ce.png"/>
</Relationships>

</file>

<file path=ppt/slides/_rels/slide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25e8acd4ba7ba11022f95afd307782cb1e07a0ce.png"/>
</Relationships>

</file>

<file path=ppt/slides/_rels/slide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25e8acd4ba7ba11022f95afd307782cb1e07a0ce.png"/>
</Relationships>

</file>

<file path=ppt/slides/_rels/slide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25e8acd4ba7ba11022f95afd307782cb1e07a0ce.png"/>
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914400" y="914400"/>
            <a:ext cx="5943600" cy="3657600"/>
            <a:chOff x="914400" y="914400"/>
            <a:chExt cx="5943600" cy="365760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319740" y="914400"/>
              <a:ext cx="5132918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1389329" y="983989"/>
              <a:ext cx="4993740" cy="351842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1935545" y="1386057"/>
              <a:ext cx="3501561" cy="271461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265396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692120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118843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3545567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972290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399014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825737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5252461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35545" y="3848191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935545" y="3323809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935545" y="2799427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935545" y="2275045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935545" y="1750663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h20"/>
            <p:cNvSpPr/>
            <p:nvPr/>
          </p:nvSpPr>
          <p:spPr>
            <a:xfrm>
              <a:off x="3819257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3828641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3838026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3856794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3866178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3875563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4307239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4316623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4326008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3800488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3809873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3819257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3828641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3838026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3847410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3856794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3866178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3875563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4297855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4307239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4316623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4326008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4335392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3791104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3800488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3809873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3819257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2">
                <a:alpha val="100000"/>
              </a:srgbClr>
            </a:solidFill>
            <a:ln w="5420" cap="flat">
              <a:solidFill>
                <a:srgbClr val="3A74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3828641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3838026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3847410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3856794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3866178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3875563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3884947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4297855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4307239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4316623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4326008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4335392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374418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3753567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3762951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3772336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3781720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3791104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3800488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380987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3819257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3828641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3838026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3847410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3856794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3866178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387556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4307239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431662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4326008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3716030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3725414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3734799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3744183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3753567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3762951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3772336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3781720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3791104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3800488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3809873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3819257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3828641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3838026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3847410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3856794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3866178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4316623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3706646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3716030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3725414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3734799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3744183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3753567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3762951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3772336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3781720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3791104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3800488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3809873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3819257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3828641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3838026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3687877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3697262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3706646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3716030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3725414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3734799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3744183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3753567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3762951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3772336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3781720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3791104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3800488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3809873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3659724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3669109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3678493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3687877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3697262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3706646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3716030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3725414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3734799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3744183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3753567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3762951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3772336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3781720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3640956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3650340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3659724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3669109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3678493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3687877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3697262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3706646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3716030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3725414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3734799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3744183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3631572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3640956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3650340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3659724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3669109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3678493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3687877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3697262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3706646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3716030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3725414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3622187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3631572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3640956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3650340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3659724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3669109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3678493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3687877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3697262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3706646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3612803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3622187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3631572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3640956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3650340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3659724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3669109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3678493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3687877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3584650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3594035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3603419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3612803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3622187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3631572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3640956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3650340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3659724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3669109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3575266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3584650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3594035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3603419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3612803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3622187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3631572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3640956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3650340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4335392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3528345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3537729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3547113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3556497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3565882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3575266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3584650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3594035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3603419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3612803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3622187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3631572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3640956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4307239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4316623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4326008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4335392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4344776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3518960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352834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353772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3547113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3556497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3565882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3575266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3584650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359403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360341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3612803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3622187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3631572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423216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424154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4250934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4260318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4288471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429785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430723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4316623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4326008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4335392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4344776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4354161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3518960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352834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353772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3547113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3556497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3565882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3575266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3584650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359403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360341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3612803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3622187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4222781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423216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424154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4250934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4260318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4269702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4279086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4288471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429785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430723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4316623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4326008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4335392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4344776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3518960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352834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353772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3547113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3556497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356588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357526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3584650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359403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360341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3612803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3622187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4147707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4157091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416647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417585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420401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421339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4222781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423216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424154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4250934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4260318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426970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427908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4288471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429785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430723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4316623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4326008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433539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434477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350957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3518960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352834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353772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3547113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3556497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356588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357526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3584650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359403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360341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3612803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413832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4147707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4157091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416647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417585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4185244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4194628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420401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421339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4222781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423216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424154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4250934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4260318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426970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427908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4288471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429785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430723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4316623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4326008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433539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434477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349080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350019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350957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3518960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352834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353772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3547113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3556497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356588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357526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3584650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413832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4147707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4157091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416647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417585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4185244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419462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420401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421339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4222781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423216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424154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4250934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426031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426970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427908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4288471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429785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430723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4316623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432600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433539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434477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349080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350019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350957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3518960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352834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353772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3547113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3556497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356588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413832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4147707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415709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416647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417585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4185244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419462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420401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421339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422278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423216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424154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4250934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426031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426970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427908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428847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429785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430723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4316623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432600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433539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434477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435416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349080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350019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350957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3518960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3528345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3537729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412893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413832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4147707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4157091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4166475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4175859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4185244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419462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420401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421339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4222781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426970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427908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4288471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4297855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4307239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4316623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432600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433539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434477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349080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350019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3509576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3518960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4091401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4100785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4110169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4119554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412893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413832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4147707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4157091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4166475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4175859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4250934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426031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426970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4279086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4288471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4297855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4307239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4316623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432600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433539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399755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400694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4016327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402571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403509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4044480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4053864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406324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407263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4082017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409140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410078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411016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4119554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412893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413832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4147707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415709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416647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417585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423216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424154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4250934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426031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426970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4279086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428847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429785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430723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4316623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398817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399755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400694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4016327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402571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403509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4044480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405386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406324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407263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4082017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409140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410078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4110169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411955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412893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413832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4147707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415709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416647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422278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423216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4241549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425093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426031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426970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4279086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428847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429785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4307239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3978790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398817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399755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073">
                <a:alpha val="100000"/>
              </a:srgbClr>
            </a:solidFill>
            <a:ln w="5420" cap="flat">
              <a:solidFill>
                <a:srgbClr val="3B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400694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4016327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402571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4035095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4044480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405386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406324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407263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4082017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409140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4100785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4110169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411955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412893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413832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4147707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415709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422278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4232165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4241549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425093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426031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426970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4279086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428847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3978790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398817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3997558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4006942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4016327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4025711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4035095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4044480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405386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4063248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4072632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4082017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4091401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4100785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4110169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411955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4222781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4232165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4241549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425093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4260318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4269702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3969405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3978790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3988174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3997558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4006942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4016327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4025711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4035095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4044480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4053864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4063248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4072632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4082017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4091401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4213396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4222781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4232165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4241549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4250934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4260318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3922484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3931868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5">
                <a:alpha val="100000"/>
              </a:srgbClr>
            </a:solidFill>
            <a:ln w="5420" cap="flat">
              <a:solidFill>
                <a:srgbClr val="382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3941253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3264B">
                <a:alpha val="100000"/>
              </a:srgbClr>
            </a:solidFill>
            <a:ln w="5420" cap="flat">
              <a:solidFill>
                <a:srgbClr val="332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3950637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22548">
                <a:alpha val="100000"/>
              </a:srgbClr>
            </a:solidFill>
            <a:ln w="5420" cap="flat">
              <a:solidFill>
                <a:srgbClr val="3225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3960021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274D">
                <a:alpha val="100000"/>
              </a:srgbClr>
            </a:solidFill>
            <a:ln w="5420" cap="flat">
              <a:solidFill>
                <a:srgbClr val="3427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3969405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2A53">
                <a:alpha val="100000"/>
              </a:srgbClr>
            </a:solidFill>
            <a:ln w="5420" cap="flat">
              <a:solidFill>
                <a:srgbClr val="372A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3978790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3988174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3997558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4006942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4016327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4025711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4035095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4044480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4063248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4072632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4082017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4213396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4222781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4232165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4241549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4250934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389433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390371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3913100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3922484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3931868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3264A">
                <a:alpha val="100000"/>
              </a:srgbClr>
            </a:solidFill>
            <a:ln w="5420" cap="flat">
              <a:solidFill>
                <a:srgbClr val="332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3941253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B203C">
                <a:alpha val="100000"/>
              </a:srgbClr>
            </a:solidFill>
            <a:ln w="5420" cap="flat">
              <a:solidFill>
                <a:srgbClr val="2B20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3950637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B203C">
                <a:alpha val="100000"/>
              </a:srgbClr>
            </a:solidFill>
            <a:ln w="5420" cap="flat">
              <a:solidFill>
                <a:srgbClr val="2B20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396002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F2343">
                <a:alpha val="100000"/>
              </a:srgbClr>
            </a:solidFill>
            <a:ln w="5420" cap="flat">
              <a:solidFill>
                <a:srgbClr val="2F23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396940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274C">
                <a:alpha val="100000"/>
              </a:srgbClr>
            </a:solidFill>
            <a:ln w="5420" cap="flat">
              <a:solidFill>
                <a:srgbClr val="3427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3978790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3988174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3997558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4006942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402571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403509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4213396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422278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423216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4241549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4250934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3884947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3894331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3903715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3913100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3922484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393186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3941253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3950637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274C">
                <a:alpha val="100000"/>
              </a:srgbClr>
            </a:solidFill>
            <a:ln w="5420" cap="flat">
              <a:solidFill>
                <a:srgbClr val="3427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3960021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284F">
                <a:alpha val="100000"/>
              </a:srgbClr>
            </a:solidFill>
            <a:ln w="5420" cap="flat">
              <a:solidFill>
                <a:srgbClr val="3528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3969405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3978790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3988174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399755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4213396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4222781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4232165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4241549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4250934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426031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4269702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4307239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4316623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432600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4335392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4344776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3875563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3884947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389433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390371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3913100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3922484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3931868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3941253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3">
                <a:alpha val="100000"/>
              </a:srgbClr>
            </a:solidFill>
            <a:ln w="5420" cap="flat">
              <a:solidFill>
                <a:srgbClr val="3C41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3950637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396002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396940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3978790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3988174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422278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423216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4241549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4250934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4260318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4269702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4279086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429785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4307239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4316623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4326008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4335392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4344776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435416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386617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3875563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3884947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389433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3903715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3913100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3922484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393186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3941253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3950637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396002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422278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4232165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4241549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4250934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426031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4269702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4279086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428847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4297855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4307239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4316623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432600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4335392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4344776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435416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3856794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386617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3875563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3884947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3894331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3903715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3913100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3922484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393186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4232165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4241549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4250934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426031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4269702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4279086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4288471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4297855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4307239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4316623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432600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4335392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4344776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3847410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3856794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3866178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3875563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3884947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3894331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3903715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4241549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4250934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4260318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4269702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4279086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4288471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4297855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4307239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4316623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4326008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4335392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3847410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3856794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3866178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3875563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3884947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3894331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4260318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4269702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4279086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4288471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4297855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4307239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4316623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3838026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3847410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3856794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3866178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3875563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3884947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4279086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4288471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4297855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3828641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3838026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3847410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3856794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3866178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3875563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3828641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3838026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3847410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3856794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3866178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3819257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3828641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3838026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3847410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3856794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3866178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3819257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3828641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3838026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3847410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3856794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3866178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3819257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3828641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3838026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3847410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3856794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3866178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3819257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3828641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3838026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3847410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3856794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3866178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3875563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3809873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3819257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3828641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3838026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3847410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3856794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3866178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3800488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3809873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3819257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3828641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3838026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3847410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3856794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3800488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3809873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3819257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3828641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3838026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3847410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3856794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3875563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3884947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3894331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3903715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3800488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3809873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3819257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3828641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3838026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3847410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3856794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3866178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3875563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3884947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3894331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3903715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3913100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3819257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3828641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3838026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3847410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3856794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3866178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3875563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3884947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3894331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3903715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3913100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3922484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3781720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3791104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3800488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3809873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3838026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3847410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3856794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3866178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3875563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3884947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3894331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3903715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3913100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3922484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3772336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3781720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3791104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3800488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3809873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3819257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3828641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3838026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3847410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3856794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3866178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3875563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3884947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3894331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3903715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3913100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3922484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3931868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3772336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3781720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3791104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3800488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3809873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3819257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3828641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3838026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3847410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3856794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3866178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3875563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3884947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3894331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3903715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3913100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3922484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3931868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3772336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3781720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3791104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3800488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3809873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3819257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3828641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3838026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3847410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3856794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3866178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3875563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3884947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3894331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3903715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3913100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3922484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3931868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365972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3697262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3706646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371603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372541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3734799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3744183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3753567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3762951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3772336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378172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379110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3800488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3809873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3819257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3828641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3838026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384741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385679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3866178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3875563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3884947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3894331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3903715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391310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392248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355649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3565882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357526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3631572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364095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365034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365972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3669109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367849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368787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3697262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370664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371603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372541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3734799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374418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375356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3762951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377233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378172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379110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3800488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380987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381925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3828641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383802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384741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385679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3866178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387556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388494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3894331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354711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355649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3565882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357526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358465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361280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362218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3631572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364095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365034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365972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3669109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367849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368787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3697262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370664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371603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372541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3734799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374418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375356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3762951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377233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378172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379110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3800488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380987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381925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3828641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384741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385679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354711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355649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3565882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357526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358465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3594035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3603419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361280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362218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3631572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364095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365034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3659724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3669109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367849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368787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3697262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370664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371603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3725414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3734799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374418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375356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3762951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377233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378172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3791104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355649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3565882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3575266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6">
                <a:alpha val="100000"/>
              </a:srgbClr>
            </a:solidFill>
            <a:ln w="5420" cap="flat">
              <a:solidFill>
                <a:srgbClr val="3986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3584650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3594035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3603419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3612803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362218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3631572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3640956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3650340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3659724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3669109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3678493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368787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3697262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3706646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3716030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3725414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3734799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375356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3556497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3565882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3575266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3584650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3594035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3603419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3612803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3622187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3631572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3640956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3650340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3547113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3556497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3565882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3575266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3584650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3594035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3603419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3612803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3622187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3537729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3547113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3556497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3565882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3575266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3584650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3594035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3603419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3528345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3537729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3547113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3556497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3565882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3575266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3584650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3528345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3537729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3547113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3556497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3565882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3575266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3584650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3528345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3537729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3547113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3556497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3565882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3575266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3584650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3528345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3537729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3547113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3556497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3565882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3575266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3584650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3472039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3481423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3547113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3556497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3565882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3575266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3584650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3453270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3462655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3472039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3481423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3490808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3547113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3556497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3565882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3575266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3584650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3434502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3443886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3453270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3462655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3472039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3481423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3490808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3537729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3547113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3556497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3565882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3575266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3425118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3434502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3443886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3453270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3462655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3472039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3481423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3490808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3537729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3547113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3556497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3565882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3575266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3378196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3387581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3396965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3406349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3415733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3425118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3434502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3443886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3453270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3462655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3472039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3481423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3528345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3537729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3547113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3556497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3565882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3575266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3368812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3378196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3387581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3396965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3406349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3415733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3425118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3434502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3443886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3453270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AF">
                <a:alpha val="100000"/>
              </a:srgbClr>
            </a:solidFill>
            <a:ln w="5420" cap="flat">
              <a:solidFill>
                <a:srgbClr val="6A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3462655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3472039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3518960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3528345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3537729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3547113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3556497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3565882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3575266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3350043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3359428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3368812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3378196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3387581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3396965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3406349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3415733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3425118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3434502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3443886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3453270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3509576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3518960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3528345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3537729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3547113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3556497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333127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334065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335004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3359428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3368812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3378196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3387581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339696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340634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341573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3425118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3434502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3443886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3453270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346265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347203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348142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3500192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3509576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3518960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352834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353772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354711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3556497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333127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334065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335004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3359428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3368812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3378196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3387581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339696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340634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341573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3425118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3434502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3443886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3453270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346265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347203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348142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3490808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3500192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3509576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3518960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352834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353772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354711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333127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334065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3350043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3359428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3368812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3378196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3387581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339696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340634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3415733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3425118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3434502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3443886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453270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346265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347203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481423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3490808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3500192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3509576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3518960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352834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353772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330312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331250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333127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3340659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3350043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3359428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336881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337819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3387581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339696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3425118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343450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344388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3453270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346265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3472039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3481423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3490808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350019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350957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3518960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352834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3293738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330312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331250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9D9BC">
                <a:alpha val="100000"/>
              </a:srgbClr>
            </a:solidFill>
            <a:ln w="5420" cap="flat">
              <a:solidFill>
                <a:srgbClr val="89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3321891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3331275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3340659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3350043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3359428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336881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337819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3387581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3396965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343450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344388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3453270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3462655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3472039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3481423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3490808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350019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350957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3518960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3284354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3293738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330312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331250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3321891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3331275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3340659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3350043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3359428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336881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337819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3387581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3396965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343450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344388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3453270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3462655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3472039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3481423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3490808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350019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350957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327496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3284354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3293738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3303122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3312506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3321891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3331275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334065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3350043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3359428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3368812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3378196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3387581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3396965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340634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3443886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3453270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3462655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347203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3481423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3490808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3500192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327496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3284354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3293738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3303122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3312506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3321891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3331275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334065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3350043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3359428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3368812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3378196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3387581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3396965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40634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3443886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3453270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3462655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347203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3481423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3490808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326558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327496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3284354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3293738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3303122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3312506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3321891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333127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334065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3350043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3359428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3368812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3378196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3387581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BF">
                <a:alpha val="100000"/>
              </a:srgbClr>
            </a:solidFill>
            <a:ln w="5420" cap="flat">
              <a:solidFill>
                <a:srgbClr val="91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339696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340634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3415733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3443886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3453270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346265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347203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3481423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3490808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326558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327496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3284354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329373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3303122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3312506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3321891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333127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334065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3350043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335942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3368812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3378196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3387581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339696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340634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3415733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342511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3453270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346265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347203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3481423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2">
                <a:alpha val="100000"/>
              </a:srgbClr>
            </a:solidFill>
            <a:ln w="5420" cap="flat">
              <a:solidFill>
                <a:srgbClr val="72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349080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326558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327496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3284354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329373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3303122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3312506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3321891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333127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334065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3350043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335942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3368812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3378196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3387581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9">
                <a:alpha val="100000"/>
              </a:srgbClr>
            </a:solidFill>
            <a:ln w="5420" cap="flat">
              <a:solidFill>
                <a:srgbClr val="A4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339696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340634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3415733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342511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3443886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3453270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346265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347203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3481423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349080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327496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3284354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329373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3303122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3312506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3321891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3331275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334065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3350043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335942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3368812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3378196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3387581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3396965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340634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3415733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342511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3434502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3443886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3453270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3462655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347203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3481423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349080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3284354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3293738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3303122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3312506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3321891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3331275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3340659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3350043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3359428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EF0DD">
                <a:alpha val="100000"/>
              </a:srgbClr>
            </a:solidFill>
            <a:ln w="5420" cap="flat">
              <a:solidFill>
                <a:srgbClr val="CE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3368812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3378196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3387581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5CD">
                <a:alpha val="100000"/>
              </a:srgbClr>
            </a:solidFill>
            <a:ln w="5420" cap="flat">
              <a:solidFill>
                <a:srgbClr val="AF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3396965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3406349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3415733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3425118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3434502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3443886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3453270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3462655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3472039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3481423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3284354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3293738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3303122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3312506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3321891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3331275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3340659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9EEDB">
                <a:alpha val="100000"/>
              </a:srgbClr>
            </a:solidFill>
            <a:ln w="5420" cap="flat">
              <a:solidFill>
                <a:srgbClr val="C9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3350043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D5F2E0">
                <a:alpha val="100000"/>
              </a:srgbClr>
            </a:solidFill>
            <a:ln w="5420" cap="flat">
              <a:solidFill>
                <a:srgbClr val="D5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3359428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D6F2E1">
                <a:alpha val="100000"/>
              </a:srgbClr>
            </a:solidFill>
            <a:ln w="5420" cap="flat">
              <a:solidFill>
                <a:srgbClr val="D6F2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3368812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3378196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3387581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3396965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3406349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3415733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3425118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3434502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3443886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3453270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3462655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3472039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3303122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3312506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3321891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3331275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3340659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3350043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3359428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3368812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3378196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3387581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3396965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3406349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3415733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3425118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3434502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3443886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3453270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3462655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3312506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3321891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3331275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3340659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3350043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3359428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3368812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3378196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3387581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3396965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3406349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3415733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3425118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AF">
                <a:alpha val="100000"/>
              </a:srgbClr>
            </a:solidFill>
            <a:ln w="5420" cap="flat">
              <a:solidFill>
                <a:srgbClr val="6A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3434502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3443886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3453270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3321891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3331275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3340659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3350043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3359428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3368812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3378196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387581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3396965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3406349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3415733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3425118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3434502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3443886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3453270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3284354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3293738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3303122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3312506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3321891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3331275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3340659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3350043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3359428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3368812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3378196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3387581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3396965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3406349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3415733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3425118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3434502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3443886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3274969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3284354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3293738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3303122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6CF">
                <a:alpha val="100000"/>
              </a:srgbClr>
            </a:solidFill>
            <a:ln w="5420" cap="flat">
              <a:solidFill>
                <a:srgbClr val="B2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3312506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3321891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3331275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3340659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3350043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3359428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3368812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3378196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3387581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3396965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3406349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3415733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3425118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3434502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3443886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3274969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3284354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3293738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3303122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3312506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3321891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3331275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3340659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3350043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3359428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3368812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3378196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3387581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3396965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3406349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3415733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3425118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3434502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4">
                <a:alpha val="100000"/>
              </a:srgbClr>
            </a:solidFill>
            <a:ln w="5420" cap="flat">
              <a:solidFill>
                <a:srgbClr val="77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3274969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3284354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3293738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3303122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3312506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3321891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3331275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BEFDB">
                <a:alpha val="100000"/>
              </a:srgbClr>
            </a:solidFill>
            <a:ln w="5420" cap="flat">
              <a:solidFill>
                <a:srgbClr val="CBEF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3340659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D0F0DE">
                <a:alpha val="100000"/>
              </a:srgbClr>
            </a:solidFill>
            <a:ln w="5420" cap="flat">
              <a:solidFill>
                <a:srgbClr val="D0F0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3350043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3ECD8">
                <a:alpha val="100000"/>
              </a:srgbClr>
            </a:solidFill>
            <a:ln w="5420" cap="flat">
              <a:solidFill>
                <a:srgbClr val="C3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3359428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3368812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3378196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3387581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3396965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3406349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3415733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3425118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3284354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3293738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3303122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3312506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3321891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3331275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DEFDC">
                <a:alpha val="100000"/>
              </a:srgbClr>
            </a:solidFill>
            <a:ln w="5420" cap="flat">
              <a:solidFill>
                <a:srgbClr val="CD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3340659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D3F1DF">
                <a:alpha val="100000"/>
              </a:srgbClr>
            </a:solidFill>
            <a:ln w="5420" cap="flat">
              <a:solidFill>
                <a:srgbClr val="D3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3350043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EF0DD">
                <a:alpha val="100000"/>
              </a:srgbClr>
            </a:solidFill>
            <a:ln w="5420" cap="flat">
              <a:solidFill>
                <a:srgbClr val="CE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3359428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3368812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3378196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3387581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3396965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3406349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3415733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3312506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3321891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3331275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7EED9">
                <a:alpha val="100000"/>
              </a:srgbClr>
            </a:solidFill>
            <a:ln w="5420" cap="flat">
              <a:solidFill>
                <a:srgbClr val="C7EE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3340659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9EEDB">
                <a:alpha val="100000"/>
              </a:srgbClr>
            </a:solidFill>
            <a:ln w="5420" cap="flat">
              <a:solidFill>
                <a:srgbClr val="C9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3350043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7EED9">
                <a:alpha val="100000"/>
              </a:srgbClr>
            </a:solidFill>
            <a:ln w="5420" cap="flat">
              <a:solidFill>
                <a:srgbClr val="C7EE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3359428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3368812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3378196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3387581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3396965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3406349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3415733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3331275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3340659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3350043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3359428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3368812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3378196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3387581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3396965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3406349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3415733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3340659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3350043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3359428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3368812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3378196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3387581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3396965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3406349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3415733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3350043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3359428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3368812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3378196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3387581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3396965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3406349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3415733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3425118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3378196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3387581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3396965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3406349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3415733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3425118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3331275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3368812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3378196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3387581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3396965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3406349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3415733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3425118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3321891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3331275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3340659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3350043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3359428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3368812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3378196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3387581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3396965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3406349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3415733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3425118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3312506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3321891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3331275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3340659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3350043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3359428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3368812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3378196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3387581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3396965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3406349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3415733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3425118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3434502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3312506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3321891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3331275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3340659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3350043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3359428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3368812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3378196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3387581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3396965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3406349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3415733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3425118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3434502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3443886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3312506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3321891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3331275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3340659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3350043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3359428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3368812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3378196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3387581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3396965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3406349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3415733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3425118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3434502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3443886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3312506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3321891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3331275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3340659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3350043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3359428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3368812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3378196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3387581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3396965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3406349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3415733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3425118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3434502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3443886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3453270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3321891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3331275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3340659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3350043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3359428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3368812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3378196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3387581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3396965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3406349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3415733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3425118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3434502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3443886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3453270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3293738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3303122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3312506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3321891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3331275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3340659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3350043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3359428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3368812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3378196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3387581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3396965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3406349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3415733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3425118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3434502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3443886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3293738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3303122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3312506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3321891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3331275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3340659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3350043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3359428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3368812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3378196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3387581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3396965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3406349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3415733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3425118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3434502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3293738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3303122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3312506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3321891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3331275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3340659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3350043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3359428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3368812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3378196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3387581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3396965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3406349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3415733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3425118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3293738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3303122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3312506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3321891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3331275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3340659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3350043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3359428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3368812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3378196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3387581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3396965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3406349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3415733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3284354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3293738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3303122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3312506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3321891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3331275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3340659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3350043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3359428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3368812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3378196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3387581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3396965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3284354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3293738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3303122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3312506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3321891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3331275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3340659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3350043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3359428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3368812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3378196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3387581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3284354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3293738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3303122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3312506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3321891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3331275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3340659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3350043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3359428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3368812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3378196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3265585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3274969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3284354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3293738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3303122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3312506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3321891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3331275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3340659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3350043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3359428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3368812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3378196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3256201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3265585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3274969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3284354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3293738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3303122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3312506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3321891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3331275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3340659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3350043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3359428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3368812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3378196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3256201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3265585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3274969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3284354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3293738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3303122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3312506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3321891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3331275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3340659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3350043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3359428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3368812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3246816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3256201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3265585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3274969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3284354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3293738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3303122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3312506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3321891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3331275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3340659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3350043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3359428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3237432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3246816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3256201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3265585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3274969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3284354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3293738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3303122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3312506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3321891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3331275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3340659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3218664" y="1944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3228048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3237432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3246816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3256201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3265585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3274969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3284354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3293738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3209279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3218664" y="1955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3228048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3237432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3246816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3256201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3265585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3274969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3190511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3199895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3209279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3218664" y="196734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3228048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3237432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3246816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3256201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3265585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3162358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3171742" y="197887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3181127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3190511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3199895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3209279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3218664" y="197887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3228048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3237432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3246816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3256201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3143589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3152974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3162358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3171742" y="199041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3181127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3190511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3199895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3209279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3218664" y="199041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3228048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3237432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3246816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3134205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3143589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3152974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3162358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3171742" y="2001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3181127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3190511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3199895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3209279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3218664" y="2001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3228048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3237432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3246816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3124821" y="201347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3134205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3143589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3152974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3162358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3171742" y="201347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3181127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3190511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3199895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3209279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3218664" y="201347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3228048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3237432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3115437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3124821" y="2025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3134205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3143589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3152974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3162358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3171742" y="2025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3106052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3115437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3124821" y="2036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3134205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3143589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3152974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3162358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3096668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3106052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3115437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3124821" y="204807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3134205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3143589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3152974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3096668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3106052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3115437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3124821" y="2059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3134205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3143589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3077900" y="2071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3087284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3096668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3106052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3115437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3124821" y="2071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3134205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3068515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3077900" y="2082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3087284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3096668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3106052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3115437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3124821" y="2082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3134205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3049747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3059131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3068515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3077900" y="2094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3087284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3096668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3106052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3115437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3124821" y="2094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3040362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3049747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3059131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3068515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3077900" y="210573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087284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096668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106052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2993441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002825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012210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021594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030978" y="211726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040362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049747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059131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068515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077900" y="211726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087284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096668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2974673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2984057" y="212879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2993441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002825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012210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021594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030978" y="212879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040362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049747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059131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068515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077900" y="212879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087284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2965288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2974673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2984057" y="2140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2993441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3002825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3012210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3021594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3030978" y="2140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3040362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3049747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3059131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3068515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965288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974673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984057" y="215185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993441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3002825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3012210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3021594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3030978" y="215185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3040362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3049747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3059131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965288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974673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984057" y="2163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993441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3002825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3012210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3021594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3030978" y="2163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965288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974673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984057" y="2174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993441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3002825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3012210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3021594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946520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955904" y="2186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965288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974673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984057" y="2186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993441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3002825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3012210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946520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955904" y="2197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965288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974673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984057" y="2197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993441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3002825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937135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946520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955904" y="2209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965288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974673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984057" y="2209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993441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937135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946520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955904" y="222104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965288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974673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2984057" y="222104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2927751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2937135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2946520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2955904" y="2232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2965288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2974673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2927751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2937135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2946520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2955904" y="224411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2965288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2918367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2927751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2937135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2946520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2955904" y="225564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2965288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2918367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2927751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2937135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2946520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2955904" y="226717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2908983" y="227870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2918367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2927751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2937135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2946520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2955904" y="227870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2908983" y="2290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2918367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2927751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2937135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2946520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2955904" y="2290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2908983" y="230177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2918367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2927751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2937135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2946520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2355311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2364695" y="2313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2374079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2383463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2908983" y="2313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2918367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2927751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2937135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2355311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2364695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2374079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2383463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2392848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2430385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2439769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2449153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2458538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2467922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2908983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2918367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2927751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2937135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2946520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2289621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229900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2345926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2355311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2364695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2374079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2383463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2392848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243038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2439769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2449153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2458538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2467922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2477306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2486690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249607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2505459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2514843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2524228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2533612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2908983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2918367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2927751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293713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2946520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216762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217700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2186394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219577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220516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2252084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226146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227085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228023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228962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229900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230838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2317774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232715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233654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234592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235531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2364695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237407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2383463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2392848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240223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241161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242100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243038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243976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2449153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2458538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246792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247730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2486690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249607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250545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2514843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252422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253361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254299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257114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2908983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2918367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292775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293713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2946520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215824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216762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217700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2186394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219577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220516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214547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22393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23331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24269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252084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26146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27085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28023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28962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29900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30838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317774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32715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33654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34592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35531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364695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37407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383463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392848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40223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41161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42100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43038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43976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449153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458538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46792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47730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486690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49607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50545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514843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52422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53361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54299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552380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56176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57114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580533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589917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918367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92775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93713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946520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14885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15824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16762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17700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18639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19577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220516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221454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222393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223331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224269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225208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226146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227085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228023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228962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229900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230838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231777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232715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233654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234592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235531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2364695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237407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238346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2392848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240223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241161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242100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243038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243976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244915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2458538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246792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247730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2486690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249607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250545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51484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52422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53361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54299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552380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56176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57114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580533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58991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683760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69314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70252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71191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91836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92775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93713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946520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955904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186732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187671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14885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15824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16762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17700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18639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19577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20516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21454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22393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23331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24269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25208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26146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27085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28023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228962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229900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230838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31777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32715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33654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34592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35531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364695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37407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38346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392848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40223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41161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42100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43038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43976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44915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458538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46792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47730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486690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49607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50545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251484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252422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253361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254299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2552380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256176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257114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2580533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258991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2674376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2683760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269314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270252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271191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2721297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2730681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291836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292775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293713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2946520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2955904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185794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186732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1876713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188609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189548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214885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215824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216762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217700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218639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219577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220516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221454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22393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23331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24269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25208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26146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27085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35531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364695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37407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383463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392848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40223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411616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42100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43038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43976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52422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53361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2542996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552380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56176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57114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580533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58991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59930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65560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66499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674376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2683760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69314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270252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2711913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721297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730681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740066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749450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291836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92775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93713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946520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955904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178287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179225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180163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184856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185794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186732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187671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188609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189548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1904866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191425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192363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193301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194240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201747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202686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203624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204563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205501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214885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215824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216762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217700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218639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219577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220516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221454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222393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223331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224269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225208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226146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227085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2552380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256176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257114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2580533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258991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259930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2608686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2627454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263683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264622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265560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266499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2674376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268376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269314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270252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71191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721297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730681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740066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74945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75883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92775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93713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94652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2955904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176410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177348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178287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179225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180163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181102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183917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184856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185794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186732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187671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188609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189548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190486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191425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192363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193301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194240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195178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196117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00809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01747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02686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03624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04563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05501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06439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07378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16762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17700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18639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19577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20516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21454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22393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23331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24269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25208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26146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27085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56176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57114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580533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58991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59930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60868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261807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2627454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263683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264622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265560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266499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2674376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268376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269314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270252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271191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2721297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2730681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2740066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274945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275883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2768219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292775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293713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294652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2955904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296528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175471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176410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177348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178287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179225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180163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181102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182040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182979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183917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184856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185794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186732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187671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188609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189548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190486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191425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192363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193301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194240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195178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196117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197055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197994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198932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199870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200809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201747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202686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203624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204563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205501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206439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207378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208316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209255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210193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217700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218639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219577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221454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222393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223331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224269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225208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226146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227085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257114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2580533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258991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259930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260868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261807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2627454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263683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264622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265560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266499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2674376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268376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269314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2721297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2730681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2740066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274945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275883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2768219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2777603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292775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293713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294652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2955904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296528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175471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176410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177348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178287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179225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180163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181102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182040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182979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183917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184856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185794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186732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187671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188609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189548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190486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191425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192363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193301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194240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195178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196117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197055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197994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198932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199870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200809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201747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202686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203624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204563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205501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206439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207378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208316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209255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210193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211132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216762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217700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218639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219577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220516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221454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222393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223331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224269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225208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226146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2580533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258991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259930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260868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261807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2627454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263683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264622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265560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266499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2730681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2740066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274945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275883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768219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777603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93713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94652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955904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96528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97467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175471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176410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177348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178287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179225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180163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181102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182040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182979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183917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184856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185794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186732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187671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188609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189548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190486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191425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192363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193301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194240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195178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196117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197055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197994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198932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199870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200809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201747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202686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203624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204563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205501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206439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207378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208316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209255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210193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211132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215824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216762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217700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218639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219577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220516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21454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22393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223331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24269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25208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26146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227085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228023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2580533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258991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259930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260868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261807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2627454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263683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264622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2740066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274945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275883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2768219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2777603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278698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279637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293713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294652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2955904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296528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297467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175471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176410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177348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178287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179225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1801639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1811023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182040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182979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183917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184856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185794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195178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196117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197055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197994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198932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199870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2008093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201747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202686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203624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205501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206439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207378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208316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209255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210193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211132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212070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213947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214885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215824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216762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2177009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218639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219577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220516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221454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222393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223331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2242699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225208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226146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227085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228023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228962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259930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274945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275883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2768219" y="2463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2777603" y="2463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278698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279637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280575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293713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294652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2955904" y="2463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296528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2974673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174533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175471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176410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1773486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1782870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179225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1801639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181102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182040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182979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199870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200809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206439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207378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208316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209255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210193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2111320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212070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213008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213947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214885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215824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216762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2177009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218639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219577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220516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221454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222393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223331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2242699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225208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226146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227085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2280236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228962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229900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275883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2768219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2777603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278698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279637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2805756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2815140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2946520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2955904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296528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297467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2984057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1745333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175471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176410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1773486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1782870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179225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1801639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1811023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207378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208316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209255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210193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2111320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212070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213008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213947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214885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215824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216762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2177009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218639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219577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220516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221454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222393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223331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2242699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225208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226146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227085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2280236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228962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229900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2768219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2777603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278698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279637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2805756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2815140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2824524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2946520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2955904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296528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2974673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2984057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1735949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1745333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175471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176410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1773486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1782870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08316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09255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10193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111320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120704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13008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139472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14885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15824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216762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2177009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2186394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219577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2205162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221454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222393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223331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2242699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2252084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226146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2270852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2280236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228962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229900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2777603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278698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279637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2805756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2815140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2824524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283390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2955904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296528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2974673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2984057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299344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1717180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172656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1735949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1745333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1754717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176410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1773486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210193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2111320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212070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213008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2139472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2148857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215824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216762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2177009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218639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219577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2205162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223331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2242699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225208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226146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2270852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2280236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228962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229900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279637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2805756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2815140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2824524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283390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2843293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2955904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296528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2974673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2984057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299344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300282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1623337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1632722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164210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1651490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166087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167025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1698412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170779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1717180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172656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173594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1745333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1754717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1764101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217700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218639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224269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225208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2261468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2270852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228023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2289621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280575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2815140" y="252087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2824524" y="252087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2833908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2843293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2965288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2974673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2984057" y="252087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2993441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002825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161395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1623337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1632722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1642106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1651490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1660874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1670259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167964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1689027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1698412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1707796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1717180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1726564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1735949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174533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1754717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2242699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2252084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2261468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2270852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2805756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2815140" y="253241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2824524" y="253241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2833908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284329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2965288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297467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2984057" y="253241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2993441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3002825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3012210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161395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1623337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1632722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1642106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1651490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1660874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1670259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h3196"/>
            <p:cNvSpPr/>
            <p:nvPr/>
          </p:nvSpPr>
          <p:spPr>
            <a:xfrm>
              <a:off x="167964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h3197"/>
            <p:cNvSpPr/>
            <p:nvPr/>
          </p:nvSpPr>
          <p:spPr>
            <a:xfrm>
              <a:off x="1689027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h3198"/>
            <p:cNvSpPr/>
            <p:nvPr/>
          </p:nvSpPr>
          <p:spPr>
            <a:xfrm>
              <a:off x="1698412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h3199"/>
            <p:cNvSpPr/>
            <p:nvPr/>
          </p:nvSpPr>
          <p:spPr>
            <a:xfrm>
              <a:off x="1707796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h3200"/>
            <p:cNvSpPr/>
            <p:nvPr/>
          </p:nvSpPr>
          <p:spPr>
            <a:xfrm>
              <a:off x="1717180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h3201"/>
            <p:cNvSpPr/>
            <p:nvPr/>
          </p:nvSpPr>
          <p:spPr>
            <a:xfrm>
              <a:off x="1726564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h3202"/>
            <p:cNvSpPr/>
            <p:nvPr/>
          </p:nvSpPr>
          <p:spPr>
            <a:xfrm>
              <a:off x="1735949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h3203"/>
            <p:cNvSpPr/>
            <p:nvPr/>
          </p:nvSpPr>
          <p:spPr>
            <a:xfrm>
              <a:off x="174533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h3204"/>
            <p:cNvSpPr/>
            <p:nvPr/>
          </p:nvSpPr>
          <p:spPr>
            <a:xfrm>
              <a:off x="2805756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h3205"/>
            <p:cNvSpPr/>
            <p:nvPr/>
          </p:nvSpPr>
          <p:spPr>
            <a:xfrm>
              <a:off x="2815140" y="2543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h3206"/>
            <p:cNvSpPr/>
            <p:nvPr/>
          </p:nvSpPr>
          <p:spPr>
            <a:xfrm>
              <a:off x="2824524" y="2543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h3207"/>
            <p:cNvSpPr/>
            <p:nvPr/>
          </p:nvSpPr>
          <p:spPr>
            <a:xfrm>
              <a:off x="2833908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h3208"/>
            <p:cNvSpPr/>
            <p:nvPr/>
          </p:nvSpPr>
          <p:spPr>
            <a:xfrm>
              <a:off x="284329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h3209"/>
            <p:cNvSpPr/>
            <p:nvPr/>
          </p:nvSpPr>
          <p:spPr>
            <a:xfrm>
              <a:off x="2965288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h3210"/>
            <p:cNvSpPr/>
            <p:nvPr/>
          </p:nvSpPr>
          <p:spPr>
            <a:xfrm>
              <a:off x="297467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h3211"/>
            <p:cNvSpPr/>
            <p:nvPr/>
          </p:nvSpPr>
          <p:spPr>
            <a:xfrm>
              <a:off x="2984057" y="2543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h3212"/>
            <p:cNvSpPr/>
            <p:nvPr/>
          </p:nvSpPr>
          <p:spPr>
            <a:xfrm>
              <a:off x="2993441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h3213"/>
            <p:cNvSpPr/>
            <p:nvPr/>
          </p:nvSpPr>
          <p:spPr>
            <a:xfrm>
              <a:off x="3002825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h3214"/>
            <p:cNvSpPr/>
            <p:nvPr/>
          </p:nvSpPr>
          <p:spPr>
            <a:xfrm>
              <a:off x="3012210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h3215"/>
            <p:cNvSpPr/>
            <p:nvPr/>
          </p:nvSpPr>
          <p:spPr>
            <a:xfrm>
              <a:off x="3021594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h3216"/>
            <p:cNvSpPr/>
            <p:nvPr/>
          </p:nvSpPr>
          <p:spPr>
            <a:xfrm>
              <a:off x="1604569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h3217"/>
            <p:cNvSpPr/>
            <p:nvPr/>
          </p:nvSpPr>
          <p:spPr>
            <a:xfrm>
              <a:off x="161395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h3218"/>
            <p:cNvSpPr/>
            <p:nvPr/>
          </p:nvSpPr>
          <p:spPr>
            <a:xfrm>
              <a:off x="1623337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h3219"/>
            <p:cNvSpPr/>
            <p:nvPr/>
          </p:nvSpPr>
          <p:spPr>
            <a:xfrm>
              <a:off x="1632722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h3220"/>
            <p:cNvSpPr/>
            <p:nvPr/>
          </p:nvSpPr>
          <p:spPr>
            <a:xfrm>
              <a:off x="1642106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h3221"/>
            <p:cNvSpPr/>
            <p:nvPr/>
          </p:nvSpPr>
          <p:spPr>
            <a:xfrm>
              <a:off x="1651490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h3222"/>
            <p:cNvSpPr/>
            <p:nvPr/>
          </p:nvSpPr>
          <p:spPr>
            <a:xfrm>
              <a:off x="1660874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h3223"/>
            <p:cNvSpPr/>
            <p:nvPr/>
          </p:nvSpPr>
          <p:spPr>
            <a:xfrm>
              <a:off x="1670259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h3224"/>
            <p:cNvSpPr/>
            <p:nvPr/>
          </p:nvSpPr>
          <p:spPr>
            <a:xfrm>
              <a:off x="167964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h3225"/>
            <p:cNvSpPr/>
            <p:nvPr/>
          </p:nvSpPr>
          <p:spPr>
            <a:xfrm>
              <a:off x="1689027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h3226"/>
            <p:cNvSpPr/>
            <p:nvPr/>
          </p:nvSpPr>
          <p:spPr>
            <a:xfrm>
              <a:off x="1698412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h3227"/>
            <p:cNvSpPr/>
            <p:nvPr/>
          </p:nvSpPr>
          <p:spPr>
            <a:xfrm>
              <a:off x="1707796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h3228"/>
            <p:cNvSpPr/>
            <p:nvPr/>
          </p:nvSpPr>
          <p:spPr>
            <a:xfrm>
              <a:off x="1717180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h3229"/>
            <p:cNvSpPr/>
            <p:nvPr/>
          </p:nvSpPr>
          <p:spPr>
            <a:xfrm>
              <a:off x="1726564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h3230"/>
            <p:cNvSpPr/>
            <p:nvPr/>
          </p:nvSpPr>
          <p:spPr>
            <a:xfrm>
              <a:off x="2805756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h3231"/>
            <p:cNvSpPr/>
            <p:nvPr/>
          </p:nvSpPr>
          <p:spPr>
            <a:xfrm>
              <a:off x="2815140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h3232"/>
            <p:cNvSpPr/>
            <p:nvPr/>
          </p:nvSpPr>
          <p:spPr>
            <a:xfrm>
              <a:off x="2824524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h3233"/>
            <p:cNvSpPr/>
            <p:nvPr/>
          </p:nvSpPr>
          <p:spPr>
            <a:xfrm>
              <a:off x="2833908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h3234"/>
            <p:cNvSpPr/>
            <p:nvPr/>
          </p:nvSpPr>
          <p:spPr>
            <a:xfrm>
              <a:off x="284329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h3235"/>
            <p:cNvSpPr/>
            <p:nvPr/>
          </p:nvSpPr>
          <p:spPr>
            <a:xfrm>
              <a:off x="2965288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297467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2984057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2993441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3002825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3012210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3021594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1604569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161395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1623337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1632722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1642106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1651490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1660874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1670259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167964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1689027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1698412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1707796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2805756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2815140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2824524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2833908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284329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297467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2984057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2993441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3002825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3012210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3021594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1576416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1585800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1595185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1604569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161395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1623337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1632722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1642106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1651490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1660874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1670259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167964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1689027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2805756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2815140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2824524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2833908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284329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297467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2984057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2993441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3002825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3012210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3021594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1576416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1585800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1595185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1604569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1613953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1623337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1632722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1642106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1651490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2796371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2805756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2815140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2824524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2833908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2974673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2984057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2993441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3002825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3012210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3021594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1567032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1576416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1585800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1595185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1604569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1613953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1623337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1632722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2796371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2805756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2815140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2824524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2833908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2843293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2852677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2984057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2993441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3002825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3012210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3021594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1557647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1567032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1576416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1585800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1595185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1604569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1613953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1623337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2796371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2805756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2815140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2824524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2833908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2843293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2852677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2862061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2984057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2993441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3002825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3012210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3021594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3030978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1548263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1557647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1567032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1576416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1585800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1595185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1604569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1613953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2796371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2805756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2815140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2824524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2833908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2843293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2852677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2862061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2993441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3002825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3012210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3021594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3030978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1548263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1557647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1567032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1576416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1585800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1595185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1604569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2796371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2805756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2815140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2824524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2833908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2843293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2852677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2862061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2993441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3002825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3012210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3021594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3030978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1529495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1538879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1557647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1567032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1576416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1585800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1595185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2796371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2805756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2815140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2824524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2833908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2843293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2852677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2862061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2993441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3002825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3012210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3021594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3030978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1520110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1529495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1538879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1548263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1557647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1567032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1576416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1585800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1595185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2805756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2815140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2824524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2833908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2843293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2852677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3002825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3012210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3021594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3030978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3040362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1520110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1529495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1538879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1548263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1557647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1567032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1576416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1585800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2805756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2815140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2824524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2833908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2843293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3002825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3012210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3021594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3030978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3040362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1520110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1529495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1538879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1548263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1557647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1567032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1576416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1585800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2805756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2815140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2824524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2833908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2843293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2852677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3012210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3021594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3030978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3040362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3049747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1529495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1538879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1548263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1557647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1567032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1576416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2815140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2824524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2833908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2843293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2852677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3012210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3021594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3030978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3040362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3049747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3059131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1529495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1538879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1548263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1557647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1567032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1576416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2824524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2833908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2843293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2852677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2862061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2871446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2880830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2890214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3021594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3030978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3040362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3049747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3059131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1538879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1548263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1557647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1567032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1576416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2824524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2833908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2843293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2852677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2862061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2871446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2880830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2890214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2899598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3021594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3030978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3040362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3049747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3059131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1538879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1548263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1557647" y="2728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1567032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1576416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2833908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2843293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2852677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2862061" y="2728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2871446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2880830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2890214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2899598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3030978" y="2728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3040362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3049747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3059131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3068515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1538879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1548263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1557647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1567032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1576416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2843293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2852677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2862061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2871446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2880830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2890214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2899598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2908983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3030978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3040362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3049747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3059131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3068515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1548263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1557647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1567032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1576416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2852677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2862061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2871446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2880830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2890214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2899598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2908983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2918367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3030978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3040362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3049747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3059131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3068515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1548263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1557647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1567032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1576416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2862061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2871446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2880830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2890214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2899598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2908983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3030978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3040362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3049747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3059131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3068515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1548263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1557647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1567032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1576416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1585800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2862061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2871446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2880830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2890214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2899598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2908983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3030978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3040362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3049747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3059131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3068515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1548263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1557647" y="278611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1567032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1576416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1585800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2871446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2880830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2890214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2899598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2908983" y="278611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3030978" y="278611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3040362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3049747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3059131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1557647" y="279764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1567032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1576416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1585800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1595185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2880830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2890214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2899598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2908983" y="279764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2918367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3030978" y="279764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3040362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3049747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3059131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1557647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1567032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1576416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1585800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1595185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1604569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2880830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2890214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2899598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2908983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2918367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3030978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3040362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3049747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3059131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1567032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1576416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1585800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1595185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1604569" y="282070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2880830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2890214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4AA">
                <a:alpha val="100000"/>
              </a:srgbClr>
            </a:solidFill>
            <a:ln w="5420" cap="flat">
              <a:solidFill>
                <a:srgbClr val="42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2899598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2908983" y="282070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2918367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2927751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2937135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2946520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3030978" y="282070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3040362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3049747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3059131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1576416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1585800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1595185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1604569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2890214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2899598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2908983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2918367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2927751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2937135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2946520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2955904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3021594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3030978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3040362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3049747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3059131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1576416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1585800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1595185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1604569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2899598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2908983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2918367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2927751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2937135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4AA">
                <a:alpha val="100000"/>
              </a:srgbClr>
            </a:solidFill>
            <a:ln w="5420" cap="flat">
              <a:solidFill>
                <a:srgbClr val="42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2946520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2955904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3021594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3030978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3040362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3049747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3059131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1567032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1576416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1585800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1595185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1604569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2908983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2918367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2927751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2937135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2946520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2955904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2965288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3012210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3021594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3030978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3040362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3049747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3059131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1567032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1576416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1585800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1595185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1604569" y="2866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2927751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2937135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2946520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2955904" y="2866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2965288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3012210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3021594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3030978" y="2866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3040362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3049747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1557647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1567032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1576416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1585800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1595185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2937135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2946520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2955904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2965288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2974673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2984057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3002825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3012210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3021594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3030978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3040362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1548263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1557647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1567032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1576416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1585800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1595185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2937135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2946520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2955904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2965288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2974673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2984057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2993441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3002825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3012210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3021594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3030978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3040362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1548263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1557647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1567032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1576416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1585800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2937135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2946520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2955904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2965288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2974673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2984057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2993441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3002825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3012210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3021594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3030978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3040362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1548263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1557647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1567032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1576416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1585800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2937135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2946520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2955904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2965288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2974673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2984057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2993441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3002825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3012210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3021594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3030978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1538879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1548263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1557647" y="292449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1567032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1576416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2946520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2955904" y="292449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2965288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2974673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2984057" y="292449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2993441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3002825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3012210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3021594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1538879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1548263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1557647" y="293602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1567032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1576416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2955904" y="293602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2965288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2974673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2984057" y="293602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2993441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1538879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1548263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1557647" y="294756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1567032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1576416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1538879" y="2959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1548263" y="2959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1557647" y="2959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1567032" y="2959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1529495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1538879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1548263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1557647" y="2970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1567032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1529495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1538879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1548263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1557647" y="298215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1567032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1529495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1538879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1548263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1557647" y="2993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1567032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1529495" y="3005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1538879" y="3005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1548263" y="3005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1557647" y="3005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1529495" y="3016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1538879" y="3016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1548263" y="3016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1557647" y="3016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1529495" y="302828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1538879" y="302828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1548263" y="302828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1557647" y="302828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1529495" y="3039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1538879" y="3039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1548263" y="3039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1557647" y="3039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1529495" y="3051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1538879" y="3051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1548263" y="3051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2094707" y="835854"/>
              <a:ext cx="2988173" cy="2998361"/>
            </a:xfrm>
            <a:custGeom>
              <a:avLst/>
              <a:pathLst>
                <a:path w="2988173" h="2998361">
                  <a:moveTo>
                    <a:pt x="2333048" y="914399"/>
                  </a:moveTo>
                  <a:lnTo>
                    <a:pt x="2352921" y="914369"/>
                  </a:lnTo>
                  <a:lnTo>
                    <a:pt x="2388435" y="914318"/>
                  </a:lnTo>
                  <a:lnTo>
                    <a:pt x="2423948" y="914266"/>
                  </a:lnTo>
                  <a:lnTo>
                    <a:pt x="2459461" y="914220"/>
                  </a:lnTo>
                  <a:lnTo>
                    <a:pt x="2494974" y="914169"/>
                  </a:lnTo>
                  <a:lnTo>
                    <a:pt x="2530491" y="914118"/>
                  </a:lnTo>
                  <a:lnTo>
                    <a:pt x="2566004" y="914067"/>
                  </a:lnTo>
                  <a:lnTo>
                    <a:pt x="2601517" y="914015"/>
                  </a:lnTo>
                  <a:lnTo>
                    <a:pt x="2609922" y="893798"/>
                  </a:lnTo>
                  <a:lnTo>
                    <a:pt x="2617753" y="884386"/>
                  </a:lnTo>
                  <a:lnTo>
                    <a:pt x="2628479" y="887504"/>
                  </a:lnTo>
                  <a:lnTo>
                    <a:pt x="2634192" y="887243"/>
                  </a:lnTo>
                  <a:lnTo>
                    <a:pt x="2640543" y="882389"/>
                  </a:lnTo>
                  <a:lnTo>
                    <a:pt x="2645694" y="879439"/>
                  </a:lnTo>
                  <a:lnTo>
                    <a:pt x="2649086" y="879874"/>
                  </a:lnTo>
                  <a:lnTo>
                    <a:pt x="2651982" y="884319"/>
                  </a:lnTo>
                  <a:lnTo>
                    <a:pt x="2654391" y="887284"/>
                  </a:lnTo>
                  <a:lnTo>
                    <a:pt x="2657204" y="886419"/>
                  </a:lnTo>
                  <a:lnTo>
                    <a:pt x="2659612" y="882225"/>
                  </a:lnTo>
                  <a:lnTo>
                    <a:pt x="2659529" y="876407"/>
                  </a:lnTo>
                  <a:lnTo>
                    <a:pt x="2662825" y="872357"/>
                  </a:lnTo>
                  <a:lnTo>
                    <a:pt x="2666738" y="871737"/>
                  </a:lnTo>
                  <a:lnTo>
                    <a:pt x="2670355" y="871865"/>
                  </a:lnTo>
                  <a:lnTo>
                    <a:pt x="2672160" y="869888"/>
                  </a:lnTo>
                  <a:lnTo>
                    <a:pt x="2671960" y="867052"/>
                  </a:lnTo>
                  <a:lnTo>
                    <a:pt x="2670656" y="862484"/>
                  </a:lnTo>
                  <a:lnTo>
                    <a:pt x="2671097" y="856984"/>
                  </a:lnTo>
                  <a:lnTo>
                    <a:pt x="2680132" y="847269"/>
                  </a:lnTo>
                  <a:lnTo>
                    <a:pt x="2691208" y="840679"/>
                  </a:lnTo>
                  <a:lnTo>
                    <a:pt x="2695092" y="837386"/>
                  </a:lnTo>
                  <a:lnTo>
                    <a:pt x="2696221" y="830708"/>
                  </a:lnTo>
                  <a:lnTo>
                    <a:pt x="2702572" y="823770"/>
                  </a:lnTo>
                  <a:lnTo>
                    <a:pt x="2705748" y="819780"/>
                  </a:lnTo>
                  <a:lnTo>
                    <a:pt x="2706523" y="816313"/>
                  </a:lnTo>
                  <a:lnTo>
                    <a:pt x="2704877" y="812048"/>
                  </a:lnTo>
                  <a:lnTo>
                    <a:pt x="2705043" y="803916"/>
                  </a:lnTo>
                  <a:lnTo>
                    <a:pt x="2707227" y="794201"/>
                  </a:lnTo>
                  <a:lnTo>
                    <a:pt x="2709840" y="783622"/>
                  </a:lnTo>
                  <a:lnTo>
                    <a:pt x="2715695" y="774081"/>
                  </a:lnTo>
                  <a:lnTo>
                    <a:pt x="2725296" y="763676"/>
                  </a:lnTo>
                  <a:lnTo>
                    <a:pt x="2727767" y="750003"/>
                  </a:lnTo>
                  <a:lnTo>
                    <a:pt x="2730372" y="735582"/>
                  </a:lnTo>
                  <a:lnTo>
                    <a:pt x="2741978" y="721530"/>
                  </a:lnTo>
                  <a:lnTo>
                    <a:pt x="2755138" y="705594"/>
                  </a:lnTo>
                  <a:lnTo>
                    <a:pt x="2759911" y="699813"/>
                  </a:lnTo>
                  <a:lnTo>
                    <a:pt x="2918285" y="699813"/>
                  </a:lnTo>
                  <a:lnTo>
                    <a:pt x="2918547" y="711796"/>
                  </a:lnTo>
                  <a:lnTo>
                    <a:pt x="2918759" y="728142"/>
                  </a:lnTo>
                  <a:lnTo>
                    <a:pt x="2918984" y="745368"/>
                  </a:lnTo>
                  <a:lnTo>
                    <a:pt x="2919147" y="757664"/>
                  </a:lnTo>
                  <a:lnTo>
                    <a:pt x="2919426" y="774547"/>
                  </a:lnTo>
                  <a:lnTo>
                    <a:pt x="2919647" y="787979"/>
                  </a:lnTo>
                  <a:lnTo>
                    <a:pt x="2919943" y="805513"/>
                  </a:lnTo>
                  <a:lnTo>
                    <a:pt x="2920097" y="814885"/>
                  </a:lnTo>
                  <a:lnTo>
                    <a:pt x="2921601" y="817589"/>
                  </a:lnTo>
                  <a:lnTo>
                    <a:pt x="2920697" y="821281"/>
                  </a:lnTo>
                  <a:lnTo>
                    <a:pt x="2920301" y="823129"/>
                  </a:lnTo>
                  <a:lnTo>
                    <a:pt x="2920397" y="824599"/>
                  </a:lnTo>
                  <a:lnTo>
                    <a:pt x="2920997" y="826448"/>
                  </a:lnTo>
                  <a:lnTo>
                    <a:pt x="2920897" y="829034"/>
                  </a:lnTo>
                  <a:lnTo>
                    <a:pt x="2919497" y="831374"/>
                  </a:lnTo>
                  <a:lnTo>
                    <a:pt x="2918797" y="834078"/>
                  </a:lnTo>
                  <a:lnTo>
                    <a:pt x="2918597" y="838508"/>
                  </a:lnTo>
                  <a:lnTo>
                    <a:pt x="2920097" y="841216"/>
                  </a:lnTo>
                  <a:lnTo>
                    <a:pt x="2922602" y="842814"/>
                  </a:lnTo>
                  <a:lnTo>
                    <a:pt x="2924706" y="842814"/>
                  </a:lnTo>
                  <a:lnTo>
                    <a:pt x="2927411" y="844417"/>
                  </a:lnTo>
                  <a:lnTo>
                    <a:pt x="2930915" y="847249"/>
                  </a:lnTo>
                  <a:lnTo>
                    <a:pt x="2936220" y="849707"/>
                  </a:lnTo>
                  <a:lnTo>
                    <a:pt x="2941729" y="850567"/>
                  </a:lnTo>
                  <a:lnTo>
                    <a:pt x="2945534" y="849953"/>
                  </a:lnTo>
                  <a:lnTo>
                    <a:pt x="2950139" y="851556"/>
                  </a:lnTo>
                  <a:lnTo>
                    <a:pt x="2951743" y="855494"/>
                  </a:lnTo>
                  <a:lnTo>
                    <a:pt x="2950843" y="859181"/>
                  </a:lnTo>
                  <a:lnTo>
                    <a:pt x="2948238" y="860906"/>
                  </a:lnTo>
                  <a:lnTo>
                    <a:pt x="2945434" y="862263"/>
                  </a:lnTo>
                  <a:lnTo>
                    <a:pt x="2944934" y="865090"/>
                  </a:lnTo>
                  <a:lnTo>
                    <a:pt x="2946334" y="868045"/>
                  </a:lnTo>
                  <a:lnTo>
                    <a:pt x="2948338" y="870631"/>
                  </a:lnTo>
                  <a:lnTo>
                    <a:pt x="2950543" y="875173"/>
                  </a:lnTo>
                  <a:lnTo>
                    <a:pt x="2949639" y="879111"/>
                  </a:lnTo>
                  <a:lnTo>
                    <a:pt x="2947638" y="882435"/>
                  </a:lnTo>
                  <a:lnTo>
                    <a:pt x="2946734" y="885876"/>
                  </a:lnTo>
                  <a:lnTo>
                    <a:pt x="2948438" y="888836"/>
                  </a:lnTo>
                  <a:lnTo>
                    <a:pt x="2952943" y="892769"/>
                  </a:lnTo>
                  <a:lnTo>
                    <a:pt x="2955748" y="896584"/>
                  </a:lnTo>
                  <a:lnTo>
                    <a:pt x="2960157" y="898678"/>
                  </a:lnTo>
                  <a:lnTo>
                    <a:pt x="2962257" y="897198"/>
                  </a:lnTo>
                  <a:lnTo>
                    <a:pt x="2963961" y="895227"/>
                  </a:lnTo>
                  <a:lnTo>
                    <a:pt x="2965762" y="893752"/>
                  </a:lnTo>
                  <a:lnTo>
                    <a:pt x="2968866" y="894617"/>
                  </a:lnTo>
                  <a:lnTo>
                    <a:pt x="2972471" y="895724"/>
                  </a:lnTo>
                  <a:lnTo>
                    <a:pt x="2976409" y="897040"/>
                  </a:lnTo>
                  <a:lnTo>
                    <a:pt x="2975938" y="900230"/>
                  </a:lnTo>
                  <a:lnTo>
                    <a:pt x="2978338" y="905607"/>
                  </a:lnTo>
                  <a:lnTo>
                    <a:pt x="2980197" y="915946"/>
                  </a:lnTo>
                  <a:lnTo>
                    <a:pt x="2977342" y="920642"/>
                  </a:lnTo>
                  <a:lnTo>
                    <a:pt x="2977955" y="926864"/>
                  </a:lnTo>
                  <a:lnTo>
                    <a:pt x="2985868" y="928677"/>
                  </a:lnTo>
                  <a:lnTo>
                    <a:pt x="2987794" y="930582"/>
                  </a:lnTo>
                  <a:lnTo>
                    <a:pt x="2988173" y="932881"/>
                  </a:lnTo>
                  <a:lnTo>
                    <a:pt x="2970741" y="948833"/>
                  </a:lnTo>
                  <a:lnTo>
                    <a:pt x="2955994" y="946600"/>
                  </a:lnTo>
                  <a:lnTo>
                    <a:pt x="2947992" y="950830"/>
                  </a:lnTo>
                  <a:lnTo>
                    <a:pt x="2939612" y="952064"/>
                  </a:lnTo>
                  <a:lnTo>
                    <a:pt x="2935937" y="959192"/>
                  </a:lnTo>
                  <a:lnTo>
                    <a:pt x="2931336" y="960703"/>
                  </a:lnTo>
                  <a:lnTo>
                    <a:pt x="2925035" y="960273"/>
                  </a:lnTo>
                  <a:lnTo>
                    <a:pt x="2919601" y="958260"/>
                  </a:lnTo>
                  <a:lnTo>
                    <a:pt x="2915455" y="959248"/>
                  </a:lnTo>
                  <a:lnTo>
                    <a:pt x="2909654" y="972112"/>
                  </a:lnTo>
                  <a:lnTo>
                    <a:pt x="2904903" y="970991"/>
                  </a:lnTo>
                  <a:lnTo>
                    <a:pt x="2903011" y="975620"/>
                  </a:lnTo>
                  <a:lnTo>
                    <a:pt x="2900528" y="977643"/>
                  </a:lnTo>
                  <a:lnTo>
                    <a:pt x="2896886" y="979379"/>
                  </a:lnTo>
                  <a:lnTo>
                    <a:pt x="2893723" y="973664"/>
                  </a:lnTo>
                  <a:lnTo>
                    <a:pt x="2891710" y="968231"/>
                  </a:lnTo>
                  <a:lnTo>
                    <a:pt x="2888743" y="967037"/>
                  </a:lnTo>
                  <a:lnTo>
                    <a:pt x="2884801" y="965650"/>
                  </a:lnTo>
                  <a:lnTo>
                    <a:pt x="2880746" y="965696"/>
                  </a:lnTo>
                  <a:lnTo>
                    <a:pt x="2878041" y="966474"/>
                  </a:lnTo>
                  <a:lnTo>
                    <a:pt x="2874687" y="969987"/>
                  </a:lnTo>
                  <a:lnTo>
                    <a:pt x="2869824" y="973003"/>
                  </a:lnTo>
                  <a:lnTo>
                    <a:pt x="2866144" y="970489"/>
                  </a:lnTo>
                  <a:lnTo>
                    <a:pt x="2863265" y="966448"/>
                  </a:lnTo>
                  <a:lnTo>
                    <a:pt x="2860802" y="972947"/>
                  </a:lnTo>
                  <a:lnTo>
                    <a:pt x="2857218" y="979809"/>
                  </a:lnTo>
                  <a:lnTo>
                    <a:pt x="2857814" y="987813"/>
                  </a:lnTo>
                  <a:lnTo>
                    <a:pt x="2856272" y="992560"/>
                  </a:lnTo>
                  <a:lnTo>
                    <a:pt x="2852871" y="991280"/>
                  </a:lnTo>
                  <a:lnTo>
                    <a:pt x="2849488" y="987117"/>
                  </a:lnTo>
                  <a:lnTo>
                    <a:pt x="2839991" y="983788"/>
                  </a:lnTo>
                  <a:lnTo>
                    <a:pt x="2832427" y="984095"/>
                  </a:lnTo>
                  <a:lnTo>
                    <a:pt x="2833965" y="979650"/>
                  </a:lnTo>
                  <a:lnTo>
                    <a:pt x="2841116" y="973270"/>
                  </a:lnTo>
                  <a:lnTo>
                    <a:pt x="2838915" y="972020"/>
                  </a:lnTo>
                  <a:lnTo>
                    <a:pt x="2835407" y="972906"/>
                  </a:lnTo>
                  <a:lnTo>
                    <a:pt x="2833877" y="972020"/>
                  </a:lnTo>
                  <a:lnTo>
                    <a:pt x="2836386" y="966223"/>
                  </a:lnTo>
                  <a:lnTo>
                    <a:pt x="2836628" y="959827"/>
                  </a:lnTo>
                  <a:lnTo>
                    <a:pt x="2833427" y="962065"/>
                  </a:lnTo>
                  <a:lnTo>
                    <a:pt x="2829402" y="968814"/>
                  </a:lnTo>
                  <a:lnTo>
                    <a:pt x="2819663" y="974186"/>
                  </a:lnTo>
                  <a:lnTo>
                    <a:pt x="2820117" y="983179"/>
                  </a:lnTo>
                  <a:lnTo>
                    <a:pt x="2810949" y="1001609"/>
                  </a:lnTo>
                  <a:lnTo>
                    <a:pt x="2810541" y="1009454"/>
                  </a:lnTo>
                  <a:lnTo>
                    <a:pt x="2804661" y="1015717"/>
                  </a:lnTo>
                  <a:lnTo>
                    <a:pt x="2797081" y="1021104"/>
                  </a:lnTo>
                  <a:lnTo>
                    <a:pt x="2786971" y="1019588"/>
                  </a:lnTo>
                  <a:lnTo>
                    <a:pt x="2779253" y="1024269"/>
                  </a:lnTo>
                  <a:lnTo>
                    <a:pt x="2775336" y="1029641"/>
                  </a:lnTo>
                  <a:lnTo>
                    <a:pt x="2771932" y="1030450"/>
                  </a:lnTo>
                  <a:lnTo>
                    <a:pt x="2770156" y="1023608"/>
                  </a:lnTo>
                  <a:lnTo>
                    <a:pt x="2768864" y="1021493"/>
                  </a:lnTo>
                  <a:lnTo>
                    <a:pt x="2766022" y="1031581"/>
                  </a:lnTo>
                  <a:lnTo>
                    <a:pt x="2763126" y="1032206"/>
                  </a:lnTo>
                  <a:lnTo>
                    <a:pt x="2762030" y="1025052"/>
                  </a:lnTo>
                  <a:lnTo>
                    <a:pt x="2760655" y="1020326"/>
                  </a:lnTo>
                  <a:lnTo>
                    <a:pt x="2756709" y="1024402"/>
                  </a:lnTo>
                  <a:lnTo>
                    <a:pt x="2754087" y="1035207"/>
                  </a:lnTo>
                  <a:lnTo>
                    <a:pt x="2751341" y="1034296"/>
                  </a:lnTo>
                  <a:lnTo>
                    <a:pt x="2750466" y="1030276"/>
                  </a:lnTo>
                  <a:lnTo>
                    <a:pt x="2748499" y="1029057"/>
                  </a:lnTo>
                  <a:lnTo>
                    <a:pt x="2747824" y="1033650"/>
                  </a:lnTo>
                  <a:lnTo>
                    <a:pt x="2748816" y="1040113"/>
                  </a:lnTo>
                  <a:lnTo>
                    <a:pt x="2747387" y="1043564"/>
                  </a:lnTo>
                  <a:lnTo>
                    <a:pt x="2744657" y="1041721"/>
                  </a:lnTo>
                  <a:lnTo>
                    <a:pt x="2741911" y="1038612"/>
                  </a:lnTo>
                  <a:lnTo>
                    <a:pt x="2737381" y="1040973"/>
                  </a:lnTo>
                  <a:lnTo>
                    <a:pt x="2733222" y="1041931"/>
                  </a:lnTo>
                  <a:lnTo>
                    <a:pt x="2733206" y="1038766"/>
                  </a:lnTo>
                  <a:lnTo>
                    <a:pt x="2733997" y="1034884"/>
                  </a:lnTo>
                  <a:lnTo>
                    <a:pt x="2725709" y="1037030"/>
                  </a:lnTo>
                  <a:lnTo>
                    <a:pt x="2715770" y="1044189"/>
                  </a:lnTo>
                  <a:lnTo>
                    <a:pt x="2708052" y="1054093"/>
                  </a:lnTo>
                  <a:lnTo>
                    <a:pt x="2710728" y="1055742"/>
                  </a:lnTo>
                  <a:lnTo>
                    <a:pt x="2713740" y="1058896"/>
                  </a:lnTo>
                  <a:lnTo>
                    <a:pt x="2700334" y="1074198"/>
                  </a:lnTo>
                  <a:lnTo>
                    <a:pt x="2686591" y="1087978"/>
                  </a:lnTo>
                  <a:lnTo>
                    <a:pt x="2676210" y="1110464"/>
                  </a:lnTo>
                  <a:lnTo>
                    <a:pt x="2672043" y="1113096"/>
                  </a:lnTo>
                  <a:lnTo>
                    <a:pt x="2668464" y="1117218"/>
                  </a:lnTo>
                  <a:lnTo>
                    <a:pt x="2664663" y="1130794"/>
                  </a:lnTo>
                  <a:lnTo>
                    <a:pt x="2660275" y="1142879"/>
                  </a:lnTo>
                  <a:lnTo>
                    <a:pt x="2662729" y="1148261"/>
                  </a:lnTo>
                  <a:lnTo>
                    <a:pt x="2664346" y="1153797"/>
                  </a:lnTo>
                  <a:lnTo>
                    <a:pt x="2668243" y="1159246"/>
                  </a:lnTo>
                  <a:lnTo>
                    <a:pt x="2671556" y="1159737"/>
                  </a:lnTo>
                  <a:lnTo>
                    <a:pt x="2675144" y="1158754"/>
                  </a:lnTo>
                  <a:lnTo>
                    <a:pt x="2677777" y="1158985"/>
                  </a:lnTo>
                  <a:lnTo>
                    <a:pt x="2679469" y="1161299"/>
                  </a:lnTo>
                  <a:lnTo>
                    <a:pt x="2678719" y="1164075"/>
                  </a:lnTo>
                  <a:lnTo>
                    <a:pt x="2674581" y="1164766"/>
                  </a:lnTo>
                  <a:lnTo>
                    <a:pt x="2666863" y="1169621"/>
                  </a:lnTo>
                  <a:lnTo>
                    <a:pt x="2660096" y="1171485"/>
                  </a:lnTo>
                  <a:lnTo>
                    <a:pt x="2656704" y="1177353"/>
                  </a:lnTo>
                  <a:lnTo>
                    <a:pt x="2651620" y="1184134"/>
                  </a:lnTo>
                  <a:lnTo>
                    <a:pt x="2641743" y="1194713"/>
                  </a:lnTo>
                  <a:lnTo>
                    <a:pt x="2645965" y="1197975"/>
                  </a:lnTo>
                  <a:lnTo>
                    <a:pt x="2661221" y="1201652"/>
                  </a:lnTo>
                  <a:lnTo>
                    <a:pt x="2668022" y="1205437"/>
                  </a:lnTo>
                  <a:lnTo>
                    <a:pt x="2678315" y="1225198"/>
                  </a:lnTo>
                  <a:lnTo>
                    <a:pt x="2675965" y="1227175"/>
                  </a:lnTo>
                  <a:lnTo>
                    <a:pt x="2675031" y="1230795"/>
                  </a:lnTo>
                  <a:lnTo>
                    <a:pt x="2684182" y="1235875"/>
                  </a:lnTo>
                  <a:lnTo>
                    <a:pt x="2687104" y="1250065"/>
                  </a:lnTo>
                  <a:lnTo>
                    <a:pt x="2694617" y="1254894"/>
                  </a:lnTo>
                  <a:lnTo>
                    <a:pt x="2705814" y="1257864"/>
                  </a:lnTo>
                  <a:lnTo>
                    <a:pt x="2719508" y="1253573"/>
                  </a:lnTo>
                  <a:lnTo>
                    <a:pt x="2730909" y="1247669"/>
                  </a:lnTo>
                  <a:lnTo>
                    <a:pt x="2730509" y="1242829"/>
                  </a:lnTo>
                  <a:lnTo>
                    <a:pt x="2723346" y="1231569"/>
                  </a:lnTo>
                  <a:lnTo>
                    <a:pt x="2721621" y="1226279"/>
                  </a:lnTo>
                  <a:lnTo>
                    <a:pt x="2716303" y="1222853"/>
                  </a:lnTo>
                  <a:lnTo>
                    <a:pt x="2714282" y="1225756"/>
                  </a:lnTo>
                  <a:lnTo>
                    <a:pt x="2710844" y="1221987"/>
                  </a:lnTo>
                  <a:lnTo>
                    <a:pt x="2710457" y="1219872"/>
                  </a:lnTo>
                  <a:lnTo>
                    <a:pt x="2713661" y="1218843"/>
                  </a:lnTo>
                  <a:lnTo>
                    <a:pt x="2717387" y="1219253"/>
                  </a:lnTo>
                  <a:lnTo>
                    <a:pt x="2721733" y="1221224"/>
                  </a:lnTo>
                  <a:lnTo>
                    <a:pt x="2732918" y="1233499"/>
                  </a:lnTo>
                  <a:lnTo>
                    <a:pt x="2736014" y="1249589"/>
                  </a:lnTo>
                  <a:lnTo>
                    <a:pt x="2736677" y="1259805"/>
                  </a:lnTo>
                  <a:lnTo>
                    <a:pt x="2735414" y="1263298"/>
                  </a:lnTo>
                  <a:lnTo>
                    <a:pt x="2732160" y="1262581"/>
                  </a:lnTo>
                  <a:lnTo>
                    <a:pt x="2725950" y="1263277"/>
                  </a:lnTo>
                  <a:lnTo>
                    <a:pt x="2696492" y="1268567"/>
                  </a:lnTo>
                  <a:lnTo>
                    <a:pt x="2689950" y="1273227"/>
                  </a:lnTo>
                  <a:lnTo>
                    <a:pt x="2674948" y="1278287"/>
                  </a:lnTo>
                  <a:lnTo>
                    <a:pt x="2674014" y="1275762"/>
                  </a:lnTo>
                  <a:lnTo>
                    <a:pt x="2675098" y="1270539"/>
                  </a:lnTo>
                  <a:lnTo>
                    <a:pt x="2674152" y="1259841"/>
                  </a:lnTo>
                  <a:lnTo>
                    <a:pt x="2671193" y="1259344"/>
                  </a:lnTo>
                  <a:lnTo>
                    <a:pt x="2647886" y="1276786"/>
                  </a:lnTo>
                  <a:lnTo>
                    <a:pt x="2638876" y="1277882"/>
                  </a:lnTo>
                  <a:lnTo>
                    <a:pt x="2631300" y="1282988"/>
                  </a:lnTo>
                  <a:lnTo>
                    <a:pt x="2629604" y="1280156"/>
                  </a:lnTo>
                  <a:lnTo>
                    <a:pt x="2628250" y="1267077"/>
                  </a:lnTo>
                  <a:lnTo>
                    <a:pt x="2632992" y="1256108"/>
                  </a:lnTo>
                  <a:lnTo>
                    <a:pt x="2630467" y="1256282"/>
                  </a:lnTo>
                  <a:lnTo>
                    <a:pt x="2622549" y="1262868"/>
                  </a:lnTo>
                  <a:lnTo>
                    <a:pt x="2619165" y="1258817"/>
                  </a:lnTo>
                  <a:lnTo>
                    <a:pt x="2617469" y="1254372"/>
                  </a:lnTo>
                  <a:lnTo>
                    <a:pt x="2615031" y="1251858"/>
                  </a:lnTo>
                  <a:lnTo>
                    <a:pt x="2612389" y="1250905"/>
                  </a:lnTo>
                  <a:lnTo>
                    <a:pt x="2614648" y="1260614"/>
                  </a:lnTo>
                  <a:lnTo>
                    <a:pt x="2609281" y="1267896"/>
                  </a:lnTo>
                  <a:lnTo>
                    <a:pt x="2607810" y="1286731"/>
                  </a:lnTo>
                  <a:lnTo>
                    <a:pt x="2601063" y="1294571"/>
                  </a:lnTo>
                  <a:lnTo>
                    <a:pt x="2580031" y="1299610"/>
                  </a:lnTo>
                  <a:lnTo>
                    <a:pt x="2566321" y="1298545"/>
                  </a:lnTo>
                  <a:lnTo>
                    <a:pt x="2554036" y="1300112"/>
                  </a:lnTo>
                  <a:lnTo>
                    <a:pt x="2537700" y="1303727"/>
                  </a:lnTo>
                  <a:lnTo>
                    <a:pt x="2528674" y="1301577"/>
                  </a:lnTo>
                  <a:lnTo>
                    <a:pt x="2519427" y="1305392"/>
                  </a:lnTo>
                  <a:lnTo>
                    <a:pt x="2488039" y="1306431"/>
                  </a:lnTo>
                  <a:lnTo>
                    <a:pt x="2481422" y="1304408"/>
                  </a:lnTo>
                  <a:lnTo>
                    <a:pt x="2472971" y="1311614"/>
                  </a:lnTo>
                  <a:lnTo>
                    <a:pt x="2459440" y="1315874"/>
                  </a:lnTo>
                  <a:lnTo>
                    <a:pt x="2425239" y="1332020"/>
                  </a:lnTo>
                  <a:lnTo>
                    <a:pt x="2417697" y="1337894"/>
                  </a:lnTo>
                  <a:lnTo>
                    <a:pt x="2408512" y="1347066"/>
                  </a:lnTo>
                  <a:lnTo>
                    <a:pt x="2402345" y="1351997"/>
                  </a:lnTo>
                  <a:lnTo>
                    <a:pt x="2397273" y="1353600"/>
                  </a:lnTo>
                  <a:lnTo>
                    <a:pt x="2394156" y="1357707"/>
                  </a:lnTo>
                  <a:lnTo>
                    <a:pt x="2390752" y="1360390"/>
                  </a:lnTo>
                  <a:lnTo>
                    <a:pt x="2394039" y="1351224"/>
                  </a:lnTo>
                  <a:lnTo>
                    <a:pt x="2397611" y="1343496"/>
                  </a:lnTo>
                  <a:lnTo>
                    <a:pt x="2400578" y="1328528"/>
                  </a:lnTo>
                  <a:lnTo>
                    <a:pt x="2399703" y="1316422"/>
                  </a:lnTo>
                  <a:lnTo>
                    <a:pt x="2396023" y="1311445"/>
                  </a:lnTo>
                  <a:lnTo>
                    <a:pt x="2392218" y="1308126"/>
                  </a:lnTo>
                  <a:lnTo>
                    <a:pt x="2396677" y="1320073"/>
                  </a:lnTo>
                  <a:lnTo>
                    <a:pt x="2397398" y="1334724"/>
                  </a:lnTo>
                  <a:lnTo>
                    <a:pt x="2395865" y="1343307"/>
                  </a:lnTo>
                  <a:lnTo>
                    <a:pt x="2387476" y="1359863"/>
                  </a:lnTo>
                  <a:lnTo>
                    <a:pt x="2383905" y="1363719"/>
                  </a:lnTo>
                  <a:lnTo>
                    <a:pt x="2379729" y="1367109"/>
                  </a:lnTo>
                  <a:lnTo>
                    <a:pt x="2376583" y="1368584"/>
                  </a:lnTo>
                  <a:lnTo>
                    <a:pt x="2373678" y="1371231"/>
                  </a:lnTo>
                  <a:lnTo>
                    <a:pt x="2370303" y="1375425"/>
                  </a:lnTo>
                  <a:lnTo>
                    <a:pt x="2367103" y="1383752"/>
                  </a:lnTo>
                  <a:lnTo>
                    <a:pt x="2369040" y="1391341"/>
                  </a:lnTo>
                  <a:lnTo>
                    <a:pt x="2385397" y="1394112"/>
                  </a:lnTo>
                  <a:lnTo>
                    <a:pt x="2389785" y="1391771"/>
                  </a:lnTo>
                  <a:lnTo>
                    <a:pt x="2392018" y="1397205"/>
                  </a:lnTo>
                  <a:lnTo>
                    <a:pt x="2393269" y="1404753"/>
                  </a:lnTo>
                  <a:lnTo>
                    <a:pt x="2392043" y="1412916"/>
                  </a:lnTo>
                  <a:lnTo>
                    <a:pt x="2389310" y="1421222"/>
                  </a:lnTo>
                  <a:lnTo>
                    <a:pt x="2387234" y="1431535"/>
                  </a:lnTo>
                  <a:lnTo>
                    <a:pt x="2385476" y="1447262"/>
                  </a:lnTo>
                  <a:lnTo>
                    <a:pt x="2382830" y="1461411"/>
                  </a:lnTo>
                  <a:lnTo>
                    <a:pt x="2382484" y="1457114"/>
                  </a:lnTo>
                  <a:lnTo>
                    <a:pt x="2384138" y="1439913"/>
                  </a:lnTo>
                  <a:lnTo>
                    <a:pt x="2381459" y="1441710"/>
                  </a:lnTo>
                  <a:lnTo>
                    <a:pt x="2379613" y="1445679"/>
                  </a:lnTo>
                  <a:lnTo>
                    <a:pt x="2374620" y="1467863"/>
                  </a:lnTo>
                  <a:lnTo>
                    <a:pt x="2367757" y="1479687"/>
                  </a:lnTo>
                  <a:lnTo>
                    <a:pt x="2361435" y="1487865"/>
                  </a:lnTo>
                  <a:lnTo>
                    <a:pt x="2354913" y="1486513"/>
                  </a:lnTo>
                  <a:lnTo>
                    <a:pt x="2356380" y="1493012"/>
                  </a:lnTo>
                  <a:lnTo>
                    <a:pt x="2354588" y="1496397"/>
                  </a:lnTo>
                  <a:lnTo>
                    <a:pt x="2353055" y="1503458"/>
                  </a:lnTo>
                  <a:lnTo>
                    <a:pt x="2349167" y="1508139"/>
                  </a:lnTo>
                  <a:lnTo>
                    <a:pt x="2345512" y="1507688"/>
                  </a:lnTo>
                  <a:lnTo>
                    <a:pt x="2340261" y="1510915"/>
                  </a:lnTo>
                  <a:lnTo>
                    <a:pt x="2338190" y="1513383"/>
                  </a:lnTo>
                  <a:lnTo>
                    <a:pt x="2338036" y="1518109"/>
                  </a:lnTo>
                  <a:lnTo>
                    <a:pt x="2334523" y="1522268"/>
                  </a:lnTo>
                  <a:lnTo>
                    <a:pt x="2321847" y="1543868"/>
                  </a:lnTo>
                  <a:lnTo>
                    <a:pt x="2310841" y="1550243"/>
                  </a:lnTo>
                  <a:lnTo>
                    <a:pt x="2308207" y="1549316"/>
                  </a:lnTo>
                  <a:lnTo>
                    <a:pt x="2311108" y="1539121"/>
                  </a:lnTo>
                  <a:lnTo>
                    <a:pt x="2313095" y="1528812"/>
                  </a:lnTo>
                  <a:lnTo>
                    <a:pt x="2306415" y="1524326"/>
                  </a:lnTo>
                  <a:lnTo>
                    <a:pt x="2300023" y="1521955"/>
                  </a:lnTo>
                  <a:lnTo>
                    <a:pt x="2292688" y="1522268"/>
                  </a:lnTo>
                  <a:lnTo>
                    <a:pt x="2284587" y="1514253"/>
                  </a:lnTo>
                  <a:lnTo>
                    <a:pt x="2274144" y="1508426"/>
                  </a:lnTo>
                  <a:lnTo>
                    <a:pt x="2259567" y="1492658"/>
                  </a:lnTo>
                  <a:lnTo>
                    <a:pt x="2259992" y="1488285"/>
                  </a:lnTo>
                  <a:lnTo>
                    <a:pt x="2259626" y="1480947"/>
                  </a:lnTo>
                  <a:lnTo>
                    <a:pt x="2264055" y="1469353"/>
                  </a:lnTo>
                  <a:lnTo>
                    <a:pt x="2268302" y="1461247"/>
                  </a:lnTo>
                  <a:lnTo>
                    <a:pt x="2274165" y="1457048"/>
                  </a:lnTo>
                  <a:lnTo>
                    <a:pt x="2291180" y="1452772"/>
                  </a:lnTo>
                  <a:lnTo>
                    <a:pt x="2295447" y="1446340"/>
                  </a:lnTo>
                  <a:lnTo>
                    <a:pt x="2297977" y="1440922"/>
                  </a:lnTo>
                  <a:lnTo>
                    <a:pt x="2289546" y="1450227"/>
                  </a:lnTo>
                  <a:lnTo>
                    <a:pt x="2276920" y="1453381"/>
                  </a:lnTo>
                  <a:lnTo>
                    <a:pt x="2270115" y="1456853"/>
                  </a:lnTo>
                  <a:lnTo>
                    <a:pt x="2264672" y="1462163"/>
                  </a:lnTo>
                  <a:lnTo>
                    <a:pt x="2261451" y="1468831"/>
                  </a:lnTo>
                  <a:lnTo>
                    <a:pt x="2254158" y="1476866"/>
                  </a:lnTo>
                  <a:lnTo>
                    <a:pt x="2254671" y="1482248"/>
                  </a:lnTo>
                  <a:lnTo>
                    <a:pt x="2255892" y="1486073"/>
                  </a:lnTo>
                  <a:lnTo>
                    <a:pt x="2255329" y="1494046"/>
                  </a:lnTo>
                  <a:lnTo>
                    <a:pt x="2259942" y="1501820"/>
                  </a:lnTo>
                  <a:lnTo>
                    <a:pt x="2269089" y="1514555"/>
                  </a:lnTo>
                  <a:lnTo>
                    <a:pt x="2270836" y="1534338"/>
                  </a:lnTo>
                  <a:lnTo>
                    <a:pt x="2277816" y="1547575"/>
                  </a:lnTo>
                  <a:lnTo>
                    <a:pt x="2288513" y="1563010"/>
                  </a:lnTo>
                  <a:lnTo>
                    <a:pt x="2296739" y="1567398"/>
                  </a:lnTo>
                  <a:lnTo>
                    <a:pt x="2297139" y="1573139"/>
                  </a:lnTo>
                  <a:lnTo>
                    <a:pt x="2293343" y="1582618"/>
                  </a:lnTo>
                  <a:lnTo>
                    <a:pt x="2288338" y="1586950"/>
                  </a:lnTo>
                  <a:lnTo>
                    <a:pt x="2294847" y="1586084"/>
                  </a:lnTo>
                  <a:lnTo>
                    <a:pt x="2298089" y="1588251"/>
                  </a:lnTo>
                  <a:lnTo>
                    <a:pt x="2301244" y="1596157"/>
                  </a:lnTo>
                  <a:lnTo>
                    <a:pt x="2300998" y="1604228"/>
                  </a:lnTo>
                  <a:lnTo>
                    <a:pt x="2299931" y="1608775"/>
                  </a:lnTo>
                  <a:lnTo>
                    <a:pt x="2297960" y="1610588"/>
                  </a:lnTo>
                  <a:lnTo>
                    <a:pt x="2298043" y="1605943"/>
                  </a:lnTo>
                  <a:lnTo>
                    <a:pt x="2296647" y="1604330"/>
                  </a:lnTo>
                  <a:lnTo>
                    <a:pt x="2294343" y="1606343"/>
                  </a:lnTo>
                  <a:lnTo>
                    <a:pt x="2292851" y="1608637"/>
                  </a:lnTo>
                  <a:lnTo>
                    <a:pt x="2292230" y="1617675"/>
                  </a:lnTo>
                  <a:lnTo>
                    <a:pt x="2290651" y="1622192"/>
                  </a:lnTo>
                  <a:lnTo>
                    <a:pt x="2285067" y="1623534"/>
                  </a:lnTo>
                  <a:lnTo>
                    <a:pt x="2279403" y="1635394"/>
                  </a:lnTo>
                  <a:lnTo>
                    <a:pt x="2274136" y="1642123"/>
                  </a:lnTo>
                  <a:lnTo>
                    <a:pt x="2253408" y="1687622"/>
                  </a:lnTo>
                  <a:lnTo>
                    <a:pt x="2254200" y="1695227"/>
                  </a:lnTo>
                  <a:lnTo>
                    <a:pt x="2250408" y="1697674"/>
                  </a:lnTo>
                  <a:lnTo>
                    <a:pt x="2244665" y="1699666"/>
                  </a:lnTo>
                  <a:lnTo>
                    <a:pt x="2238856" y="1704214"/>
                  </a:lnTo>
                  <a:lnTo>
                    <a:pt x="2235002" y="1709227"/>
                  </a:lnTo>
                  <a:lnTo>
                    <a:pt x="2231422" y="1722710"/>
                  </a:lnTo>
                  <a:lnTo>
                    <a:pt x="2224563" y="1737889"/>
                  </a:lnTo>
                  <a:lnTo>
                    <a:pt x="2220283" y="1731565"/>
                  </a:lnTo>
                  <a:lnTo>
                    <a:pt x="2219187" y="1726152"/>
                  </a:lnTo>
                  <a:lnTo>
                    <a:pt x="2221091" y="1712033"/>
                  </a:lnTo>
                  <a:lnTo>
                    <a:pt x="2228509" y="1688887"/>
                  </a:lnTo>
                  <a:lnTo>
                    <a:pt x="2236681" y="1674497"/>
                  </a:lnTo>
                  <a:lnTo>
                    <a:pt x="2242915" y="1667676"/>
                  </a:lnTo>
                  <a:lnTo>
                    <a:pt x="2248041" y="1653773"/>
                  </a:lnTo>
                  <a:lnTo>
                    <a:pt x="2241565" y="1651699"/>
                  </a:lnTo>
                  <a:lnTo>
                    <a:pt x="2231693" y="1651924"/>
                  </a:lnTo>
                  <a:lnTo>
                    <a:pt x="2233551" y="1645508"/>
                  </a:lnTo>
                  <a:lnTo>
                    <a:pt x="2236431" y="1639854"/>
                  </a:lnTo>
                  <a:lnTo>
                    <a:pt x="2231284" y="1634221"/>
                  </a:lnTo>
                  <a:lnTo>
                    <a:pt x="2228238" y="1633504"/>
                  </a:lnTo>
                  <a:lnTo>
                    <a:pt x="2225100" y="1631195"/>
                  </a:lnTo>
                  <a:lnTo>
                    <a:pt x="2228780" y="1626504"/>
                  </a:lnTo>
                  <a:lnTo>
                    <a:pt x="2230576" y="1621547"/>
                  </a:lnTo>
                  <a:lnTo>
                    <a:pt x="2229480" y="1615514"/>
                  </a:lnTo>
                  <a:lnTo>
                    <a:pt x="2231022" y="1610972"/>
                  </a:lnTo>
                  <a:lnTo>
                    <a:pt x="2228451" y="1611658"/>
                  </a:lnTo>
                  <a:lnTo>
                    <a:pt x="2224317" y="1616467"/>
                  </a:lnTo>
                  <a:lnTo>
                    <a:pt x="2221746" y="1618387"/>
                  </a:lnTo>
                  <a:lnTo>
                    <a:pt x="2220179" y="1614132"/>
                  </a:lnTo>
                  <a:lnTo>
                    <a:pt x="2218391" y="1615094"/>
                  </a:lnTo>
                  <a:lnTo>
                    <a:pt x="2217228" y="1618018"/>
                  </a:lnTo>
                  <a:lnTo>
                    <a:pt x="2214591" y="1619626"/>
                  </a:lnTo>
                  <a:lnTo>
                    <a:pt x="2209019" y="1615627"/>
                  </a:lnTo>
                  <a:lnTo>
                    <a:pt x="2200897" y="1611049"/>
                  </a:lnTo>
                  <a:lnTo>
                    <a:pt x="2196376" y="1603173"/>
                  </a:lnTo>
                  <a:lnTo>
                    <a:pt x="2193796" y="1597069"/>
                  </a:lnTo>
                  <a:lnTo>
                    <a:pt x="2196417" y="1586023"/>
                  </a:lnTo>
                  <a:lnTo>
                    <a:pt x="2202031" y="1584062"/>
                  </a:lnTo>
                  <a:lnTo>
                    <a:pt x="2209323" y="1585854"/>
                  </a:lnTo>
                  <a:lnTo>
                    <a:pt x="2218883" y="1585839"/>
                  </a:lnTo>
                  <a:lnTo>
                    <a:pt x="2217516" y="1583386"/>
                  </a:lnTo>
                  <a:lnTo>
                    <a:pt x="2214103" y="1583790"/>
                  </a:lnTo>
                  <a:lnTo>
                    <a:pt x="2204027" y="1574829"/>
                  </a:lnTo>
                  <a:lnTo>
                    <a:pt x="2200785" y="1569416"/>
                  </a:lnTo>
                  <a:lnTo>
                    <a:pt x="2195209" y="1567931"/>
                  </a:lnTo>
                  <a:lnTo>
                    <a:pt x="2192667" y="1573134"/>
                  </a:lnTo>
                  <a:lnTo>
                    <a:pt x="2189846" y="1574516"/>
                  </a:lnTo>
                  <a:lnTo>
                    <a:pt x="2193329" y="1563132"/>
                  </a:lnTo>
                  <a:lnTo>
                    <a:pt x="2197884" y="1562666"/>
                  </a:lnTo>
                  <a:lnTo>
                    <a:pt x="2204610" y="1559512"/>
                  </a:lnTo>
                  <a:lnTo>
                    <a:pt x="2202656" y="1552921"/>
                  </a:lnTo>
                  <a:lnTo>
                    <a:pt x="2198409" y="1550038"/>
                  </a:lnTo>
                  <a:lnTo>
                    <a:pt x="2190742" y="1553654"/>
                  </a:lnTo>
                  <a:lnTo>
                    <a:pt x="2190833" y="1549019"/>
                  </a:lnTo>
                  <a:lnTo>
                    <a:pt x="2192271" y="1543084"/>
                  </a:lnTo>
                  <a:lnTo>
                    <a:pt x="2198051" y="1543105"/>
                  </a:lnTo>
                  <a:lnTo>
                    <a:pt x="2203114" y="1545040"/>
                  </a:lnTo>
                  <a:lnTo>
                    <a:pt x="2207423" y="1535454"/>
                  </a:lnTo>
                  <a:lnTo>
                    <a:pt x="2207615" y="1531173"/>
                  </a:lnTo>
                  <a:lnTo>
                    <a:pt x="2200455" y="1537395"/>
                  </a:lnTo>
                  <a:lnTo>
                    <a:pt x="2198847" y="1523973"/>
                  </a:lnTo>
                  <a:lnTo>
                    <a:pt x="2205894" y="1511027"/>
                  </a:lnTo>
                  <a:lnTo>
                    <a:pt x="2212615" y="1505384"/>
                  </a:lnTo>
                  <a:lnTo>
                    <a:pt x="2221012" y="1505548"/>
                  </a:lnTo>
                  <a:lnTo>
                    <a:pt x="2229547" y="1504636"/>
                  </a:lnTo>
                  <a:lnTo>
                    <a:pt x="2224192" y="1502265"/>
                  </a:lnTo>
                  <a:lnTo>
                    <a:pt x="2218695" y="1500980"/>
                  </a:lnTo>
                  <a:lnTo>
                    <a:pt x="2222825" y="1495864"/>
                  </a:lnTo>
                  <a:lnTo>
                    <a:pt x="2226346" y="1494947"/>
                  </a:lnTo>
                  <a:lnTo>
                    <a:pt x="2229805" y="1490487"/>
                  </a:lnTo>
                  <a:lnTo>
                    <a:pt x="2221487" y="1491148"/>
                  </a:lnTo>
                  <a:lnTo>
                    <a:pt x="2222467" y="1482708"/>
                  </a:lnTo>
                  <a:lnTo>
                    <a:pt x="2218424" y="1484424"/>
                  </a:lnTo>
                  <a:lnTo>
                    <a:pt x="2213586" y="1485218"/>
                  </a:lnTo>
                  <a:lnTo>
                    <a:pt x="2211703" y="1488797"/>
                  </a:lnTo>
                  <a:lnTo>
                    <a:pt x="2212074" y="1494743"/>
                  </a:lnTo>
                  <a:lnTo>
                    <a:pt x="2210661" y="1498645"/>
                  </a:lnTo>
                  <a:lnTo>
                    <a:pt x="2206898" y="1501779"/>
                  </a:lnTo>
                  <a:lnTo>
                    <a:pt x="2200543" y="1504221"/>
                  </a:lnTo>
                  <a:lnTo>
                    <a:pt x="2199926" y="1499986"/>
                  </a:lnTo>
                  <a:lnTo>
                    <a:pt x="2197826" y="1498066"/>
                  </a:lnTo>
                  <a:lnTo>
                    <a:pt x="2197042" y="1507135"/>
                  </a:lnTo>
                  <a:lnTo>
                    <a:pt x="2195375" y="1510218"/>
                  </a:lnTo>
                  <a:lnTo>
                    <a:pt x="2190729" y="1501707"/>
                  </a:lnTo>
                  <a:lnTo>
                    <a:pt x="2189333" y="1503423"/>
                  </a:lnTo>
                  <a:lnTo>
                    <a:pt x="2189512" y="1505840"/>
                  </a:lnTo>
                  <a:lnTo>
                    <a:pt x="2188325" y="1510018"/>
                  </a:lnTo>
                  <a:lnTo>
                    <a:pt x="2184341" y="1512195"/>
                  </a:lnTo>
                  <a:lnTo>
                    <a:pt x="2184587" y="1517551"/>
                  </a:lnTo>
                  <a:lnTo>
                    <a:pt x="2183041" y="1520470"/>
                  </a:lnTo>
                  <a:lnTo>
                    <a:pt x="2170280" y="1515820"/>
                  </a:lnTo>
                  <a:lnTo>
                    <a:pt x="2169980" y="1517398"/>
                  </a:lnTo>
                  <a:lnTo>
                    <a:pt x="2177198" y="1527424"/>
                  </a:lnTo>
                  <a:lnTo>
                    <a:pt x="2182470" y="1530850"/>
                  </a:lnTo>
                  <a:lnTo>
                    <a:pt x="2183111" y="1536319"/>
                  </a:lnTo>
                  <a:lnTo>
                    <a:pt x="2178586" y="1540856"/>
                  </a:lnTo>
                  <a:lnTo>
                    <a:pt x="2172343" y="1536939"/>
                  </a:lnTo>
                  <a:lnTo>
                    <a:pt x="2171293" y="1537226"/>
                  </a:lnTo>
                  <a:lnTo>
                    <a:pt x="2174685" y="1543944"/>
                  </a:lnTo>
                  <a:lnTo>
                    <a:pt x="2176823" y="1549813"/>
                  </a:lnTo>
                  <a:lnTo>
                    <a:pt x="2174623" y="1554729"/>
                  </a:lnTo>
                  <a:lnTo>
                    <a:pt x="2174964" y="1560782"/>
                  </a:lnTo>
                  <a:lnTo>
                    <a:pt x="2174489" y="1566272"/>
                  </a:lnTo>
                  <a:lnTo>
                    <a:pt x="2173143" y="1571060"/>
                  </a:lnTo>
                  <a:lnTo>
                    <a:pt x="2176177" y="1593131"/>
                  </a:lnTo>
                  <a:lnTo>
                    <a:pt x="2179832" y="1599133"/>
                  </a:lnTo>
                  <a:lnTo>
                    <a:pt x="2183424" y="1604873"/>
                  </a:lnTo>
                  <a:lnTo>
                    <a:pt x="2185328" y="1610245"/>
                  </a:lnTo>
                  <a:lnTo>
                    <a:pt x="2181515" y="1611028"/>
                  </a:lnTo>
                  <a:lnTo>
                    <a:pt x="2175444" y="1606609"/>
                  </a:lnTo>
                  <a:lnTo>
                    <a:pt x="2170110" y="1603239"/>
                  </a:lnTo>
                  <a:lnTo>
                    <a:pt x="2163755" y="1592465"/>
                  </a:lnTo>
                  <a:lnTo>
                    <a:pt x="2162704" y="1588164"/>
                  </a:lnTo>
                  <a:lnTo>
                    <a:pt x="2161154" y="1584763"/>
                  </a:lnTo>
                  <a:lnTo>
                    <a:pt x="2161904" y="1592573"/>
                  </a:lnTo>
                  <a:lnTo>
                    <a:pt x="2164171" y="1601294"/>
                  </a:lnTo>
                  <a:lnTo>
                    <a:pt x="2184074" y="1620809"/>
                  </a:lnTo>
                  <a:lnTo>
                    <a:pt x="2187749" y="1628296"/>
                  </a:lnTo>
                  <a:lnTo>
                    <a:pt x="2190550" y="1634180"/>
                  </a:lnTo>
                  <a:lnTo>
                    <a:pt x="2189846" y="1639818"/>
                  </a:lnTo>
                  <a:lnTo>
                    <a:pt x="2184657" y="1635829"/>
                  </a:lnTo>
                  <a:lnTo>
                    <a:pt x="2180182" y="1630744"/>
                  </a:lnTo>
                  <a:lnTo>
                    <a:pt x="2168301" y="1624998"/>
                  </a:lnTo>
                  <a:lnTo>
                    <a:pt x="2153320" y="1621368"/>
                  </a:lnTo>
                  <a:lnTo>
                    <a:pt x="2144873" y="1608012"/>
                  </a:lnTo>
                  <a:lnTo>
                    <a:pt x="2144902" y="1613584"/>
                  </a:lnTo>
                  <a:lnTo>
                    <a:pt x="2143027" y="1618310"/>
                  </a:lnTo>
                  <a:lnTo>
                    <a:pt x="2137864" y="1612549"/>
                  </a:lnTo>
                  <a:lnTo>
                    <a:pt x="2134609" y="1607633"/>
                  </a:lnTo>
                  <a:lnTo>
                    <a:pt x="2133517" y="1602246"/>
                  </a:lnTo>
                  <a:lnTo>
                    <a:pt x="2127071" y="1602615"/>
                  </a:lnTo>
                  <a:lnTo>
                    <a:pt x="2120311" y="1607295"/>
                  </a:lnTo>
                  <a:lnTo>
                    <a:pt x="2113773" y="1606184"/>
                  </a:lnTo>
                  <a:lnTo>
                    <a:pt x="2112998" y="1597048"/>
                  </a:lnTo>
                  <a:lnTo>
                    <a:pt x="2114765" y="1592209"/>
                  </a:lnTo>
                  <a:lnTo>
                    <a:pt x="2122103" y="1580764"/>
                  </a:lnTo>
                  <a:lnTo>
                    <a:pt x="2129017" y="1574921"/>
                  </a:lnTo>
                  <a:lnTo>
                    <a:pt x="2132067" y="1567378"/>
                  </a:lnTo>
                  <a:lnTo>
                    <a:pt x="2131025" y="1555682"/>
                  </a:lnTo>
                  <a:lnTo>
                    <a:pt x="2129725" y="1567583"/>
                  </a:lnTo>
                  <a:lnTo>
                    <a:pt x="2125775" y="1573482"/>
                  </a:lnTo>
                  <a:lnTo>
                    <a:pt x="2119565" y="1577988"/>
                  </a:lnTo>
                  <a:lnTo>
                    <a:pt x="2111393" y="1586018"/>
                  </a:lnTo>
                  <a:lnTo>
                    <a:pt x="2109397" y="1593443"/>
                  </a:lnTo>
                  <a:lnTo>
                    <a:pt x="2106847" y="1607346"/>
                  </a:lnTo>
                  <a:lnTo>
                    <a:pt x="2110297" y="1612053"/>
                  </a:lnTo>
                  <a:lnTo>
                    <a:pt x="2113823" y="1613282"/>
                  </a:lnTo>
                  <a:lnTo>
                    <a:pt x="2124237" y="1610127"/>
                  </a:lnTo>
                  <a:lnTo>
                    <a:pt x="2129625" y="1611535"/>
                  </a:lnTo>
                  <a:lnTo>
                    <a:pt x="2141610" y="1628276"/>
                  </a:lnTo>
                  <a:lnTo>
                    <a:pt x="2163925" y="1634897"/>
                  </a:lnTo>
                  <a:lnTo>
                    <a:pt x="2172064" y="1639035"/>
                  </a:lnTo>
                  <a:lnTo>
                    <a:pt x="2178698" y="1647771"/>
                  </a:lnTo>
                  <a:lnTo>
                    <a:pt x="2188670" y="1652800"/>
                  </a:lnTo>
                  <a:lnTo>
                    <a:pt x="2196409" y="1660107"/>
                  </a:lnTo>
                  <a:lnTo>
                    <a:pt x="2196617" y="1664875"/>
                  </a:lnTo>
                  <a:lnTo>
                    <a:pt x="2193938" y="1670513"/>
                  </a:lnTo>
                  <a:lnTo>
                    <a:pt x="2192879" y="1678143"/>
                  </a:lnTo>
                  <a:lnTo>
                    <a:pt x="2189591" y="1682957"/>
                  </a:lnTo>
                  <a:lnTo>
                    <a:pt x="2181699" y="1683510"/>
                  </a:lnTo>
                  <a:lnTo>
                    <a:pt x="2176931" y="1682271"/>
                  </a:lnTo>
                  <a:lnTo>
                    <a:pt x="2151303" y="1655447"/>
                  </a:lnTo>
                  <a:lnTo>
                    <a:pt x="2148244" y="1652979"/>
                  </a:lnTo>
                  <a:lnTo>
                    <a:pt x="2138739" y="1638932"/>
                  </a:lnTo>
                  <a:lnTo>
                    <a:pt x="2127587" y="1631410"/>
                  </a:lnTo>
                  <a:lnTo>
                    <a:pt x="2124137" y="1631568"/>
                  </a:lnTo>
                  <a:lnTo>
                    <a:pt x="2140010" y="1645482"/>
                  </a:lnTo>
                  <a:lnTo>
                    <a:pt x="2146490" y="1655212"/>
                  </a:lnTo>
                  <a:lnTo>
                    <a:pt x="2157904" y="1668854"/>
                  </a:lnTo>
                  <a:lnTo>
                    <a:pt x="2166063" y="1674630"/>
                  </a:lnTo>
                  <a:lnTo>
                    <a:pt x="2172068" y="1683643"/>
                  </a:lnTo>
                  <a:lnTo>
                    <a:pt x="2177648" y="1687868"/>
                  </a:lnTo>
                  <a:lnTo>
                    <a:pt x="2192883" y="1693885"/>
                  </a:lnTo>
                  <a:lnTo>
                    <a:pt x="2187587" y="1698207"/>
                  </a:lnTo>
                  <a:lnTo>
                    <a:pt x="2196042" y="1701889"/>
                  </a:lnTo>
                  <a:lnTo>
                    <a:pt x="2197251" y="1708659"/>
                  </a:lnTo>
                  <a:lnTo>
                    <a:pt x="2196476" y="1716376"/>
                  </a:lnTo>
                  <a:lnTo>
                    <a:pt x="2184741" y="1713324"/>
                  </a:lnTo>
                  <a:lnTo>
                    <a:pt x="2184357" y="1719008"/>
                  </a:lnTo>
                  <a:lnTo>
                    <a:pt x="2185407" y="1722362"/>
                  </a:lnTo>
                  <a:lnTo>
                    <a:pt x="2180223" y="1725133"/>
                  </a:lnTo>
                  <a:lnTo>
                    <a:pt x="2173014" y="1721374"/>
                  </a:lnTo>
                  <a:lnTo>
                    <a:pt x="2154295" y="1700813"/>
                  </a:lnTo>
                  <a:lnTo>
                    <a:pt x="2154453" y="1703563"/>
                  </a:lnTo>
                  <a:lnTo>
                    <a:pt x="2155970" y="1706754"/>
                  </a:lnTo>
                  <a:lnTo>
                    <a:pt x="2166826" y="1719991"/>
                  </a:lnTo>
                  <a:lnTo>
                    <a:pt x="2176515" y="1727929"/>
                  </a:lnTo>
                  <a:lnTo>
                    <a:pt x="2184728" y="1731513"/>
                  </a:lnTo>
                  <a:lnTo>
                    <a:pt x="2191058" y="1738165"/>
                  </a:lnTo>
                  <a:lnTo>
                    <a:pt x="2193292" y="1742190"/>
                  </a:lnTo>
                  <a:lnTo>
                    <a:pt x="2194784" y="1748295"/>
                  </a:lnTo>
                  <a:lnTo>
                    <a:pt x="2190091" y="1752443"/>
                  </a:lnTo>
                  <a:lnTo>
                    <a:pt x="2184749" y="1754732"/>
                  </a:lnTo>
                  <a:lnTo>
                    <a:pt x="2179532" y="1750594"/>
                  </a:lnTo>
                  <a:lnTo>
                    <a:pt x="2175706" y="1746236"/>
                  </a:lnTo>
                  <a:lnTo>
                    <a:pt x="2167559" y="1738836"/>
                  </a:lnTo>
                  <a:lnTo>
                    <a:pt x="2165117" y="1730566"/>
                  </a:lnTo>
                  <a:lnTo>
                    <a:pt x="2158921" y="1730991"/>
                  </a:lnTo>
                  <a:lnTo>
                    <a:pt x="2133021" y="1720503"/>
                  </a:lnTo>
                  <a:lnTo>
                    <a:pt x="2112206" y="1719295"/>
                  </a:lnTo>
                  <a:lnTo>
                    <a:pt x="2114240" y="1721405"/>
                  </a:lnTo>
                  <a:lnTo>
                    <a:pt x="2116873" y="1722808"/>
                  </a:lnTo>
                  <a:lnTo>
                    <a:pt x="2133451" y="1725394"/>
                  </a:lnTo>
                  <a:lnTo>
                    <a:pt x="2140001" y="1730223"/>
                  </a:lnTo>
                  <a:lnTo>
                    <a:pt x="2153637" y="1734509"/>
                  </a:lnTo>
                  <a:lnTo>
                    <a:pt x="2161621" y="1735682"/>
                  </a:lnTo>
                  <a:lnTo>
                    <a:pt x="2164859" y="1748848"/>
                  </a:lnTo>
                  <a:lnTo>
                    <a:pt x="2175894" y="1757907"/>
                  </a:lnTo>
                  <a:lnTo>
                    <a:pt x="2177327" y="1764620"/>
                  </a:lnTo>
                  <a:lnTo>
                    <a:pt x="2184862" y="1765373"/>
                  </a:lnTo>
                  <a:lnTo>
                    <a:pt x="2198118" y="1758787"/>
                  </a:lnTo>
                  <a:lnTo>
                    <a:pt x="2206673" y="1761097"/>
                  </a:lnTo>
                  <a:lnTo>
                    <a:pt x="2219012" y="1762981"/>
                  </a:lnTo>
                  <a:lnTo>
                    <a:pt x="2221833" y="1768297"/>
                  </a:lnTo>
                  <a:lnTo>
                    <a:pt x="2223950" y="1778411"/>
                  </a:lnTo>
                  <a:lnTo>
                    <a:pt x="2228313" y="1789789"/>
                  </a:lnTo>
                  <a:lnTo>
                    <a:pt x="2239627" y="1834654"/>
                  </a:lnTo>
                  <a:lnTo>
                    <a:pt x="2256625" y="1871350"/>
                  </a:lnTo>
                  <a:lnTo>
                    <a:pt x="2258717" y="1877669"/>
                  </a:lnTo>
                  <a:lnTo>
                    <a:pt x="2254767" y="1872123"/>
                  </a:lnTo>
                  <a:lnTo>
                    <a:pt x="2242157" y="1847820"/>
                  </a:lnTo>
                  <a:lnTo>
                    <a:pt x="2235197" y="1830270"/>
                  </a:lnTo>
                  <a:lnTo>
                    <a:pt x="2228047" y="1799284"/>
                  </a:lnTo>
                  <a:lnTo>
                    <a:pt x="2225971" y="1792345"/>
                  </a:lnTo>
                  <a:lnTo>
                    <a:pt x="2223529" y="1789574"/>
                  </a:lnTo>
                  <a:lnTo>
                    <a:pt x="2221921" y="1791827"/>
                  </a:lnTo>
                  <a:lnTo>
                    <a:pt x="2221229" y="1795776"/>
                  </a:lnTo>
                  <a:lnTo>
                    <a:pt x="2222396" y="1798807"/>
                  </a:lnTo>
                  <a:lnTo>
                    <a:pt x="2219579" y="1809008"/>
                  </a:lnTo>
                  <a:lnTo>
                    <a:pt x="2220800" y="1813689"/>
                  </a:lnTo>
                  <a:lnTo>
                    <a:pt x="2225375" y="1818528"/>
                  </a:lnTo>
                  <a:lnTo>
                    <a:pt x="2230347" y="1830603"/>
                  </a:lnTo>
                  <a:lnTo>
                    <a:pt x="2234318" y="1846862"/>
                  </a:lnTo>
                  <a:lnTo>
                    <a:pt x="2228947" y="1840271"/>
                  </a:lnTo>
                  <a:lnTo>
                    <a:pt x="2223213" y="1836779"/>
                  </a:lnTo>
                  <a:lnTo>
                    <a:pt x="2214291" y="1834101"/>
                  </a:lnTo>
                  <a:lnTo>
                    <a:pt x="2206344" y="1829405"/>
                  </a:lnTo>
                  <a:lnTo>
                    <a:pt x="2206923" y="1836139"/>
                  </a:lnTo>
                  <a:lnTo>
                    <a:pt x="2206160" y="1843410"/>
                  </a:lnTo>
                  <a:lnTo>
                    <a:pt x="2200034" y="1841193"/>
                  </a:lnTo>
                  <a:lnTo>
                    <a:pt x="2195867" y="1838781"/>
                  </a:lnTo>
                  <a:lnTo>
                    <a:pt x="2199555" y="1846529"/>
                  </a:lnTo>
                  <a:lnTo>
                    <a:pt x="2191550" y="1844204"/>
                  </a:lnTo>
                  <a:lnTo>
                    <a:pt x="2186216" y="1844691"/>
                  </a:lnTo>
                  <a:lnTo>
                    <a:pt x="2182749" y="1851568"/>
                  </a:lnTo>
                  <a:lnTo>
                    <a:pt x="2178098" y="1855742"/>
                  </a:lnTo>
                  <a:lnTo>
                    <a:pt x="2171222" y="1857088"/>
                  </a:lnTo>
                  <a:lnTo>
                    <a:pt x="2161021" y="1850800"/>
                  </a:lnTo>
                  <a:lnTo>
                    <a:pt x="2157716" y="1843165"/>
                  </a:lnTo>
                  <a:lnTo>
                    <a:pt x="2156349" y="1834664"/>
                  </a:lnTo>
                  <a:lnTo>
                    <a:pt x="2155804" y="1844716"/>
                  </a:lnTo>
                  <a:lnTo>
                    <a:pt x="2157620" y="1855183"/>
                  </a:lnTo>
                  <a:lnTo>
                    <a:pt x="2156983" y="1863141"/>
                  </a:lnTo>
                  <a:lnTo>
                    <a:pt x="2166805" y="1864606"/>
                  </a:lnTo>
                  <a:lnTo>
                    <a:pt x="2175990" y="1863305"/>
                  </a:lnTo>
                  <a:lnTo>
                    <a:pt x="2188383" y="1863638"/>
                  </a:lnTo>
                  <a:lnTo>
                    <a:pt x="2196467" y="1862148"/>
                  </a:lnTo>
                  <a:lnTo>
                    <a:pt x="2201335" y="1859618"/>
                  </a:lnTo>
                  <a:lnTo>
                    <a:pt x="2213007" y="1861810"/>
                  </a:lnTo>
                  <a:lnTo>
                    <a:pt x="2213836" y="1871422"/>
                  </a:lnTo>
                  <a:lnTo>
                    <a:pt x="2212503" y="1880977"/>
                  </a:lnTo>
                  <a:lnTo>
                    <a:pt x="2211828" y="1891153"/>
                  </a:lnTo>
                  <a:lnTo>
                    <a:pt x="2215061" y="1891086"/>
                  </a:lnTo>
                  <a:lnTo>
                    <a:pt x="2218862" y="1887834"/>
                  </a:lnTo>
                  <a:lnTo>
                    <a:pt x="2220762" y="1869609"/>
                  </a:lnTo>
                  <a:lnTo>
                    <a:pt x="2231430" y="1862875"/>
                  </a:lnTo>
                  <a:lnTo>
                    <a:pt x="2235006" y="1863336"/>
                  </a:lnTo>
                  <a:lnTo>
                    <a:pt x="2238402" y="1869194"/>
                  </a:lnTo>
                  <a:lnTo>
                    <a:pt x="2239544" y="1875135"/>
                  </a:lnTo>
                  <a:lnTo>
                    <a:pt x="2240748" y="1883292"/>
                  </a:lnTo>
                  <a:lnTo>
                    <a:pt x="2238256" y="1895721"/>
                  </a:lnTo>
                  <a:lnTo>
                    <a:pt x="2221867" y="1910254"/>
                  </a:lnTo>
                  <a:lnTo>
                    <a:pt x="2210127" y="1923691"/>
                  </a:lnTo>
                  <a:lnTo>
                    <a:pt x="2204127" y="1926431"/>
                  </a:lnTo>
                  <a:lnTo>
                    <a:pt x="2195471" y="1924869"/>
                  </a:lnTo>
                  <a:lnTo>
                    <a:pt x="2185658" y="1921489"/>
                  </a:lnTo>
                  <a:lnTo>
                    <a:pt x="2180844" y="1920808"/>
                  </a:lnTo>
                  <a:lnTo>
                    <a:pt x="2177186" y="1921935"/>
                  </a:lnTo>
                  <a:lnTo>
                    <a:pt x="2174956" y="1917797"/>
                  </a:lnTo>
                  <a:lnTo>
                    <a:pt x="2173518" y="1910249"/>
                  </a:lnTo>
                  <a:lnTo>
                    <a:pt x="2169701" y="1907745"/>
                  </a:lnTo>
                  <a:lnTo>
                    <a:pt x="2166813" y="1908021"/>
                  </a:lnTo>
                  <a:lnTo>
                    <a:pt x="2164842" y="1916040"/>
                  </a:lnTo>
                  <a:lnTo>
                    <a:pt x="2155687" y="1918319"/>
                  </a:lnTo>
                  <a:lnTo>
                    <a:pt x="2143239" y="1915006"/>
                  </a:lnTo>
                  <a:lnTo>
                    <a:pt x="2130204" y="1908262"/>
                  </a:lnTo>
                  <a:lnTo>
                    <a:pt x="2135797" y="1915498"/>
                  </a:lnTo>
                  <a:lnTo>
                    <a:pt x="2168143" y="1928996"/>
                  </a:lnTo>
                  <a:lnTo>
                    <a:pt x="2171785" y="1931521"/>
                  </a:lnTo>
                  <a:lnTo>
                    <a:pt x="2175185" y="1935213"/>
                  </a:lnTo>
                  <a:lnTo>
                    <a:pt x="2170660" y="1941005"/>
                  </a:lnTo>
                  <a:lnTo>
                    <a:pt x="2167113" y="1947529"/>
                  </a:lnTo>
                  <a:lnTo>
                    <a:pt x="2166613" y="1952650"/>
                  </a:lnTo>
                  <a:lnTo>
                    <a:pt x="2165363" y="1955881"/>
                  </a:lnTo>
                  <a:lnTo>
                    <a:pt x="2152466" y="1964587"/>
                  </a:lnTo>
                  <a:lnTo>
                    <a:pt x="2145477" y="1963050"/>
                  </a:lnTo>
                  <a:lnTo>
                    <a:pt x="2127621" y="1947355"/>
                  </a:lnTo>
                  <a:lnTo>
                    <a:pt x="2135755" y="1960930"/>
                  </a:lnTo>
                  <a:lnTo>
                    <a:pt x="2142268" y="1966691"/>
                  </a:lnTo>
                  <a:lnTo>
                    <a:pt x="2155383" y="1969764"/>
                  </a:lnTo>
                  <a:lnTo>
                    <a:pt x="2179982" y="1964689"/>
                  </a:lnTo>
                  <a:lnTo>
                    <a:pt x="2188050" y="1970230"/>
                  </a:lnTo>
                  <a:lnTo>
                    <a:pt x="2181428" y="1980047"/>
                  </a:lnTo>
                  <a:lnTo>
                    <a:pt x="2174848" y="1986934"/>
                  </a:lnTo>
                  <a:lnTo>
                    <a:pt x="2166217" y="1987702"/>
                  </a:lnTo>
                  <a:lnTo>
                    <a:pt x="2158616" y="1989567"/>
                  </a:lnTo>
                  <a:lnTo>
                    <a:pt x="2156387" y="1994303"/>
                  </a:lnTo>
                  <a:lnTo>
                    <a:pt x="2150970" y="1994600"/>
                  </a:lnTo>
                  <a:lnTo>
                    <a:pt x="2142502" y="1994882"/>
                  </a:lnTo>
                  <a:lnTo>
                    <a:pt x="2129392" y="1995312"/>
                  </a:lnTo>
                  <a:lnTo>
                    <a:pt x="2122191" y="1994206"/>
                  </a:lnTo>
                  <a:lnTo>
                    <a:pt x="2112131" y="2003885"/>
                  </a:lnTo>
                  <a:lnTo>
                    <a:pt x="2108335" y="2005216"/>
                  </a:lnTo>
                  <a:lnTo>
                    <a:pt x="2103030" y="2003398"/>
                  </a:lnTo>
                  <a:lnTo>
                    <a:pt x="2100805" y="1995625"/>
                  </a:lnTo>
                  <a:lnTo>
                    <a:pt x="2098433" y="1991804"/>
                  </a:lnTo>
                  <a:lnTo>
                    <a:pt x="2098375" y="2006348"/>
                  </a:lnTo>
                  <a:lnTo>
                    <a:pt x="2099304" y="2010265"/>
                  </a:lnTo>
                  <a:lnTo>
                    <a:pt x="2101205" y="2013220"/>
                  </a:lnTo>
                  <a:lnTo>
                    <a:pt x="2089436" y="2021111"/>
                  </a:lnTo>
                  <a:lnTo>
                    <a:pt x="2078172" y="2030954"/>
                  </a:lnTo>
                  <a:lnTo>
                    <a:pt x="2074134" y="2033632"/>
                  </a:lnTo>
                  <a:lnTo>
                    <a:pt x="2069546" y="2038563"/>
                  </a:lnTo>
                  <a:lnTo>
                    <a:pt x="2060149" y="2052805"/>
                  </a:lnTo>
                  <a:lnTo>
                    <a:pt x="2057828" y="2063190"/>
                  </a:lnTo>
                  <a:lnTo>
                    <a:pt x="2054432" y="2074768"/>
                  </a:lnTo>
                  <a:lnTo>
                    <a:pt x="2054002" y="2069555"/>
                  </a:lnTo>
                  <a:lnTo>
                    <a:pt x="2054586" y="2060778"/>
                  </a:lnTo>
                  <a:lnTo>
                    <a:pt x="2052261" y="2050726"/>
                  </a:lnTo>
                  <a:lnTo>
                    <a:pt x="2050785" y="2069140"/>
                  </a:lnTo>
                  <a:lnTo>
                    <a:pt x="2047135" y="2077697"/>
                  </a:lnTo>
                  <a:lnTo>
                    <a:pt x="2013635" y="2077093"/>
                  </a:lnTo>
                  <a:lnTo>
                    <a:pt x="1998970" y="2081743"/>
                  </a:lnTo>
                  <a:lnTo>
                    <a:pt x="1976459" y="2097387"/>
                  </a:lnTo>
                  <a:lnTo>
                    <a:pt x="1969729" y="2104244"/>
                  </a:lnTo>
                  <a:lnTo>
                    <a:pt x="1951135" y="2130755"/>
                  </a:lnTo>
                  <a:lnTo>
                    <a:pt x="1946388" y="2147721"/>
                  </a:lnTo>
                  <a:lnTo>
                    <a:pt x="1942583" y="2140587"/>
                  </a:lnTo>
                  <a:lnTo>
                    <a:pt x="1943525" y="2135236"/>
                  </a:lnTo>
                  <a:lnTo>
                    <a:pt x="1943600" y="2130863"/>
                  </a:lnTo>
                  <a:lnTo>
                    <a:pt x="1938916" y="2140244"/>
                  </a:lnTo>
                  <a:lnTo>
                    <a:pt x="1943363" y="2153907"/>
                  </a:lnTo>
                  <a:lnTo>
                    <a:pt x="1939371" y="2159125"/>
                  </a:lnTo>
                  <a:lnTo>
                    <a:pt x="1927090" y="2168865"/>
                  </a:lnTo>
                  <a:lnTo>
                    <a:pt x="1920368" y="2170463"/>
                  </a:lnTo>
                  <a:lnTo>
                    <a:pt x="1912821" y="2173233"/>
                  </a:lnTo>
                  <a:lnTo>
                    <a:pt x="1910446" y="2182840"/>
                  </a:lnTo>
                  <a:lnTo>
                    <a:pt x="1900199" y="2191699"/>
                  </a:lnTo>
                  <a:lnTo>
                    <a:pt x="1894227" y="2195622"/>
                  </a:lnTo>
                  <a:lnTo>
                    <a:pt x="1883292" y="2193246"/>
                  </a:lnTo>
                  <a:lnTo>
                    <a:pt x="1886659" y="2201777"/>
                  </a:lnTo>
                  <a:lnTo>
                    <a:pt x="1882642" y="2208235"/>
                  </a:lnTo>
                  <a:lnTo>
                    <a:pt x="1875725" y="2213187"/>
                  </a:lnTo>
                  <a:lnTo>
                    <a:pt x="1867123" y="2216418"/>
                  </a:lnTo>
                  <a:lnTo>
                    <a:pt x="1862194" y="2216024"/>
                  </a:lnTo>
                  <a:lnTo>
                    <a:pt x="1857981" y="2217739"/>
                  </a:lnTo>
                  <a:lnTo>
                    <a:pt x="1854680" y="2221846"/>
                  </a:lnTo>
                  <a:lnTo>
                    <a:pt x="1846616" y="2225687"/>
                  </a:lnTo>
                  <a:lnTo>
                    <a:pt x="1838240" y="2223526"/>
                  </a:lnTo>
                  <a:lnTo>
                    <a:pt x="1828747" y="2222230"/>
                  </a:lnTo>
                  <a:lnTo>
                    <a:pt x="1823459" y="2224535"/>
                  </a:lnTo>
                  <a:lnTo>
                    <a:pt x="1832348" y="2228345"/>
                  </a:lnTo>
                  <a:lnTo>
                    <a:pt x="1837107" y="2233865"/>
                  </a:lnTo>
                  <a:lnTo>
                    <a:pt x="1836128" y="2241306"/>
                  </a:lnTo>
                  <a:lnTo>
                    <a:pt x="1833748" y="2244178"/>
                  </a:lnTo>
                  <a:lnTo>
                    <a:pt x="1828139" y="2248070"/>
                  </a:lnTo>
                  <a:lnTo>
                    <a:pt x="1825676" y="2247492"/>
                  </a:lnTo>
                  <a:lnTo>
                    <a:pt x="1824172" y="2243984"/>
                  </a:lnTo>
                  <a:lnTo>
                    <a:pt x="1822347" y="2236676"/>
                  </a:lnTo>
                  <a:lnTo>
                    <a:pt x="1819738" y="2238233"/>
                  </a:lnTo>
                  <a:lnTo>
                    <a:pt x="1819288" y="2241638"/>
                  </a:lnTo>
                  <a:lnTo>
                    <a:pt x="1817046" y="2242852"/>
                  </a:lnTo>
                  <a:lnTo>
                    <a:pt x="1809091" y="2231212"/>
                  </a:lnTo>
                  <a:lnTo>
                    <a:pt x="1809487" y="2240092"/>
                  </a:lnTo>
                  <a:lnTo>
                    <a:pt x="1812266" y="2246913"/>
                  </a:lnTo>
                  <a:lnTo>
                    <a:pt x="1814954" y="2250375"/>
                  </a:lnTo>
                  <a:lnTo>
                    <a:pt x="1817667" y="2252413"/>
                  </a:lnTo>
                  <a:lnTo>
                    <a:pt x="1818334" y="2255578"/>
                  </a:lnTo>
                  <a:lnTo>
                    <a:pt x="1812891" y="2263290"/>
                  </a:lnTo>
                  <a:lnTo>
                    <a:pt x="1810091" y="2265005"/>
                  </a:lnTo>
                  <a:lnTo>
                    <a:pt x="1805107" y="2266255"/>
                  </a:lnTo>
                  <a:lnTo>
                    <a:pt x="1802302" y="2271007"/>
                  </a:lnTo>
                  <a:lnTo>
                    <a:pt x="1803132" y="2275099"/>
                  </a:lnTo>
                  <a:lnTo>
                    <a:pt x="1798773" y="2283978"/>
                  </a:lnTo>
                  <a:lnTo>
                    <a:pt x="1788350" y="2289524"/>
                  </a:lnTo>
                  <a:lnTo>
                    <a:pt x="1785167" y="2289309"/>
                  </a:lnTo>
                  <a:lnTo>
                    <a:pt x="1782570" y="2290932"/>
                  </a:lnTo>
                  <a:lnTo>
                    <a:pt x="1784087" y="2294886"/>
                  </a:lnTo>
                  <a:lnTo>
                    <a:pt x="1786688" y="2297764"/>
                  </a:lnTo>
                  <a:lnTo>
                    <a:pt x="1786596" y="2300437"/>
                  </a:lnTo>
                  <a:lnTo>
                    <a:pt x="1783841" y="2304068"/>
                  </a:lnTo>
                  <a:lnTo>
                    <a:pt x="1778403" y="2305081"/>
                  </a:lnTo>
                  <a:lnTo>
                    <a:pt x="1775349" y="2309224"/>
                  </a:lnTo>
                  <a:lnTo>
                    <a:pt x="1776315" y="2313132"/>
                  </a:lnTo>
                  <a:lnTo>
                    <a:pt x="1778112" y="2315313"/>
                  </a:lnTo>
                  <a:lnTo>
                    <a:pt x="1777736" y="2319072"/>
                  </a:lnTo>
                  <a:lnTo>
                    <a:pt x="1771552" y="2322846"/>
                  </a:lnTo>
                  <a:lnTo>
                    <a:pt x="1770102" y="2326559"/>
                  </a:lnTo>
                  <a:lnTo>
                    <a:pt x="1773173" y="2327654"/>
                  </a:lnTo>
                  <a:lnTo>
                    <a:pt x="1775536" y="2326559"/>
                  </a:lnTo>
                  <a:lnTo>
                    <a:pt x="1777266" y="2327357"/>
                  </a:lnTo>
                  <a:lnTo>
                    <a:pt x="1773557" y="2333564"/>
                  </a:lnTo>
                  <a:lnTo>
                    <a:pt x="1770227" y="2337348"/>
                  </a:lnTo>
                  <a:lnTo>
                    <a:pt x="1767064" y="2344149"/>
                  </a:lnTo>
                  <a:lnTo>
                    <a:pt x="1759726" y="2346028"/>
                  </a:lnTo>
                  <a:lnTo>
                    <a:pt x="1760001" y="2348225"/>
                  </a:lnTo>
                  <a:lnTo>
                    <a:pt x="1764147" y="2350171"/>
                  </a:lnTo>
                  <a:lnTo>
                    <a:pt x="1767618" y="2355400"/>
                  </a:lnTo>
                  <a:lnTo>
                    <a:pt x="1761097" y="2365053"/>
                  </a:lnTo>
                  <a:lnTo>
                    <a:pt x="1757025" y="2364259"/>
                  </a:lnTo>
                  <a:lnTo>
                    <a:pt x="1754538" y="2362134"/>
                  </a:lnTo>
                  <a:lnTo>
                    <a:pt x="1752950" y="2369754"/>
                  </a:lnTo>
                  <a:lnTo>
                    <a:pt x="1753558" y="2373820"/>
                  </a:lnTo>
                  <a:lnTo>
                    <a:pt x="1752008" y="2382131"/>
                  </a:lnTo>
                  <a:lnTo>
                    <a:pt x="1749516" y="2392122"/>
                  </a:lnTo>
                  <a:lnTo>
                    <a:pt x="1747824" y="2396224"/>
                  </a:lnTo>
                  <a:lnTo>
                    <a:pt x="1748183" y="2403864"/>
                  </a:lnTo>
                  <a:lnTo>
                    <a:pt x="1749229" y="2411243"/>
                  </a:lnTo>
                  <a:lnTo>
                    <a:pt x="1753221" y="2420753"/>
                  </a:lnTo>
                  <a:lnTo>
                    <a:pt x="1759317" y="2459641"/>
                  </a:lnTo>
                  <a:lnTo>
                    <a:pt x="1763468" y="2473145"/>
                  </a:lnTo>
                  <a:lnTo>
                    <a:pt x="1770944" y="2509580"/>
                  </a:lnTo>
                  <a:lnTo>
                    <a:pt x="1783316" y="2544904"/>
                  </a:lnTo>
                  <a:lnTo>
                    <a:pt x="1800773" y="2587602"/>
                  </a:lnTo>
                  <a:lnTo>
                    <a:pt x="1829423" y="2639354"/>
                  </a:lnTo>
                  <a:lnTo>
                    <a:pt x="1832852" y="2646729"/>
                  </a:lnTo>
                  <a:lnTo>
                    <a:pt x="1829122" y="2652981"/>
                  </a:lnTo>
                  <a:lnTo>
                    <a:pt x="1827985" y="2659459"/>
                  </a:lnTo>
                  <a:lnTo>
                    <a:pt x="1827660" y="2669225"/>
                  </a:lnTo>
                  <a:lnTo>
                    <a:pt x="1828693" y="2678739"/>
                  </a:lnTo>
                  <a:lnTo>
                    <a:pt x="1832081" y="2690359"/>
                  </a:lnTo>
                  <a:lnTo>
                    <a:pt x="1838590" y="2708123"/>
                  </a:lnTo>
                  <a:lnTo>
                    <a:pt x="1834948" y="2704580"/>
                  </a:lnTo>
                  <a:lnTo>
                    <a:pt x="1825522" y="2679082"/>
                  </a:lnTo>
                  <a:lnTo>
                    <a:pt x="1824426" y="2664109"/>
                  </a:lnTo>
                  <a:lnTo>
                    <a:pt x="1825785" y="2642867"/>
                  </a:lnTo>
                  <a:lnTo>
                    <a:pt x="1823572" y="2643379"/>
                  </a:lnTo>
                  <a:lnTo>
                    <a:pt x="1821776" y="2650282"/>
                  </a:lnTo>
                  <a:lnTo>
                    <a:pt x="1820788" y="2658389"/>
                  </a:lnTo>
                  <a:lnTo>
                    <a:pt x="1818396" y="2661528"/>
                  </a:lnTo>
                  <a:lnTo>
                    <a:pt x="1815133" y="2649161"/>
                  </a:lnTo>
                  <a:lnTo>
                    <a:pt x="1815362" y="2643569"/>
                  </a:lnTo>
                  <a:lnTo>
                    <a:pt x="1818825" y="2637035"/>
                  </a:lnTo>
                  <a:lnTo>
                    <a:pt x="1817821" y="2634684"/>
                  </a:lnTo>
                  <a:lnTo>
                    <a:pt x="1812216" y="2631340"/>
                  </a:lnTo>
                  <a:lnTo>
                    <a:pt x="1811024" y="2626081"/>
                  </a:lnTo>
                  <a:lnTo>
                    <a:pt x="1811783" y="2620888"/>
                  </a:lnTo>
                  <a:lnTo>
                    <a:pt x="1808566" y="2618113"/>
                  </a:lnTo>
                  <a:lnTo>
                    <a:pt x="1806049" y="2618246"/>
                  </a:lnTo>
                  <a:lnTo>
                    <a:pt x="1807736" y="2631048"/>
                  </a:lnTo>
                  <a:lnTo>
                    <a:pt x="1810399" y="2638909"/>
                  </a:lnTo>
                  <a:lnTo>
                    <a:pt x="1813691" y="2657749"/>
                  </a:lnTo>
                  <a:lnTo>
                    <a:pt x="1819004" y="2669163"/>
                  </a:lnTo>
                  <a:lnTo>
                    <a:pt x="1822101" y="2678734"/>
                  </a:lnTo>
                  <a:lnTo>
                    <a:pt x="1858285" y="2780871"/>
                  </a:lnTo>
                  <a:lnTo>
                    <a:pt x="1866848" y="2793878"/>
                  </a:lnTo>
                  <a:lnTo>
                    <a:pt x="1870015" y="2803219"/>
                  </a:lnTo>
                  <a:lnTo>
                    <a:pt x="1873312" y="2822750"/>
                  </a:lnTo>
                  <a:lnTo>
                    <a:pt x="1874058" y="2847827"/>
                  </a:lnTo>
                  <a:lnTo>
                    <a:pt x="1868144" y="2893659"/>
                  </a:lnTo>
                  <a:lnTo>
                    <a:pt x="1866798" y="2924922"/>
                  </a:lnTo>
                  <a:lnTo>
                    <a:pt x="1865952" y="2923965"/>
                  </a:lnTo>
                  <a:lnTo>
                    <a:pt x="1865386" y="2920672"/>
                  </a:lnTo>
                  <a:lnTo>
                    <a:pt x="1864019" y="2920221"/>
                  </a:lnTo>
                  <a:lnTo>
                    <a:pt x="1858885" y="2934544"/>
                  </a:lnTo>
                  <a:lnTo>
                    <a:pt x="1851909" y="2947465"/>
                  </a:lnTo>
                  <a:lnTo>
                    <a:pt x="1849613" y="2967544"/>
                  </a:lnTo>
                  <a:lnTo>
                    <a:pt x="1846266" y="2977596"/>
                  </a:lnTo>
                  <a:lnTo>
                    <a:pt x="1836219" y="2988232"/>
                  </a:lnTo>
                  <a:lnTo>
                    <a:pt x="1829993" y="2987961"/>
                  </a:lnTo>
                  <a:lnTo>
                    <a:pt x="1814725" y="2995939"/>
                  </a:lnTo>
                  <a:lnTo>
                    <a:pt x="1803998" y="2993860"/>
                  </a:lnTo>
                  <a:lnTo>
                    <a:pt x="1791217" y="2998361"/>
                  </a:lnTo>
                  <a:lnTo>
                    <a:pt x="1782808" y="2997859"/>
                  </a:lnTo>
                  <a:lnTo>
                    <a:pt x="1777953" y="2988370"/>
                  </a:lnTo>
                  <a:lnTo>
                    <a:pt x="1778695" y="2984125"/>
                  </a:lnTo>
                  <a:lnTo>
                    <a:pt x="1780629" y="2979859"/>
                  </a:lnTo>
                  <a:lnTo>
                    <a:pt x="1783904" y="2978866"/>
                  </a:lnTo>
                  <a:lnTo>
                    <a:pt x="1795193" y="2988811"/>
                  </a:lnTo>
                  <a:lnTo>
                    <a:pt x="1797322" y="2984627"/>
                  </a:lnTo>
                  <a:lnTo>
                    <a:pt x="1793914" y="2979650"/>
                  </a:lnTo>
                  <a:lnTo>
                    <a:pt x="1787388" y="2976874"/>
                  </a:lnTo>
                  <a:lnTo>
                    <a:pt x="1782566" y="2973822"/>
                  </a:lnTo>
                  <a:lnTo>
                    <a:pt x="1772852" y="2951152"/>
                  </a:lnTo>
                  <a:lnTo>
                    <a:pt x="1762789" y="2935584"/>
                  </a:lnTo>
                  <a:lnTo>
                    <a:pt x="1761093" y="2925178"/>
                  </a:lnTo>
                  <a:lnTo>
                    <a:pt x="1743740" y="2918834"/>
                  </a:lnTo>
                  <a:lnTo>
                    <a:pt x="1731176" y="2909227"/>
                  </a:lnTo>
                  <a:lnTo>
                    <a:pt x="1722983" y="2892138"/>
                  </a:lnTo>
                  <a:lnTo>
                    <a:pt x="1718283" y="2861838"/>
                  </a:lnTo>
                  <a:lnTo>
                    <a:pt x="1712740" y="2858432"/>
                  </a:lnTo>
                  <a:lnTo>
                    <a:pt x="1710398" y="2856077"/>
                  </a:lnTo>
                  <a:lnTo>
                    <a:pt x="1715812" y="2844831"/>
                  </a:lnTo>
                  <a:lnTo>
                    <a:pt x="1721516" y="2835404"/>
                  </a:lnTo>
                  <a:lnTo>
                    <a:pt x="1717003" y="2837749"/>
                  </a:lnTo>
                  <a:lnTo>
                    <a:pt x="1713674" y="2841236"/>
                  </a:lnTo>
                  <a:lnTo>
                    <a:pt x="1709440" y="2849563"/>
                  </a:lnTo>
                  <a:lnTo>
                    <a:pt x="1706348" y="2850843"/>
                  </a:lnTo>
                  <a:lnTo>
                    <a:pt x="1703514" y="2849563"/>
                  </a:lnTo>
                  <a:lnTo>
                    <a:pt x="1700247" y="2833591"/>
                  </a:lnTo>
                  <a:lnTo>
                    <a:pt x="1701180" y="2813957"/>
                  </a:lnTo>
                  <a:lnTo>
                    <a:pt x="1705760" y="2806614"/>
                  </a:lnTo>
                  <a:lnTo>
                    <a:pt x="1698726" y="2806419"/>
                  </a:lnTo>
                  <a:lnTo>
                    <a:pt x="1691437" y="2809215"/>
                  </a:lnTo>
                  <a:lnTo>
                    <a:pt x="1692504" y="2815760"/>
                  </a:lnTo>
                  <a:lnTo>
                    <a:pt x="1691475" y="2819355"/>
                  </a:lnTo>
                  <a:lnTo>
                    <a:pt x="1686166" y="2818433"/>
                  </a:lnTo>
                  <a:lnTo>
                    <a:pt x="1682140" y="2816134"/>
                  </a:lnTo>
                  <a:lnTo>
                    <a:pt x="1676677" y="2809323"/>
                  </a:lnTo>
                  <a:lnTo>
                    <a:pt x="1669226" y="2796326"/>
                  </a:lnTo>
                  <a:lnTo>
                    <a:pt x="1653941" y="2760520"/>
                  </a:lnTo>
                  <a:lnTo>
                    <a:pt x="1650961" y="2755471"/>
                  </a:lnTo>
                  <a:lnTo>
                    <a:pt x="1645906" y="2750186"/>
                  </a:lnTo>
                  <a:lnTo>
                    <a:pt x="1648286" y="2748543"/>
                  </a:lnTo>
                  <a:lnTo>
                    <a:pt x="1652628" y="2747570"/>
                  </a:lnTo>
                  <a:lnTo>
                    <a:pt x="1662442" y="2731449"/>
                  </a:lnTo>
                  <a:lnTo>
                    <a:pt x="1670151" y="2721709"/>
                  </a:lnTo>
                  <a:lnTo>
                    <a:pt x="1672710" y="2714970"/>
                  </a:lnTo>
                  <a:lnTo>
                    <a:pt x="1672264" y="2712087"/>
                  </a:lnTo>
                  <a:lnTo>
                    <a:pt x="1668855" y="2707898"/>
                  </a:lnTo>
                  <a:lnTo>
                    <a:pt x="1664380" y="2711559"/>
                  </a:lnTo>
                  <a:lnTo>
                    <a:pt x="1662463" y="2710515"/>
                  </a:lnTo>
                  <a:lnTo>
                    <a:pt x="1657429" y="2702065"/>
                  </a:lnTo>
                  <a:lnTo>
                    <a:pt x="1652620" y="2699679"/>
                  </a:lnTo>
                  <a:lnTo>
                    <a:pt x="1649269" y="2701507"/>
                  </a:lnTo>
                  <a:lnTo>
                    <a:pt x="1652803" y="2708430"/>
                  </a:lnTo>
                  <a:lnTo>
                    <a:pt x="1655979" y="2711001"/>
                  </a:lnTo>
                  <a:lnTo>
                    <a:pt x="1654749" y="2721069"/>
                  </a:lnTo>
                  <a:lnTo>
                    <a:pt x="1653466" y="2724346"/>
                  </a:lnTo>
                  <a:lnTo>
                    <a:pt x="1650490" y="2727240"/>
                  </a:lnTo>
                  <a:lnTo>
                    <a:pt x="1645844" y="2725698"/>
                  </a:lnTo>
                  <a:lnTo>
                    <a:pt x="1643494" y="2728187"/>
                  </a:lnTo>
                  <a:lnTo>
                    <a:pt x="1640727" y="2725565"/>
                  </a:lnTo>
                  <a:lnTo>
                    <a:pt x="1637972" y="2721141"/>
                  </a:lnTo>
                  <a:lnTo>
                    <a:pt x="1634905" y="2713859"/>
                  </a:lnTo>
                  <a:lnTo>
                    <a:pt x="1643010" y="2672871"/>
                  </a:lnTo>
                  <a:lnTo>
                    <a:pt x="1650511" y="2646754"/>
                  </a:lnTo>
                  <a:lnTo>
                    <a:pt x="1651370" y="2616961"/>
                  </a:lnTo>
                  <a:lnTo>
                    <a:pt x="1651928" y="2612546"/>
                  </a:lnTo>
                  <a:lnTo>
                    <a:pt x="1651295" y="2604629"/>
                  </a:lnTo>
                  <a:lnTo>
                    <a:pt x="1641235" y="2587423"/>
                  </a:lnTo>
                  <a:lnTo>
                    <a:pt x="1596758" y="2545437"/>
                  </a:lnTo>
                  <a:lnTo>
                    <a:pt x="1562287" y="2495718"/>
                  </a:lnTo>
                  <a:lnTo>
                    <a:pt x="1532429" y="2477067"/>
                  </a:lnTo>
                  <a:lnTo>
                    <a:pt x="1509776" y="2481164"/>
                  </a:lnTo>
                  <a:lnTo>
                    <a:pt x="1505854" y="2484913"/>
                  </a:lnTo>
                  <a:lnTo>
                    <a:pt x="1504171" y="2489813"/>
                  </a:lnTo>
                  <a:lnTo>
                    <a:pt x="1505592" y="2495359"/>
                  </a:lnTo>
                  <a:lnTo>
                    <a:pt x="1503533" y="2497669"/>
                  </a:lnTo>
                  <a:lnTo>
                    <a:pt x="1497453" y="2497377"/>
                  </a:lnTo>
                  <a:lnTo>
                    <a:pt x="1489265" y="2498667"/>
                  </a:lnTo>
                  <a:lnTo>
                    <a:pt x="1467883" y="2511757"/>
                  </a:lnTo>
                  <a:lnTo>
                    <a:pt x="1460340" y="2511275"/>
                  </a:lnTo>
                  <a:lnTo>
                    <a:pt x="1453489" y="2514665"/>
                  </a:lnTo>
                  <a:lnTo>
                    <a:pt x="1448359" y="2517205"/>
                  </a:lnTo>
                  <a:lnTo>
                    <a:pt x="1434982" y="2518588"/>
                  </a:lnTo>
                  <a:lnTo>
                    <a:pt x="1423639" y="2521491"/>
                  </a:lnTo>
                  <a:lnTo>
                    <a:pt x="1418739" y="2519919"/>
                  </a:lnTo>
                  <a:lnTo>
                    <a:pt x="1415542" y="2512330"/>
                  </a:lnTo>
                  <a:lnTo>
                    <a:pt x="1415542" y="2504475"/>
                  </a:lnTo>
                  <a:lnTo>
                    <a:pt x="1418134" y="2510497"/>
                  </a:lnTo>
                  <a:lnTo>
                    <a:pt x="1422147" y="2515208"/>
                  </a:lnTo>
                  <a:lnTo>
                    <a:pt x="1423985" y="2513324"/>
                  </a:lnTo>
                  <a:lnTo>
                    <a:pt x="1424673" y="2509155"/>
                  </a:lnTo>
                  <a:lnTo>
                    <a:pt x="1420681" y="2500987"/>
                  </a:lnTo>
                  <a:lnTo>
                    <a:pt x="1407820" y="2490494"/>
                  </a:lnTo>
                  <a:lnTo>
                    <a:pt x="1393185" y="2475168"/>
                  </a:lnTo>
                  <a:lnTo>
                    <a:pt x="1397648" y="2475675"/>
                  </a:lnTo>
                  <a:lnTo>
                    <a:pt x="1398778" y="2472392"/>
                  </a:lnTo>
                  <a:lnTo>
                    <a:pt x="1394240" y="2468085"/>
                  </a:lnTo>
                  <a:lnTo>
                    <a:pt x="1396156" y="2463108"/>
                  </a:lnTo>
                  <a:lnTo>
                    <a:pt x="1399353" y="2457879"/>
                  </a:lnTo>
                  <a:lnTo>
                    <a:pt x="1393177" y="2458663"/>
                  </a:lnTo>
                  <a:lnTo>
                    <a:pt x="1387634" y="2462324"/>
                  </a:lnTo>
                  <a:lnTo>
                    <a:pt x="1387451" y="2466846"/>
                  </a:lnTo>
                  <a:lnTo>
                    <a:pt x="1386355" y="2470441"/>
                  </a:lnTo>
                  <a:lnTo>
                    <a:pt x="1383371" y="2469919"/>
                  </a:lnTo>
                  <a:lnTo>
                    <a:pt x="1377833" y="2465469"/>
                  </a:lnTo>
                  <a:lnTo>
                    <a:pt x="1350567" y="2453081"/>
                  </a:lnTo>
                  <a:lnTo>
                    <a:pt x="1326731" y="2446096"/>
                  </a:lnTo>
                  <a:lnTo>
                    <a:pt x="1345025" y="2442952"/>
                  </a:lnTo>
                  <a:lnTo>
                    <a:pt x="1354947" y="2445395"/>
                  </a:lnTo>
                  <a:lnTo>
                    <a:pt x="1353763" y="2441646"/>
                  </a:lnTo>
                  <a:lnTo>
                    <a:pt x="1351375" y="2439265"/>
                  </a:lnTo>
                  <a:lnTo>
                    <a:pt x="1343549" y="2436249"/>
                  </a:lnTo>
                  <a:lnTo>
                    <a:pt x="1333581" y="2437396"/>
                  </a:lnTo>
                  <a:lnTo>
                    <a:pt x="1327285" y="2435977"/>
                  </a:lnTo>
                  <a:lnTo>
                    <a:pt x="1320846" y="2438968"/>
                  </a:lnTo>
                  <a:lnTo>
                    <a:pt x="1313791" y="2443413"/>
                  </a:lnTo>
                  <a:lnTo>
                    <a:pt x="1307511" y="2445702"/>
                  </a:lnTo>
                  <a:lnTo>
                    <a:pt x="1282933" y="2448902"/>
                  </a:lnTo>
                  <a:lnTo>
                    <a:pt x="1263001" y="2452374"/>
                  </a:lnTo>
                  <a:lnTo>
                    <a:pt x="1266197" y="2448708"/>
                  </a:lnTo>
                  <a:lnTo>
                    <a:pt x="1269606" y="2446352"/>
                  </a:lnTo>
                  <a:lnTo>
                    <a:pt x="1281383" y="2442768"/>
                  </a:lnTo>
                  <a:lnTo>
                    <a:pt x="1283146" y="2435317"/>
                  </a:lnTo>
                  <a:lnTo>
                    <a:pt x="1280379" y="2428142"/>
                  </a:lnTo>
                  <a:lnTo>
                    <a:pt x="1277278" y="2429863"/>
                  </a:lnTo>
                  <a:lnTo>
                    <a:pt x="1274023" y="2435470"/>
                  </a:lnTo>
                  <a:lnTo>
                    <a:pt x="1270031" y="2431430"/>
                  </a:lnTo>
                  <a:lnTo>
                    <a:pt x="1265610" y="2431450"/>
                  </a:lnTo>
                  <a:lnTo>
                    <a:pt x="1264410" y="2440371"/>
                  </a:lnTo>
                  <a:lnTo>
                    <a:pt x="1258742" y="2446352"/>
                  </a:lnTo>
                  <a:lnTo>
                    <a:pt x="1256184" y="2452374"/>
                  </a:lnTo>
                  <a:lnTo>
                    <a:pt x="1239565" y="2457091"/>
                  </a:lnTo>
                  <a:lnTo>
                    <a:pt x="1237435" y="2455519"/>
                  </a:lnTo>
                  <a:lnTo>
                    <a:pt x="1242298" y="2449799"/>
                  </a:lnTo>
                  <a:lnTo>
                    <a:pt x="1241911" y="2446618"/>
                  </a:lnTo>
                  <a:lnTo>
                    <a:pt x="1236364" y="2449348"/>
                  </a:lnTo>
                  <a:lnTo>
                    <a:pt x="1227063" y="2460189"/>
                  </a:lnTo>
                  <a:lnTo>
                    <a:pt x="1194317" y="2463738"/>
                  </a:lnTo>
                  <a:lnTo>
                    <a:pt x="1196105" y="2461275"/>
                  </a:lnTo>
                  <a:lnTo>
                    <a:pt x="1203018" y="2460783"/>
                  </a:lnTo>
                  <a:lnTo>
                    <a:pt x="1212724" y="2457352"/>
                  </a:lnTo>
                  <a:lnTo>
                    <a:pt x="1210761" y="2451576"/>
                  </a:lnTo>
                  <a:lnTo>
                    <a:pt x="1207019" y="2445226"/>
                  </a:lnTo>
                  <a:lnTo>
                    <a:pt x="1203564" y="2444519"/>
                  </a:lnTo>
                  <a:lnTo>
                    <a:pt x="1201285" y="2440796"/>
                  </a:lnTo>
                  <a:lnTo>
                    <a:pt x="1201397" y="2429064"/>
                  </a:lnTo>
                  <a:lnTo>
                    <a:pt x="1199189" y="2422207"/>
                  </a:lnTo>
                  <a:lnTo>
                    <a:pt x="1193859" y="2415150"/>
                  </a:lnTo>
                  <a:lnTo>
                    <a:pt x="1192058" y="2416508"/>
                  </a:lnTo>
                  <a:lnTo>
                    <a:pt x="1188137" y="2428572"/>
                  </a:lnTo>
                  <a:lnTo>
                    <a:pt x="1184878" y="2444396"/>
                  </a:lnTo>
                  <a:lnTo>
                    <a:pt x="1183266" y="2449507"/>
                  </a:lnTo>
                  <a:lnTo>
                    <a:pt x="1173556" y="2449865"/>
                  </a:lnTo>
                  <a:lnTo>
                    <a:pt x="1164963" y="2448785"/>
                  </a:lnTo>
                  <a:lnTo>
                    <a:pt x="1135759" y="2450684"/>
                  </a:lnTo>
                  <a:lnTo>
                    <a:pt x="1124849" y="2445323"/>
                  </a:lnTo>
                  <a:lnTo>
                    <a:pt x="1120324" y="2444294"/>
                  </a:lnTo>
                  <a:lnTo>
                    <a:pt x="1117569" y="2444416"/>
                  </a:lnTo>
                  <a:lnTo>
                    <a:pt x="1104868" y="2449333"/>
                  </a:lnTo>
                  <a:lnTo>
                    <a:pt x="1090395" y="2453096"/>
                  </a:lnTo>
                  <a:lnTo>
                    <a:pt x="1086986" y="2451914"/>
                  </a:lnTo>
                  <a:lnTo>
                    <a:pt x="1082123" y="2451739"/>
                  </a:lnTo>
                  <a:lnTo>
                    <a:pt x="1071630" y="2464552"/>
                  </a:lnTo>
                  <a:lnTo>
                    <a:pt x="1059257" y="2470549"/>
                  </a:lnTo>
                  <a:lnTo>
                    <a:pt x="1028041" y="2459769"/>
                  </a:lnTo>
                  <a:lnTo>
                    <a:pt x="1020277" y="2451099"/>
                  </a:lnTo>
                  <a:lnTo>
                    <a:pt x="1013385" y="2449246"/>
                  </a:lnTo>
                  <a:lnTo>
                    <a:pt x="1004908" y="2448175"/>
                  </a:lnTo>
                  <a:lnTo>
                    <a:pt x="995803" y="2458842"/>
                  </a:lnTo>
                  <a:lnTo>
                    <a:pt x="988885" y="2473237"/>
                  </a:lnTo>
                  <a:lnTo>
                    <a:pt x="999816" y="2481128"/>
                  </a:lnTo>
                  <a:lnTo>
                    <a:pt x="1009172" y="2484902"/>
                  </a:lnTo>
                  <a:lnTo>
                    <a:pt x="1024632" y="2481738"/>
                  </a:lnTo>
                  <a:lnTo>
                    <a:pt x="1033179" y="2474753"/>
                  </a:lnTo>
                  <a:lnTo>
                    <a:pt x="1040159" y="2474983"/>
                  </a:lnTo>
                  <a:lnTo>
                    <a:pt x="1043497" y="2473565"/>
                  </a:lnTo>
                  <a:lnTo>
                    <a:pt x="1046543" y="2469919"/>
                  </a:lnTo>
                  <a:lnTo>
                    <a:pt x="1052511" y="2472797"/>
                  </a:lnTo>
                  <a:lnTo>
                    <a:pt x="1052723" y="2475680"/>
                  </a:lnTo>
                  <a:lnTo>
                    <a:pt x="1048485" y="2479741"/>
                  </a:lnTo>
                  <a:lnTo>
                    <a:pt x="1043147" y="2483161"/>
                  </a:lnTo>
                  <a:lnTo>
                    <a:pt x="1039909" y="2487192"/>
                  </a:lnTo>
                  <a:lnTo>
                    <a:pt x="1046001" y="2495313"/>
                  </a:lnTo>
                  <a:lnTo>
                    <a:pt x="1055569" y="2498043"/>
                  </a:lnTo>
                  <a:lnTo>
                    <a:pt x="1059170" y="2496865"/>
                  </a:lnTo>
                  <a:lnTo>
                    <a:pt x="1061399" y="2487734"/>
                  </a:lnTo>
                  <a:lnTo>
                    <a:pt x="1067283" y="2481856"/>
                  </a:lnTo>
                  <a:lnTo>
                    <a:pt x="1075280" y="2483126"/>
                  </a:lnTo>
                  <a:lnTo>
                    <a:pt x="1074143" y="2486813"/>
                  </a:lnTo>
                  <a:lnTo>
                    <a:pt x="1075264" y="2490295"/>
                  </a:lnTo>
                  <a:lnTo>
                    <a:pt x="1078939" y="2496240"/>
                  </a:lnTo>
                  <a:lnTo>
                    <a:pt x="1078518" y="2504756"/>
                  </a:lnTo>
                  <a:lnTo>
                    <a:pt x="1079231" y="2506810"/>
                  </a:lnTo>
                  <a:lnTo>
                    <a:pt x="1070613" y="2510568"/>
                  </a:lnTo>
                  <a:lnTo>
                    <a:pt x="1064191" y="2511844"/>
                  </a:lnTo>
                  <a:lnTo>
                    <a:pt x="1059053" y="2516765"/>
                  </a:lnTo>
                  <a:lnTo>
                    <a:pt x="1061745" y="2519622"/>
                  </a:lnTo>
                  <a:lnTo>
                    <a:pt x="1056511" y="2522132"/>
                  </a:lnTo>
                  <a:lnTo>
                    <a:pt x="1052973" y="2521128"/>
                  </a:lnTo>
                  <a:lnTo>
                    <a:pt x="1051194" y="2522055"/>
                  </a:lnTo>
                  <a:lnTo>
                    <a:pt x="1050660" y="2525076"/>
                  </a:lnTo>
                  <a:lnTo>
                    <a:pt x="1047956" y="2527882"/>
                  </a:lnTo>
                  <a:lnTo>
                    <a:pt x="1051890" y="2536337"/>
                  </a:lnTo>
                  <a:lnTo>
                    <a:pt x="1059953" y="2541857"/>
                  </a:lnTo>
                  <a:lnTo>
                    <a:pt x="1065642" y="2548776"/>
                  </a:lnTo>
                  <a:lnTo>
                    <a:pt x="1088511" y="2557886"/>
                  </a:lnTo>
                  <a:lnTo>
                    <a:pt x="1094054" y="2557625"/>
                  </a:lnTo>
                  <a:lnTo>
                    <a:pt x="1099509" y="2566796"/>
                  </a:lnTo>
                  <a:lnTo>
                    <a:pt x="1103905" y="2569951"/>
                  </a:lnTo>
                  <a:lnTo>
                    <a:pt x="1108139" y="2571553"/>
                  </a:lnTo>
                  <a:lnTo>
                    <a:pt x="1107655" y="2577862"/>
                  </a:lnTo>
                  <a:lnTo>
                    <a:pt x="1100134" y="2582482"/>
                  </a:lnTo>
                  <a:lnTo>
                    <a:pt x="1098100" y="2587992"/>
                  </a:lnTo>
                  <a:lnTo>
                    <a:pt x="1096208" y="2591090"/>
                  </a:lnTo>
                  <a:lnTo>
                    <a:pt x="1092816" y="2587167"/>
                  </a:lnTo>
                  <a:lnTo>
                    <a:pt x="1089332" y="2584325"/>
                  </a:lnTo>
                  <a:lnTo>
                    <a:pt x="1081269" y="2592969"/>
                  </a:lnTo>
                  <a:lnTo>
                    <a:pt x="1077381" y="2594787"/>
                  </a:lnTo>
                  <a:lnTo>
                    <a:pt x="1079310" y="2585467"/>
                  </a:lnTo>
                  <a:lnTo>
                    <a:pt x="1076264" y="2581816"/>
                  </a:lnTo>
                  <a:lnTo>
                    <a:pt x="1071659" y="2572470"/>
                  </a:lnTo>
                  <a:lnTo>
                    <a:pt x="1064950" y="2566689"/>
                  </a:lnTo>
                  <a:lnTo>
                    <a:pt x="1060224" y="2564773"/>
                  </a:lnTo>
                  <a:lnTo>
                    <a:pt x="1056545" y="2561117"/>
                  </a:lnTo>
                  <a:lnTo>
                    <a:pt x="1052090" y="2559637"/>
                  </a:lnTo>
                  <a:lnTo>
                    <a:pt x="1048289" y="2560016"/>
                  </a:lnTo>
                  <a:lnTo>
                    <a:pt x="1041855" y="2557886"/>
                  </a:lnTo>
                  <a:lnTo>
                    <a:pt x="1041430" y="2552913"/>
                  </a:lnTo>
                  <a:lnTo>
                    <a:pt x="1039646" y="2549190"/>
                  </a:lnTo>
                  <a:lnTo>
                    <a:pt x="1034612" y="2544797"/>
                  </a:lnTo>
                  <a:lnTo>
                    <a:pt x="1010559" y="2536496"/>
                  </a:lnTo>
                  <a:lnTo>
                    <a:pt x="1010413" y="2539932"/>
                  </a:lnTo>
                  <a:lnTo>
                    <a:pt x="1012080" y="2542518"/>
                  </a:lnTo>
                  <a:lnTo>
                    <a:pt x="1015535" y="2544239"/>
                  </a:lnTo>
                  <a:lnTo>
                    <a:pt x="1019669" y="2547588"/>
                  </a:lnTo>
                  <a:lnTo>
                    <a:pt x="1019631" y="2557507"/>
                  </a:lnTo>
                  <a:lnTo>
                    <a:pt x="1017844" y="2561706"/>
                  </a:lnTo>
                  <a:lnTo>
                    <a:pt x="1017077" y="2567687"/>
                  </a:lnTo>
                  <a:lnTo>
                    <a:pt x="1015485" y="2573766"/>
                  </a:lnTo>
                  <a:lnTo>
                    <a:pt x="1012543" y="2578559"/>
                  </a:lnTo>
                  <a:lnTo>
                    <a:pt x="1005975" y="2581826"/>
                  </a:lnTo>
                  <a:lnTo>
                    <a:pt x="1003079" y="2579091"/>
                  </a:lnTo>
                  <a:lnTo>
                    <a:pt x="998395" y="2566002"/>
                  </a:lnTo>
                  <a:lnTo>
                    <a:pt x="991773" y="2561880"/>
                  </a:lnTo>
                  <a:lnTo>
                    <a:pt x="981251" y="2561394"/>
                  </a:lnTo>
                  <a:lnTo>
                    <a:pt x="974104" y="2564353"/>
                  </a:lnTo>
                  <a:lnTo>
                    <a:pt x="966316" y="2577033"/>
                  </a:lnTo>
                  <a:lnTo>
                    <a:pt x="960040" y="2579107"/>
                  </a:lnTo>
                  <a:lnTo>
                    <a:pt x="938558" y="2572537"/>
                  </a:lnTo>
                  <a:lnTo>
                    <a:pt x="914030" y="2562525"/>
                  </a:lnTo>
                  <a:lnTo>
                    <a:pt x="914663" y="2559192"/>
                  </a:lnTo>
                  <a:lnTo>
                    <a:pt x="918522" y="2558121"/>
                  </a:lnTo>
                  <a:lnTo>
                    <a:pt x="925923" y="2559489"/>
                  </a:lnTo>
                  <a:lnTo>
                    <a:pt x="925531" y="2556052"/>
                  </a:lnTo>
                  <a:lnTo>
                    <a:pt x="917968" y="2544868"/>
                  </a:lnTo>
                  <a:lnTo>
                    <a:pt x="916580" y="2539819"/>
                  </a:lnTo>
                  <a:lnTo>
                    <a:pt x="917555" y="2533659"/>
                  </a:lnTo>
                  <a:lnTo>
                    <a:pt x="915088" y="2533797"/>
                  </a:lnTo>
                  <a:lnTo>
                    <a:pt x="910546" y="2538969"/>
                  </a:lnTo>
                  <a:lnTo>
                    <a:pt x="894906" y="2534586"/>
                  </a:lnTo>
                  <a:lnTo>
                    <a:pt x="890589" y="2529347"/>
                  </a:lnTo>
                  <a:lnTo>
                    <a:pt x="881400" y="2514583"/>
                  </a:lnTo>
                  <a:lnTo>
                    <a:pt x="868432" y="2514102"/>
                  </a:lnTo>
                  <a:lnTo>
                    <a:pt x="862564" y="2505151"/>
                  </a:lnTo>
                  <a:lnTo>
                    <a:pt x="851967" y="2508899"/>
                  </a:lnTo>
                  <a:lnTo>
                    <a:pt x="846600" y="2513047"/>
                  </a:lnTo>
                  <a:lnTo>
                    <a:pt x="841883" y="2519474"/>
                  </a:lnTo>
                  <a:lnTo>
                    <a:pt x="843720" y="2522807"/>
                  </a:lnTo>
                  <a:lnTo>
                    <a:pt x="848421" y="2528103"/>
                  </a:lnTo>
                  <a:lnTo>
                    <a:pt x="846275" y="2530658"/>
                  </a:lnTo>
                  <a:lnTo>
                    <a:pt x="831185" y="2534432"/>
                  </a:lnTo>
                  <a:lnTo>
                    <a:pt x="796156" y="2530212"/>
                  </a:lnTo>
                  <a:lnTo>
                    <a:pt x="785913" y="2526269"/>
                  </a:lnTo>
                  <a:lnTo>
                    <a:pt x="772165" y="2517932"/>
                  </a:lnTo>
                  <a:lnTo>
                    <a:pt x="753108" y="2511137"/>
                  </a:lnTo>
                  <a:lnTo>
                    <a:pt x="743932" y="2510041"/>
                  </a:lnTo>
                  <a:lnTo>
                    <a:pt x="734947" y="2511388"/>
                  </a:lnTo>
                  <a:lnTo>
                    <a:pt x="708802" y="2512084"/>
                  </a:lnTo>
                  <a:lnTo>
                    <a:pt x="702735" y="2513892"/>
                  </a:lnTo>
                  <a:lnTo>
                    <a:pt x="697567" y="2516780"/>
                  </a:lnTo>
                  <a:lnTo>
                    <a:pt x="694217" y="2513585"/>
                  </a:lnTo>
                  <a:lnTo>
                    <a:pt x="692667" y="2507880"/>
                  </a:lnTo>
                  <a:lnTo>
                    <a:pt x="695701" y="2506953"/>
                  </a:lnTo>
                  <a:lnTo>
                    <a:pt x="699076" y="2503599"/>
                  </a:lnTo>
                  <a:lnTo>
                    <a:pt x="702122" y="2496967"/>
                  </a:lnTo>
                  <a:lnTo>
                    <a:pt x="702468" y="2492958"/>
                  </a:lnTo>
                  <a:lnTo>
                    <a:pt x="700339" y="2490341"/>
                  </a:lnTo>
                  <a:lnTo>
                    <a:pt x="696288" y="2490080"/>
                  </a:lnTo>
                  <a:lnTo>
                    <a:pt x="687341" y="2507358"/>
                  </a:lnTo>
                  <a:lnTo>
                    <a:pt x="692454" y="2517041"/>
                  </a:lnTo>
                  <a:lnTo>
                    <a:pt x="692104" y="2520534"/>
                  </a:lnTo>
                  <a:lnTo>
                    <a:pt x="674252" y="2522521"/>
                  </a:lnTo>
                  <a:lnTo>
                    <a:pt x="633730" y="2542016"/>
                  </a:lnTo>
                  <a:lnTo>
                    <a:pt x="617928" y="2552529"/>
                  </a:lnTo>
                  <a:lnTo>
                    <a:pt x="618736" y="2548991"/>
                  </a:lnTo>
                  <a:lnTo>
                    <a:pt x="637843" y="2535364"/>
                  </a:lnTo>
                  <a:lnTo>
                    <a:pt x="631096" y="2533280"/>
                  </a:lnTo>
                  <a:lnTo>
                    <a:pt x="620232" y="2536685"/>
                  </a:lnTo>
                  <a:lnTo>
                    <a:pt x="616336" y="2535374"/>
                  </a:lnTo>
                  <a:lnTo>
                    <a:pt x="620936" y="2524108"/>
                  </a:lnTo>
                  <a:lnTo>
                    <a:pt x="619436" y="2514174"/>
                  </a:lnTo>
                  <a:lnTo>
                    <a:pt x="611723" y="2513902"/>
                  </a:lnTo>
                  <a:lnTo>
                    <a:pt x="606810" y="2521835"/>
                  </a:lnTo>
                  <a:lnTo>
                    <a:pt x="603397" y="2521497"/>
                  </a:lnTo>
                  <a:lnTo>
                    <a:pt x="598925" y="2518096"/>
                  </a:lnTo>
                  <a:lnTo>
                    <a:pt x="595462" y="2519172"/>
                  </a:lnTo>
                  <a:lnTo>
                    <a:pt x="598025" y="2537146"/>
                  </a:lnTo>
                  <a:lnTo>
                    <a:pt x="602884" y="2544541"/>
                  </a:lnTo>
                  <a:lnTo>
                    <a:pt x="606947" y="2553968"/>
                  </a:lnTo>
                  <a:lnTo>
                    <a:pt x="595850" y="2565618"/>
                  </a:lnTo>
                  <a:lnTo>
                    <a:pt x="585544" y="2575230"/>
                  </a:lnTo>
                  <a:lnTo>
                    <a:pt x="584427" y="2584520"/>
                  </a:lnTo>
                  <a:lnTo>
                    <a:pt x="574072" y="2596620"/>
                  </a:lnTo>
                  <a:lnTo>
                    <a:pt x="564329" y="2603482"/>
                  </a:lnTo>
                  <a:lnTo>
                    <a:pt x="541438" y="2619613"/>
                  </a:lnTo>
                  <a:lnTo>
                    <a:pt x="534908" y="2623065"/>
                  </a:lnTo>
                  <a:lnTo>
                    <a:pt x="524578" y="2630552"/>
                  </a:lnTo>
                  <a:lnTo>
                    <a:pt x="510326" y="2636164"/>
                  </a:lnTo>
                  <a:lnTo>
                    <a:pt x="496662" y="2645074"/>
                  </a:lnTo>
                  <a:lnTo>
                    <a:pt x="492053" y="2646426"/>
                  </a:lnTo>
                  <a:lnTo>
                    <a:pt x="500779" y="2638883"/>
                  </a:lnTo>
                  <a:lnTo>
                    <a:pt x="511126" y="2631432"/>
                  </a:lnTo>
                  <a:lnTo>
                    <a:pt x="502250" y="2632451"/>
                  </a:lnTo>
                  <a:lnTo>
                    <a:pt x="488569" y="2629000"/>
                  </a:lnTo>
                  <a:lnTo>
                    <a:pt x="480197" y="2628800"/>
                  </a:lnTo>
                  <a:lnTo>
                    <a:pt x="480139" y="2631519"/>
                  </a:lnTo>
                  <a:lnTo>
                    <a:pt x="473771" y="2635360"/>
                  </a:lnTo>
                  <a:lnTo>
                    <a:pt x="467174" y="2629717"/>
                  </a:lnTo>
                  <a:lnTo>
                    <a:pt x="464299" y="2625922"/>
                  </a:lnTo>
                  <a:lnTo>
                    <a:pt x="462936" y="2622645"/>
                  </a:lnTo>
                  <a:lnTo>
                    <a:pt x="460136" y="2621851"/>
                  </a:lnTo>
                  <a:lnTo>
                    <a:pt x="457444" y="2623372"/>
                  </a:lnTo>
                  <a:lnTo>
                    <a:pt x="467291" y="2646452"/>
                  </a:lnTo>
                  <a:lnTo>
                    <a:pt x="471487" y="2647451"/>
                  </a:lnTo>
                  <a:lnTo>
                    <a:pt x="476130" y="2649745"/>
                  </a:lnTo>
                  <a:lnTo>
                    <a:pt x="470350" y="2655122"/>
                  </a:lnTo>
                  <a:lnTo>
                    <a:pt x="464128" y="2659203"/>
                  </a:lnTo>
                  <a:lnTo>
                    <a:pt x="454343" y="2661912"/>
                  </a:lnTo>
                  <a:lnTo>
                    <a:pt x="446051" y="2653488"/>
                  </a:lnTo>
                  <a:lnTo>
                    <a:pt x="444255" y="2664058"/>
                  </a:lnTo>
                  <a:lnTo>
                    <a:pt x="443204" y="2674612"/>
                  </a:lnTo>
                  <a:lnTo>
                    <a:pt x="440421" y="2677321"/>
                  </a:lnTo>
                  <a:lnTo>
                    <a:pt x="435974" y="2681182"/>
                  </a:lnTo>
                  <a:lnTo>
                    <a:pt x="433561" y="2678268"/>
                  </a:lnTo>
                  <a:lnTo>
                    <a:pt x="432415" y="2674187"/>
                  </a:lnTo>
                  <a:lnTo>
                    <a:pt x="429569" y="2677828"/>
                  </a:lnTo>
                  <a:lnTo>
                    <a:pt x="425402" y="2680562"/>
                  </a:lnTo>
                  <a:lnTo>
                    <a:pt x="418526" y="2681110"/>
                  </a:lnTo>
                  <a:lnTo>
                    <a:pt x="413367" y="2682570"/>
                  </a:lnTo>
                  <a:lnTo>
                    <a:pt x="413488" y="2686943"/>
                  </a:lnTo>
                  <a:lnTo>
                    <a:pt x="414667" y="2691337"/>
                  </a:lnTo>
                  <a:lnTo>
                    <a:pt x="423793" y="2687865"/>
                  </a:lnTo>
                  <a:lnTo>
                    <a:pt x="420485" y="2699167"/>
                  </a:lnTo>
                  <a:lnTo>
                    <a:pt x="412092" y="2710335"/>
                  </a:lnTo>
                  <a:lnTo>
                    <a:pt x="405254" y="2712973"/>
                  </a:lnTo>
                  <a:lnTo>
                    <a:pt x="394794" y="2711339"/>
                  </a:lnTo>
                  <a:lnTo>
                    <a:pt x="392210" y="2712461"/>
                  </a:lnTo>
                  <a:lnTo>
                    <a:pt x="389897" y="2714780"/>
                  </a:lnTo>
                  <a:lnTo>
                    <a:pt x="402082" y="2732253"/>
                  </a:lnTo>
                  <a:lnTo>
                    <a:pt x="394252" y="2758605"/>
                  </a:lnTo>
                  <a:lnTo>
                    <a:pt x="389247" y="2768156"/>
                  </a:lnTo>
                  <a:lnTo>
                    <a:pt x="385776" y="2769380"/>
                  </a:lnTo>
                  <a:lnTo>
                    <a:pt x="382013" y="2769656"/>
                  </a:lnTo>
                  <a:lnTo>
                    <a:pt x="368507" y="2761166"/>
                  </a:lnTo>
                  <a:lnTo>
                    <a:pt x="361139" y="2754601"/>
                  </a:lnTo>
                  <a:lnTo>
                    <a:pt x="367632" y="2772467"/>
                  </a:lnTo>
                  <a:lnTo>
                    <a:pt x="385322" y="2777686"/>
                  </a:lnTo>
                  <a:lnTo>
                    <a:pt x="386226" y="2784445"/>
                  </a:lnTo>
                  <a:lnTo>
                    <a:pt x="386126" y="2790222"/>
                  </a:lnTo>
                  <a:lnTo>
                    <a:pt x="382642" y="2797002"/>
                  </a:lnTo>
                  <a:lnTo>
                    <a:pt x="379383" y="2806009"/>
                  </a:lnTo>
                  <a:lnTo>
                    <a:pt x="381788" y="2812283"/>
                  </a:lnTo>
                  <a:lnTo>
                    <a:pt x="384580" y="2827794"/>
                  </a:lnTo>
                  <a:lnTo>
                    <a:pt x="386968" y="2834912"/>
                  </a:lnTo>
                  <a:lnTo>
                    <a:pt x="389593" y="2856507"/>
                  </a:lnTo>
                  <a:lnTo>
                    <a:pt x="392385" y="2865873"/>
                  </a:lnTo>
                  <a:lnTo>
                    <a:pt x="408466" y="2900342"/>
                  </a:lnTo>
                  <a:lnTo>
                    <a:pt x="413888" y="2900608"/>
                  </a:lnTo>
                  <a:lnTo>
                    <a:pt x="414759" y="2904341"/>
                  </a:lnTo>
                  <a:lnTo>
                    <a:pt x="414242" y="2911500"/>
                  </a:lnTo>
                  <a:lnTo>
                    <a:pt x="402674" y="2913585"/>
                  </a:lnTo>
                  <a:lnTo>
                    <a:pt x="397819" y="2916775"/>
                  </a:lnTo>
                  <a:lnTo>
                    <a:pt x="396873" y="2919545"/>
                  </a:lnTo>
                  <a:lnTo>
                    <a:pt x="396156" y="2921041"/>
                  </a:lnTo>
                  <a:lnTo>
                    <a:pt x="394665" y="2920902"/>
                  </a:lnTo>
                  <a:lnTo>
                    <a:pt x="389147" y="2918910"/>
                  </a:lnTo>
                  <a:lnTo>
                    <a:pt x="376604" y="2909119"/>
                  </a:lnTo>
                  <a:lnTo>
                    <a:pt x="358326" y="2903051"/>
                  </a:lnTo>
                  <a:lnTo>
                    <a:pt x="334311" y="2900700"/>
                  </a:lnTo>
                  <a:lnTo>
                    <a:pt x="317904" y="2895800"/>
                  </a:lnTo>
                  <a:lnTo>
                    <a:pt x="309107" y="2888333"/>
                  </a:lnTo>
                  <a:lnTo>
                    <a:pt x="299910" y="2883909"/>
                  </a:lnTo>
                  <a:lnTo>
                    <a:pt x="290317" y="2882516"/>
                  </a:lnTo>
                  <a:lnTo>
                    <a:pt x="282370" y="2878465"/>
                  </a:lnTo>
                  <a:lnTo>
                    <a:pt x="276070" y="2871757"/>
                  </a:lnTo>
                  <a:lnTo>
                    <a:pt x="266856" y="2867476"/>
                  </a:lnTo>
                  <a:lnTo>
                    <a:pt x="254729" y="2865617"/>
                  </a:lnTo>
                  <a:lnTo>
                    <a:pt x="246837" y="2860588"/>
                  </a:lnTo>
                  <a:lnTo>
                    <a:pt x="241348" y="2848293"/>
                  </a:lnTo>
                  <a:lnTo>
                    <a:pt x="241323" y="2848109"/>
                  </a:lnTo>
                  <a:lnTo>
                    <a:pt x="236410" y="2827553"/>
                  </a:lnTo>
                  <a:lnTo>
                    <a:pt x="230222" y="2814674"/>
                  </a:lnTo>
                  <a:lnTo>
                    <a:pt x="218179" y="2798738"/>
                  </a:lnTo>
                  <a:lnTo>
                    <a:pt x="217070" y="2796638"/>
                  </a:lnTo>
                  <a:lnTo>
                    <a:pt x="216970" y="2794016"/>
                  </a:lnTo>
                  <a:lnTo>
                    <a:pt x="218462" y="2784742"/>
                  </a:lnTo>
                  <a:lnTo>
                    <a:pt x="217191" y="2778075"/>
                  </a:lnTo>
                  <a:lnTo>
                    <a:pt x="213378" y="2772642"/>
                  </a:lnTo>
                  <a:lnTo>
                    <a:pt x="212503" y="2766891"/>
                  </a:lnTo>
                  <a:lnTo>
                    <a:pt x="214570" y="2760838"/>
                  </a:lnTo>
                  <a:lnTo>
                    <a:pt x="214703" y="2753566"/>
                  </a:lnTo>
                  <a:lnTo>
                    <a:pt x="212907" y="2745076"/>
                  </a:lnTo>
                  <a:lnTo>
                    <a:pt x="205227" y="2735894"/>
                  </a:lnTo>
                  <a:lnTo>
                    <a:pt x="191663" y="2726031"/>
                  </a:lnTo>
                  <a:lnTo>
                    <a:pt x="180107" y="2711626"/>
                  </a:lnTo>
                  <a:lnTo>
                    <a:pt x="170568" y="2692689"/>
                  </a:lnTo>
                  <a:lnTo>
                    <a:pt x="161133" y="2679569"/>
                  </a:lnTo>
                  <a:lnTo>
                    <a:pt x="151803" y="2672261"/>
                  </a:lnTo>
                  <a:lnTo>
                    <a:pt x="145423" y="2663341"/>
                  </a:lnTo>
                  <a:lnTo>
                    <a:pt x="141989" y="2652807"/>
                  </a:lnTo>
                  <a:lnTo>
                    <a:pt x="140977" y="2646693"/>
                  </a:lnTo>
                  <a:lnTo>
                    <a:pt x="142377" y="2645003"/>
                  </a:lnTo>
                  <a:lnTo>
                    <a:pt x="136643" y="2633291"/>
                  </a:lnTo>
                  <a:lnTo>
                    <a:pt x="123774" y="2611568"/>
                  </a:lnTo>
                  <a:lnTo>
                    <a:pt x="116382" y="2595683"/>
                  </a:lnTo>
                  <a:lnTo>
                    <a:pt x="114477" y="2585641"/>
                  </a:lnTo>
                  <a:lnTo>
                    <a:pt x="106289" y="2573689"/>
                  </a:lnTo>
                  <a:lnTo>
                    <a:pt x="91820" y="2559827"/>
                  </a:lnTo>
                  <a:lnTo>
                    <a:pt x="83952" y="2550809"/>
                  </a:lnTo>
                  <a:lnTo>
                    <a:pt x="82019" y="2544546"/>
                  </a:lnTo>
                  <a:lnTo>
                    <a:pt x="59441" y="2526331"/>
                  </a:lnTo>
                  <a:lnTo>
                    <a:pt x="52882" y="2514952"/>
                  </a:lnTo>
                  <a:lnTo>
                    <a:pt x="47760" y="2511357"/>
                  </a:lnTo>
                  <a:lnTo>
                    <a:pt x="41880" y="2511746"/>
                  </a:lnTo>
                  <a:lnTo>
                    <a:pt x="38863" y="2510656"/>
                  </a:lnTo>
                  <a:lnTo>
                    <a:pt x="38713" y="2508085"/>
                  </a:lnTo>
                  <a:lnTo>
                    <a:pt x="36809" y="2507962"/>
                  </a:lnTo>
                  <a:lnTo>
                    <a:pt x="33146" y="2510297"/>
                  </a:lnTo>
                  <a:lnTo>
                    <a:pt x="21136" y="2510768"/>
                  </a:lnTo>
                  <a:lnTo>
                    <a:pt x="775" y="2509380"/>
                  </a:lnTo>
                  <a:lnTo>
                    <a:pt x="0" y="2509217"/>
                  </a:lnTo>
                  <a:lnTo>
                    <a:pt x="0" y="699813"/>
                  </a:lnTo>
                  <a:lnTo>
                    <a:pt x="1430380" y="699813"/>
                  </a:lnTo>
                  <a:lnTo>
                    <a:pt x="1444880" y="707161"/>
                  </a:lnTo>
                  <a:lnTo>
                    <a:pt x="1461444" y="715554"/>
                  </a:lnTo>
                  <a:lnTo>
                    <a:pt x="1465620" y="729509"/>
                  </a:lnTo>
                  <a:lnTo>
                    <a:pt x="1469687" y="743095"/>
                  </a:lnTo>
                  <a:lnTo>
                    <a:pt x="1479384" y="752958"/>
                  </a:lnTo>
                  <a:lnTo>
                    <a:pt x="1488260" y="761965"/>
                  </a:lnTo>
                  <a:lnTo>
                    <a:pt x="1493399" y="761494"/>
                  </a:lnTo>
                  <a:lnTo>
                    <a:pt x="1498612" y="757689"/>
                  </a:lnTo>
                  <a:lnTo>
                    <a:pt x="1501921" y="755856"/>
                  </a:lnTo>
                  <a:lnTo>
                    <a:pt x="1507467" y="755554"/>
                  </a:lnTo>
                  <a:lnTo>
                    <a:pt x="1519802" y="752297"/>
                  </a:lnTo>
                  <a:lnTo>
                    <a:pt x="1523448" y="753009"/>
                  </a:lnTo>
                  <a:lnTo>
                    <a:pt x="1525520" y="754637"/>
                  </a:lnTo>
                  <a:lnTo>
                    <a:pt x="1525690" y="757187"/>
                  </a:lnTo>
                  <a:lnTo>
                    <a:pt x="1525269" y="759215"/>
                  </a:lnTo>
                  <a:lnTo>
                    <a:pt x="1523361" y="763286"/>
                  </a:lnTo>
                  <a:lnTo>
                    <a:pt x="1526374" y="771045"/>
                  </a:lnTo>
                  <a:lnTo>
                    <a:pt x="1527007" y="779663"/>
                  </a:lnTo>
                  <a:lnTo>
                    <a:pt x="1528662" y="786177"/>
                  </a:lnTo>
                  <a:lnTo>
                    <a:pt x="1533712" y="794514"/>
                  </a:lnTo>
                  <a:lnTo>
                    <a:pt x="1538100" y="801028"/>
                  </a:lnTo>
                  <a:lnTo>
                    <a:pt x="1543626" y="802287"/>
                  </a:lnTo>
                  <a:lnTo>
                    <a:pt x="1556415" y="798493"/>
                  </a:lnTo>
                  <a:lnTo>
                    <a:pt x="1564429" y="797059"/>
                  </a:lnTo>
                  <a:lnTo>
                    <a:pt x="1568979" y="797678"/>
                  </a:lnTo>
                  <a:lnTo>
                    <a:pt x="1576764" y="803777"/>
                  </a:lnTo>
                  <a:lnTo>
                    <a:pt x="1580573" y="807444"/>
                  </a:lnTo>
                  <a:lnTo>
                    <a:pt x="1581481" y="810491"/>
                  </a:lnTo>
                  <a:lnTo>
                    <a:pt x="1570967" y="829111"/>
                  </a:lnTo>
                  <a:lnTo>
                    <a:pt x="1587640" y="838349"/>
                  </a:lnTo>
                  <a:lnTo>
                    <a:pt x="1606247" y="848447"/>
                  </a:lnTo>
                  <a:lnTo>
                    <a:pt x="1628433" y="860486"/>
                  </a:lnTo>
                  <a:lnTo>
                    <a:pt x="1641998" y="867855"/>
                  </a:lnTo>
                  <a:lnTo>
                    <a:pt x="1659862" y="878379"/>
                  </a:lnTo>
                  <a:lnTo>
                    <a:pt x="1662921" y="893373"/>
                  </a:lnTo>
                  <a:lnTo>
                    <a:pt x="1665497" y="906027"/>
                  </a:lnTo>
                  <a:lnTo>
                    <a:pt x="1668780" y="923668"/>
                  </a:lnTo>
                  <a:lnTo>
                    <a:pt x="1672127" y="941663"/>
                  </a:lnTo>
                  <a:lnTo>
                    <a:pt x="1675465" y="959592"/>
                  </a:lnTo>
                  <a:lnTo>
                    <a:pt x="1679002" y="978621"/>
                  </a:lnTo>
                  <a:lnTo>
                    <a:pt x="1682890" y="999524"/>
                  </a:lnTo>
                  <a:lnTo>
                    <a:pt x="1686345" y="1018078"/>
                  </a:lnTo>
                  <a:lnTo>
                    <a:pt x="1690116" y="1038331"/>
                  </a:lnTo>
                  <a:lnTo>
                    <a:pt x="1695130" y="1064688"/>
                  </a:lnTo>
                  <a:lnTo>
                    <a:pt x="1690646" y="1074843"/>
                  </a:lnTo>
                  <a:lnTo>
                    <a:pt x="1680882" y="1096955"/>
                  </a:lnTo>
                  <a:lnTo>
                    <a:pt x="1672056" y="1116942"/>
                  </a:lnTo>
                  <a:lnTo>
                    <a:pt x="1671285" y="1122739"/>
                  </a:lnTo>
                  <a:lnTo>
                    <a:pt x="1665217" y="1151882"/>
                  </a:lnTo>
                  <a:lnTo>
                    <a:pt x="1660354" y="1163921"/>
                  </a:lnTo>
                  <a:lnTo>
                    <a:pt x="1651836" y="1170911"/>
                  </a:lnTo>
                  <a:lnTo>
                    <a:pt x="1643381" y="1177686"/>
                  </a:lnTo>
                  <a:lnTo>
                    <a:pt x="1632834" y="1189039"/>
                  </a:lnTo>
                  <a:lnTo>
                    <a:pt x="1621232" y="1194647"/>
                  </a:lnTo>
                  <a:lnTo>
                    <a:pt x="1615306" y="1197945"/>
                  </a:lnTo>
                  <a:lnTo>
                    <a:pt x="1612202" y="1203147"/>
                  </a:lnTo>
                  <a:lnTo>
                    <a:pt x="1608776" y="1214552"/>
                  </a:lnTo>
                  <a:lnTo>
                    <a:pt x="1609435" y="1231968"/>
                  </a:lnTo>
                  <a:lnTo>
                    <a:pt x="1618990" y="1246957"/>
                  </a:lnTo>
                  <a:lnTo>
                    <a:pt x="1632967" y="1255340"/>
                  </a:lnTo>
                  <a:lnTo>
                    <a:pt x="1648003" y="1263503"/>
                  </a:lnTo>
                  <a:lnTo>
                    <a:pt x="1669422" y="1263538"/>
                  </a:lnTo>
                  <a:lnTo>
                    <a:pt x="1688687" y="1252646"/>
                  </a:lnTo>
                  <a:lnTo>
                    <a:pt x="1709098" y="1241109"/>
                  </a:lnTo>
                  <a:lnTo>
                    <a:pt x="1727296" y="1230821"/>
                  </a:lnTo>
                  <a:lnTo>
                    <a:pt x="1748941" y="1218587"/>
                  </a:lnTo>
                  <a:lnTo>
                    <a:pt x="1768544" y="1207500"/>
                  </a:lnTo>
                  <a:lnTo>
                    <a:pt x="1789830" y="1203516"/>
                  </a:lnTo>
                  <a:lnTo>
                    <a:pt x="1819325" y="1198001"/>
                  </a:lnTo>
                  <a:lnTo>
                    <a:pt x="1856455" y="1191052"/>
                  </a:lnTo>
                  <a:lnTo>
                    <a:pt x="1874533" y="1183140"/>
                  </a:lnTo>
                  <a:lnTo>
                    <a:pt x="1897894" y="1172914"/>
                  </a:lnTo>
                  <a:lnTo>
                    <a:pt x="1924844" y="1161115"/>
                  </a:lnTo>
                  <a:lnTo>
                    <a:pt x="1948101" y="1150935"/>
                  </a:lnTo>
                  <a:lnTo>
                    <a:pt x="1959794" y="1145291"/>
                  </a:lnTo>
                  <a:lnTo>
                    <a:pt x="1968112" y="1138854"/>
                  </a:lnTo>
                  <a:lnTo>
                    <a:pt x="1970175" y="1134092"/>
                  </a:lnTo>
                  <a:lnTo>
                    <a:pt x="1969683" y="1131357"/>
                  </a:lnTo>
                  <a:lnTo>
                    <a:pt x="1967537" y="1128618"/>
                  </a:lnTo>
                  <a:lnTo>
                    <a:pt x="1964570" y="1126595"/>
                  </a:lnTo>
                  <a:lnTo>
                    <a:pt x="1961932" y="1124874"/>
                  </a:lnTo>
                  <a:lnTo>
                    <a:pt x="1960694" y="1122744"/>
                  </a:lnTo>
                  <a:lnTo>
                    <a:pt x="1960448" y="1118084"/>
                  </a:lnTo>
                  <a:lnTo>
                    <a:pt x="1958831" y="1115406"/>
                  </a:lnTo>
                  <a:lnTo>
                    <a:pt x="1957290" y="1113434"/>
                  </a:lnTo>
                  <a:lnTo>
                    <a:pt x="1957873" y="1095398"/>
                  </a:lnTo>
                  <a:lnTo>
                    <a:pt x="1955839" y="1089806"/>
                  </a:lnTo>
                  <a:lnTo>
                    <a:pt x="1948259" y="1075632"/>
                  </a:lnTo>
                  <a:lnTo>
                    <a:pt x="1962715" y="1069276"/>
                  </a:lnTo>
                  <a:lnTo>
                    <a:pt x="1976109" y="1063382"/>
                  </a:lnTo>
                  <a:lnTo>
                    <a:pt x="1986789" y="1059019"/>
                  </a:lnTo>
                  <a:lnTo>
                    <a:pt x="2009163" y="1058333"/>
                  </a:lnTo>
                  <a:lnTo>
                    <a:pt x="2029941" y="1058420"/>
                  </a:lnTo>
                  <a:lnTo>
                    <a:pt x="2058578" y="1058538"/>
                  </a:lnTo>
                  <a:lnTo>
                    <a:pt x="2082706" y="1058635"/>
                  </a:lnTo>
                  <a:lnTo>
                    <a:pt x="2110856" y="1058753"/>
                  </a:lnTo>
                  <a:lnTo>
                    <a:pt x="2127358" y="1058820"/>
                  </a:lnTo>
                  <a:lnTo>
                    <a:pt x="2148982" y="1058615"/>
                  </a:lnTo>
                  <a:lnTo>
                    <a:pt x="2159521" y="1042253"/>
                  </a:lnTo>
                  <a:lnTo>
                    <a:pt x="2168939" y="1027623"/>
                  </a:lnTo>
                  <a:lnTo>
                    <a:pt x="2179311" y="1013643"/>
                  </a:lnTo>
                  <a:lnTo>
                    <a:pt x="2197751" y="997230"/>
                  </a:lnTo>
                  <a:lnTo>
                    <a:pt x="2203106" y="994281"/>
                  </a:lnTo>
                  <a:lnTo>
                    <a:pt x="2206060" y="987808"/>
                  </a:lnTo>
                  <a:lnTo>
                    <a:pt x="2217237" y="981658"/>
                  </a:lnTo>
                  <a:lnTo>
                    <a:pt x="2229551" y="975953"/>
                  </a:lnTo>
                  <a:lnTo>
                    <a:pt x="2234381" y="970602"/>
                  </a:lnTo>
                  <a:lnTo>
                    <a:pt x="2236718" y="967555"/>
                  </a:lnTo>
                  <a:lnTo>
                    <a:pt x="2270060" y="938693"/>
                  </a:lnTo>
                  <a:lnTo>
                    <a:pt x="2288996" y="925363"/>
                  </a:lnTo>
                  <a:lnTo>
                    <a:pt x="2304636" y="917943"/>
                  </a:lnTo>
                  <a:lnTo>
                    <a:pt x="2316542" y="914399"/>
                  </a:lnTo>
                  <a:lnTo>
                    <a:pt x="2324580" y="914906"/>
                  </a:lnTo>
                  <a:lnTo>
                    <a:pt x="2329152" y="91440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3691075" y="1264019"/>
              <a:ext cx="972232" cy="951193"/>
            </a:xfrm>
            <a:custGeom>
              <a:avLst/>
              <a:pathLst>
                <a:path w="972232" h="951193">
                  <a:moveTo>
                    <a:pt x="914400" y="914400"/>
                  </a:moveTo>
                  <a:lnTo>
                    <a:pt x="919884" y="915086"/>
                  </a:lnTo>
                  <a:lnTo>
                    <a:pt x="924601" y="913094"/>
                  </a:lnTo>
                  <a:lnTo>
                    <a:pt x="929068" y="909069"/>
                  </a:lnTo>
                  <a:lnTo>
                    <a:pt x="939440" y="903625"/>
                  </a:lnTo>
                  <a:lnTo>
                    <a:pt x="948279" y="901244"/>
                  </a:lnTo>
                  <a:lnTo>
                    <a:pt x="951063" y="900752"/>
                  </a:lnTo>
                  <a:lnTo>
                    <a:pt x="955276" y="904572"/>
                  </a:lnTo>
                  <a:lnTo>
                    <a:pt x="963635" y="901505"/>
                  </a:lnTo>
                  <a:lnTo>
                    <a:pt x="972232" y="899784"/>
                  </a:lnTo>
                  <a:lnTo>
                    <a:pt x="935044" y="917252"/>
                  </a:lnTo>
                  <a:lnTo>
                    <a:pt x="927439" y="919218"/>
                  </a:lnTo>
                  <a:lnTo>
                    <a:pt x="916558" y="924421"/>
                  </a:lnTo>
                  <a:lnTo>
                    <a:pt x="906273" y="928108"/>
                  </a:lnTo>
                  <a:lnTo>
                    <a:pt x="898868" y="929450"/>
                  </a:lnTo>
                  <a:lnTo>
                    <a:pt x="862047" y="942416"/>
                  </a:lnTo>
                  <a:lnTo>
                    <a:pt x="859125" y="942698"/>
                  </a:lnTo>
                  <a:lnTo>
                    <a:pt x="855967" y="941433"/>
                  </a:lnTo>
                  <a:lnTo>
                    <a:pt x="825638" y="948110"/>
                  </a:lnTo>
                  <a:lnTo>
                    <a:pt x="813190" y="948863"/>
                  </a:lnTo>
                  <a:lnTo>
                    <a:pt x="801855" y="951193"/>
                  </a:lnTo>
                  <a:lnTo>
                    <a:pt x="810240" y="945816"/>
                  </a:lnTo>
                  <a:lnTo>
                    <a:pt x="810423" y="943804"/>
                  </a:lnTo>
                  <a:lnTo>
                    <a:pt x="808419" y="942232"/>
                  </a:lnTo>
                  <a:lnTo>
                    <a:pt x="803935" y="942687"/>
                  </a:lnTo>
                  <a:lnTo>
                    <a:pt x="799342" y="948223"/>
                  </a:lnTo>
                  <a:lnTo>
                    <a:pt x="792012" y="950072"/>
                  </a:lnTo>
                  <a:lnTo>
                    <a:pt x="790550" y="944044"/>
                  </a:lnTo>
                  <a:lnTo>
                    <a:pt x="792996" y="939379"/>
                  </a:lnTo>
                  <a:lnTo>
                    <a:pt x="796309" y="934955"/>
                  </a:lnTo>
                  <a:lnTo>
                    <a:pt x="803589" y="928001"/>
                  </a:lnTo>
                  <a:lnTo>
                    <a:pt x="814003" y="923592"/>
                  </a:lnTo>
                  <a:lnTo>
                    <a:pt x="819295" y="919782"/>
                  </a:lnTo>
                  <a:lnTo>
                    <a:pt x="822962" y="923136"/>
                  </a:lnTo>
                  <a:lnTo>
                    <a:pt x="823767" y="918604"/>
                  </a:lnTo>
                  <a:lnTo>
                    <a:pt x="826588" y="915987"/>
                  </a:lnTo>
                  <a:lnTo>
                    <a:pt x="829655" y="914579"/>
                  </a:lnTo>
                  <a:lnTo>
                    <a:pt x="837031" y="914543"/>
                  </a:lnTo>
                  <a:lnTo>
                    <a:pt x="841002" y="913831"/>
                  </a:lnTo>
                  <a:lnTo>
                    <a:pt x="843873" y="912326"/>
                  </a:lnTo>
                  <a:lnTo>
                    <a:pt x="846820" y="912044"/>
                  </a:lnTo>
                  <a:lnTo>
                    <a:pt x="854887" y="914097"/>
                  </a:lnTo>
                  <a:lnTo>
                    <a:pt x="862768" y="913508"/>
                  </a:lnTo>
                  <a:lnTo>
                    <a:pt x="869131" y="910671"/>
                  </a:lnTo>
                  <a:lnTo>
                    <a:pt x="875744" y="909719"/>
                  </a:lnTo>
                  <a:lnTo>
                    <a:pt x="893238" y="909079"/>
                  </a:lnTo>
                  <a:lnTo>
                    <a:pt x="910624" y="907005"/>
                  </a:lnTo>
                  <a:lnTo>
                    <a:pt x="917575" y="903318"/>
                  </a:lnTo>
                  <a:lnTo>
                    <a:pt x="932177" y="892984"/>
                  </a:lnTo>
                  <a:lnTo>
                    <a:pt x="940578" y="890101"/>
                  </a:lnTo>
                  <a:lnTo>
                    <a:pt x="927497" y="902109"/>
                  </a:lnTo>
                  <a:lnTo>
                    <a:pt x="920467" y="90761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4061078" y="908315"/>
              <a:ext cx="919367" cy="921036"/>
            </a:xfrm>
            <a:custGeom>
              <a:avLst/>
              <a:pathLst>
                <a:path w="919367" h="921036">
                  <a:moveTo>
                    <a:pt x="914400" y="914399"/>
                  </a:moveTo>
                  <a:lnTo>
                    <a:pt x="908953" y="913508"/>
                  </a:lnTo>
                  <a:lnTo>
                    <a:pt x="909065" y="919044"/>
                  </a:lnTo>
                  <a:lnTo>
                    <a:pt x="908457" y="921036"/>
                  </a:lnTo>
                  <a:lnTo>
                    <a:pt x="902423" y="918189"/>
                  </a:lnTo>
                  <a:lnTo>
                    <a:pt x="900210" y="916356"/>
                  </a:lnTo>
                  <a:lnTo>
                    <a:pt x="900402" y="909023"/>
                  </a:lnTo>
                  <a:lnTo>
                    <a:pt x="905732" y="902089"/>
                  </a:lnTo>
                  <a:lnTo>
                    <a:pt x="909795" y="899349"/>
                  </a:lnTo>
                  <a:lnTo>
                    <a:pt x="915033" y="901249"/>
                  </a:lnTo>
                  <a:lnTo>
                    <a:pt x="919054" y="909012"/>
                  </a:lnTo>
                  <a:lnTo>
                    <a:pt x="919367" y="91235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3549827" y="1306246"/>
              <a:ext cx="928781" cy="914399"/>
            </a:xfrm>
            <a:custGeom>
              <a:avLst/>
              <a:pathLst>
                <a:path w="928781" h="914399">
                  <a:moveTo>
                    <a:pt x="914400" y="914399"/>
                  </a:moveTo>
                  <a:lnTo>
                    <a:pt x="918471" y="904342"/>
                  </a:lnTo>
                  <a:lnTo>
                    <a:pt x="925955" y="899743"/>
                  </a:lnTo>
                  <a:lnTo>
                    <a:pt x="928664" y="900701"/>
                  </a:lnTo>
                  <a:lnTo>
                    <a:pt x="928781" y="904255"/>
                  </a:lnTo>
                  <a:lnTo>
                    <a:pt x="927730" y="907292"/>
                  </a:lnTo>
                  <a:lnTo>
                    <a:pt x="922709" y="911972"/>
                  </a:lnTo>
                  <a:lnTo>
                    <a:pt x="918475" y="91396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3844316" y="1221428"/>
              <a:ext cx="937903" cy="914399"/>
            </a:xfrm>
            <a:custGeom>
              <a:avLst/>
              <a:pathLst>
                <a:path w="937903" h="914399">
                  <a:moveTo>
                    <a:pt x="914400" y="914399"/>
                  </a:moveTo>
                  <a:lnTo>
                    <a:pt x="910653" y="911091"/>
                  </a:lnTo>
                  <a:lnTo>
                    <a:pt x="916516" y="909560"/>
                  </a:lnTo>
                  <a:lnTo>
                    <a:pt x="923922" y="901700"/>
                  </a:lnTo>
                  <a:lnTo>
                    <a:pt x="928847" y="900788"/>
                  </a:lnTo>
                  <a:lnTo>
                    <a:pt x="936586" y="905238"/>
                  </a:lnTo>
                  <a:lnTo>
                    <a:pt x="937903" y="90927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3801164" y="1207043"/>
              <a:ext cx="919425" cy="914400"/>
            </a:xfrm>
            <a:custGeom>
              <a:avLst/>
              <a:pathLst>
                <a:path w="919425" h="914400">
                  <a:moveTo>
                    <a:pt x="914400" y="914400"/>
                  </a:moveTo>
                  <a:lnTo>
                    <a:pt x="909678" y="913898"/>
                  </a:lnTo>
                  <a:lnTo>
                    <a:pt x="912074" y="910026"/>
                  </a:lnTo>
                  <a:lnTo>
                    <a:pt x="912987" y="904342"/>
                  </a:lnTo>
                  <a:lnTo>
                    <a:pt x="915316" y="898100"/>
                  </a:lnTo>
                  <a:lnTo>
                    <a:pt x="916658" y="896190"/>
                  </a:lnTo>
                  <a:lnTo>
                    <a:pt x="919425" y="894505"/>
                  </a:lnTo>
                  <a:lnTo>
                    <a:pt x="918625" y="9115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3906637" y="1229606"/>
              <a:ext cx="920984" cy="914399"/>
            </a:xfrm>
            <a:custGeom>
              <a:avLst/>
              <a:pathLst>
                <a:path w="920984" h="914399">
                  <a:moveTo>
                    <a:pt x="914400" y="914399"/>
                  </a:moveTo>
                  <a:lnTo>
                    <a:pt x="899210" y="910533"/>
                  </a:lnTo>
                  <a:lnTo>
                    <a:pt x="911707" y="907256"/>
                  </a:lnTo>
                  <a:lnTo>
                    <a:pt x="913749" y="906114"/>
                  </a:lnTo>
                  <a:lnTo>
                    <a:pt x="915379" y="901295"/>
                  </a:lnTo>
                  <a:lnTo>
                    <a:pt x="915583" y="898878"/>
                  </a:lnTo>
                  <a:lnTo>
                    <a:pt x="920329" y="909243"/>
                  </a:lnTo>
                  <a:lnTo>
                    <a:pt x="920984" y="91271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3429073" y="1797393"/>
              <a:ext cx="915687" cy="914400"/>
            </a:xfrm>
            <a:custGeom>
              <a:avLst/>
              <a:pathLst>
                <a:path w="915687" h="914400">
                  <a:moveTo>
                    <a:pt x="914400" y="914400"/>
                  </a:moveTo>
                  <a:lnTo>
                    <a:pt x="908732" y="902806"/>
                  </a:lnTo>
                  <a:lnTo>
                    <a:pt x="914562" y="906554"/>
                  </a:lnTo>
                  <a:lnTo>
                    <a:pt x="915604" y="909673"/>
                  </a:lnTo>
                  <a:lnTo>
                    <a:pt x="915687" y="91226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3426727" y="1862705"/>
              <a:ext cx="933331" cy="914400"/>
            </a:xfrm>
            <a:custGeom>
              <a:avLst/>
              <a:pathLst>
                <a:path w="933331" h="914400">
                  <a:moveTo>
                    <a:pt x="914400" y="914400"/>
                  </a:moveTo>
                  <a:lnTo>
                    <a:pt x="913391" y="913483"/>
                  </a:lnTo>
                  <a:lnTo>
                    <a:pt x="926509" y="907502"/>
                  </a:lnTo>
                  <a:lnTo>
                    <a:pt x="930647" y="886434"/>
                  </a:lnTo>
                  <a:lnTo>
                    <a:pt x="931214" y="876720"/>
                  </a:lnTo>
                  <a:lnTo>
                    <a:pt x="929247" y="859595"/>
                  </a:lnTo>
                  <a:lnTo>
                    <a:pt x="929314" y="856057"/>
                  </a:lnTo>
                  <a:lnTo>
                    <a:pt x="931448" y="861577"/>
                  </a:lnTo>
                  <a:lnTo>
                    <a:pt x="933331" y="877555"/>
                  </a:lnTo>
                  <a:lnTo>
                    <a:pt x="932623" y="889671"/>
                  </a:lnTo>
                  <a:lnTo>
                    <a:pt x="928818" y="907322"/>
                  </a:lnTo>
                  <a:lnTo>
                    <a:pt x="925847" y="91154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3402370" y="1872563"/>
              <a:ext cx="929910" cy="914400"/>
            </a:xfrm>
            <a:custGeom>
              <a:avLst/>
              <a:pathLst>
                <a:path w="929910" h="914400">
                  <a:moveTo>
                    <a:pt x="914400" y="914400"/>
                  </a:moveTo>
                  <a:lnTo>
                    <a:pt x="912649" y="913954"/>
                  </a:lnTo>
                  <a:lnTo>
                    <a:pt x="922826" y="908603"/>
                  </a:lnTo>
                  <a:lnTo>
                    <a:pt x="929910" y="9069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3354159" y="1923675"/>
              <a:ext cx="941811" cy="914400"/>
            </a:xfrm>
            <a:custGeom>
              <a:avLst/>
              <a:pathLst>
                <a:path w="941811" h="914400">
                  <a:moveTo>
                    <a:pt x="914400" y="914400"/>
                  </a:moveTo>
                  <a:lnTo>
                    <a:pt x="922213" y="901305"/>
                  </a:lnTo>
                  <a:lnTo>
                    <a:pt x="937644" y="884698"/>
                  </a:lnTo>
                  <a:lnTo>
                    <a:pt x="941811" y="882158"/>
                  </a:lnTo>
                  <a:lnTo>
                    <a:pt x="928981" y="896343"/>
                  </a:lnTo>
                  <a:lnTo>
                    <a:pt x="916525" y="91319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2880983" y="2784076"/>
              <a:ext cx="917442" cy="914400"/>
            </a:xfrm>
            <a:custGeom>
              <a:avLst/>
              <a:pathLst>
                <a:path w="917442" h="914400">
                  <a:moveTo>
                    <a:pt x="914400" y="914400"/>
                  </a:moveTo>
                  <a:lnTo>
                    <a:pt x="908245" y="912392"/>
                  </a:lnTo>
                  <a:lnTo>
                    <a:pt x="904882" y="908797"/>
                  </a:lnTo>
                  <a:lnTo>
                    <a:pt x="903431" y="901761"/>
                  </a:lnTo>
                  <a:lnTo>
                    <a:pt x="908790" y="909212"/>
                  </a:lnTo>
                  <a:lnTo>
                    <a:pt x="910712" y="910897"/>
                  </a:lnTo>
                  <a:lnTo>
                    <a:pt x="917442" y="91166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2879929" y="2777147"/>
              <a:ext cx="914520" cy="914399"/>
            </a:xfrm>
            <a:custGeom>
              <a:avLst/>
              <a:pathLst>
                <a:path w="914520" h="914399">
                  <a:moveTo>
                    <a:pt x="914400" y="914399"/>
                  </a:moveTo>
                  <a:lnTo>
                    <a:pt x="910099" y="904081"/>
                  </a:lnTo>
                  <a:lnTo>
                    <a:pt x="907236" y="892677"/>
                  </a:lnTo>
                  <a:lnTo>
                    <a:pt x="911332" y="896369"/>
                  </a:lnTo>
                  <a:lnTo>
                    <a:pt x="914520" y="90823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3008342" y="2938589"/>
              <a:ext cx="942007" cy="914400"/>
            </a:xfrm>
            <a:custGeom>
              <a:avLst/>
              <a:pathLst>
                <a:path w="942007" h="914400">
                  <a:moveTo>
                    <a:pt x="914400" y="914400"/>
                  </a:moveTo>
                  <a:lnTo>
                    <a:pt x="916279" y="909463"/>
                  </a:lnTo>
                  <a:lnTo>
                    <a:pt x="922892" y="898909"/>
                  </a:lnTo>
                  <a:lnTo>
                    <a:pt x="925030" y="893941"/>
                  </a:lnTo>
                  <a:lnTo>
                    <a:pt x="929497" y="890792"/>
                  </a:lnTo>
                  <a:lnTo>
                    <a:pt x="933656" y="885098"/>
                  </a:lnTo>
                  <a:lnTo>
                    <a:pt x="933969" y="878456"/>
                  </a:lnTo>
                  <a:lnTo>
                    <a:pt x="940011" y="873811"/>
                  </a:lnTo>
                  <a:lnTo>
                    <a:pt x="942007" y="873145"/>
                  </a:lnTo>
                  <a:lnTo>
                    <a:pt x="931360" y="89467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2048189" y="2463265"/>
              <a:ext cx="920934" cy="914400"/>
            </a:xfrm>
            <a:custGeom>
              <a:avLst/>
              <a:pathLst>
                <a:path w="920934" h="914400">
                  <a:moveTo>
                    <a:pt x="914400" y="914400"/>
                  </a:moveTo>
                  <a:lnTo>
                    <a:pt x="900285" y="905315"/>
                  </a:lnTo>
                  <a:lnTo>
                    <a:pt x="899398" y="901413"/>
                  </a:lnTo>
                  <a:lnTo>
                    <a:pt x="906361" y="897885"/>
                  </a:lnTo>
                  <a:lnTo>
                    <a:pt x="910611" y="898197"/>
                  </a:lnTo>
                  <a:lnTo>
                    <a:pt x="917333" y="902811"/>
                  </a:lnTo>
                  <a:lnTo>
                    <a:pt x="919792" y="904096"/>
                  </a:lnTo>
                  <a:lnTo>
                    <a:pt x="920934" y="905965"/>
                  </a:lnTo>
                  <a:lnTo>
                    <a:pt x="920284" y="908889"/>
                  </a:lnTo>
                  <a:lnTo>
                    <a:pt x="917571" y="9129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1603955" y="2629736"/>
              <a:ext cx="931152" cy="914399"/>
            </a:xfrm>
            <a:custGeom>
              <a:avLst/>
              <a:pathLst>
                <a:path w="931152" h="914399">
                  <a:moveTo>
                    <a:pt x="914400" y="914399"/>
                  </a:moveTo>
                  <a:lnTo>
                    <a:pt x="918529" y="905812"/>
                  </a:lnTo>
                  <a:lnTo>
                    <a:pt x="919296" y="902370"/>
                  </a:lnTo>
                  <a:lnTo>
                    <a:pt x="926068" y="891504"/>
                  </a:lnTo>
                  <a:lnTo>
                    <a:pt x="929643" y="889886"/>
                  </a:lnTo>
                  <a:lnTo>
                    <a:pt x="931152" y="894510"/>
                  </a:lnTo>
                  <a:lnTo>
                    <a:pt x="924188" y="902145"/>
                  </a:lnTo>
                  <a:lnTo>
                    <a:pt x="916250" y="91414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1624003" y="2603594"/>
              <a:ext cx="948329" cy="914400"/>
            </a:xfrm>
            <a:custGeom>
              <a:avLst/>
              <a:pathLst>
                <a:path w="948329" h="914400">
                  <a:moveTo>
                    <a:pt x="914399" y="914400"/>
                  </a:moveTo>
                  <a:lnTo>
                    <a:pt x="918283" y="908736"/>
                  </a:lnTo>
                  <a:lnTo>
                    <a:pt x="924597" y="905878"/>
                  </a:lnTo>
                  <a:lnTo>
                    <a:pt x="938449" y="894996"/>
                  </a:lnTo>
                  <a:lnTo>
                    <a:pt x="944099" y="894249"/>
                  </a:lnTo>
                  <a:lnTo>
                    <a:pt x="947041" y="890500"/>
                  </a:lnTo>
                  <a:lnTo>
                    <a:pt x="948329" y="889947"/>
                  </a:lnTo>
                  <a:lnTo>
                    <a:pt x="947496" y="894541"/>
                  </a:lnTo>
                  <a:lnTo>
                    <a:pt x="936352" y="901065"/>
                  </a:lnTo>
                  <a:lnTo>
                    <a:pt x="917533" y="91396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1574188" y="2698602"/>
              <a:ext cx="942074" cy="914399"/>
            </a:xfrm>
            <a:custGeom>
              <a:avLst/>
              <a:pathLst>
                <a:path w="942074" h="914399">
                  <a:moveTo>
                    <a:pt x="914399" y="914399"/>
                  </a:moveTo>
                  <a:lnTo>
                    <a:pt x="915133" y="905407"/>
                  </a:lnTo>
                  <a:lnTo>
                    <a:pt x="922063" y="884975"/>
                  </a:lnTo>
                  <a:lnTo>
                    <a:pt x="936144" y="858121"/>
                  </a:lnTo>
                  <a:lnTo>
                    <a:pt x="942074" y="853624"/>
                  </a:lnTo>
                  <a:lnTo>
                    <a:pt x="925830" y="883075"/>
                  </a:lnTo>
                  <a:lnTo>
                    <a:pt x="917062" y="90836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1770069" y="2499988"/>
              <a:ext cx="941882" cy="914399"/>
            </a:xfrm>
            <a:custGeom>
              <a:avLst/>
              <a:pathLst>
                <a:path w="941882" h="914399">
                  <a:moveTo>
                    <a:pt x="914400" y="914399"/>
                  </a:moveTo>
                  <a:lnTo>
                    <a:pt x="933002" y="898269"/>
                  </a:lnTo>
                  <a:lnTo>
                    <a:pt x="936902" y="892902"/>
                  </a:lnTo>
                  <a:lnTo>
                    <a:pt x="941882" y="893137"/>
                  </a:lnTo>
                  <a:lnTo>
                    <a:pt x="933577" y="902176"/>
                  </a:lnTo>
                  <a:lnTo>
                    <a:pt x="918663" y="91339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1591282" y="2817070"/>
              <a:ext cx="915579" cy="914400"/>
            </a:xfrm>
            <a:custGeom>
              <a:avLst/>
              <a:pathLst>
                <a:path w="915579" h="914400">
                  <a:moveTo>
                    <a:pt x="914399" y="914400"/>
                  </a:moveTo>
                  <a:lnTo>
                    <a:pt x="907332" y="891658"/>
                  </a:lnTo>
                  <a:lnTo>
                    <a:pt x="895830" y="840192"/>
                  </a:lnTo>
                  <a:lnTo>
                    <a:pt x="895397" y="810860"/>
                  </a:lnTo>
                  <a:lnTo>
                    <a:pt x="897206" y="800761"/>
                  </a:lnTo>
                  <a:lnTo>
                    <a:pt x="900173" y="842189"/>
                  </a:lnTo>
                  <a:lnTo>
                    <a:pt x="912887" y="894802"/>
                  </a:lnTo>
                  <a:lnTo>
                    <a:pt x="915579" y="90953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3792447" y="1206818"/>
              <a:ext cx="917692" cy="914399"/>
            </a:xfrm>
            <a:custGeom>
              <a:avLst/>
              <a:pathLst>
                <a:path w="917692" h="914399">
                  <a:moveTo>
                    <a:pt x="914400" y="914399"/>
                  </a:moveTo>
                  <a:lnTo>
                    <a:pt x="913516" y="909335"/>
                  </a:lnTo>
                  <a:lnTo>
                    <a:pt x="915175" y="903512"/>
                  </a:lnTo>
                  <a:lnTo>
                    <a:pt x="916854" y="903379"/>
                  </a:lnTo>
                  <a:lnTo>
                    <a:pt x="917692" y="906477"/>
                  </a:lnTo>
                  <a:lnTo>
                    <a:pt x="916766" y="91245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3548581" y="1410001"/>
              <a:ext cx="926668" cy="914400"/>
            </a:xfrm>
            <a:custGeom>
              <a:avLst/>
              <a:pathLst>
                <a:path w="926668" h="914400">
                  <a:moveTo>
                    <a:pt x="914400" y="914400"/>
                  </a:moveTo>
                  <a:lnTo>
                    <a:pt x="914170" y="911347"/>
                  </a:lnTo>
                  <a:lnTo>
                    <a:pt x="926668" y="891637"/>
                  </a:lnTo>
                  <a:lnTo>
                    <a:pt x="924409" y="8985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3452310" y="1583815"/>
              <a:ext cx="938349" cy="914399"/>
            </a:xfrm>
            <a:custGeom>
              <a:avLst/>
              <a:pathLst>
                <a:path w="938349" h="914399">
                  <a:moveTo>
                    <a:pt x="914400" y="914399"/>
                  </a:moveTo>
                  <a:lnTo>
                    <a:pt x="927418" y="893399"/>
                  </a:lnTo>
                  <a:lnTo>
                    <a:pt x="934977" y="875803"/>
                  </a:lnTo>
                  <a:lnTo>
                    <a:pt x="938349" y="869720"/>
                  </a:lnTo>
                  <a:lnTo>
                    <a:pt x="935077" y="882051"/>
                  </a:lnTo>
                  <a:lnTo>
                    <a:pt x="929360" y="893388"/>
                  </a:lnTo>
                  <a:lnTo>
                    <a:pt x="918279" y="91269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3350750" y="1921467"/>
              <a:ext cx="916300" cy="914400"/>
            </a:xfrm>
            <a:custGeom>
              <a:avLst/>
              <a:pathLst>
                <a:path w="916300" h="914400">
                  <a:moveTo>
                    <a:pt x="914400" y="914400"/>
                  </a:moveTo>
                  <a:lnTo>
                    <a:pt x="911045" y="913242"/>
                  </a:lnTo>
                  <a:lnTo>
                    <a:pt x="906423" y="911030"/>
                  </a:lnTo>
                  <a:lnTo>
                    <a:pt x="905402" y="909407"/>
                  </a:lnTo>
                  <a:lnTo>
                    <a:pt x="909811" y="909996"/>
                  </a:lnTo>
                  <a:lnTo>
                    <a:pt x="916300" y="91415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2941412" y="2972602"/>
              <a:ext cx="918238" cy="914400"/>
            </a:xfrm>
            <a:custGeom>
              <a:avLst/>
              <a:pathLst>
                <a:path w="918238" h="914400">
                  <a:moveTo>
                    <a:pt x="914400" y="914400"/>
                  </a:moveTo>
                  <a:lnTo>
                    <a:pt x="913183" y="913734"/>
                  </a:lnTo>
                  <a:lnTo>
                    <a:pt x="913183" y="910590"/>
                  </a:lnTo>
                  <a:lnTo>
                    <a:pt x="909545" y="903630"/>
                  </a:lnTo>
                  <a:lnTo>
                    <a:pt x="909682" y="901807"/>
                  </a:lnTo>
                  <a:lnTo>
                    <a:pt x="918025" y="908618"/>
                  </a:lnTo>
                  <a:lnTo>
                    <a:pt x="918238" y="910446"/>
                  </a:lnTo>
                  <a:lnTo>
                    <a:pt x="916958" y="91224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2985489" y="2954382"/>
              <a:ext cx="919788" cy="914400"/>
            </a:xfrm>
            <a:custGeom>
              <a:avLst/>
              <a:pathLst>
                <a:path w="919788" h="914400">
                  <a:moveTo>
                    <a:pt x="914400" y="914400"/>
                  </a:moveTo>
                  <a:lnTo>
                    <a:pt x="915208" y="912909"/>
                  </a:lnTo>
                  <a:lnTo>
                    <a:pt x="918575" y="909929"/>
                  </a:lnTo>
                  <a:lnTo>
                    <a:pt x="919788" y="911086"/>
                  </a:lnTo>
                  <a:lnTo>
                    <a:pt x="919654" y="912576"/>
                  </a:lnTo>
                  <a:lnTo>
                    <a:pt x="916016" y="91440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3001124" y="2944442"/>
              <a:ext cx="918713" cy="914400"/>
            </a:xfrm>
            <a:custGeom>
              <a:avLst/>
              <a:pathLst>
                <a:path w="918713" h="914400">
                  <a:moveTo>
                    <a:pt x="914399" y="914400"/>
                  </a:moveTo>
                  <a:lnTo>
                    <a:pt x="917767" y="909924"/>
                  </a:lnTo>
                  <a:lnTo>
                    <a:pt x="918713" y="910257"/>
                  </a:lnTo>
                  <a:lnTo>
                    <a:pt x="916691" y="91390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2964865" y="2965976"/>
              <a:ext cx="928014" cy="914400"/>
            </a:xfrm>
            <a:custGeom>
              <a:avLst/>
              <a:pathLst>
                <a:path w="928014" h="914400">
                  <a:moveTo>
                    <a:pt x="914399" y="914400"/>
                  </a:moveTo>
                  <a:lnTo>
                    <a:pt x="910357" y="912576"/>
                  </a:lnTo>
                  <a:lnTo>
                    <a:pt x="914804" y="910093"/>
                  </a:lnTo>
                  <a:lnTo>
                    <a:pt x="928014" y="907440"/>
                  </a:lnTo>
                  <a:lnTo>
                    <a:pt x="923026" y="910753"/>
                  </a:lnTo>
                  <a:lnTo>
                    <a:pt x="918308" y="91191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2932990" y="2333082"/>
              <a:ext cx="918196" cy="914400"/>
            </a:xfrm>
            <a:custGeom>
              <a:avLst/>
              <a:pathLst>
                <a:path w="918196" h="914400">
                  <a:moveTo>
                    <a:pt x="914400" y="914400"/>
                  </a:moveTo>
                  <a:lnTo>
                    <a:pt x="912758" y="905351"/>
                  </a:lnTo>
                  <a:lnTo>
                    <a:pt x="912595" y="896563"/>
                  </a:lnTo>
                  <a:lnTo>
                    <a:pt x="915470" y="891366"/>
                  </a:lnTo>
                  <a:lnTo>
                    <a:pt x="918196" y="88884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2918651" y="2976786"/>
              <a:ext cx="922921" cy="914400"/>
            </a:xfrm>
            <a:custGeom>
              <a:avLst/>
              <a:pathLst>
                <a:path w="922921" h="914400">
                  <a:moveTo>
                    <a:pt x="914400" y="914400"/>
                  </a:moveTo>
                  <a:lnTo>
                    <a:pt x="918858" y="910272"/>
                  </a:lnTo>
                  <a:lnTo>
                    <a:pt x="920304" y="904004"/>
                  </a:lnTo>
                  <a:lnTo>
                    <a:pt x="922921" y="908900"/>
                  </a:lnTo>
                  <a:lnTo>
                    <a:pt x="922871" y="911870"/>
                  </a:lnTo>
                  <a:lnTo>
                    <a:pt x="919929" y="91336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3043338" y="270256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6553" y="896487"/>
                  </a:lnTo>
                  <a:lnTo>
                    <a:pt x="896855" y="868398"/>
                  </a:lnTo>
                  <a:lnTo>
                    <a:pt x="891663" y="846675"/>
                  </a:lnTo>
                  <a:lnTo>
                    <a:pt x="895176" y="852549"/>
                  </a:lnTo>
                  <a:lnTo>
                    <a:pt x="898610" y="864706"/>
                  </a:lnTo>
                  <a:lnTo>
                    <a:pt x="913012" y="90667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2903482" y="2981789"/>
              <a:ext cx="920421" cy="914400"/>
            </a:xfrm>
            <a:custGeom>
              <a:avLst/>
              <a:pathLst>
                <a:path w="920421" h="914400">
                  <a:moveTo>
                    <a:pt x="914400" y="914400"/>
                  </a:moveTo>
                  <a:lnTo>
                    <a:pt x="914212" y="912776"/>
                  </a:lnTo>
                  <a:lnTo>
                    <a:pt x="917946" y="910794"/>
                  </a:lnTo>
                  <a:lnTo>
                    <a:pt x="920421" y="910928"/>
                  </a:lnTo>
                  <a:lnTo>
                    <a:pt x="920329" y="913124"/>
                  </a:lnTo>
                  <a:lnTo>
                    <a:pt x="916566" y="91416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2294601" y="2445040"/>
              <a:ext cx="920454" cy="914400"/>
            </a:xfrm>
            <a:custGeom>
              <a:avLst/>
              <a:pathLst>
                <a:path w="920454" h="914400">
                  <a:moveTo>
                    <a:pt x="914400" y="914400"/>
                  </a:moveTo>
                  <a:lnTo>
                    <a:pt x="914612" y="912305"/>
                  </a:lnTo>
                  <a:lnTo>
                    <a:pt x="918021" y="906810"/>
                  </a:lnTo>
                  <a:lnTo>
                    <a:pt x="920454" y="904675"/>
                  </a:lnTo>
                  <a:lnTo>
                    <a:pt x="919033" y="90891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2326430" y="2387932"/>
              <a:ext cx="915470" cy="914399"/>
            </a:xfrm>
            <a:custGeom>
              <a:avLst/>
              <a:pathLst>
                <a:path w="915470" h="914399">
                  <a:moveTo>
                    <a:pt x="914400" y="914399"/>
                  </a:moveTo>
                  <a:lnTo>
                    <a:pt x="906840" y="912218"/>
                  </a:lnTo>
                  <a:lnTo>
                    <a:pt x="902244" y="910190"/>
                  </a:lnTo>
                  <a:lnTo>
                    <a:pt x="901410" y="908162"/>
                  </a:lnTo>
                  <a:lnTo>
                    <a:pt x="914116" y="911844"/>
                  </a:lnTo>
                  <a:lnTo>
                    <a:pt x="915470" y="9132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2361535" y="2385192"/>
              <a:ext cx="921909" cy="914400"/>
            </a:xfrm>
            <a:custGeom>
              <a:avLst/>
              <a:pathLst>
                <a:path w="921909" h="914400">
                  <a:moveTo>
                    <a:pt x="914399" y="914400"/>
                  </a:moveTo>
                  <a:lnTo>
                    <a:pt x="903269" y="914190"/>
                  </a:lnTo>
                  <a:lnTo>
                    <a:pt x="901006" y="913401"/>
                  </a:lnTo>
                  <a:lnTo>
                    <a:pt x="905473" y="911900"/>
                  </a:lnTo>
                  <a:lnTo>
                    <a:pt x="918663" y="909908"/>
                  </a:lnTo>
                  <a:lnTo>
                    <a:pt x="921909" y="91215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2270973" y="2405466"/>
              <a:ext cx="917454" cy="914400"/>
            </a:xfrm>
            <a:custGeom>
              <a:avLst/>
              <a:pathLst>
                <a:path w="917454" h="914400">
                  <a:moveTo>
                    <a:pt x="914400" y="914400"/>
                  </a:moveTo>
                  <a:lnTo>
                    <a:pt x="910220" y="911972"/>
                  </a:lnTo>
                  <a:lnTo>
                    <a:pt x="904027" y="911752"/>
                  </a:lnTo>
                  <a:lnTo>
                    <a:pt x="906753" y="910088"/>
                  </a:lnTo>
                  <a:lnTo>
                    <a:pt x="908665" y="908464"/>
                  </a:lnTo>
                  <a:lnTo>
                    <a:pt x="909620" y="906718"/>
                  </a:lnTo>
                  <a:lnTo>
                    <a:pt x="917454" y="900655"/>
                  </a:lnTo>
                  <a:lnTo>
                    <a:pt x="915233" y="905105"/>
                  </a:lnTo>
                  <a:lnTo>
                    <a:pt x="914099" y="90952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2302106" y="2432914"/>
              <a:ext cx="918075" cy="914400"/>
            </a:xfrm>
            <a:custGeom>
              <a:avLst/>
              <a:pathLst>
                <a:path w="918075" h="914400">
                  <a:moveTo>
                    <a:pt x="914400" y="914400"/>
                  </a:moveTo>
                  <a:lnTo>
                    <a:pt x="916762" y="898407"/>
                  </a:lnTo>
                  <a:lnTo>
                    <a:pt x="913441" y="884944"/>
                  </a:lnTo>
                  <a:lnTo>
                    <a:pt x="916942" y="890854"/>
                  </a:lnTo>
                  <a:lnTo>
                    <a:pt x="918075" y="897885"/>
                  </a:lnTo>
                  <a:lnTo>
                    <a:pt x="916808" y="91106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2630463" y="2450663"/>
              <a:ext cx="937536" cy="914400"/>
            </a:xfrm>
            <a:custGeom>
              <a:avLst/>
              <a:pathLst>
                <a:path w="937536" h="914400">
                  <a:moveTo>
                    <a:pt x="914400" y="914400"/>
                  </a:moveTo>
                  <a:lnTo>
                    <a:pt x="905140" y="911655"/>
                  </a:lnTo>
                  <a:lnTo>
                    <a:pt x="910895" y="911132"/>
                  </a:lnTo>
                  <a:lnTo>
                    <a:pt x="915058" y="912244"/>
                  </a:lnTo>
                  <a:lnTo>
                    <a:pt x="925601" y="906846"/>
                  </a:lnTo>
                  <a:lnTo>
                    <a:pt x="931131" y="902760"/>
                  </a:lnTo>
                  <a:lnTo>
                    <a:pt x="937536" y="901208"/>
                  </a:lnTo>
                  <a:lnTo>
                    <a:pt x="922963" y="9106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4025599" y="922653"/>
              <a:ext cx="917642" cy="914400"/>
            </a:xfrm>
            <a:custGeom>
              <a:avLst/>
              <a:pathLst>
                <a:path w="917642" h="914400">
                  <a:moveTo>
                    <a:pt x="914400" y="914400"/>
                  </a:moveTo>
                  <a:lnTo>
                    <a:pt x="910941" y="913729"/>
                  </a:lnTo>
                  <a:lnTo>
                    <a:pt x="910828" y="908557"/>
                  </a:lnTo>
                  <a:lnTo>
                    <a:pt x="911874" y="906800"/>
                  </a:lnTo>
                  <a:lnTo>
                    <a:pt x="913070" y="906017"/>
                  </a:lnTo>
                  <a:lnTo>
                    <a:pt x="914845" y="907471"/>
                  </a:lnTo>
                  <a:lnTo>
                    <a:pt x="917642" y="91232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1181082" y="2430835"/>
              <a:ext cx="1327867" cy="1522232"/>
            </a:xfrm>
            <a:custGeom>
              <a:avLst/>
              <a:pathLst>
                <a:path w="1327867" h="1522232">
                  <a:moveTo>
                    <a:pt x="914400" y="914400"/>
                  </a:moveTo>
                  <a:lnTo>
                    <a:pt x="934761" y="915787"/>
                  </a:lnTo>
                  <a:lnTo>
                    <a:pt x="946770" y="915316"/>
                  </a:lnTo>
                  <a:lnTo>
                    <a:pt x="950433" y="912981"/>
                  </a:lnTo>
                  <a:lnTo>
                    <a:pt x="952338" y="913104"/>
                  </a:lnTo>
                  <a:lnTo>
                    <a:pt x="952488" y="915675"/>
                  </a:lnTo>
                  <a:lnTo>
                    <a:pt x="955505" y="916765"/>
                  </a:lnTo>
                  <a:lnTo>
                    <a:pt x="961385" y="916376"/>
                  </a:lnTo>
                  <a:lnTo>
                    <a:pt x="966506" y="919971"/>
                  </a:lnTo>
                  <a:lnTo>
                    <a:pt x="973066" y="931350"/>
                  </a:lnTo>
                  <a:lnTo>
                    <a:pt x="995673" y="949575"/>
                  </a:lnTo>
                  <a:lnTo>
                    <a:pt x="997577" y="955828"/>
                  </a:lnTo>
                  <a:lnTo>
                    <a:pt x="1005445" y="964846"/>
                  </a:lnTo>
                  <a:lnTo>
                    <a:pt x="1019914" y="978708"/>
                  </a:lnTo>
                  <a:lnTo>
                    <a:pt x="1028102" y="990660"/>
                  </a:lnTo>
                  <a:lnTo>
                    <a:pt x="1030007" y="1000702"/>
                  </a:lnTo>
                  <a:lnTo>
                    <a:pt x="1037399" y="1016587"/>
                  </a:lnTo>
                  <a:lnTo>
                    <a:pt x="1050268" y="1038310"/>
                  </a:lnTo>
                  <a:lnTo>
                    <a:pt x="1056002" y="1050022"/>
                  </a:lnTo>
                  <a:lnTo>
                    <a:pt x="1054602" y="1051712"/>
                  </a:lnTo>
                  <a:lnTo>
                    <a:pt x="1055614" y="1057826"/>
                  </a:lnTo>
                  <a:lnTo>
                    <a:pt x="1059048" y="1068360"/>
                  </a:lnTo>
                  <a:lnTo>
                    <a:pt x="1065428" y="1077280"/>
                  </a:lnTo>
                  <a:lnTo>
                    <a:pt x="1074758" y="1084588"/>
                  </a:lnTo>
                  <a:lnTo>
                    <a:pt x="1084193" y="1097708"/>
                  </a:lnTo>
                  <a:lnTo>
                    <a:pt x="1093732" y="1116645"/>
                  </a:lnTo>
                  <a:lnTo>
                    <a:pt x="1105287" y="1131050"/>
                  </a:lnTo>
                  <a:lnTo>
                    <a:pt x="1118852" y="1140913"/>
                  </a:lnTo>
                  <a:lnTo>
                    <a:pt x="1126532" y="1150095"/>
                  </a:lnTo>
                  <a:lnTo>
                    <a:pt x="1128328" y="1158585"/>
                  </a:lnTo>
                  <a:lnTo>
                    <a:pt x="1128195" y="1165857"/>
                  </a:lnTo>
                  <a:lnTo>
                    <a:pt x="1126128" y="1171910"/>
                  </a:lnTo>
                  <a:lnTo>
                    <a:pt x="1127003" y="1177661"/>
                  </a:lnTo>
                  <a:lnTo>
                    <a:pt x="1130816" y="1183094"/>
                  </a:lnTo>
                  <a:lnTo>
                    <a:pt x="1132087" y="1189761"/>
                  </a:lnTo>
                  <a:lnTo>
                    <a:pt x="1130595" y="1199035"/>
                  </a:lnTo>
                  <a:lnTo>
                    <a:pt x="1130699" y="1201662"/>
                  </a:lnTo>
                  <a:lnTo>
                    <a:pt x="1131803" y="1203757"/>
                  </a:lnTo>
                  <a:lnTo>
                    <a:pt x="1143847" y="1219693"/>
                  </a:lnTo>
                  <a:lnTo>
                    <a:pt x="1150035" y="1232572"/>
                  </a:lnTo>
                  <a:lnTo>
                    <a:pt x="1154948" y="1253128"/>
                  </a:lnTo>
                  <a:lnTo>
                    <a:pt x="1154973" y="1253312"/>
                  </a:lnTo>
                  <a:lnTo>
                    <a:pt x="1160461" y="1265607"/>
                  </a:lnTo>
                  <a:lnTo>
                    <a:pt x="1168354" y="1270636"/>
                  </a:lnTo>
                  <a:lnTo>
                    <a:pt x="1180481" y="1272495"/>
                  </a:lnTo>
                  <a:lnTo>
                    <a:pt x="1189695" y="1276776"/>
                  </a:lnTo>
                  <a:lnTo>
                    <a:pt x="1195995" y="1283484"/>
                  </a:lnTo>
                  <a:lnTo>
                    <a:pt x="1203942" y="1287535"/>
                  </a:lnTo>
                  <a:lnTo>
                    <a:pt x="1213535" y="1288928"/>
                  </a:lnTo>
                  <a:lnTo>
                    <a:pt x="1222732" y="1293352"/>
                  </a:lnTo>
                  <a:lnTo>
                    <a:pt x="1231529" y="1300819"/>
                  </a:lnTo>
                  <a:lnTo>
                    <a:pt x="1247936" y="1305719"/>
                  </a:lnTo>
                  <a:lnTo>
                    <a:pt x="1271951" y="1308070"/>
                  </a:lnTo>
                  <a:lnTo>
                    <a:pt x="1290229" y="1314138"/>
                  </a:lnTo>
                  <a:lnTo>
                    <a:pt x="1302772" y="1323929"/>
                  </a:lnTo>
                  <a:lnTo>
                    <a:pt x="1308290" y="1325921"/>
                  </a:lnTo>
                  <a:lnTo>
                    <a:pt x="1309781" y="1326060"/>
                  </a:lnTo>
                  <a:lnTo>
                    <a:pt x="1310498" y="1324564"/>
                  </a:lnTo>
                  <a:lnTo>
                    <a:pt x="1311444" y="1321794"/>
                  </a:lnTo>
                  <a:lnTo>
                    <a:pt x="1316299" y="1318604"/>
                  </a:lnTo>
                  <a:lnTo>
                    <a:pt x="1327867" y="1316519"/>
                  </a:lnTo>
                  <a:lnTo>
                    <a:pt x="1326313" y="1338181"/>
                  </a:lnTo>
                  <a:lnTo>
                    <a:pt x="1321154" y="1355956"/>
                  </a:lnTo>
                  <a:lnTo>
                    <a:pt x="1304156" y="1392908"/>
                  </a:lnTo>
                  <a:lnTo>
                    <a:pt x="1297071" y="1415829"/>
                  </a:lnTo>
                  <a:lnTo>
                    <a:pt x="1283365" y="1481331"/>
                  </a:lnTo>
                  <a:lnTo>
                    <a:pt x="1279352" y="1522232"/>
                  </a:lnTo>
                  <a:lnTo>
                    <a:pt x="913624" y="1522232"/>
                  </a:lnTo>
                  <a:lnTo>
                    <a:pt x="913624" y="91423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3525088" y="625809"/>
              <a:ext cx="1225044" cy="1473583"/>
            </a:xfrm>
            <a:custGeom>
              <a:avLst/>
              <a:pathLst>
                <a:path w="1225044" h="1473583">
                  <a:moveTo>
                    <a:pt x="1217634" y="914400"/>
                  </a:moveTo>
                  <a:lnTo>
                    <a:pt x="1205437" y="922972"/>
                  </a:lnTo>
                  <a:lnTo>
                    <a:pt x="1192452" y="936501"/>
                  </a:lnTo>
                  <a:lnTo>
                    <a:pt x="1161985" y="946733"/>
                  </a:lnTo>
                  <a:lnTo>
                    <a:pt x="1150675" y="949334"/>
                  </a:lnTo>
                  <a:lnTo>
                    <a:pt x="1140236" y="947947"/>
                  </a:lnTo>
                  <a:lnTo>
                    <a:pt x="1127531" y="956273"/>
                  </a:lnTo>
                  <a:lnTo>
                    <a:pt x="1112495" y="961363"/>
                  </a:lnTo>
                  <a:lnTo>
                    <a:pt x="1108057" y="969106"/>
                  </a:lnTo>
                  <a:lnTo>
                    <a:pt x="1071915" y="989846"/>
                  </a:lnTo>
                  <a:lnTo>
                    <a:pt x="1058042" y="992458"/>
                  </a:lnTo>
                  <a:lnTo>
                    <a:pt x="1046236" y="997983"/>
                  </a:lnTo>
                  <a:lnTo>
                    <a:pt x="1042744" y="1007365"/>
                  </a:lnTo>
                  <a:lnTo>
                    <a:pt x="1032205" y="1013023"/>
                  </a:lnTo>
                  <a:lnTo>
                    <a:pt x="1029280" y="1017356"/>
                  </a:lnTo>
                  <a:lnTo>
                    <a:pt x="1020416" y="1030480"/>
                  </a:lnTo>
                  <a:lnTo>
                    <a:pt x="1003939" y="1047431"/>
                  </a:lnTo>
                  <a:lnTo>
                    <a:pt x="983861" y="1050268"/>
                  </a:lnTo>
                  <a:lnTo>
                    <a:pt x="976523" y="1056167"/>
                  </a:lnTo>
                  <a:lnTo>
                    <a:pt x="968026" y="1065687"/>
                  </a:lnTo>
                  <a:lnTo>
                    <a:pt x="956041" y="1072221"/>
                  </a:lnTo>
                  <a:lnTo>
                    <a:pt x="932380" y="1069159"/>
                  </a:lnTo>
                  <a:lnTo>
                    <a:pt x="938134" y="1073163"/>
                  </a:lnTo>
                  <a:lnTo>
                    <a:pt x="959304" y="1079406"/>
                  </a:lnTo>
                  <a:lnTo>
                    <a:pt x="961504" y="1088659"/>
                  </a:lnTo>
                  <a:lnTo>
                    <a:pt x="950899" y="1090871"/>
                  </a:lnTo>
                  <a:lnTo>
                    <a:pt x="928692" y="1103208"/>
                  </a:lnTo>
                  <a:lnTo>
                    <a:pt x="898771" y="1124449"/>
                  </a:lnTo>
                  <a:lnTo>
                    <a:pt x="894199" y="1124951"/>
                  </a:lnTo>
                  <a:lnTo>
                    <a:pt x="886161" y="1124444"/>
                  </a:lnTo>
                  <a:lnTo>
                    <a:pt x="874255" y="1127988"/>
                  </a:lnTo>
                  <a:lnTo>
                    <a:pt x="858616" y="1135408"/>
                  </a:lnTo>
                  <a:lnTo>
                    <a:pt x="839680" y="1148738"/>
                  </a:lnTo>
                  <a:lnTo>
                    <a:pt x="806338" y="1177599"/>
                  </a:lnTo>
                  <a:lnTo>
                    <a:pt x="804000" y="1180646"/>
                  </a:lnTo>
                  <a:lnTo>
                    <a:pt x="799170" y="1185998"/>
                  </a:lnTo>
                  <a:lnTo>
                    <a:pt x="786856" y="1191702"/>
                  </a:lnTo>
                  <a:lnTo>
                    <a:pt x="775679" y="1197852"/>
                  </a:lnTo>
                  <a:lnTo>
                    <a:pt x="772725" y="1204325"/>
                  </a:lnTo>
                  <a:lnTo>
                    <a:pt x="767370" y="1207275"/>
                  </a:lnTo>
                  <a:lnTo>
                    <a:pt x="748930" y="1223687"/>
                  </a:lnTo>
                  <a:lnTo>
                    <a:pt x="738558" y="1237668"/>
                  </a:lnTo>
                  <a:lnTo>
                    <a:pt x="729140" y="1252298"/>
                  </a:lnTo>
                  <a:lnTo>
                    <a:pt x="718601" y="1268659"/>
                  </a:lnTo>
                  <a:lnTo>
                    <a:pt x="696977" y="1268864"/>
                  </a:lnTo>
                  <a:lnTo>
                    <a:pt x="680475" y="1268798"/>
                  </a:lnTo>
                  <a:lnTo>
                    <a:pt x="652326" y="1268680"/>
                  </a:lnTo>
                  <a:lnTo>
                    <a:pt x="628197" y="1268583"/>
                  </a:lnTo>
                  <a:lnTo>
                    <a:pt x="599560" y="1268465"/>
                  </a:lnTo>
                  <a:lnTo>
                    <a:pt x="578782" y="1268378"/>
                  </a:lnTo>
                  <a:lnTo>
                    <a:pt x="556409" y="1269064"/>
                  </a:lnTo>
                  <a:lnTo>
                    <a:pt x="545728" y="1273427"/>
                  </a:lnTo>
                  <a:lnTo>
                    <a:pt x="532335" y="1279321"/>
                  </a:lnTo>
                  <a:lnTo>
                    <a:pt x="517878" y="1285676"/>
                  </a:lnTo>
                  <a:lnTo>
                    <a:pt x="525459" y="1299851"/>
                  </a:lnTo>
                  <a:lnTo>
                    <a:pt x="527492" y="1305443"/>
                  </a:lnTo>
                  <a:lnTo>
                    <a:pt x="526909" y="1323479"/>
                  </a:lnTo>
                  <a:lnTo>
                    <a:pt x="528451" y="1325450"/>
                  </a:lnTo>
                  <a:lnTo>
                    <a:pt x="530068" y="1328129"/>
                  </a:lnTo>
                  <a:lnTo>
                    <a:pt x="530313" y="1332789"/>
                  </a:lnTo>
                  <a:lnTo>
                    <a:pt x="531551" y="1334919"/>
                  </a:lnTo>
                  <a:lnTo>
                    <a:pt x="534189" y="1336639"/>
                  </a:lnTo>
                  <a:lnTo>
                    <a:pt x="537156" y="1338662"/>
                  </a:lnTo>
                  <a:lnTo>
                    <a:pt x="539302" y="1341402"/>
                  </a:lnTo>
                  <a:lnTo>
                    <a:pt x="539794" y="1344137"/>
                  </a:lnTo>
                  <a:lnTo>
                    <a:pt x="537731" y="1348899"/>
                  </a:lnTo>
                  <a:lnTo>
                    <a:pt x="529413" y="1355336"/>
                  </a:lnTo>
                  <a:lnTo>
                    <a:pt x="517720" y="1360979"/>
                  </a:lnTo>
                  <a:lnTo>
                    <a:pt x="494463" y="1371160"/>
                  </a:lnTo>
                  <a:lnTo>
                    <a:pt x="467513" y="1382958"/>
                  </a:lnTo>
                  <a:lnTo>
                    <a:pt x="444152" y="1393185"/>
                  </a:lnTo>
                  <a:lnTo>
                    <a:pt x="426075" y="1401096"/>
                  </a:lnTo>
                  <a:lnTo>
                    <a:pt x="388945" y="1408046"/>
                  </a:lnTo>
                  <a:lnTo>
                    <a:pt x="359449" y="1413561"/>
                  </a:lnTo>
                  <a:lnTo>
                    <a:pt x="338163" y="1417545"/>
                  </a:lnTo>
                  <a:lnTo>
                    <a:pt x="318560" y="1428632"/>
                  </a:lnTo>
                  <a:lnTo>
                    <a:pt x="296916" y="1440865"/>
                  </a:lnTo>
                  <a:lnTo>
                    <a:pt x="278717" y="1451153"/>
                  </a:lnTo>
                  <a:lnTo>
                    <a:pt x="258306" y="1462691"/>
                  </a:lnTo>
                  <a:lnTo>
                    <a:pt x="239041" y="1473583"/>
                  </a:lnTo>
                  <a:lnTo>
                    <a:pt x="217622" y="1473547"/>
                  </a:lnTo>
                  <a:lnTo>
                    <a:pt x="202586" y="1465384"/>
                  </a:lnTo>
                  <a:lnTo>
                    <a:pt x="188610" y="1457002"/>
                  </a:lnTo>
                  <a:lnTo>
                    <a:pt x="179054" y="1442013"/>
                  </a:lnTo>
                  <a:lnTo>
                    <a:pt x="178396" y="1424596"/>
                  </a:lnTo>
                  <a:lnTo>
                    <a:pt x="181821" y="1413192"/>
                  </a:lnTo>
                  <a:lnTo>
                    <a:pt x="184926" y="1407989"/>
                  </a:lnTo>
                  <a:lnTo>
                    <a:pt x="190851" y="1404691"/>
                  </a:lnTo>
                  <a:lnTo>
                    <a:pt x="202453" y="1399084"/>
                  </a:lnTo>
                  <a:lnTo>
                    <a:pt x="213000" y="1387731"/>
                  </a:lnTo>
                  <a:lnTo>
                    <a:pt x="221456" y="1380956"/>
                  </a:lnTo>
                  <a:lnTo>
                    <a:pt x="229973" y="1373966"/>
                  </a:lnTo>
                  <a:lnTo>
                    <a:pt x="234837" y="1361927"/>
                  </a:lnTo>
                  <a:lnTo>
                    <a:pt x="240904" y="1332783"/>
                  </a:lnTo>
                  <a:lnTo>
                    <a:pt x="241675" y="1326987"/>
                  </a:lnTo>
                  <a:lnTo>
                    <a:pt x="250501" y="1307000"/>
                  </a:lnTo>
                  <a:lnTo>
                    <a:pt x="260265" y="1284888"/>
                  </a:lnTo>
                  <a:lnTo>
                    <a:pt x="264749" y="1274733"/>
                  </a:lnTo>
                  <a:lnTo>
                    <a:pt x="259736" y="1248375"/>
                  </a:lnTo>
                  <a:lnTo>
                    <a:pt x="255964" y="1228122"/>
                  </a:lnTo>
                  <a:lnTo>
                    <a:pt x="252510" y="1209569"/>
                  </a:lnTo>
                  <a:lnTo>
                    <a:pt x="248622" y="1188666"/>
                  </a:lnTo>
                  <a:lnTo>
                    <a:pt x="245084" y="1169636"/>
                  </a:lnTo>
                  <a:lnTo>
                    <a:pt x="241746" y="1151708"/>
                  </a:lnTo>
                  <a:lnTo>
                    <a:pt x="238399" y="1133713"/>
                  </a:lnTo>
                  <a:lnTo>
                    <a:pt x="235116" y="1116071"/>
                  </a:lnTo>
                  <a:lnTo>
                    <a:pt x="232540" y="1103418"/>
                  </a:lnTo>
                  <a:lnTo>
                    <a:pt x="229482" y="1088424"/>
                  </a:lnTo>
                  <a:lnTo>
                    <a:pt x="211617" y="1077900"/>
                  </a:lnTo>
                  <a:lnTo>
                    <a:pt x="198052" y="1070531"/>
                  </a:lnTo>
                  <a:lnTo>
                    <a:pt x="175866" y="1058492"/>
                  </a:lnTo>
                  <a:lnTo>
                    <a:pt x="157260" y="1048393"/>
                  </a:lnTo>
                  <a:lnTo>
                    <a:pt x="140586" y="1039155"/>
                  </a:lnTo>
                  <a:lnTo>
                    <a:pt x="151100" y="1020536"/>
                  </a:lnTo>
                  <a:lnTo>
                    <a:pt x="150192" y="1017489"/>
                  </a:lnTo>
                  <a:lnTo>
                    <a:pt x="146383" y="1013822"/>
                  </a:lnTo>
                  <a:lnTo>
                    <a:pt x="138599" y="1007723"/>
                  </a:lnTo>
                  <a:lnTo>
                    <a:pt x="134048" y="1007103"/>
                  </a:lnTo>
                  <a:lnTo>
                    <a:pt x="126035" y="1008537"/>
                  </a:lnTo>
                  <a:lnTo>
                    <a:pt x="113245" y="1012332"/>
                  </a:lnTo>
                  <a:lnTo>
                    <a:pt x="107720" y="1011072"/>
                  </a:lnTo>
                  <a:lnTo>
                    <a:pt x="103331" y="1004558"/>
                  </a:lnTo>
                  <a:lnTo>
                    <a:pt x="98281" y="996221"/>
                  </a:lnTo>
                  <a:lnTo>
                    <a:pt x="96626" y="989708"/>
                  </a:lnTo>
                  <a:lnTo>
                    <a:pt x="95993" y="981089"/>
                  </a:lnTo>
                  <a:lnTo>
                    <a:pt x="92980" y="973331"/>
                  </a:lnTo>
                  <a:lnTo>
                    <a:pt x="94889" y="969260"/>
                  </a:lnTo>
                  <a:lnTo>
                    <a:pt x="95310" y="967232"/>
                  </a:lnTo>
                  <a:lnTo>
                    <a:pt x="95139" y="964682"/>
                  </a:lnTo>
                  <a:lnTo>
                    <a:pt x="93068" y="963053"/>
                  </a:lnTo>
                  <a:lnTo>
                    <a:pt x="89421" y="962342"/>
                  </a:lnTo>
                  <a:lnTo>
                    <a:pt x="77086" y="965598"/>
                  </a:lnTo>
                  <a:lnTo>
                    <a:pt x="71540" y="965901"/>
                  </a:lnTo>
                  <a:lnTo>
                    <a:pt x="68231" y="967734"/>
                  </a:lnTo>
                  <a:lnTo>
                    <a:pt x="63018" y="971539"/>
                  </a:lnTo>
                  <a:lnTo>
                    <a:pt x="57880" y="972010"/>
                  </a:lnTo>
                  <a:lnTo>
                    <a:pt x="49003" y="963002"/>
                  </a:lnTo>
                  <a:lnTo>
                    <a:pt x="39306" y="953139"/>
                  </a:lnTo>
                  <a:lnTo>
                    <a:pt x="35239" y="939553"/>
                  </a:lnTo>
                  <a:lnTo>
                    <a:pt x="31064" y="925599"/>
                  </a:lnTo>
                  <a:lnTo>
                    <a:pt x="14499" y="917206"/>
                  </a:lnTo>
                  <a:lnTo>
                    <a:pt x="0" y="909857"/>
                  </a:lnTo>
                  <a:lnTo>
                    <a:pt x="1225044" y="90985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4152778" y="817178"/>
              <a:ext cx="1099683" cy="926429"/>
            </a:xfrm>
            <a:custGeom>
              <a:avLst/>
              <a:pathLst>
                <a:path w="1099683" h="926429">
                  <a:moveTo>
                    <a:pt x="914400" y="914399"/>
                  </a:moveTo>
                  <a:lnTo>
                    <a:pt x="910795" y="913293"/>
                  </a:lnTo>
                  <a:lnTo>
                    <a:pt x="907690" y="912428"/>
                  </a:lnTo>
                  <a:lnTo>
                    <a:pt x="905890" y="913903"/>
                  </a:lnTo>
                  <a:lnTo>
                    <a:pt x="904186" y="915874"/>
                  </a:lnTo>
                  <a:lnTo>
                    <a:pt x="902085" y="917354"/>
                  </a:lnTo>
                  <a:lnTo>
                    <a:pt x="897676" y="915260"/>
                  </a:lnTo>
                  <a:lnTo>
                    <a:pt x="894872" y="911445"/>
                  </a:lnTo>
                  <a:lnTo>
                    <a:pt x="890367" y="907512"/>
                  </a:lnTo>
                  <a:lnTo>
                    <a:pt x="888663" y="904552"/>
                  </a:lnTo>
                  <a:lnTo>
                    <a:pt x="889567" y="901111"/>
                  </a:lnTo>
                  <a:lnTo>
                    <a:pt x="891567" y="897787"/>
                  </a:lnTo>
                  <a:lnTo>
                    <a:pt x="892472" y="893849"/>
                  </a:lnTo>
                  <a:lnTo>
                    <a:pt x="890267" y="889307"/>
                  </a:lnTo>
                  <a:lnTo>
                    <a:pt x="888263" y="886721"/>
                  </a:lnTo>
                  <a:lnTo>
                    <a:pt x="886862" y="883766"/>
                  </a:lnTo>
                  <a:lnTo>
                    <a:pt x="887363" y="880939"/>
                  </a:lnTo>
                  <a:lnTo>
                    <a:pt x="890167" y="879582"/>
                  </a:lnTo>
                  <a:lnTo>
                    <a:pt x="892772" y="877857"/>
                  </a:lnTo>
                  <a:lnTo>
                    <a:pt x="893672" y="874170"/>
                  </a:lnTo>
                  <a:lnTo>
                    <a:pt x="892067" y="870232"/>
                  </a:lnTo>
                  <a:lnTo>
                    <a:pt x="887463" y="868629"/>
                  </a:lnTo>
                  <a:lnTo>
                    <a:pt x="883658" y="869243"/>
                  </a:lnTo>
                  <a:lnTo>
                    <a:pt x="878149" y="868383"/>
                  </a:lnTo>
                  <a:lnTo>
                    <a:pt x="872844" y="865925"/>
                  </a:lnTo>
                  <a:lnTo>
                    <a:pt x="869339" y="863093"/>
                  </a:lnTo>
                  <a:lnTo>
                    <a:pt x="866635" y="861490"/>
                  </a:lnTo>
                  <a:lnTo>
                    <a:pt x="864530" y="861490"/>
                  </a:lnTo>
                  <a:lnTo>
                    <a:pt x="862026" y="859892"/>
                  </a:lnTo>
                  <a:lnTo>
                    <a:pt x="860526" y="857184"/>
                  </a:lnTo>
                  <a:lnTo>
                    <a:pt x="860726" y="852754"/>
                  </a:lnTo>
                  <a:lnTo>
                    <a:pt x="861426" y="850050"/>
                  </a:lnTo>
                  <a:lnTo>
                    <a:pt x="862826" y="847710"/>
                  </a:lnTo>
                  <a:lnTo>
                    <a:pt x="862926" y="845124"/>
                  </a:lnTo>
                  <a:lnTo>
                    <a:pt x="862326" y="843275"/>
                  </a:lnTo>
                  <a:lnTo>
                    <a:pt x="862230" y="841805"/>
                  </a:lnTo>
                  <a:lnTo>
                    <a:pt x="862626" y="839957"/>
                  </a:lnTo>
                  <a:lnTo>
                    <a:pt x="863530" y="836265"/>
                  </a:lnTo>
                  <a:lnTo>
                    <a:pt x="862026" y="833561"/>
                  </a:lnTo>
                  <a:lnTo>
                    <a:pt x="861872" y="824189"/>
                  </a:lnTo>
                  <a:lnTo>
                    <a:pt x="861576" y="806655"/>
                  </a:lnTo>
                  <a:lnTo>
                    <a:pt x="861355" y="793223"/>
                  </a:lnTo>
                  <a:lnTo>
                    <a:pt x="861076" y="776340"/>
                  </a:lnTo>
                  <a:lnTo>
                    <a:pt x="860913" y="764044"/>
                  </a:lnTo>
                  <a:lnTo>
                    <a:pt x="860688" y="746818"/>
                  </a:lnTo>
                  <a:lnTo>
                    <a:pt x="860476" y="730472"/>
                  </a:lnTo>
                  <a:lnTo>
                    <a:pt x="860213" y="718489"/>
                  </a:lnTo>
                  <a:lnTo>
                    <a:pt x="1083159" y="718489"/>
                  </a:lnTo>
                  <a:lnTo>
                    <a:pt x="1083289" y="718535"/>
                  </a:lnTo>
                  <a:lnTo>
                    <a:pt x="1083432" y="718489"/>
                  </a:lnTo>
                  <a:lnTo>
                    <a:pt x="1099683" y="718489"/>
                  </a:lnTo>
                  <a:lnTo>
                    <a:pt x="1099683" y="873327"/>
                  </a:lnTo>
                  <a:lnTo>
                    <a:pt x="1094794" y="876407"/>
                  </a:lnTo>
                  <a:lnTo>
                    <a:pt x="1075588" y="883869"/>
                  </a:lnTo>
                  <a:lnTo>
                    <a:pt x="1053168" y="898110"/>
                  </a:lnTo>
                  <a:lnTo>
                    <a:pt x="1024197" y="910108"/>
                  </a:lnTo>
                  <a:lnTo>
                    <a:pt x="1018126" y="910154"/>
                  </a:lnTo>
                  <a:lnTo>
                    <a:pt x="1004970" y="900281"/>
                  </a:lnTo>
                  <a:lnTo>
                    <a:pt x="1008650" y="895785"/>
                  </a:lnTo>
                  <a:lnTo>
                    <a:pt x="1012071" y="889691"/>
                  </a:lnTo>
                  <a:lnTo>
                    <a:pt x="1008800" y="891448"/>
                  </a:lnTo>
                  <a:lnTo>
                    <a:pt x="1006678" y="894090"/>
                  </a:lnTo>
                  <a:lnTo>
                    <a:pt x="998744" y="898330"/>
                  </a:lnTo>
                  <a:lnTo>
                    <a:pt x="1005178" y="906539"/>
                  </a:lnTo>
                  <a:lnTo>
                    <a:pt x="1002070" y="909617"/>
                  </a:lnTo>
                  <a:lnTo>
                    <a:pt x="992868" y="913662"/>
                  </a:lnTo>
                  <a:lnTo>
                    <a:pt x="984300" y="919515"/>
                  </a:lnTo>
                  <a:lnTo>
                    <a:pt x="976799" y="923428"/>
                  </a:lnTo>
                  <a:lnTo>
                    <a:pt x="970732" y="918450"/>
                  </a:lnTo>
                  <a:lnTo>
                    <a:pt x="953984" y="924739"/>
                  </a:lnTo>
                  <a:lnTo>
                    <a:pt x="939878" y="926429"/>
                  </a:lnTo>
                  <a:lnTo>
                    <a:pt x="936827" y="923243"/>
                  </a:lnTo>
                  <a:lnTo>
                    <a:pt x="935932" y="918215"/>
                  </a:lnTo>
                  <a:lnTo>
                    <a:pt x="930993" y="917001"/>
                  </a:lnTo>
                  <a:lnTo>
                    <a:pt x="921817" y="918389"/>
                  </a:lnTo>
                  <a:lnTo>
                    <a:pt x="918338" y="91571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3935445" y="627048"/>
              <a:ext cx="919173" cy="1123210"/>
            </a:xfrm>
            <a:custGeom>
              <a:avLst/>
              <a:pathLst>
                <a:path w="919173" h="1123210">
                  <a:moveTo>
                    <a:pt x="914400" y="914400"/>
                  </a:moveTo>
                  <a:lnTo>
                    <a:pt x="901239" y="930336"/>
                  </a:lnTo>
                  <a:lnTo>
                    <a:pt x="889634" y="944388"/>
                  </a:lnTo>
                  <a:lnTo>
                    <a:pt x="887029" y="958808"/>
                  </a:lnTo>
                  <a:lnTo>
                    <a:pt x="884558" y="972481"/>
                  </a:lnTo>
                  <a:lnTo>
                    <a:pt x="874957" y="982887"/>
                  </a:lnTo>
                  <a:lnTo>
                    <a:pt x="869102" y="992427"/>
                  </a:lnTo>
                  <a:lnTo>
                    <a:pt x="866489" y="1003007"/>
                  </a:lnTo>
                  <a:lnTo>
                    <a:pt x="864305" y="1012721"/>
                  </a:lnTo>
                  <a:lnTo>
                    <a:pt x="864139" y="1020853"/>
                  </a:lnTo>
                  <a:lnTo>
                    <a:pt x="865785" y="1025119"/>
                  </a:lnTo>
                  <a:lnTo>
                    <a:pt x="865010" y="1028586"/>
                  </a:lnTo>
                  <a:lnTo>
                    <a:pt x="861834" y="1032575"/>
                  </a:lnTo>
                  <a:lnTo>
                    <a:pt x="855483" y="1039514"/>
                  </a:lnTo>
                  <a:lnTo>
                    <a:pt x="854354" y="1046191"/>
                  </a:lnTo>
                  <a:lnTo>
                    <a:pt x="850470" y="1049484"/>
                  </a:lnTo>
                  <a:lnTo>
                    <a:pt x="839394" y="1056075"/>
                  </a:lnTo>
                  <a:lnTo>
                    <a:pt x="830359" y="1065789"/>
                  </a:lnTo>
                  <a:lnTo>
                    <a:pt x="829917" y="1071289"/>
                  </a:lnTo>
                  <a:lnTo>
                    <a:pt x="831222" y="1075857"/>
                  </a:lnTo>
                  <a:lnTo>
                    <a:pt x="831422" y="1078694"/>
                  </a:lnTo>
                  <a:lnTo>
                    <a:pt x="829617" y="1080671"/>
                  </a:lnTo>
                  <a:lnTo>
                    <a:pt x="826000" y="1080542"/>
                  </a:lnTo>
                  <a:lnTo>
                    <a:pt x="822087" y="1081162"/>
                  </a:lnTo>
                  <a:lnTo>
                    <a:pt x="818791" y="1085213"/>
                  </a:lnTo>
                  <a:lnTo>
                    <a:pt x="818874" y="1091030"/>
                  </a:lnTo>
                  <a:lnTo>
                    <a:pt x="816466" y="1095224"/>
                  </a:lnTo>
                  <a:lnTo>
                    <a:pt x="813653" y="1096090"/>
                  </a:lnTo>
                  <a:lnTo>
                    <a:pt x="811244" y="1093125"/>
                  </a:lnTo>
                  <a:lnTo>
                    <a:pt x="808348" y="1088680"/>
                  </a:lnTo>
                  <a:lnTo>
                    <a:pt x="804956" y="1088244"/>
                  </a:lnTo>
                  <a:lnTo>
                    <a:pt x="799805" y="1091194"/>
                  </a:lnTo>
                  <a:lnTo>
                    <a:pt x="793454" y="1096049"/>
                  </a:lnTo>
                  <a:lnTo>
                    <a:pt x="787741" y="1096310"/>
                  </a:lnTo>
                  <a:lnTo>
                    <a:pt x="777015" y="1093191"/>
                  </a:lnTo>
                  <a:lnTo>
                    <a:pt x="769184" y="1102603"/>
                  </a:lnTo>
                  <a:lnTo>
                    <a:pt x="760779" y="1122821"/>
                  </a:lnTo>
                  <a:lnTo>
                    <a:pt x="725266" y="1122872"/>
                  </a:lnTo>
                  <a:lnTo>
                    <a:pt x="689753" y="1122923"/>
                  </a:lnTo>
                  <a:lnTo>
                    <a:pt x="654236" y="1122974"/>
                  </a:lnTo>
                  <a:lnTo>
                    <a:pt x="618723" y="1123026"/>
                  </a:lnTo>
                  <a:lnTo>
                    <a:pt x="583210" y="1123072"/>
                  </a:lnTo>
                  <a:lnTo>
                    <a:pt x="547696" y="1123123"/>
                  </a:lnTo>
                  <a:lnTo>
                    <a:pt x="512183" y="1123174"/>
                  </a:lnTo>
                  <a:lnTo>
                    <a:pt x="492310" y="1123205"/>
                  </a:lnTo>
                  <a:lnTo>
                    <a:pt x="488414" y="1123210"/>
                  </a:lnTo>
                  <a:lnTo>
                    <a:pt x="500582" y="1119251"/>
                  </a:lnTo>
                  <a:lnTo>
                    <a:pt x="525952" y="1103868"/>
                  </a:lnTo>
                  <a:lnTo>
                    <a:pt x="544663" y="1098297"/>
                  </a:lnTo>
                  <a:lnTo>
                    <a:pt x="568999" y="1082140"/>
                  </a:lnTo>
                  <a:lnTo>
                    <a:pt x="586627" y="1079032"/>
                  </a:lnTo>
                  <a:lnTo>
                    <a:pt x="589981" y="1075478"/>
                  </a:lnTo>
                  <a:lnTo>
                    <a:pt x="592936" y="1062076"/>
                  </a:lnTo>
                  <a:lnTo>
                    <a:pt x="594549" y="1057299"/>
                  </a:lnTo>
                  <a:lnTo>
                    <a:pt x="602779" y="1044138"/>
                  </a:lnTo>
                  <a:lnTo>
                    <a:pt x="612663" y="1033036"/>
                  </a:lnTo>
                  <a:lnTo>
                    <a:pt x="620640" y="1017683"/>
                  </a:lnTo>
                  <a:lnTo>
                    <a:pt x="635116" y="1007872"/>
                  </a:lnTo>
                  <a:lnTo>
                    <a:pt x="657007" y="999668"/>
                  </a:lnTo>
                  <a:lnTo>
                    <a:pt x="677255" y="981750"/>
                  </a:lnTo>
                  <a:lnTo>
                    <a:pt x="688353" y="976286"/>
                  </a:lnTo>
                  <a:lnTo>
                    <a:pt x="699108" y="972373"/>
                  </a:lnTo>
                  <a:lnTo>
                    <a:pt x="703626" y="965091"/>
                  </a:lnTo>
                  <a:lnTo>
                    <a:pt x="710276" y="960928"/>
                  </a:lnTo>
                  <a:lnTo>
                    <a:pt x="728058" y="952463"/>
                  </a:lnTo>
                  <a:lnTo>
                    <a:pt x="747656" y="950174"/>
                  </a:lnTo>
                  <a:lnTo>
                    <a:pt x="767463" y="943148"/>
                  </a:lnTo>
                  <a:lnTo>
                    <a:pt x="782657" y="939425"/>
                  </a:lnTo>
                  <a:lnTo>
                    <a:pt x="791975" y="932835"/>
                  </a:lnTo>
                  <a:lnTo>
                    <a:pt x="805522" y="929363"/>
                  </a:lnTo>
                  <a:lnTo>
                    <a:pt x="845957" y="910451"/>
                  </a:lnTo>
                  <a:lnTo>
                    <a:pt x="848279" y="908618"/>
                  </a:lnTo>
                  <a:lnTo>
                    <a:pt x="919173" y="9086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4330652" y="969750"/>
              <a:ext cx="921809" cy="936332"/>
            </a:xfrm>
            <a:custGeom>
              <a:avLst/>
              <a:pathLst>
                <a:path w="921809" h="936332">
                  <a:moveTo>
                    <a:pt x="914400" y="914400"/>
                  </a:moveTo>
                  <a:lnTo>
                    <a:pt x="907124" y="913959"/>
                  </a:lnTo>
                  <a:lnTo>
                    <a:pt x="901760" y="914446"/>
                  </a:lnTo>
                  <a:lnTo>
                    <a:pt x="893680" y="920596"/>
                  </a:lnTo>
                  <a:lnTo>
                    <a:pt x="892426" y="933024"/>
                  </a:lnTo>
                  <a:lnTo>
                    <a:pt x="888859" y="931380"/>
                  </a:lnTo>
                  <a:lnTo>
                    <a:pt x="885237" y="931785"/>
                  </a:lnTo>
                  <a:lnTo>
                    <a:pt x="883366" y="935687"/>
                  </a:lnTo>
                  <a:lnTo>
                    <a:pt x="880699" y="936332"/>
                  </a:lnTo>
                  <a:lnTo>
                    <a:pt x="873636" y="932640"/>
                  </a:lnTo>
                  <a:lnTo>
                    <a:pt x="865318" y="934658"/>
                  </a:lnTo>
                  <a:lnTo>
                    <a:pt x="858813" y="931857"/>
                  </a:lnTo>
                  <a:lnTo>
                    <a:pt x="850520" y="913647"/>
                  </a:lnTo>
                  <a:lnTo>
                    <a:pt x="846115" y="907266"/>
                  </a:lnTo>
                  <a:lnTo>
                    <a:pt x="838306" y="905207"/>
                  </a:lnTo>
                  <a:lnTo>
                    <a:pt x="836281" y="909058"/>
                  </a:lnTo>
                  <a:lnTo>
                    <a:pt x="833251" y="912827"/>
                  </a:lnTo>
                  <a:lnTo>
                    <a:pt x="825734" y="905315"/>
                  </a:lnTo>
                  <a:lnTo>
                    <a:pt x="820033" y="877432"/>
                  </a:lnTo>
                  <a:lnTo>
                    <a:pt x="819987" y="870703"/>
                  </a:lnTo>
                  <a:lnTo>
                    <a:pt x="827967" y="847249"/>
                  </a:lnTo>
                  <a:lnTo>
                    <a:pt x="847728" y="826135"/>
                  </a:lnTo>
                  <a:lnTo>
                    <a:pt x="841419" y="825429"/>
                  </a:lnTo>
                  <a:lnTo>
                    <a:pt x="823971" y="840069"/>
                  </a:lnTo>
                  <a:lnTo>
                    <a:pt x="825771" y="836526"/>
                  </a:lnTo>
                  <a:lnTo>
                    <a:pt x="828730" y="832834"/>
                  </a:lnTo>
                  <a:lnTo>
                    <a:pt x="834614" y="826878"/>
                  </a:lnTo>
                  <a:lnTo>
                    <a:pt x="843544" y="821281"/>
                  </a:lnTo>
                  <a:lnTo>
                    <a:pt x="855437" y="818019"/>
                  </a:lnTo>
                  <a:lnTo>
                    <a:pt x="863618" y="817522"/>
                  </a:lnTo>
                  <a:lnTo>
                    <a:pt x="869256" y="814429"/>
                  </a:lnTo>
                  <a:lnTo>
                    <a:pt x="877428" y="808950"/>
                  </a:lnTo>
                  <a:lnTo>
                    <a:pt x="878945" y="806041"/>
                  </a:lnTo>
                  <a:lnTo>
                    <a:pt x="871698" y="809385"/>
                  </a:lnTo>
                  <a:lnTo>
                    <a:pt x="859659" y="812678"/>
                  </a:lnTo>
                  <a:lnTo>
                    <a:pt x="862747" y="808361"/>
                  </a:lnTo>
                  <a:lnTo>
                    <a:pt x="865760" y="806051"/>
                  </a:lnTo>
                  <a:lnTo>
                    <a:pt x="921809" y="773112"/>
                  </a:lnTo>
                  <a:lnTo>
                    <a:pt x="921809" y="90869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4225054" y="914153"/>
              <a:ext cx="924109" cy="914400"/>
            </a:xfrm>
            <a:custGeom>
              <a:avLst/>
              <a:pathLst>
                <a:path w="924109" h="914400">
                  <a:moveTo>
                    <a:pt x="914400" y="914400"/>
                  </a:moveTo>
                  <a:lnTo>
                    <a:pt x="915441" y="910805"/>
                  </a:lnTo>
                  <a:lnTo>
                    <a:pt x="920684" y="901638"/>
                  </a:lnTo>
                  <a:lnTo>
                    <a:pt x="924109" y="900271"/>
                  </a:lnTo>
                  <a:lnTo>
                    <a:pt x="918696" y="91073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4176156" y="875182"/>
              <a:ext cx="927343" cy="914400"/>
            </a:xfrm>
            <a:custGeom>
              <a:avLst/>
              <a:pathLst>
                <a:path w="927343" h="914400">
                  <a:moveTo>
                    <a:pt x="914400" y="914400"/>
                  </a:moveTo>
                  <a:lnTo>
                    <a:pt x="918867" y="900240"/>
                  </a:lnTo>
                  <a:lnTo>
                    <a:pt x="922501" y="895893"/>
                  </a:lnTo>
                  <a:lnTo>
                    <a:pt x="927343" y="897357"/>
                  </a:lnTo>
                  <a:lnTo>
                    <a:pt x="926664" y="905914"/>
                  </a:lnTo>
                  <a:lnTo>
                    <a:pt x="925884" y="90885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3600379" y="789161"/>
              <a:ext cx="928693" cy="915209"/>
            </a:xfrm>
            <a:custGeom>
              <a:avLst/>
              <a:pathLst>
                <a:path w="928693" h="915209">
                  <a:moveTo>
                    <a:pt x="914400" y="914400"/>
                  </a:moveTo>
                  <a:lnTo>
                    <a:pt x="903152" y="912459"/>
                  </a:lnTo>
                  <a:lnTo>
                    <a:pt x="890788" y="915152"/>
                  </a:lnTo>
                  <a:lnTo>
                    <a:pt x="887346" y="915209"/>
                  </a:lnTo>
                  <a:lnTo>
                    <a:pt x="896530" y="907415"/>
                  </a:lnTo>
                  <a:lnTo>
                    <a:pt x="910653" y="902621"/>
                  </a:lnTo>
                  <a:lnTo>
                    <a:pt x="924734" y="887965"/>
                  </a:lnTo>
                  <a:lnTo>
                    <a:pt x="928693" y="887592"/>
                  </a:lnTo>
                  <a:lnTo>
                    <a:pt x="923334" y="904194"/>
                  </a:lnTo>
                  <a:lnTo>
                    <a:pt x="922242" y="910129"/>
                  </a:lnTo>
                  <a:lnTo>
                    <a:pt x="920975" y="91230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3585669" y="777020"/>
              <a:ext cx="935186" cy="914400"/>
            </a:xfrm>
            <a:custGeom>
              <a:avLst/>
              <a:pathLst>
                <a:path w="935186" h="914400">
                  <a:moveTo>
                    <a:pt x="914400" y="914400"/>
                  </a:moveTo>
                  <a:lnTo>
                    <a:pt x="910832" y="913488"/>
                  </a:lnTo>
                  <a:lnTo>
                    <a:pt x="922188" y="903185"/>
                  </a:lnTo>
                  <a:lnTo>
                    <a:pt x="935186" y="900809"/>
                  </a:lnTo>
                  <a:lnTo>
                    <a:pt x="924693" y="91223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3816037" y="640685"/>
              <a:ext cx="939224" cy="914400"/>
            </a:xfrm>
            <a:custGeom>
              <a:avLst/>
              <a:pathLst>
                <a:path w="939224" h="914400">
                  <a:moveTo>
                    <a:pt x="914400" y="914400"/>
                  </a:moveTo>
                  <a:lnTo>
                    <a:pt x="916250" y="910759"/>
                  </a:lnTo>
                  <a:lnTo>
                    <a:pt x="926843" y="904270"/>
                  </a:lnTo>
                  <a:lnTo>
                    <a:pt x="934627" y="900634"/>
                  </a:lnTo>
                  <a:lnTo>
                    <a:pt x="939224" y="900711"/>
                  </a:lnTo>
                  <a:lnTo>
                    <a:pt x="931739" y="908664"/>
                  </a:lnTo>
                  <a:lnTo>
                    <a:pt x="922159" y="91354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3257925" y="3014906"/>
              <a:ext cx="924784" cy="938161"/>
            </a:xfrm>
            <a:custGeom>
              <a:avLst/>
              <a:pathLst>
                <a:path w="924784" h="938161">
                  <a:moveTo>
                    <a:pt x="914400" y="914400"/>
                  </a:moveTo>
                  <a:lnTo>
                    <a:pt x="905940" y="921016"/>
                  </a:lnTo>
                  <a:lnTo>
                    <a:pt x="912087" y="925737"/>
                  </a:lnTo>
                  <a:lnTo>
                    <a:pt x="917879" y="915470"/>
                  </a:lnTo>
                  <a:lnTo>
                    <a:pt x="922476" y="923812"/>
                  </a:lnTo>
                  <a:lnTo>
                    <a:pt x="924784" y="938161"/>
                  </a:lnTo>
                  <a:lnTo>
                    <a:pt x="898674" y="938161"/>
                  </a:lnTo>
                  <a:lnTo>
                    <a:pt x="897664" y="933926"/>
                  </a:lnTo>
                  <a:lnTo>
                    <a:pt x="892388" y="928625"/>
                  </a:lnTo>
                  <a:lnTo>
                    <a:pt x="885062" y="915106"/>
                  </a:lnTo>
                  <a:lnTo>
                    <a:pt x="889317" y="911619"/>
                  </a:lnTo>
                  <a:lnTo>
                    <a:pt x="894989" y="912781"/>
                  </a:lnTo>
                  <a:lnTo>
                    <a:pt x="897893" y="911153"/>
                  </a:lnTo>
                  <a:lnTo>
                    <a:pt x="905757" y="909852"/>
                  </a:lnTo>
                  <a:lnTo>
                    <a:pt x="910532" y="908003"/>
                  </a:lnTo>
                  <a:lnTo>
                    <a:pt x="914266" y="9119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3292893" y="2839878"/>
              <a:ext cx="932164" cy="914400"/>
            </a:xfrm>
            <a:custGeom>
              <a:avLst/>
              <a:pathLst>
                <a:path w="932164" h="914400">
                  <a:moveTo>
                    <a:pt x="914400" y="914400"/>
                  </a:moveTo>
                  <a:lnTo>
                    <a:pt x="906990" y="903897"/>
                  </a:lnTo>
                  <a:lnTo>
                    <a:pt x="901023" y="900844"/>
                  </a:lnTo>
                  <a:lnTo>
                    <a:pt x="910345" y="893419"/>
                  </a:lnTo>
                  <a:lnTo>
                    <a:pt x="914370" y="887038"/>
                  </a:lnTo>
                  <a:lnTo>
                    <a:pt x="914287" y="873120"/>
                  </a:lnTo>
                  <a:lnTo>
                    <a:pt x="916562" y="865495"/>
                  </a:lnTo>
                  <a:lnTo>
                    <a:pt x="915791" y="858894"/>
                  </a:lnTo>
                  <a:lnTo>
                    <a:pt x="917846" y="852155"/>
                  </a:lnTo>
                  <a:lnTo>
                    <a:pt x="915066" y="844586"/>
                  </a:lnTo>
                  <a:lnTo>
                    <a:pt x="907274" y="838584"/>
                  </a:lnTo>
                  <a:lnTo>
                    <a:pt x="891855" y="814711"/>
                  </a:lnTo>
                  <a:lnTo>
                    <a:pt x="867497" y="808914"/>
                  </a:lnTo>
                  <a:lnTo>
                    <a:pt x="854887" y="808673"/>
                  </a:lnTo>
                  <a:lnTo>
                    <a:pt x="861817" y="804843"/>
                  </a:lnTo>
                  <a:lnTo>
                    <a:pt x="868218" y="805309"/>
                  </a:lnTo>
                  <a:lnTo>
                    <a:pt x="878070" y="807587"/>
                  </a:lnTo>
                  <a:lnTo>
                    <a:pt x="889867" y="808688"/>
                  </a:lnTo>
                  <a:lnTo>
                    <a:pt x="897076" y="815714"/>
                  </a:lnTo>
                  <a:lnTo>
                    <a:pt x="903961" y="825029"/>
                  </a:lnTo>
                  <a:lnTo>
                    <a:pt x="910178" y="828798"/>
                  </a:lnTo>
                  <a:lnTo>
                    <a:pt x="912737" y="831195"/>
                  </a:lnTo>
                  <a:lnTo>
                    <a:pt x="912449" y="833899"/>
                  </a:lnTo>
                  <a:lnTo>
                    <a:pt x="913483" y="836439"/>
                  </a:lnTo>
                  <a:lnTo>
                    <a:pt x="921596" y="840797"/>
                  </a:lnTo>
                  <a:lnTo>
                    <a:pt x="929768" y="847833"/>
                  </a:lnTo>
                  <a:lnTo>
                    <a:pt x="932164" y="868465"/>
                  </a:lnTo>
                  <a:lnTo>
                    <a:pt x="921155" y="878230"/>
                  </a:lnTo>
                  <a:lnTo>
                    <a:pt x="919129" y="908106"/>
                  </a:lnTo>
                  <a:lnTo>
                    <a:pt x="916175" y="91348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3250254" y="2977175"/>
              <a:ext cx="915333" cy="945745"/>
            </a:xfrm>
            <a:custGeom>
              <a:avLst/>
              <a:pathLst>
                <a:path w="915333" h="945745">
                  <a:moveTo>
                    <a:pt x="914399" y="914400"/>
                  </a:moveTo>
                  <a:lnTo>
                    <a:pt x="915333" y="923899"/>
                  </a:lnTo>
                  <a:lnTo>
                    <a:pt x="914470" y="927284"/>
                  </a:lnTo>
                  <a:lnTo>
                    <a:pt x="905236" y="933634"/>
                  </a:lnTo>
                  <a:lnTo>
                    <a:pt x="902865" y="937182"/>
                  </a:lnTo>
                  <a:lnTo>
                    <a:pt x="894159" y="940762"/>
                  </a:lnTo>
                  <a:lnTo>
                    <a:pt x="888892" y="945745"/>
                  </a:lnTo>
                  <a:lnTo>
                    <a:pt x="886254" y="937648"/>
                  </a:lnTo>
                  <a:lnTo>
                    <a:pt x="881141" y="932645"/>
                  </a:lnTo>
                  <a:lnTo>
                    <a:pt x="880282" y="924139"/>
                  </a:lnTo>
                  <a:lnTo>
                    <a:pt x="876374" y="927012"/>
                  </a:lnTo>
                  <a:lnTo>
                    <a:pt x="870740" y="925261"/>
                  </a:lnTo>
                  <a:lnTo>
                    <a:pt x="861447" y="918819"/>
                  </a:lnTo>
                  <a:lnTo>
                    <a:pt x="855575" y="910072"/>
                  </a:lnTo>
                  <a:lnTo>
                    <a:pt x="863801" y="908557"/>
                  </a:lnTo>
                  <a:lnTo>
                    <a:pt x="865501" y="913990"/>
                  </a:lnTo>
                  <a:lnTo>
                    <a:pt x="872011" y="907322"/>
                  </a:lnTo>
                  <a:lnTo>
                    <a:pt x="870531" y="903809"/>
                  </a:lnTo>
                  <a:lnTo>
                    <a:pt x="869356" y="903359"/>
                  </a:lnTo>
                  <a:lnTo>
                    <a:pt x="867222" y="896825"/>
                  </a:lnTo>
                  <a:lnTo>
                    <a:pt x="877015" y="879710"/>
                  </a:lnTo>
                  <a:lnTo>
                    <a:pt x="879128" y="868670"/>
                  </a:lnTo>
                  <a:lnTo>
                    <a:pt x="874686" y="850956"/>
                  </a:lnTo>
                  <a:lnTo>
                    <a:pt x="878832" y="849794"/>
                  </a:lnTo>
                  <a:lnTo>
                    <a:pt x="889884" y="856006"/>
                  </a:lnTo>
                  <a:lnTo>
                    <a:pt x="894834" y="862120"/>
                  </a:lnTo>
                  <a:lnTo>
                    <a:pt x="894997" y="870513"/>
                  </a:lnTo>
                  <a:lnTo>
                    <a:pt x="899643" y="877012"/>
                  </a:lnTo>
                  <a:lnTo>
                    <a:pt x="906369" y="892579"/>
                  </a:lnTo>
                  <a:lnTo>
                    <a:pt x="914587" y="90170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3196855" y="2755716"/>
              <a:ext cx="952742" cy="935088"/>
            </a:xfrm>
            <a:custGeom>
              <a:avLst/>
              <a:pathLst>
                <a:path w="952742" h="935088">
                  <a:moveTo>
                    <a:pt x="914399" y="914400"/>
                  </a:moveTo>
                  <a:lnTo>
                    <a:pt x="919938" y="913954"/>
                  </a:lnTo>
                  <a:lnTo>
                    <a:pt x="923259" y="911808"/>
                  </a:lnTo>
                  <a:lnTo>
                    <a:pt x="938557" y="912684"/>
                  </a:lnTo>
                  <a:lnTo>
                    <a:pt x="950909" y="909545"/>
                  </a:lnTo>
                  <a:lnTo>
                    <a:pt x="952742" y="915116"/>
                  </a:lnTo>
                  <a:lnTo>
                    <a:pt x="952430" y="918025"/>
                  </a:lnTo>
                  <a:lnTo>
                    <a:pt x="926164" y="920755"/>
                  </a:lnTo>
                  <a:lnTo>
                    <a:pt x="902069" y="928933"/>
                  </a:lnTo>
                  <a:lnTo>
                    <a:pt x="888863" y="934473"/>
                  </a:lnTo>
                  <a:lnTo>
                    <a:pt x="882658" y="935088"/>
                  </a:lnTo>
                  <a:lnTo>
                    <a:pt x="877915" y="932174"/>
                  </a:lnTo>
                  <a:lnTo>
                    <a:pt x="862005" y="915285"/>
                  </a:lnTo>
                  <a:lnTo>
                    <a:pt x="866260" y="916970"/>
                  </a:lnTo>
                  <a:lnTo>
                    <a:pt x="878015" y="926516"/>
                  </a:lnTo>
                  <a:lnTo>
                    <a:pt x="885316" y="924774"/>
                  </a:lnTo>
                  <a:lnTo>
                    <a:pt x="892080" y="918466"/>
                  </a:lnTo>
                  <a:lnTo>
                    <a:pt x="893113" y="913698"/>
                  </a:lnTo>
                  <a:lnTo>
                    <a:pt x="892105" y="911440"/>
                  </a:lnTo>
                  <a:lnTo>
                    <a:pt x="895164" y="903912"/>
                  </a:lnTo>
                  <a:lnTo>
                    <a:pt x="904061" y="91113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3274623" y="2934513"/>
              <a:ext cx="930731" cy="914399"/>
            </a:xfrm>
            <a:custGeom>
              <a:avLst/>
              <a:pathLst>
                <a:path w="930731" h="914399">
                  <a:moveTo>
                    <a:pt x="914400" y="914399"/>
                  </a:moveTo>
                  <a:lnTo>
                    <a:pt x="907511" y="912254"/>
                  </a:lnTo>
                  <a:lnTo>
                    <a:pt x="905744" y="910528"/>
                  </a:lnTo>
                  <a:lnTo>
                    <a:pt x="908695" y="907630"/>
                  </a:lnTo>
                  <a:lnTo>
                    <a:pt x="915187" y="905213"/>
                  </a:lnTo>
                  <a:lnTo>
                    <a:pt x="925613" y="904972"/>
                  </a:lnTo>
                  <a:lnTo>
                    <a:pt x="930181" y="907829"/>
                  </a:lnTo>
                  <a:lnTo>
                    <a:pt x="930731" y="909079"/>
                  </a:lnTo>
                  <a:lnTo>
                    <a:pt x="924038" y="9122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3529059" y="3038667"/>
              <a:ext cx="918648" cy="914399"/>
            </a:xfrm>
            <a:custGeom>
              <a:avLst/>
              <a:pathLst>
                <a:path w="918648" h="914399">
                  <a:moveTo>
                    <a:pt x="914400" y="914399"/>
                  </a:moveTo>
                  <a:lnTo>
                    <a:pt x="908748" y="914399"/>
                  </a:lnTo>
                  <a:lnTo>
                    <a:pt x="910331" y="903379"/>
                  </a:lnTo>
                  <a:lnTo>
                    <a:pt x="915015" y="901116"/>
                  </a:lnTo>
                  <a:lnTo>
                    <a:pt x="916852" y="901239"/>
                  </a:lnTo>
                  <a:lnTo>
                    <a:pt x="918648" y="90726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3357943" y="2894503"/>
              <a:ext cx="945916" cy="990455"/>
            </a:xfrm>
            <a:custGeom>
              <a:avLst/>
              <a:pathLst>
                <a:path w="945916" h="990455">
                  <a:moveTo>
                    <a:pt x="914400" y="914400"/>
                  </a:moveTo>
                  <a:lnTo>
                    <a:pt x="926384" y="918865"/>
                  </a:lnTo>
                  <a:lnTo>
                    <a:pt x="939340" y="933675"/>
                  </a:lnTo>
                  <a:lnTo>
                    <a:pt x="944920" y="938949"/>
                  </a:lnTo>
                  <a:lnTo>
                    <a:pt x="945916" y="943753"/>
                  </a:lnTo>
                  <a:lnTo>
                    <a:pt x="943733" y="965680"/>
                  </a:lnTo>
                  <a:lnTo>
                    <a:pt x="940820" y="978882"/>
                  </a:lnTo>
                  <a:lnTo>
                    <a:pt x="941257" y="990455"/>
                  </a:lnTo>
                  <a:lnTo>
                    <a:pt x="938215" y="987029"/>
                  </a:lnTo>
                  <a:lnTo>
                    <a:pt x="935140" y="979450"/>
                  </a:lnTo>
                  <a:lnTo>
                    <a:pt x="930097" y="975093"/>
                  </a:lnTo>
                  <a:lnTo>
                    <a:pt x="928418" y="972809"/>
                  </a:lnTo>
                  <a:lnTo>
                    <a:pt x="937482" y="972307"/>
                  </a:lnTo>
                  <a:lnTo>
                    <a:pt x="938286" y="960375"/>
                  </a:lnTo>
                  <a:lnTo>
                    <a:pt x="942707" y="950963"/>
                  </a:lnTo>
                  <a:lnTo>
                    <a:pt x="942037" y="941172"/>
                  </a:lnTo>
                  <a:lnTo>
                    <a:pt x="931460" y="930392"/>
                  </a:lnTo>
                  <a:lnTo>
                    <a:pt x="924209" y="920903"/>
                  </a:lnTo>
                  <a:lnTo>
                    <a:pt x="913062" y="917866"/>
                  </a:lnTo>
                  <a:lnTo>
                    <a:pt x="902752" y="908418"/>
                  </a:lnTo>
                  <a:lnTo>
                    <a:pt x="896601" y="907256"/>
                  </a:lnTo>
                  <a:lnTo>
                    <a:pt x="889100" y="908920"/>
                  </a:lnTo>
                  <a:lnTo>
                    <a:pt x="891809" y="903287"/>
                  </a:lnTo>
                  <a:lnTo>
                    <a:pt x="893684" y="895836"/>
                  </a:lnTo>
                  <a:lnTo>
                    <a:pt x="895059" y="894443"/>
                  </a:lnTo>
                  <a:lnTo>
                    <a:pt x="900352" y="90257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3458860" y="3023023"/>
              <a:ext cx="914400" cy="915460"/>
            </a:xfrm>
            <a:custGeom>
              <a:avLst/>
              <a:pathLst>
                <a:path w="914400" h="915460">
                  <a:moveTo>
                    <a:pt x="914400" y="914400"/>
                  </a:moveTo>
                  <a:lnTo>
                    <a:pt x="908682" y="913319"/>
                  </a:lnTo>
                  <a:lnTo>
                    <a:pt x="900243" y="915403"/>
                  </a:lnTo>
                  <a:lnTo>
                    <a:pt x="897206" y="915460"/>
                  </a:lnTo>
                  <a:lnTo>
                    <a:pt x="899097" y="911808"/>
                  </a:lnTo>
                  <a:lnTo>
                    <a:pt x="904957" y="906872"/>
                  </a:lnTo>
                  <a:lnTo>
                    <a:pt x="905252" y="902171"/>
                  </a:lnTo>
                  <a:lnTo>
                    <a:pt x="898001" y="895391"/>
                  </a:lnTo>
                  <a:lnTo>
                    <a:pt x="889563" y="878522"/>
                  </a:lnTo>
                  <a:lnTo>
                    <a:pt x="885612" y="874523"/>
                  </a:lnTo>
                  <a:lnTo>
                    <a:pt x="883737" y="868183"/>
                  </a:lnTo>
                  <a:lnTo>
                    <a:pt x="876657" y="861383"/>
                  </a:lnTo>
                  <a:lnTo>
                    <a:pt x="878136" y="857747"/>
                  </a:lnTo>
                  <a:lnTo>
                    <a:pt x="879591" y="856892"/>
                  </a:lnTo>
                  <a:lnTo>
                    <a:pt x="884379" y="858638"/>
                  </a:lnTo>
                  <a:lnTo>
                    <a:pt x="895222" y="882901"/>
                  </a:lnTo>
                  <a:lnTo>
                    <a:pt x="895930" y="885226"/>
                  </a:lnTo>
                  <a:lnTo>
                    <a:pt x="913833" y="90906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t3925"/>
            <p:cNvSpPr/>
            <p:nvPr/>
          </p:nvSpPr>
          <p:spPr>
            <a:xfrm>
              <a:off x="4517981" y="2123210"/>
              <a:ext cx="63202" cy="63202"/>
            </a:xfrm>
            <a:prstGeom prst="ellipse">
              <a:avLst/>
            </a:prstGeom>
            <a:solidFill>
              <a:srgbClr val="3A7C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t3926"/>
            <p:cNvSpPr/>
            <p:nvPr/>
          </p:nvSpPr>
          <p:spPr>
            <a:xfrm>
              <a:off x="2804077" y="3308464"/>
              <a:ext cx="63202" cy="63202"/>
            </a:xfrm>
            <a:prstGeom prst="ellipse">
              <a:avLst/>
            </a:prstGeom>
            <a:solidFill>
              <a:srgbClr val="4DB3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t3927"/>
            <p:cNvSpPr/>
            <p:nvPr/>
          </p:nvSpPr>
          <p:spPr>
            <a:xfrm>
              <a:off x="4310750" y="2493405"/>
              <a:ext cx="63202" cy="63202"/>
            </a:xfrm>
            <a:prstGeom prst="ellipse">
              <a:avLst/>
            </a:prstGeom>
            <a:solidFill>
              <a:srgbClr val="5ECB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t3928"/>
            <p:cNvSpPr/>
            <p:nvPr/>
          </p:nvSpPr>
          <p:spPr>
            <a:xfrm>
              <a:off x="3230764" y="3253112"/>
              <a:ext cx="63202" cy="63202"/>
            </a:xfrm>
            <a:prstGeom prst="ellipse">
              <a:avLst/>
            </a:prstGeom>
            <a:solidFill>
              <a:srgbClr val="57C0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t3929"/>
            <p:cNvSpPr/>
            <p:nvPr/>
          </p:nvSpPr>
          <p:spPr>
            <a:xfrm>
              <a:off x="4374836" y="2340602"/>
              <a:ext cx="63202" cy="63202"/>
            </a:xfrm>
            <a:prstGeom prst="ellipse">
              <a:avLst/>
            </a:prstGeom>
            <a:solidFill>
              <a:srgbClr val="6BD1B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t3930"/>
            <p:cNvSpPr/>
            <p:nvPr/>
          </p:nvSpPr>
          <p:spPr>
            <a:xfrm>
              <a:off x="3085609" y="3352656"/>
              <a:ext cx="63202" cy="63202"/>
            </a:xfrm>
            <a:prstGeom prst="ellipse">
              <a:avLst/>
            </a:prstGeom>
            <a:solidFill>
              <a:srgbClr val="58C1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t3931"/>
            <p:cNvSpPr/>
            <p:nvPr/>
          </p:nvSpPr>
          <p:spPr>
            <a:xfrm>
              <a:off x="4671421" y="2079945"/>
              <a:ext cx="63202" cy="63202"/>
            </a:xfrm>
            <a:prstGeom prst="ellipse">
              <a:avLst/>
            </a:prstGeom>
            <a:solidFill>
              <a:srgbClr val="395E9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t3932"/>
            <p:cNvSpPr/>
            <p:nvPr/>
          </p:nvSpPr>
          <p:spPr>
            <a:xfrm>
              <a:off x="3531947" y="3324123"/>
              <a:ext cx="63202" cy="63202"/>
            </a:xfrm>
            <a:prstGeom prst="ellipse">
              <a:avLst/>
            </a:prstGeom>
            <a:solidFill>
              <a:srgbClr val="3A9D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t3933"/>
            <p:cNvSpPr/>
            <p:nvPr/>
          </p:nvSpPr>
          <p:spPr>
            <a:xfrm>
              <a:off x="4116343" y="2877034"/>
              <a:ext cx="63202" cy="63202"/>
            </a:xfrm>
            <a:prstGeom prst="ellipse">
              <a:avLst/>
            </a:prstGeom>
            <a:solidFill>
              <a:srgbClr val="4FB5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t3934"/>
            <p:cNvSpPr/>
            <p:nvPr/>
          </p:nvSpPr>
          <p:spPr>
            <a:xfrm>
              <a:off x="3861999" y="3080650"/>
              <a:ext cx="63202" cy="63202"/>
            </a:xfrm>
            <a:prstGeom prst="ellipse">
              <a:avLst/>
            </a:prstGeom>
            <a:solidFill>
              <a:srgbClr val="3A6EA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t3935"/>
            <p:cNvSpPr/>
            <p:nvPr/>
          </p:nvSpPr>
          <p:spPr>
            <a:xfrm>
              <a:off x="2668745" y="3339664"/>
              <a:ext cx="63202" cy="63202"/>
            </a:xfrm>
            <a:prstGeom prst="ellipse">
              <a:avLst/>
            </a:prstGeom>
            <a:solidFill>
              <a:srgbClr val="70D2B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t3936"/>
            <p:cNvSpPr/>
            <p:nvPr/>
          </p:nvSpPr>
          <p:spPr>
            <a:xfrm>
              <a:off x="3949423" y="3003555"/>
              <a:ext cx="63202" cy="63202"/>
            </a:xfrm>
            <a:prstGeom prst="ellipse">
              <a:avLst/>
            </a:prstGeom>
            <a:solidFill>
              <a:srgbClr val="41A4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t3937"/>
            <p:cNvSpPr/>
            <p:nvPr/>
          </p:nvSpPr>
          <p:spPr>
            <a:xfrm>
              <a:off x="4323294" y="2302728"/>
              <a:ext cx="63202" cy="63202"/>
            </a:xfrm>
            <a:prstGeom prst="ellipse">
              <a:avLst/>
            </a:prstGeom>
            <a:solidFill>
              <a:srgbClr val="72D3B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t3938"/>
            <p:cNvSpPr/>
            <p:nvPr/>
          </p:nvSpPr>
          <p:spPr>
            <a:xfrm>
              <a:off x="3495127" y="3324813"/>
              <a:ext cx="63202" cy="63202"/>
            </a:xfrm>
            <a:prstGeom prst="ellipse">
              <a:avLst/>
            </a:prstGeom>
            <a:solidFill>
              <a:srgbClr val="3DA0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t3939"/>
            <p:cNvSpPr/>
            <p:nvPr/>
          </p:nvSpPr>
          <p:spPr>
            <a:xfrm>
              <a:off x="3130118" y="3329566"/>
              <a:ext cx="63202" cy="63202"/>
            </a:xfrm>
            <a:prstGeom prst="ellipse">
              <a:avLst/>
            </a:prstGeom>
            <a:solidFill>
              <a:srgbClr val="6ED2B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t3940"/>
            <p:cNvSpPr/>
            <p:nvPr/>
          </p:nvSpPr>
          <p:spPr>
            <a:xfrm>
              <a:off x="4198713" y="2417858"/>
              <a:ext cx="63202" cy="63202"/>
            </a:xfrm>
            <a:prstGeom prst="ellipse">
              <a:avLst/>
            </a:prstGeom>
            <a:solidFill>
              <a:srgbClr val="94DDC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t3941"/>
            <p:cNvSpPr/>
            <p:nvPr/>
          </p:nvSpPr>
          <p:spPr>
            <a:xfrm>
              <a:off x="3824350" y="3139769"/>
              <a:ext cx="63202" cy="63202"/>
            </a:xfrm>
            <a:prstGeom prst="ellipse">
              <a:avLst/>
            </a:prstGeom>
            <a:solidFill>
              <a:srgbClr val="3EA0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t3942"/>
            <p:cNvSpPr/>
            <p:nvPr/>
          </p:nvSpPr>
          <p:spPr>
            <a:xfrm>
              <a:off x="2941545" y="3353078"/>
              <a:ext cx="63202" cy="63202"/>
            </a:xfrm>
            <a:prstGeom prst="ellipse">
              <a:avLst/>
            </a:prstGeom>
            <a:solidFill>
              <a:srgbClr val="78D5B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t3943"/>
            <p:cNvSpPr/>
            <p:nvPr/>
          </p:nvSpPr>
          <p:spPr>
            <a:xfrm>
              <a:off x="4020756" y="2922673"/>
              <a:ext cx="63202" cy="63202"/>
            </a:xfrm>
            <a:prstGeom prst="ellipse">
              <a:avLst/>
            </a:prstGeom>
            <a:solidFill>
              <a:srgbClr val="41A4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t3944"/>
            <p:cNvSpPr/>
            <p:nvPr/>
          </p:nvSpPr>
          <p:spPr>
            <a:xfrm>
              <a:off x="4801364" y="1841625"/>
              <a:ext cx="63202" cy="63202"/>
            </a:xfrm>
            <a:prstGeom prst="ellipse">
              <a:avLst/>
            </a:prstGeom>
            <a:solidFill>
              <a:srgbClr val="3A75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t3945"/>
            <p:cNvSpPr/>
            <p:nvPr/>
          </p:nvSpPr>
          <p:spPr>
            <a:xfrm>
              <a:off x="2752856" y="3314756"/>
              <a:ext cx="63202" cy="63202"/>
            </a:xfrm>
            <a:prstGeom prst="ellipse">
              <a:avLst/>
            </a:prstGeom>
            <a:solidFill>
              <a:srgbClr val="4DB2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t3946"/>
            <p:cNvSpPr/>
            <p:nvPr/>
          </p:nvSpPr>
          <p:spPr>
            <a:xfrm>
              <a:off x="5143149" y="1843604"/>
              <a:ext cx="63202" cy="63202"/>
            </a:xfrm>
            <a:prstGeom prst="ellipse">
              <a:avLst/>
            </a:prstGeom>
            <a:solidFill>
              <a:srgbClr val="3A7B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t3947"/>
            <p:cNvSpPr/>
            <p:nvPr/>
          </p:nvSpPr>
          <p:spPr>
            <a:xfrm>
              <a:off x="3830102" y="3143517"/>
              <a:ext cx="63202" cy="63202"/>
            </a:xfrm>
            <a:prstGeom prst="ellipse">
              <a:avLst/>
            </a:prstGeom>
            <a:solidFill>
              <a:srgbClr val="3FA1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t3948"/>
            <p:cNvSpPr/>
            <p:nvPr/>
          </p:nvSpPr>
          <p:spPr>
            <a:xfrm>
              <a:off x="4722739" y="1954852"/>
              <a:ext cx="63202" cy="63202"/>
            </a:xfrm>
            <a:prstGeom prst="ellipse">
              <a:avLst/>
            </a:prstGeom>
            <a:solidFill>
              <a:srgbClr val="3A669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t3949"/>
            <p:cNvSpPr/>
            <p:nvPr/>
          </p:nvSpPr>
          <p:spPr>
            <a:xfrm>
              <a:off x="3853490" y="3083509"/>
              <a:ext cx="63202" cy="63202"/>
            </a:xfrm>
            <a:prstGeom prst="ellipse">
              <a:avLst/>
            </a:prstGeom>
            <a:solidFill>
              <a:srgbClr val="4EB3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t3950"/>
            <p:cNvSpPr/>
            <p:nvPr/>
          </p:nvSpPr>
          <p:spPr>
            <a:xfrm>
              <a:off x="2556116" y="3429218"/>
              <a:ext cx="63202" cy="63202"/>
            </a:xfrm>
            <a:prstGeom prst="ellipse">
              <a:avLst/>
            </a:prstGeom>
            <a:solidFill>
              <a:srgbClr val="52B9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t3951"/>
            <p:cNvSpPr/>
            <p:nvPr/>
          </p:nvSpPr>
          <p:spPr>
            <a:xfrm>
              <a:off x="4123017" y="2857995"/>
              <a:ext cx="63202" cy="63202"/>
            </a:xfrm>
            <a:prstGeom prst="ellipse">
              <a:avLst/>
            </a:prstGeom>
            <a:solidFill>
              <a:srgbClr val="3A76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t3952"/>
            <p:cNvSpPr/>
            <p:nvPr/>
          </p:nvSpPr>
          <p:spPr>
            <a:xfrm>
              <a:off x="2474979" y="3491892"/>
              <a:ext cx="63202" cy="63202"/>
            </a:xfrm>
            <a:prstGeom prst="ellipse">
              <a:avLst/>
            </a:prstGeom>
            <a:solidFill>
              <a:srgbClr val="378E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t3953"/>
            <p:cNvSpPr/>
            <p:nvPr/>
          </p:nvSpPr>
          <p:spPr>
            <a:xfrm>
              <a:off x="4834075" y="1821367"/>
              <a:ext cx="63202" cy="63202"/>
            </a:xfrm>
            <a:prstGeom prst="ellipse">
              <a:avLst/>
            </a:prstGeom>
            <a:solidFill>
              <a:srgbClr val="271D3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t3954"/>
            <p:cNvSpPr/>
            <p:nvPr/>
          </p:nvSpPr>
          <p:spPr>
            <a:xfrm>
              <a:off x="4227828" y="2542459"/>
              <a:ext cx="63202" cy="63202"/>
            </a:xfrm>
            <a:prstGeom prst="ellipse">
              <a:avLst/>
            </a:prstGeom>
            <a:solidFill>
              <a:srgbClr val="D7F3E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t3955"/>
            <p:cNvSpPr/>
            <p:nvPr/>
          </p:nvSpPr>
          <p:spPr>
            <a:xfrm>
              <a:off x="3818102" y="3246059"/>
              <a:ext cx="63202" cy="63202"/>
            </a:xfrm>
            <a:prstGeom prst="ellipse">
              <a:avLst/>
            </a:prstGeom>
            <a:solidFill>
              <a:srgbClr val="3A6CA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t3956"/>
            <p:cNvSpPr/>
            <p:nvPr/>
          </p:nvSpPr>
          <p:spPr>
            <a:xfrm>
              <a:off x="3009462" y="3371921"/>
              <a:ext cx="63202" cy="63202"/>
            </a:xfrm>
            <a:prstGeom prst="ellipse">
              <a:avLst/>
            </a:prstGeom>
            <a:solidFill>
              <a:srgbClr val="5FCD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t3957"/>
            <p:cNvSpPr/>
            <p:nvPr/>
          </p:nvSpPr>
          <p:spPr>
            <a:xfrm>
              <a:off x="4716341" y="1923178"/>
              <a:ext cx="63202" cy="63202"/>
            </a:xfrm>
            <a:prstGeom prst="ellipse">
              <a:avLst/>
            </a:prstGeom>
            <a:solidFill>
              <a:srgbClr val="3B73A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t3958"/>
            <p:cNvSpPr/>
            <p:nvPr/>
          </p:nvSpPr>
          <p:spPr>
            <a:xfrm>
              <a:off x="2447878" y="3464791"/>
              <a:ext cx="117405" cy="117405"/>
            </a:xfrm>
            <a:prstGeom prst="ellipse">
              <a:avLst/>
            </a:prstGeom>
            <a:solidFill>
              <a:srgbClr val="378E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t3959"/>
            <p:cNvSpPr/>
            <p:nvPr/>
          </p:nvSpPr>
          <p:spPr>
            <a:xfrm>
              <a:off x="4806974" y="1794266"/>
              <a:ext cx="117405" cy="117405"/>
            </a:xfrm>
            <a:prstGeom prst="ellipse">
              <a:avLst/>
            </a:prstGeom>
            <a:solidFill>
              <a:srgbClr val="271D3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t3960"/>
            <p:cNvSpPr/>
            <p:nvPr/>
          </p:nvSpPr>
          <p:spPr>
            <a:xfrm>
              <a:off x="3791000" y="3218958"/>
              <a:ext cx="117405" cy="117405"/>
            </a:xfrm>
            <a:prstGeom prst="ellipse">
              <a:avLst/>
            </a:prstGeom>
            <a:solidFill>
              <a:srgbClr val="3A6CA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t3961"/>
            <p:cNvSpPr/>
            <p:nvPr/>
          </p:nvSpPr>
          <p:spPr>
            <a:xfrm>
              <a:off x="2982361" y="3344820"/>
              <a:ext cx="117405" cy="117405"/>
            </a:xfrm>
            <a:prstGeom prst="ellipse">
              <a:avLst/>
            </a:prstGeom>
            <a:solidFill>
              <a:srgbClr val="5FCD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t3962"/>
            <p:cNvSpPr/>
            <p:nvPr/>
          </p:nvSpPr>
          <p:spPr>
            <a:xfrm>
              <a:off x="4689240" y="1896077"/>
              <a:ext cx="117405" cy="117405"/>
            </a:xfrm>
            <a:prstGeom prst="ellipse">
              <a:avLst/>
            </a:prstGeom>
            <a:solidFill>
              <a:srgbClr val="3B73A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l3963"/>
            <p:cNvSpPr/>
            <p:nvPr/>
          </p:nvSpPr>
          <p:spPr>
            <a:xfrm>
              <a:off x="4774872" y="1755825"/>
              <a:ext cx="81551" cy="87243"/>
            </a:xfrm>
            <a:custGeom>
              <a:avLst/>
              <a:pathLst>
                <a:path w="81551" h="87243">
                  <a:moveTo>
                    <a:pt x="0" y="0"/>
                  </a:moveTo>
                  <a:lnTo>
                    <a:pt x="81551" y="87243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g3964"/>
            <p:cNvSpPr/>
            <p:nvPr/>
          </p:nvSpPr>
          <p:spPr>
            <a:xfrm>
              <a:off x="1981265" y="3272984"/>
              <a:ext cx="558515" cy="191749"/>
            </a:xfrm>
            <a:custGeom>
              <a:avLst/>
              <a:pathLst>
                <a:path w="558515" h="191749">
                  <a:moveTo>
                    <a:pt x="27431" y="191749"/>
                  </a:moveTo>
                  <a:lnTo>
                    <a:pt x="531083" y="191749"/>
                  </a:lnTo>
                  <a:lnTo>
                    <a:pt x="529978" y="191727"/>
                  </a:lnTo>
                  <a:lnTo>
                    <a:pt x="534390" y="191549"/>
                  </a:lnTo>
                  <a:lnTo>
                    <a:pt x="538715" y="190666"/>
                  </a:lnTo>
                  <a:lnTo>
                    <a:pt x="542843" y="189101"/>
                  </a:lnTo>
                  <a:lnTo>
                    <a:pt x="546666" y="186893"/>
                  </a:lnTo>
                  <a:lnTo>
                    <a:pt x="550086" y="184101"/>
                  </a:lnTo>
                  <a:lnTo>
                    <a:pt x="553013" y="180797"/>
                  </a:lnTo>
                  <a:lnTo>
                    <a:pt x="555373" y="177065"/>
                  </a:lnTo>
                  <a:lnTo>
                    <a:pt x="557103" y="173004"/>
                  </a:lnTo>
                  <a:lnTo>
                    <a:pt x="558160" y="168718"/>
                  </a:lnTo>
                  <a:lnTo>
                    <a:pt x="558515" y="164317"/>
                  </a:lnTo>
                  <a:lnTo>
                    <a:pt x="558515" y="27432"/>
                  </a:lnTo>
                  <a:lnTo>
                    <a:pt x="558160" y="23031"/>
                  </a:lnTo>
                  <a:lnTo>
                    <a:pt x="557103" y="18745"/>
                  </a:lnTo>
                  <a:lnTo>
                    <a:pt x="555373" y="14683"/>
                  </a:lnTo>
                  <a:lnTo>
                    <a:pt x="553013" y="10952"/>
                  </a:lnTo>
                  <a:lnTo>
                    <a:pt x="550086" y="7647"/>
                  </a:lnTo>
                  <a:lnTo>
                    <a:pt x="546666" y="4855"/>
                  </a:lnTo>
                  <a:lnTo>
                    <a:pt x="542843" y="2648"/>
                  </a:lnTo>
                  <a:lnTo>
                    <a:pt x="538715" y="1083"/>
                  </a:lnTo>
                  <a:lnTo>
                    <a:pt x="534390" y="200"/>
                  </a:lnTo>
                  <a:lnTo>
                    <a:pt x="53108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tx3965"/>
            <p:cNvSpPr/>
            <p:nvPr/>
          </p:nvSpPr>
          <p:spPr>
            <a:xfrm>
              <a:off x="2026985" y="3318704"/>
              <a:ext cx="46707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W1_TX</a:t>
              </a:r>
            </a:p>
          </p:txBody>
        </p:sp>
        <p:sp>
          <p:nvSpPr>
            <p:cNvPr id="3966" name="pg3966"/>
            <p:cNvSpPr/>
            <p:nvPr/>
          </p:nvSpPr>
          <p:spPr>
            <a:xfrm>
              <a:off x="4439099" y="1564075"/>
              <a:ext cx="589605" cy="191749"/>
            </a:xfrm>
            <a:custGeom>
              <a:avLst/>
              <a:pathLst>
                <a:path w="589605" h="191749">
                  <a:moveTo>
                    <a:pt x="27431" y="191749"/>
                  </a:moveTo>
                  <a:lnTo>
                    <a:pt x="562173" y="191749"/>
                  </a:lnTo>
                  <a:lnTo>
                    <a:pt x="561068" y="191727"/>
                  </a:lnTo>
                  <a:lnTo>
                    <a:pt x="565479" y="191549"/>
                  </a:lnTo>
                  <a:lnTo>
                    <a:pt x="569805" y="190666"/>
                  </a:lnTo>
                  <a:lnTo>
                    <a:pt x="573933" y="189101"/>
                  </a:lnTo>
                  <a:lnTo>
                    <a:pt x="577756" y="186893"/>
                  </a:lnTo>
                  <a:lnTo>
                    <a:pt x="581175" y="184101"/>
                  </a:lnTo>
                  <a:lnTo>
                    <a:pt x="584103" y="180797"/>
                  </a:lnTo>
                  <a:lnTo>
                    <a:pt x="586462" y="177065"/>
                  </a:lnTo>
                  <a:lnTo>
                    <a:pt x="588193" y="173004"/>
                  </a:lnTo>
                  <a:lnTo>
                    <a:pt x="589249" y="168718"/>
                  </a:lnTo>
                  <a:lnTo>
                    <a:pt x="589605" y="164317"/>
                  </a:lnTo>
                  <a:lnTo>
                    <a:pt x="589605" y="27432"/>
                  </a:lnTo>
                  <a:lnTo>
                    <a:pt x="589249" y="23031"/>
                  </a:lnTo>
                  <a:lnTo>
                    <a:pt x="588193" y="18745"/>
                  </a:lnTo>
                  <a:lnTo>
                    <a:pt x="586462" y="14683"/>
                  </a:lnTo>
                  <a:lnTo>
                    <a:pt x="584103" y="10952"/>
                  </a:lnTo>
                  <a:lnTo>
                    <a:pt x="581175" y="7647"/>
                  </a:lnTo>
                  <a:lnTo>
                    <a:pt x="577756" y="4855"/>
                  </a:lnTo>
                  <a:lnTo>
                    <a:pt x="573933" y="2648"/>
                  </a:lnTo>
                  <a:lnTo>
                    <a:pt x="569805" y="1083"/>
                  </a:lnTo>
                  <a:lnTo>
                    <a:pt x="565479" y="200"/>
                  </a:lnTo>
                  <a:lnTo>
                    <a:pt x="56217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tx3967"/>
            <p:cNvSpPr/>
            <p:nvPr/>
          </p:nvSpPr>
          <p:spPr>
            <a:xfrm>
              <a:off x="4484819" y="1609795"/>
              <a:ext cx="49816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W6_ME</a:t>
              </a:r>
            </a:p>
          </p:txBody>
        </p:sp>
        <p:sp>
          <p:nvSpPr>
            <p:cNvPr id="3968" name="pg3968"/>
            <p:cNvSpPr/>
            <p:nvPr/>
          </p:nvSpPr>
          <p:spPr>
            <a:xfrm>
              <a:off x="3273756" y="3027355"/>
              <a:ext cx="542970" cy="191749"/>
            </a:xfrm>
            <a:custGeom>
              <a:avLst/>
              <a:pathLst>
                <a:path w="542970" h="191749">
                  <a:moveTo>
                    <a:pt x="27432" y="191749"/>
                  </a:moveTo>
                  <a:lnTo>
                    <a:pt x="515538" y="191749"/>
                  </a:lnTo>
                  <a:lnTo>
                    <a:pt x="514434" y="191727"/>
                  </a:lnTo>
                  <a:lnTo>
                    <a:pt x="518845" y="191549"/>
                  </a:lnTo>
                  <a:lnTo>
                    <a:pt x="523170" y="190666"/>
                  </a:lnTo>
                  <a:lnTo>
                    <a:pt x="527298" y="189101"/>
                  </a:lnTo>
                  <a:lnTo>
                    <a:pt x="531121" y="186893"/>
                  </a:lnTo>
                  <a:lnTo>
                    <a:pt x="534541" y="184101"/>
                  </a:lnTo>
                  <a:lnTo>
                    <a:pt x="537469" y="180797"/>
                  </a:lnTo>
                  <a:lnTo>
                    <a:pt x="539828" y="177065"/>
                  </a:lnTo>
                  <a:lnTo>
                    <a:pt x="541558" y="173004"/>
                  </a:lnTo>
                  <a:lnTo>
                    <a:pt x="542615" y="168718"/>
                  </a:lnTo>
                  <a:lnTo>
                    <a:pt x="542970" y="164317"/>
                  </a:lnTo>
                  <a:lnTo>
                    <a:pt x="542970" y="27431"/>
                  </a:lnTo>
                  <a:lnTo>
                    <a:pt x="542615" y="23031"/>
                  </a:lnTo>
                  <a:lnTo>
                    <a:pt x="541558" y="18745"/>
                  </a:lnTo>
                  <a:lnTo>
                    <a:pt x="539828" y="14683"/>
                  </a:lnTo>
                  <a:lnTo>
                    <a:pt x="537469" y="10952"/>
                  </a:lnTo>
                  <a:lnTo>
                    <a:pt x="534541" y="7647"/>
                  </a:lnTo>
                  <a:lnTo>
                    <a:pt x="531121" y="4855"/>
                  </a:lnTo>
                  <a:lnTo>
                    <a:pt x="527298" y="2648"/>
                  </a:lnTo>
                  <a:lnTo>
                    <a:pt x="523170" y="1083"/>
                  </a:lnTo>
                  <a:lnTo>
                    <a:pt x="518845" y="200"/>
                  </a:lnTo>
                  <a:lnTo>
                    <a:pt x="515538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tx3969"/>
            <p:cNvSpPr/>
            <p:nvPr/>
          </p:nvSpPr>
          <p:spPr>
            <a:xfrm>
              <a:off x="3319476" y="3073075"/>
              <a:ext cx="451530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W3_FL</a:t>
              </a:r>
            </a:p>
          </p:txBody>
        </p:sp>
        <p:sp>
          <p:nvSpPr>
            <p:cNvPr id="3970" name="pg3970"/>
            <p:cNvSpPr/>
            <p:nvPr/>
          </p:nvSpPr>
          <p:spPr>
            <a:xfrm>
              <a:off x="2631296" y="3152756"/>
              <a:ext cx="550834" cy="191749"/>
            </a:xfrm>
            <a:custGeom>
              <a:avLst/>
              <a:pathLst>
                <a:path w="550834" h="191749">
                  <a:moveTo>
                    <a:pt x="27431" y="191749"/>
                  </a:moveTo>
                  <a:lnTo>
                    <a:pt x="523402" y="191749"/>
                  </a:lnTo>
                  <a:lnTo>
                    <a:pt x="522297" y="191727"/>
                  </a:lnTo>
                  <a:lnTo>
                    <a:pt x="526709" y="191549"/>
                  </a:lnTo>
                  <a:lnTo>
                    <a:pt x="531034" y="190666"/>
                  </a:lnTo>
                  <a:lnTo>
                    <a:pt x="535162" y="189101"/>
                  </a:lnTo>
                  <a:lnTo>
                    <a:pt x="538985" y="186893"/>
                  </a:lnTo>
                  <a:lnTo>
                    <a:pt x="542405" y="184101"/>
                  </a:lnTo>
                  <a:lnTo>
                    <a:pt x="545332" y="180797"/>
                  </a:lnTo>
                  <a:lnTo>
                    <a:pt x="547692" y="177065"/>
                  </a:lnTo>
                  <a:lnTo>
                    <a:pt x="549422" y="173004"/>
                  </a:lnTo>
                  <a:lnTo>
                    <a:pt x="550479" y="168718"/>
                  </a:lnTo>
                  <a:lnTo>
                    <a:pt x="550834" y="164317"/>
                  </a:lnTo>
                  <a:lnTo>
                    <a:pt x="550834" y="27432"/>
                  </a:lnTo>
                  <a:lnTo>
                    <a:pt x="550479" y="23031"/>
                  </a:lnTo>
                  <a:lnTo>
                    <a:pt x="549422" y="18745"/>
                  </a:lnTo>
                  <a:lnTo>
                    <a:pt x="547692" y="14683"/>
                  </a:lnTo>
                  <a:lnTo>
                    <a:pt x="545332" y="10952"/>
                  </a:lnTo>
                  <a:lnTo>
                    <a:pt x="542405" y="7647"/>
                  </a:lnTo>
                  <a:lnTo>
                    <a:pt x="538985" y="4855"/>
                  </a:lnTo>
                  <a:lnTo>
                    <a:pt x="535162" y="2648"/>
                  </a:lnTo>
                  <a:lnTo>
                    <a:pt x="531034" y="1083"/>
                  </a:lnTo>
                  <a:lnTo>
                    <a:pt x="526709" y="200"/>
                  </a:lnTo>
                  <a:lnTo>
                    <a:pt x="523402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tx3971"/>
            <p:cNvSpPr/>
            <p:nvPr/>
          </p:nvSpPr>
          <p:spPr>
            <a:xfrm>
              <a:off x="2677016" y="3198476"/>
              <a:ext cx="459394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W2_LA</a:t>
              </a:r>
            </a:p>
          </p:txBody>
        </p:sp>
        <p:sp>
          <p:nvSpPr>
            <p:cNvPr id="3972" name="pg3972"/>
            <p:cNvSpPr/>
            <p:nvPr/>
          </p:nvSpPr>
          <p:spPr>
            <a:xfrm>
              <a:off x="4077965" y="1847171"/>
              <a:ext cx="581741" cy="191749"/>
            </a:xfrm>
            <a:custGeom>
              <a:avLst/>
              <a:pathLst>
                <a:path w="581741" h="191749">
                  <a:moveTo>
                    <a:pt x="27432" y="191749"/>
                  </a:moveTo>
                  <a:lnTo>
                    <a:pt x="554309" y="191749"/>
                  </a:lnTo>
                  <a:lnTo>
                    <a:pt x="553204" y="191727"/>
                  </a:lnTo>
                  <a:lnTo>
                    <a:pt x="557615" y="191549"/>
                  </a:lnTo>
                  <a:lnTo>
                    <a:pt x="561941" y="190666"/>
                  </a:lnTo>
                  <a:lnTo>
                    <a:pt x="566069" y="189101"/>
                  </a:lnTo>
                  <a:lnTo>
                    <a:pt x="569892" y="186893"/>
                  </a:lnTo>
                  <a:lnTo>
                    <a:pt x="573312" y="184101"/>
                  </a:lnTo>
                  <a:lnTo>
                    <a:pt x="576239" y="180797"/>
                  </a:lnTo>
                  <a:lnTo>
                    <a:pt x="578599" y="177065"/>
                  </a:lnTo>
                  <a:lnTo>
                    <a:pt x="580329" y="173004"/>
                  </a:lnTo>
                  <a:lnTo>
                    <a:pt x="581386" y="168718"/>
                  </a:lnTo>
                  <a:lnTo>
                    <a:pt x="581741" y="164317"/>
                  </a:lnTo>
                  <a:lnTo>
                    <a:pt x="581741" y="27431"/>
                  </a:lnTo>
                  <a:lnTo>
                    <a:pt x="581386" y="23031"/>
                  </a:lnTo>
                  <a:lnTo>
                    <a:pt x="580329" y="18745"/>
                  </a:lnTo>
                  <a:lnTo>
                    <a:pt x="578599" y="14683"/>
                  </a:lnTo>
                  <a:lnTo>
                    <a:pt x="576239" y="10952"/>
                  </a:lnTo>
                  <a:lnTo>
                    <a:pt x="573312" y="7647"/>
                  </a:lnTo>
                  <a:lnTo>
                    <a:pt x="569892" y="4855"/>
                  </a:lnTo>
                  <a:lnTo>
                    <a:pt x="566069" y="2648"/>
                  </a:lnTo>
                  <a:lnTo>
                    <a:pt x="561941" y="1083"/>
                  </a:lnTo>
                  <a:lnTo>
                    <a:pt x="557615" y="200"/>
                  </a:lnTo>
                  <a:lnTo>
                    <a:pt x="554309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tx3973"/>
            <p:cNvSpPr/>
            <p:nvPr/>
          </p:nvSpPr>
          <p:spPr>
            <a:xfrm>
              <a:off x="4123685" y="1892891"/>
              <a:ext cx="49030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W5_NH</a:t>
              </a:r>
            </a:p>
          </p:txBody>
        </p:sp>
        <p:sp>
          <p:nvSpPr>
            <p:cNvPr id="3974" name="rc3974"/>
            <p:cNvSpPr/>
            <p:nvPr/>
          </p:nvSpPr>
          <p:spPr>
            <a:xfrm>
              <a:off x="4155229" y="2281426"/>
              <a:ext cx="434719" cy="411073"/>
            </a:xfrm>
            <a:prstGeom prst="rect">
              <a:avLst/>
            </a:prstGeom>
            <a:noFill/>
            <a:ln w="13550" cap="flat">
              <a:solidFill>
                <a:srgbClr val="000000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975" name="pl3975"/>
            <p:cNvSpPr/>
            <p:nvPr/>
          </p:nvSpPr>
          <p:spPr>
            <a:xfrm>
              <a:off x="3340740" y="1535667"/>
              <a:ext cx="814489" cy="745758"/>
            </a:xfrm>
            <a:custGeom>
              <a:avLst/>
              <a:pathLst>
                <a:path w="814489" h="745758">
                  <a:moveTo>
                    <a:pt x="0" y="0"/>
                  </a:moveTo>
                  <a:lnTo>
                    <a:pt x="814489" y="745758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l3976"/>
            <p:cNvSpPr/>
            <p:nvPr/>
          </p:nvSpPr>
          <p:spPr>
            <a:xfrm>
              <a:off x="3340740" y="2692500"/>
              <a:ext cx="814489" cy="44001"/>
            </a:xfrm>
            <a:custGeom>
              <a:avLst/>
              <a:pathLst>
                <a:path w="814489" h="44001">
                  <a:moveTo>
                    <a:pt x="0" y="44001"/>
                  </a:moveTo>
                  <a:lnTo>
                    <a:pt x="81448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rc3977"/>
            <p:cNvSpPr/>
            <p:nvPr/>
          </p:nvSpPr>
          <p:spPr>
            <a:xfrm>
              <a:off x="1935545" y="1386057"/>
              <a:ext cx="3501561" cy="271461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tx3978"/>
            <p:cNvSpPr/>
            <p:nvPr/>
          </p:nvSpPr>
          <p:spPr>
            <a:xfrm>
              <a:off x="1623192" y="380768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3979" name="tx3979"/>
            <p:cNvSpPr/>
            <p:nvPr/>
          </p:nvSpPr>
          <p:spPr>
            <a:xfrm>
              <a:off x="1747550" y="378921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0" name="tx3980"/>
            <p:cNvSpPr/>
            <p:nvPr/>
          </p:nvSpPr>
          <p:spPr>
            <a:xfrm>
              <a:off x="1792265" y="380768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1" name="tx3981"/>
            <p:cNvSpPr/>
            <p:nvPr/>
          </p:nvSpPr>
          <p:spPr>
            <a:xfrm>
              <a:off x="1623192" y="328330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3982" name="tx3982"/>
            <p:cNvSpPr/>
            <p:nvPr/>
          </p:nvSpPr>
          <p:spPr>
            <a:xfrm>
              <a:off x="1747550" y="326483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3" name="tx3983"/>
            <p:cNvSpPr/>
            <p:nvPr/>
          </p:nvSpPr>
          <p:spPr>
            <a:xfrm>
              <a:off x="1792265" y="3283301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4" name="tx3984"/>
            <p:cNvSpPr/>
            <p:nvPr/>
          </p:nvSpPr>
          <p:spPr>
            <a:xfrm>
              <a:off x="1623192" y="275891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35</a:t>
              </a:r>
            </a:p>
          </p:txBody>
        </p:sp>
        <p:sp>
          <p:nvSpPr>
            <p:cNvPr id="3985" name="tx3985"/>
            <p:cNvSpPr/>
            <p:nvPr/>
          </p:nvSpPr>
          <p:spPr>
            <a:xfrm>
              <a:off x="1747550" y="2740448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6" name="tx3986"/>
            <p:cNvSpPr/>
            <p:nvPr/>
          </p:nvSpPr>
          <p:spPr>
            <a:xfrm>
              <a:off x="1792265" y="2758919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7" name="tx3987"/>
            <p:cNvSpPr/>
            <p:nvPr/>
          </p:nvSpPr>
          <p:spPr>
            <a:xfrm>
              <a:off x="1623192" y="223453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3988" name="tx3988"/>
            <p:cNvSpPr/>
            <p:nvPr/>
          </p:nvSpPr>
          <p:spPr>
            <a:xfrm>
              <a:off x="1747550" y="2216066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9" name="tx3989"/>
            <p:cNvSpPr/>
            <p:nvPr/>
          </p:nvSpPr>
          <p:spPr>
            <a:xfrm>
              <a:off x="1792265" y="2234537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90" name="tx3990"/>
            <p:cNvSpPr/>
            <p:nvPr/>
          </p:nvSpPr>
          <p:spPr>
            <a:xfrm>
              <a:off x="1623192" y="170997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45</a:t>
              </a:r>
            </a:p>
          </p:txBody>
        </p:sp>
        <p:sp>
          <p:nvSpPr>
            <p:cNvPr id="3991" name="tx3991"/>
            <p:cNvSpPr/>
            <p:nvPr/>
          </p:nvSpPr>
          <p:spPr>
            <a:xfrm>
              <a:off x="1747550" y="169150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92" name="tx3992"/>
            <p:cNvSpPr/>
            <p:nvPr/>
          </p:nvSpPr>
          <p:spPr>
            <a:xfrm>
              <a:off x="1792265" y="170997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93" name="pl3993"/>
            <p:cNvSpPr/>
            <p:nvPr/>
          </p:nvSpPr>
          <p:spPr>
            <a:xfrm>
              <a:off x="1900750" y="384819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l3994"/>
            <p:cNvSpPr/>
            <p:nvPr/>
          </p:nvSpPr>
          <p:spPr>
            <a:xfrm>
              <a:off x="1900750" y="332380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l3995"/>
            <p:cNvSpPr/>
            <p:nvPr/>
          </p:nvSpPr>
          <p:spPr>
            <a:xfrm>
              <a:off x="1900750" y="279942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l3996"/>
            <p:cNvSpPr/>
            <p:nvPr/>
          </p:nvSpPr>
          <p:spPr>
            <a:xfrm>
              <a:off x="1900750" y="227504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l3997"/>
            <p:cNvSpPr/>
            <p:nvPr/>
          </p:nvSpPr>
          <p:spPr>
            <a:xfrm>
              <a:off x="1900750" y="175066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tx3998"/>
            <p:cNvSpPr/>
            <p:nvPr/>
          </p:nvSpPr>
          <p:spPr>
            <a:xfrm rot="-5400000">
              <a:off x="1260265" y="2693346"/>
              <a:ext cx="4973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3999" name="pl3999"/>
            <p:cNvSpPr/>
            <p:nvPr/>
          </p:nvSpPr>
          <p:spPr>
            <a:xfrm>
              <a:off x="2265396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l4000"/>
            <p:cNvSpPr/>
            <p:nvPr/>
          </p:nvSpPr>
          <p:spPr>
            <a:xfrm>
              <a:off x="2692120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l4001"/>
            <p:cNvSpPr/>
            <p:nvPr/>
          </p:nvSpPr>
          <p:spPr>
            <a:xfrm>
              <a:off x="3118843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l4002"/>
            <p:cNvSpPr/>
            <p:nvPr/>
          </p:nvSpPr>
          <p:spPr>
            <a:xfrm>
              <a:off x="3545567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l4003"/>
            <p:cNvSpPr/>
            <p:nvPr/>
          </p:nvSpPr>
          <p:spPr>
            <a:xfrm>
              <a:off x="3972290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l4004"/>
            <p:cNvSpPr/>
            <p:nvPr/>
          </p:nvSpPr>
          <p:spPr>
            <a:xfrm>
              <a:off x="4399014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l4005"/>
            <p:cNvSpPr/>
            <p:nvPr/>
          </p:nvSpPr>
          <p:spPr>
            <a:xfrm>
              <a:off x="4825737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l4006"/>
            <p:cNvSpPr/>
            <p:nvPr/>
          </p:nvSpPr>
          <p:spPr>
            <a:xfrm>
              <a:off x="5252461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tx4007"/>
            <p:cNvSpPr/>
            <p:nvPr/>
          </p:nvSpPr>
          <p:spPr>
            <a:xfrm>
              <a:off x="2097055" y="4163666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4008" name="tx4008"/>
            <p:cNvSpPr/>
            <p:nvPr/>
          </p:nvSpPr>
          <p:spPr>
            <a:xfrm>
              <a:off x="2283593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9" name="tx4009"/>
            <p:cNvSpPr/>
            <p:nvPr/>
          </p:nvSpPr>
          <p:spPr>
            <a:xfrm>
              <a:off x="2328307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0" name="tx4010"/>
            <p:cNvSpPr/>
            <p:nvPr/>
          </p:nvSpPr>
          <p:spPr>
            <a:xfrm>
              <a:off x="2539323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95</a:t>
              </a:r>
            </a:p>
          </p:txBody>
        </p:sp>
        <p:sp>
          <p:nvSpPr>
            <p:cNvPr id="4011" name="tx4011"/>
            <p:cNvSpPr/>
            <p:nvPr/>
          </p:nvSpPr>
          <p:spPr>
            <a:xfrm>
              <a:off x="2694771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2" name="tx4012"/>
            <p:cNvSpPr/>
            <p:nvPr/>
          </p:nvSpPr>
          <p:spPr>
            <a:xfrm>
              <a:off x="2739486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3" name="tx4013"/>
            <p:cNvSpPr/>
            <p:nvPr/>
          </p:nvSpPr>
          <p:spPr>
            <a:xfrm>
              <a:off x="2966047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90</a:t>
              </a:r>
            </a:p>
          </p:txBody>
        </p:sp>
        <p:sp>
          <p:nvSpPr>
            <p:cNvPr id="4014" name="tx4014"/>
            <p:cNvSpPr/>
            <p:nvPr/>
          </p:nvSpPr>
          <p:spPr>
            <a:xfrm>
              <a:off x="3121495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5" name="tx4015"/>
            <p:cNvSpPr/>
            <p:nvPr/>
          </p:nvSpPr>
          <p:spPr>
            <a:xfrm>
              <a:off x="3166209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6" name="tx4016"/>
            <p:cNvSpPr/>
            <p:nvPr/>
          </p:nvSpPr>
          <p:spPr>
            <a:xfrm>
              <a:off x="3392771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85</a:t>
              </a:r>
            </a:p>
          </p:txBody>
        </p:sp>
        <p:sp>
          <p:nvSpPr>
            <p:cNvPr id="4017" name="tx4017"/>
            <p:cNvSpPr/>
            <p:nvPr/>
          </p:nvSpPr>
          <p:spPr>
            <a:xfrm>
              <a:off x="3548219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8" name="tx4018"/>
            <p:cNvSpPr/>
            <p:nvPr/>
          </p:nvSpPr>
          <p:spPr>
            <a:xfrm>
              <a:off x="3592933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9" name="tx4019"/>
            <p:cNvSpPr/>
            <p:nvPr/>
          </p:nvSpPr>
          <p:spPr>
            <a:xfrm>
              <a:off x="3819494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80</a:t>
              </a:r>
            </a:p>
          </p:txBody>
        </p:sp>
        <p:sp>
          <p:nvSpPr>
            <p:cNvPr id="4020" name="tx4020"/>
            <p:cNvSpPr/>
            <p:nvPr/>
          </p:nvSpPr>
          <p:spPr>
            <a:xfrm>
              <a:off x="3974942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1" name="tx4021"/>
            <p:cNvSpPr/>
            <p:nvPr/>
          </p:nvSpPr>
          <p:spPr>
            <a:xfrm>
              <a:off x="4019656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2" name="tx4022"/>
            <p:cNvSpPr/>
            <p:nvPr/>
          </p:nvSpPr>
          <p:spPr>
            <a:xfrm>
              <a:off x="4246218" y="4163300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75</a:t>
              </a:r>
            </a:p>
          </p:txBody>
        </p:sp>
        <p:sp>
          <p:nvSpPr>
            <p:cNvPr id="4023" name="tx4023"/>
            <p:cNvSpPr/>
            <p:nvPr/>
          </p:nvSpPr>
          <p:spPr>
            <a:xfrm>
              <a:off x="4401666" y="414483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4" name="tx4024"/>
            <p:cNvSpPr/>
            <p:nvPr/>
          </p:nvSpPr>
          <p:spPr>
            <a:xfrm>
              <a:off x="4446380" y="4163300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5" name="tx4025"/>
            <p:cNvSpPr/>
            <p:nvPr/>
          </p:nvSpPr>
          <p:spPr>
            <a:xfrm>
              <a:off x="4672941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70</a:t>
              </a:r>
            </a:p>
          </p:txBody>
        </p:sp>
        <p:sp>
          <p:nvSpPr>
            <p:cNvPr id="4026" name="tx4026"/>
            <p:cNvSpPr/>
            <p:nvPr/>
          </p:nvSpPr>
          <p:spPr>
            <a:xfrm>
              <a:off x="4828389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7" name="tx4027"/>
            <p:cNvSpPr/>
            <p:nvPr/>
          </p:nvSpPr>
          <p:spPr>
            <a:xfrm>
              <a:off x="4873103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8" name="tx4028"/>
            <p:cNvSpPr/>
            <p:nvPr/>
          </p:nvSpPr>
          <p:spPr>
            <a:xfrm>
              <a:off x="5099665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65</a:t>
              </a:r>
            </a:p>
          </p:txBody>
        </p:sp>
        <p:sp>
          <p:nvSpPr>
            <p:cNvPr id="4029" name="tx4029"/>
            <p:cNvSpPr/>
            <p:nvPr/>
          </p:nvSpPr>
          <p:spPr>
            <a:xfrm>
              <a:off x="5255113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30" name="tx4030"/>
            <p:cNvSpPr/>
            <p:nvPr/>
          </p:nvSpPr>
          <p:spPr>
            <a:xfrm>
              <a:off x="5299827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31" name="tx4031"/>
            <p:cNvSpPr/>
            <p:nvPr/>
          </p:nvSpPr>
          <p:spPr>
            <a:xfrm>
              <a:off x="3379362" y="4303342"/>
              <a:ext cx="6139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4032" name="rc4032"/>
            <p:cNvSpPr/>
            <p:nvPr/>
          </p:nvSpPr>
          <p:spPr>
            <a:xfrm>
              <a:off x="5576285" y="1950162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33" name="tx4033"/>
            <p:cNvSpPr/>
            <p:nvPr/>
          </p:nvSpPr>
          <p:spPr>
            <a:xfrm>
              <a:off x="5645874" y="2034473"/>
              <a:ext cx="59801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4034" name="tx4034"/>
            <p:cNvSpPr/>
            <p:nvPr/>
          </p:nvSpPr>
          <p:spPr>
            <a:xfrm>
              <a:off x="5645874" y="2185349"/>
              <a:ext cx="3703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4035" name="pic40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45874" y="2369695"/>
              <a:ext cx="219455" cy="1097280"/>
            </a:xfrm>
            <a:prstGeom prst="rect">
              <a:avLst/>
            </a:prstGeom>
          </p:spPr>
        </p:pic>
        <p:sp>
          <p:nvSpPr>
            <p:cNvPr id="4036" name="pl4036"/>
            <p:cNvSpPr/>
            <p:nvPr/>
          </p:nvSpPr>
          <p:spPr>
            <a:xfrm>
              <a:off x="5821439" y="346514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l4037"/>
            <p:cNvSpPr/>
            <p:nvPr/>
          </p:nvSpPr>
          <p:spPr>
            <a:xfrm>
              <a:off x="5821439" y="3282876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l4038"/>
            <p:cNvSpPr/>
            <p:nvPr/>
          </p:nvSpPr>
          <p:spPr>
            <a:xfrm>
              <a:off x="5821439" y="3100606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l4039"/>
            <p:cNvSpPr/>
            <p:nvPr/>
          </p:nvSpPr>
          <p:spPr>
            <a:xfrm>
              <a:off x="5821439" y="291833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l4040"/>
            <p:cNvSpPr/>
            <p:nvPr/>
          </p:nvSpPr>
          <p:spPr>
            <a:xfrm>
              <a:off x="5821439" y="273606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l4041"/>
            <p:cNvSpPr/>
            <p:nvPr/>
          </p:nvSpPr>
          <p:spPr>
            <a:xfrm>
              <a:off x="5821439" y="255379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l4042"/>
            <p:cNvSpPr/>
            <p:nvPr/>
          </p:nvSpPr>
          <p:spPr>
            <a:xfrm>
              <a:off x="5821439" y="237152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l4043"/>
            <p:cNvSpPr/>
            <p:nvPr/>
          </p:nvSpPr>
          <p:spPr>
            <a:xfrm>
              <a:off x="5645874" y="346514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l4044"/>
            <p:cNvSpPr/>
            <p:nvPr/>
          </p:nvSpPr>
          <p:spPr>
            <a:xfrm>
              <a:off x="5645874" y="3282876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l4045"/>
            <p:cNvSpPr/>
            <p:nvPr/>
          </p:nvSpPr>
          <p:spPr>
            <a:xfrm>
              <a:off x="5645874" y="3100606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pl4046"/>
            <p:cNvSpPr/>
            <p:nvPr/>
          </p:nvSpPr>
          <p:spPr>
            <a:xfrm>
              <a:off x="5645874" y="291833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" name="pl4047"/>
            <p:cNvSpPr/>
            <p:nvPr/>
          </p:nvSpPr>
          <p:spPr>
            <a:xfrm>
              <a:off x="5645874" y="273606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" name="pl4048"/>
            <p:cNvSpPr/>
            <p:nvPr/>
          </p:nvSpPr>
          <p:spPr>
            <a:xfrm>
              <a:off x="5645874" y="255379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" name="pl4049"/>
            <p:cNvSpPr/>
            <p:nvPr/>
          </p:nvSpPr>
          <p:spPr>
            <a:xfrm>
              <a:off x="5645874" y="237152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" name="tx4050"/>
            <p:cNvSpPr/>
            <p:nvPr/>
          </p:nvSpPr>
          <p:spPr>
            <a:xfrm>
              <a:off x="5934919" y="3425142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051" name="tx4051"/>
            <p:cNvSpPr/>
            <p:nvPr/>
          </p:nvSpPr>
          <p:spPr>
            <a:xfrm>
              <a:off x="5934919" y="3242871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0.01</a:t>
              </a:r>
            </a:p>
          </p:txBody>
        </p:sp>
        <p:sp>
          <p:nvSpPr>
            <p:cNvPr id="4052" name="tx4052"/>
            <p:cNvSpPr/>
            <p:nvPr/>
          </p:nvSpPr>
          <p:spPr>
            <a:xfrm>
              <a:off x="5934919" y="3060601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0.02</a:t>
              </a:r>
            </a:p>
          </p:txBody>
        </p:sp>
        <p:sp>
          <p:nvSpPr>
            <p:cNvPr id="4053" name="tx4053"/>
            <p:cNvSpPr/>
            <p:nvPr/>
          </p:nvSpPr>
          <p:spPr>
            <a:xfrm>
              <a:off x="5934919" y="2878330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0.03</a:t>
              </a:r>
            </a:p>
          </p:txBody>
        </p:sp>
        <p:sp>
          <p:nvSpPr>
            <p:cNvPr id="4054" name="tx4054"/>
            <p:cNvSpPr/>
            <p:nvPr/>
          </p:nvSpPr>
          <p:spPr>
            <a:xfrm>
              <a:off x="5934919" y="2696060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0.04</a:t>
              </a:r>
            </a:p>
          </p:txBody>
        </p:sp>
        <p:sp>
          <p:nvSpPr>
            <p:cNvPr id="4055" name="tx4055"/>
            <p:cNvSpPr/>
            <p:nvPr/>
          </p:nvSpPr>
          <p:spPr>
            <a:xfrm>
              <a:off x="5934919" y="2513790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0.05</a:t>
              </a:r>
            </a:p>
          </p:txBody>
        </p:sp>
        <p:sp>
          <p:nvSpPr>
            <p:cNvPr id="4056" name="tx4056"/>
            <p:cNvSpPr/>
            <p:nvPr/>
          </p:nvSpPr>
          <p:spPr>
            <a:xfrm>
              <a:off x="5934919" y="2331519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0.06</a:t>
              </a:r>
            </a:p>
          </p:txBody>
        </p:sp>
        <p:sp>
          <p:nvSpPr>
            <p:cNvPr id="4057" name="tx4057"/>
            <p:cNvSpPr/>
            <p:nvPr/>
          </p:nvSpPr>
          <p:spPr>
            <a:xfrm>
              <a:off x="1935545" y="1056412"/>
              <a:ext cx="1397477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(A) Predicted </a:t>
              </a:r>
            </a:p>
          </p:txBody>
        </p:sp>
        <p:sp>
          <p:nvSpPr>
            <p:cNvPr id="4058" name="tx4058"/>
            <p:cNvSpPr/>
            <p:nvPr/>
          </p:nvSpPr>
          <p:spPr>
            <a:xfrm>
              <a:off x="3333022" y="1056412"/>
              <a:ext cx="127101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</a:t>
              </a:r>
            </a:p>
          </p:txBody>
        </p:sp>
        <p:sp>
          <p:nvSpPr>
            <p:cNvPr id="4059" name="tx4059"/>
            <p:cNvSpPr/>
            <p:nvPr/>
          </p:nvSpPr>
          <p:spPr>
            <a:xfrm>
              <a:off x="3460124" y="1056412"/>
              <a:ext cx="15243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4060" name="tx4060"/>
            <p:cNvSpPr/>
            <p:nvPr/>
          </p:nvSpPr>
          <p:spPr>
            <a:xfrm>
              <a:off x="3612554" y="1056412"/>
              <a:ext cx="15243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</a:t>
              </a:r>
            </a:p>
          </p:txBody>
        </p:sp>
        <p:sp>
          <p:nvSpPr>
            <p:cNvPr id="4061" name="tx4061"/>
            <p:cNvSpPr/>
            <p:nvPr/>
          </p:nvSpPr>
          <p:spPr>
            <a:xfrm>
              <a:off x="3764985" y="1147116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4062" name="tx4062"/>
            <p:cNvSpPr/>
            <p:nvPr/>
          </p:nvSpPr>
          <p:spPr>
            <a:xfrm>
              <a:off x="3853956" y="1147116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4063" name="tx4063"/>
            <p:cNvSpPr/>
            <p:nvPr/>
          </p:nvSpPr>
          <p:spPr>
            <a:xfrm>
              <a:off x="3898396" y="1147116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4064" name="tx4064"/>
            <p:cNvSpPr/>
            <p:nvPr/>
          </p:nvSpPr>
          <p:spPr>
            <a:xfrm>
              <a:off x="3942836" y="1147116"/>
              <a:ext cx="80010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4065" name="tx4065"/>
            <p:cNvSpPr/>
            <p:nvPr/>
          </p:nvSpPr>
          <p:spPr>
            <a:xfrm>
              <a:off x="4022846" y="1147116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4066" name="tx4066"/>
            <p:cNvSpPr/>
            <p:nvPr/>
          </p:nvSpPr>
          <p:spPr>
            <a:xfrm>
              <a:off x="4111817" y="1147116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  <p:sp>
          <p:nvSpPr>
            <p:cNvPr id="4067" name="tx4067"/>
            <p:cNvSpPr/>
            <p:nvPr/>
          </p:nvSpPr>
          <p:spPr>
            <a:xfrm>
              <a:off x="4156257" y="1056412"/>
              <a:ext cx="128336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 to Lewisetta</a:t>
              </a:r>
            </a:p>
          </p:txBody>
        </p:sp>
        <p:sp>
          <p:nvSpPr>
            <p:cNvPr id="4068" name="rc4068"/>
            <p:cNvSpPr/>
            <p:nvPr/>
          </p:nvSpPr>
          <p:spPr>
            <a:xfrm>
              <a:off x="2097741" y="1521787"/>
              <a:ext cx="1251309" cy="1221576"/>
            </a:xfrm>
            <a:prstGeom prst="rect">
              <a:avLst/>
            </a:prstGeom>
            <a:noFill/>
          </p:spPr>
          <p:txBody>
            <a:bodyPr/>
            <a:lstStyle/>
            <a:p/>
          </p:txBody>
        </p:sp>
        <p:sp>
          <p:nvSpPr>
            <p:cNvPr id="4069" name="rc4069"/>
            <p:cNvSpPr/>
            <p:nvPr/>
          </p:nvSpPr>
          <p:spPr>
            <a:xfrm>
              <a:off x="2097741" y="1521787"/>
              <a:ext cx="1251309" cy="1221576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70" name="pl4070"/>
            <p:cNvSpPr/>
            <p:nvPr/>
          </p:nvSpPr>
          <p:spPr>
            <a:xfrm>
              <a:off x="2122566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l4071"/>
            <p:cNvSpPr/>
            <p:nvPr/>
          </p:nvSpPr>
          <p:spPr>
            <a:xfrm>
              <a:off x="2345893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l4072"/>
            <p:cNvSpPr/>
            <p:nvPr/>
          </p:nvSpPr>
          <p:spPr>
            <a:xfrm>
              <a:off x="2569219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l4073"/>
            <p:cNvSpPr/>
            <p:nvPr/>
          </p:nvSpPr>
          <p:spPr>
            <a:xfrm>
              <a:off x="2792545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l4074"/>
            <p:cNvSpPr/>
            <p:nvPr/>
          </p:nvSpPr>
          <p:spPr>
            <a:xfrm>
              <a:off x="3015871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l4075"/>
            <p:cNvSpPr/>
            <p:nvPr/>
          </p:nvSpPr>
          <p:spPr>
            <a:xfrm>
              <a:off x="3239198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l4076"/>
            <p:cNvSpPr/>
            <p:nvPr/>
          </p:nvSpPr>
          <p:spPr>
            <a:xfrm>
              <a:off x="2097741" y="2693378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l4077"/>
            <p:cNvSpPr/>
            <p:nvPr/>
          </p:nvSpPr>
          <p:spPr>
            <a:xfrm>
              <a:off x="2097741" y="2410053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l4078"/>
            <p:cNvSpPr/>
            <p:nvPr/>
          </p:nvSpPr>
          <p:spPr>
            <a:xfrm>
              <a:off x="2097741" y="2126728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l4079"/>
            <p:cNvSpPr/>
            <p:nvPr/>
          </p:nvSpPr>
          <p:spPr>
            <a:xfrm>
              <a:off x="2097741" y="1843402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l4080"/>
            <p:cNvSpPr/>
            <p:nvPr/>
          </p:nvSpPr>
          <p:spPr>
            <a:xfrm>
              <a:off x="2097741" y="1560077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1747014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1771570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1796127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1820683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1845240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1869796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1894352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2017134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2041690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2066247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2090803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2115359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1722458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1747014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1771570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1796127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1820683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1845240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1869796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1894352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2017134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2041690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2066247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2090803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2115359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1599676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1624232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1648789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1673345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1697901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1722458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1747014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1771570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1796127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1820683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1845240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1869796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1992578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2017134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2041690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2066247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2090803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2115359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157512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1599676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1624232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1648789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1673345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1697901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1722458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1747014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177157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1796127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6A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1820683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184524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1968021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1992578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2017134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204169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2066247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9D1AF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2090803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2115359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1526007" y="75816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1550563" y="75816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1575120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1599676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1624232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1648789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1673345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1697901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1722458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1747014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1771570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1796127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1943465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1968021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1992578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2017134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2041690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2066247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1476894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2DDC0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1501451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1526007" y="78931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1550563" y="78931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157512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1599676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1624232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1648789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1673345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1697901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1722458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1747014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177157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1796127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1820683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184524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1869796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1918909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1943465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1968021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1992578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2017134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204169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2066247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1476894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1501451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1526007" y="82046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1550563" y="82046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157512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1599676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1624232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1648789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1673345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1697901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1722458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1747014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177157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1796127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1820683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184524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1869796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1894352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1918909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1943465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1968021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1992578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2017134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204169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1476894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1501451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1526007" y="85162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1550563" y="85162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1575120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1599676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1624232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1648789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1673345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1697901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1722458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1747014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1771570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1796127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1820683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1845240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1869796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1894352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1918909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1943465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1968021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1992578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2017134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1403225" y="882775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1427782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1476894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1501451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1526007" y="882775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1550563" y="882775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1575120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1599676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1624232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1648789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1722458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1747014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1771570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1796127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1820683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1845240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1869796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1894352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1918909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1943465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1968021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1992578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1378669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1403225" y="91392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1427782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89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1452338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1476894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1501451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1526007" y="91392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1550563" y="91392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1575120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1599676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1624232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1648789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1747014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1771570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1796127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1820683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1845240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1869796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1894352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1918909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1943465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1968021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1354113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1378669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1403225" y="945083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1427782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2E1C8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1452338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1476894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1501451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1526007" y="945083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1550563" y="945083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1575120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1599676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1624232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1648789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1747014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1771570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1796127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1820683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1845240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1869796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1894352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1918909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1943465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1329556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1354113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1378669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1403225" y="97623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1427782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1452338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1476894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1501451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1526007" y="97623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1550563" y="97623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1575120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1599676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1624232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1648789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1673345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1771570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1796127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1820683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1845240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1869796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1894352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1918909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1329556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1354113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1378669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1403225" y="1007390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1427782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1452338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1476894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1501451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1526007" y="1007390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1550563" y="1007390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1575120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1599676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1624232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1648789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1673345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1771570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1796127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1820683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1845240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1869796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1894352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130500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1329556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6E3CA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1354113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1378669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1403225" y="103854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1427782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4CA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1452338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1476894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1501451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1526007" y="103854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1550563" y="103854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157512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1599676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1624232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91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1648789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1673345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1697901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177157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1796127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1820683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184524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1869796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1894352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1305000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1329556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1354113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1378669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1403225" y="106969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1427782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1452338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1476894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1501451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1526007" y="106969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1550563" y="106969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1575120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1599676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1624232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1648789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1673345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1697901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1722458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1796127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1820683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2DDC0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1845240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1869796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72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1894352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130500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1329556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1354113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1378669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1403225" y="110085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1427782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1452338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1476894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1501451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1526007" y="110085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1550563" y="110085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157512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1599676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1624232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A4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1648789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1673345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1697901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4E2C9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1722458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177157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1796127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1820683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184524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1869796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1894352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1329556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1354113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1378669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1403225" y="113200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BE4CB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1427782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1452338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1476894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1501451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1526007" y="113200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4EDD8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1550563" y="113200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1575120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4EDD8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1599676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1624232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1648789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1673345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1697901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1722458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1747014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1771570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1796127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1820683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1845240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2DDC0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1869796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1894352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1354113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1378669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1403225" y="1163158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1427782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1452338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1476894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1501451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1526007" y="1163158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D0F1DE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1550563" y="1163158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CE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1575120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1599676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1624232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AF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1648789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1673345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1697901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1722458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1747014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1771570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1796127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1820683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1845240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1869796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1354113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1378669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1403225" y="119431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1427782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1452338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1476894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1501451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FF0DD">
                <a:alpha val="100000"/>
              </a:srgbClr>
            </a:solidFill>
            <a:ln w="5420" cap="flat">
              <a:solidFill>
                <a:srgbClr val="C9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1526007" y="119431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D7F3E2">
                <a:alpha val="100000"/>
              </a:srgbClr>
            </a:solidFill>
            <a:ln w="5420" cap="flat">
              <a:solidFill>
                <a:srgbClr val="D5F2E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1550563" y="119431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D8F3E2">
                <a:alpha val="100000"/>
              </a:srgbClr>
            </a:solidFill>
            <a:ln w="5420" cap="flat">
              <a:solidFill>
                <a:srgbClr val="D6F2E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1575120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D0F1DE">
                <a:alpha val="100000"/>
              </a:srgbClr>
            </a:solidFill>
            <a:ln w="5420" cap="flat">
              <a:solidFill>
                <a:srgbClr val="CC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1599676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1624232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1648789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1673345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1697901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1722458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1747014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1771570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1796127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1820683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1845240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2DDC0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1403225" y="122546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1427782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1452338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1476894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1501451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EF0DD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1526007" y="122546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D5F2E0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1550563" y="122546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D5F2E0">
                <a:alpha val="100000"/>
              </a:srgbClr>
            </a:solidFill>
            <a:ln w="5420" cap="flat">
              <a:solidFill>
                <a:srgbClr val="D2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1575120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DF0DD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1599676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1624232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1648789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1673345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1697901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1722458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1747014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1771570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1796127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1820683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1427782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1452338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1476894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1501451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1526007" y="125661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DEFDC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1550563" y="125661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BEFDC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1575120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1599676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1624232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1648789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1673345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1697901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1722458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6A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1747014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1771570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1796127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1452338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1476894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1ECD6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1501451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3ECD8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1526007" y="128777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1550563" y="128777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1575120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1599676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1624232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1648789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1673345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1697901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1722458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1747014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1771570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1796127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1354113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1378669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1403225" y="131892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1427782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DEAD5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1452338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1476894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1501451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1526007" y="131892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1550563" y="131892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1575120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1599676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1624232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1648789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1673345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1697901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1722458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1747014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1771570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1329556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1354113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1378669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1403225" y="135008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2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1427782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1452338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1476894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1ECD6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1501451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1526007" y="135008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1550563" y="135008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1575120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1599676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6CF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1624232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1648789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1673345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1697901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1722458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1747014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1771570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1329556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1354113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1378669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1403225" y="1381234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1ECD7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1427782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1452338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7EEDA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1476894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1501451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1526007" y="1381234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1ECD6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1550563" y="1381234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1575120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1599676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1624232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1648789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1673345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1697901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1722458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1747014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77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1329556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1354113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1378669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1403225" y="141238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1427782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1452338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BEFDC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1476894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D0F0DE">
                <a:alpha val="100000"/>
              </a:srgbClr>
            </a:solidFill>
            <a:ln w="5420" cap="flat">
              <a:solidFill>
                <a:srgbClr val="CBEF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1501451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D3F1DF">
                <a:alpha val="100000"/>
              </a:srgbClr>
            </a:solidFill>
            <a:ln w="5420" cap="flat">
              <a:solidFill>
                <a:srgbClr val="D0F0D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1526007" y="141238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3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1550563" y="141238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1575120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1599676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1624232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1648789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1673345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1697901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1722458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1354113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1378669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1403225" y="1443542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1427782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7EEDA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1452338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CEFDC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1476894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D1F1DF">
                <a:alpha val="100000"/>
              </a:srgbClr>
            </a:solidFill>
            <a:ln w="5420" cap="flat">
              <a:solidFill>
                <a:srgbClr val="CDEFD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1501451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D5F2E1">
                <a:alpha val="100000"/>
              </a:srgbClr>
            </a:solidFill>
            <a:ln w="5420" cap="flat">
              <a:solidFill>
                <a:srgbClr val="D3F1D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1526007" y="1443542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D2F1DF">
                <a:alpha val="100000"/>
              </a:srgbClr>
            </a:solidFill>
            <a:ln w="5420" cap="flat">
              <a:solidFill>
                <a:srgbClr val="CEF0D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1550563" y="1443542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1575120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1599676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1624232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1648789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1673345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1697901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1427782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1452338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3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1476894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DEFDC">
                <a:alpha val="100000"/>
              </a:srgbClr>
            </a:solidFill>
            <a:ln w="5420" cap="flat">
              <a:solidFill>
                <a:srgbClr val="C7EE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1501451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FF0DD">
                <a:alpha val="100000"/>
              </a:srgbClr>
            </a:solidFill>
            <a:ln w="5420" cap="flat">
              <a:solidFill>
                <a:srgbClr val="C9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1526007" y="147469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DEFDC">
                <a:alpha val="100000"/>
              </a:srgbClr>
            </a:solidFill>
            <a:ln w="5420" cap="flat">
              <a:solidFill>
                <a:srgbClr val="C7EE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1550563" y="147469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1575120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1599676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1624232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1648789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6CF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1673345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1697901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1476894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1501451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1526007" y="150584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7EED9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1550563" y="150584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1ECD7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1575120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1599676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1624232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1648789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1673345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1697901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1501451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1526007" y="153700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1550563" y="153700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DEAD5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1575120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1599676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1624232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1648789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1673345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1697901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4CA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1526007" y="156815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1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1550563" y="156815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1575120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1599676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1624232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1648789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1673345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1697901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1722458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4E2C9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1599676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1624232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1648789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1673345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1697901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1722458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1476894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1575120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1599676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1624232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1648789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1673345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1697901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1722458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1452338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1476894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1501451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1526007" y="166161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1550563" y="166161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1575120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4CA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1599676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1624232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5E3C9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1648789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1673345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1697901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1722458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1427782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1452338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1476894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1501451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1526007" y="169277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1550563" y="169277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1575120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1599676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1624232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1648789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1673345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1697901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1722458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1747014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1427782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1452338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1476894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1501451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1526007" y="172392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1550563" y="172392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1575120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1599676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1624232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1648789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1673345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1697901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1722458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1747014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1771570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1427782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1452338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1476894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1501451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1526007" y="175507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1550563" y="175507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1575120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1599676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1624232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2DDC0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1648789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1673345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1697901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1722458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h4722"/>
            <p:cNvSpPr/>
            <p:nvPr/>
          </p:nvSpPr>
          <p:spPr>
            <a:xfrm>
              <a:off x="1747014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h4723"/>
            <p:cNvSpPr/>
            <p:nvPr/>
          </p:nvSpPr>
          <p:spPr>
            <a:xfrm>
              <a:off x="1771570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h4724"/>
            <p:cNvSpPr/>
            <p:nvPr/>
          </p:nvSpPr>
          <p:spPr>
            <a:xfrm>
              <a:off x="2090545" y="667480"/>
              <a:ext cx="914894" cy="952624"/>
            </a:xfrm>
            <a:custGeom>
              <a:avLst/>
              <a:pathLst>
                <a:path w="914894" h="952624">
                  <a:moveTo>
                    <a:pt x="914400" y="914400"/>
                  </a:moveTo>
                  <a:lnTo>
                    <a:pt x="907475" y="952624"/>
                  </a:lnTo>
                  <a:lnTo>
                    <a:pt x="906570" y="941017"/>
                  </a:lnTo>
                  <a:lnTo>
                    <a:pt x="909475" y="909833"/>
                  </a:lnTo>
                  <a:lnTo>
                    <a:pt x="914894" y="90983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h4725"/>
            <p:cNvSpPr/>
            <p:nvPr/>
          </p:nvSpPr>
          <p:spPr>
            <a:xfrm>
              <a:off x="2075202" y="663205"/>
              <a:ext cx="914531" cy="1196881"/>
            </a:xfrm>
            <a:custGeom>
              <a:avLst/>
              <a:pathLst>
                <a:path w="914531" h="1196881">
                  <a:moveTo>
                    <a:pt x="914400" y="914400"/>
                  </a:moveTo>
                  <a:lnTo>
                    <a:pt x="901336" y="974329"/>
                  </a:lnTo>
                  <a:lnTo>
                    <a:pt x="883376" y="1006273"/>
                  </a:lnTo>
                  <a:lnTo>
                    <a:pt x="866834" y="1028366"/>
                  </a:lnTo>
                  <a:lnTo>
                    <a:pt x="849768" y="1024714"/>
                  </a:lnTo>
                  <a:lnTo>
                    <a:pt x="853606" y="1042269"/>
                  </a:lnTo>
                  <a:lnTo>
                    <a:pt x="848917" y="1051414"/>
                  </a:lnTo>
                  <a:lnTo>
                    <a:pt x="844904" y="1070491"/>
                  </a:lnTo>
                  <a:lnTo>
                    <a:pt x="834730" y="1083136"/>
                  </a:lnTo>
                  <a:lnTo>
                    <a:pt x="825167" y="1081918"/>
                  </a:lnTo>
                  <a:lnTo>
                    <a:pt x="811427" y="1090634"/>
                  </a:lnTo>
                  <a:lnTo>
                    <a:pt x="806008" y="1097302"/>
                  </a:lnTo>
                  <a:lnTo>
                    <a:pt x="805604" y="1110071"/>
                  </a:lnTo>
                  <a:lnTo>
                    <a:pt x="796412" y="1121304"/>
                  </a:lnTo>
                  <a:lnTo>
                    <a:pt x="763240" y="1179657"/>
                  </a:lnTo>
                  <a:lnTo>
                    <a:pt x="734441" y="1196881"/>
                  </a:lnTo>
                  <a:lnTo>
                    <a:pt x="727549" y="1194377"/>
                  </a:lnTo>
                  <a:lnTo>
                    <a:pt x="735139" y="1166833"/>
                  </a:lnTo>
                  <a:lnTo>
                    <a:pt x="740340" y="1138985"/>
                  </a:lnTo>
                  <a:lnTo>
                    <a:pt x="722860" y="1126866"/>
                  </a:lnTo>
                  <a:lnTo>
                    <a:pt x="706133" y="1120461"/>
                  </a:lnTo>
                  <a:lnTo>
                    <a:pt x="686940" y="1121304"/>
                  </a:lnTo>
                  <a:lnTo>
                    <a:pt x="665742" y="1099654"/>
                  </a:lnTo>
                  <a:lnTo>
                    <a:pt x="638415" y="1083911"/>
                  </a:lnTo>
                  <a:lnTo>
                    <a:pt x="600271" y="1041315"/>
                  </a:lnTo>
                  <a:lnTo>
                    <a:pt x="601383" y="1029500"/>
                  </a:lnTo>
                  <a:lnTo>
                    <a:pt x="600423" y="1009676"/>
                  </a:lnTo>
                  <a:lnTo>
                    <a:pt x="612015" y="978355"/>
                  </a:lnTo>
                  <a:lnTo>
                    <a:pt x="623127" y="956456"/>
                  </a:lnTo>
                  <a:lnTo>
                    <a:pt x="638469" y="945112"/>
                  </a:lnTo>
                  <a:lnTo>
                    <a:pt x="682993" y="933560"/>
                  </a:lnTo>
                  <a:lnTo>
                    <a:pt x="694159" y="916184"/>
                  </a:lnTo>
                  <a:lnTo>
                    <a:pt x="695098" y="914108"/>
                  </a:lnTo>
                  <a:lnTo>
                    <a:pt x="914531" y="91410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h4726"/>
            <p:cNvSpPr/>
            <p:nvPr/>
          </p:nvSpPr>
          <p:spPr>
            <a:xfrm>
              <a:off x="1839521" y="675490"/>
              <a:ext cx="945009" cy="2012347"/>
            </a:xfrm>
            <a:custGeom>
              <a:avLst/>
              <a:pathLst>
                <a:path w="945009" h="2012347">
                  <a:moveTo>
                    <a:pt x="914400" y="914400"/>
                  </a:moveTo>
                  <a:lnTo>
                    <a:pt x="881359" y="922921"/>
                  </a:lnTo>
                  <a:lnTo>
                    <a:pt x="863551" y="932301"/>
                  </a:lnTo>
                  <a:lnTo>
                    <a:pt x="849310" y="946647"/>
                  </a:lnTo>
                  <a:lnTo>
                    <a:pt x="840881" y="964659"/>
                  </a:lnTo>
                  <a:lnTo>
                    <a:pt x="821798" y="986365"/>
                  </a:lnTo>
                  <a:lnTo>
                    <a:pt x="823139" y="1000905"/>
                  </a:lnTo>
                  <a:lnTo>
                    <a:pt x="826334" y="1011239"/>
                  </a:lnTo>
                  <a:lnTo>
                    <a:pt x="824862" y="1032779"/>
                  </a:lnTo>
                  <a:lnTo>
                    <a:pt x="836933" y="1053780"/>
                  </a:lnTo>
                  <a:lnTo>
                    <a:pt x="860869" y="1088185"/>
                  </a:lnTo>
                  <a:lnTo>
                    <a:pt x="865438" y="1141627"/>
                  </a:lnTo>
                  <a:lnTo>
                    <a:pt x="883703" y="1177389"/>
                  </a:lnTo>
                  <a:lnTo>
                    <a:pt x="911695" y="1219085"/>
                  </a:lnTo>
                  <a:lnTo>
                    <a:pt x="933221" y="1230941"/>
                  </a:lnTo>
                  <a:lnTo>
                    <a:pt x="934268" y="1246449"/>
                  </a:lnTo>
                  <a:lnTo>
                    <a:pt x="924334" y="1272056"/>
                  </a:lnTo>
                  <a:lnTo>
                    <a:pt x="911237" y="1283760"/>
                  </a:lnTo>
                  <a:lnTo>
                    <a:pt x="928270" y="1281422"/>
                  </a:lnTo>
                  <a:lnTo>
                    <a:pt x="936754" y="1287274"/>
                  </a:lnTo>
                  <a:lnTo>
                    <a:pt x="945009" y="1308634"/>
                  </a:lnTo>
                  <a:lnTo>
                    <a:pt x="944365" y="1330437"/>
                  </a:lnTo>
                  <a:lnTo>
                    <a:pt x="941574" y="1342722"/>
                  </a:lnTo>
                  <a:lnTo>
                    <a:pt x="936416" y="1347619"/>
                  </a:lnTo>
                  <a:lnTo>
                    <a:pt x="936634" y="1335071"/>
                  </a:lnTo>
                  <a:lnTo>
                    <a:pt x="932981" y="1330713"/>
                  </a:lnTo>
                  <a:lnTo>
                    <a:pt x="926951" y="1336150"/>
                  </a:lnTo>
                  <a:lnTo>
                    <a:pt x="923047" y="1342348"/>
                  </a:lnTo>
                  <a:lnTo>
                    <a:pt x="921422" y="1366766"/>
                  </a:lnTo>
                  <a:lnTo>
                    <a:pt x="917289" y="1378967"/>
                  </a:lnTo>
                  <a:lnTo>
                    <a:pt x="902677" y="1382592"/>
                  </a:lnTo>
                  <a:lnTo>
                    <a:pt x="887858" y="1414632"/>
                  </a:lnTo>
                  <a:lnTo>
                    <a:pt x="874074" y="1432810"/>
                  </a:lnTo>
                  <a:lnTo>
                    <a:pt x="819835" y="1555727"/>
                  </a:lnTo>
                  <a:lnTo>
                    <a:pt x="821907" y="1576271"/>
                  </a:lnTo>
                  <a:lnTo>
                    <a:pt x="811983" y="1582884"/>
                  </a:lnTo>
                  <a:lnTo>
                    <a:pt x="796957" y="1588266"/>
                  </a:lnTo>
                  <a:lnTo>
                    <a:pt x="781756" y="1600550"/>
                  </a:lnTo>
                  <a:lnTo>
                    <a:pt x="771669" y="1614094"/>
                  </a:lnTo>
                  <a:lnTo>
                    <a:pt x="762302" y="1650520"/>
                  </a:lnTo>
                  <a:lnTo>
                    <a:pt x="744353" y="1691524"/>
                  </a:lnTo>
                  <a:lnTo>
                    <a:pt x="733154" y="1674439"/>
                  </a:lnTo>
                  <a:lnTo>
                    <a:pt x="730286" y="1659816"/>
                  </a:lnTo>
                  <a:lnTo>
                    <a:pt x="735270" y="1621675"/>
                  </a:lnTo>
                  <a:lnTo>
                    <a:pt x="754680" y="1559145"/>
                  </a:lnTo>
                  <a:lnTo>
                    <a:pt x="776064" y="1520270"/>
                  </a:lnTo>
                  <a:lnTo>
                    <a:pt x="792377" y="1501843"/>
                  </a:lnTo>
                  <a:lnTo>
                    <a:pt x="805790" y="1464283"/>
                  </a:lnTo>
                  <a:lnTo>
                    <a:pt x="788844" y="1458680"/>
                  </a:lnTo>
                  <a:lnTo>
                    <a:pt x="763011" y="1459289"/>
                  </a:lnTo>
                  <a:lnTo>
                    <a:pt x="767874" y="1441955"/>
                  </a:lnTo>
                  <a:lnTo>
                    <a:pt x="775409" y="1426682"/>
                  </a:lnTo>
                  <a:lnTo>
                    <a:pt x="761942" y="1411464"/>
                  </a:lnTo>
                  <a:lnTo>
                    <a:pt x="753971" y="1409527"/>
                  </a:lnTo>
                  <a:lnTo>
                    <a:pt x="745760" y="1403288"/>
                  </a:lnTo>
                  <a:lnTo>
                    <a:pt x="755389" y="1390616"/>
                  </a:lnTo>
                  <a:lnTo>
                    <a:pt x="760088" y="1377224"/>
                  </a:lnTo>
                  <a:lnTo>
                    <a:pt x="757221" y="1360927"/>
                  </a:lnTo>
                  <a:lnTo>
                    <a:pt x="761255" y="1348656"/>
                  </a:lnTo>
                  <a:lnTo>
                    <a:pt x="754527" y="1350510"/>
                  </a:lnTo>
                  <a:lnTo>
                    <a:pt x="743710" y="1363501"/>
                  </a:lnTo>
                  <a:lnTo>
                    <a:pt x="736982" y="1368688"/>
                  </a:lnTo>
                  <a:lnTo>
                    <a:pt x="732881" y="1357192"/>
                  </a:lnTo>
                  <a:lnTo>
                    <a:pt x="728203" y="1359793"/>
                  </a:lnTo>
                  <a:lnTo>
                    <a:pt x="725161" y="1367692"/>
                  </a:lnTo>
                  <a:lnTo>
                    <a:pt x="718258" y="1372036"/>
                  </a:lnTo>
                  <a:lnTo>
                    <a:pt x="703679" y="1361232"/>
                  </a:lnTo>
                  <a:lnTo>
                    <a:pt x="682426" y="1348864"/>
                  </a:lnTo>
                  <a:lnTo>
                    <a:pt x="670594" y="1327587"/>
                  </a:lnTo>
                  <a:lnTo>
                    <a:pt x="663844" y="1311097"/>
                  </a:lnTo>
                  <a:lnTo>
                    <a:pt x="670703" y="1281256"/>
                  </a:lnTo>
                  <a:lnTo>
                    <a:pt x="685392" y="1275958"/>
                  </a:lnTo>
                  <a:lnTo>
                    <a:pt x="704475" y="1280800"/>
                  </a:lnTo>
                  <a:lnTo>
                    <a:pt x="729490" y="1280758"/>
                  </a:lnTo>
                  <a:lnTo>
                    <a:pt x="725913" y="1274131"/>
                  </a:lnTo>
                  <a:lnTo>
                    <a:pt x="716983" y="1275224"/>
                  </a:lnTo>
                  <a:lnTo>
                    <a:pt x="690615" y="1251014"/>
                  </a:lnTo>
                  <a:lnTo>
                    <a:pt x="682131" y="1236392"/>
                  </a:lnTo>
                  <a:lnTo>
                    <a:pt x="667541" y="1232380"/>
                  </a:lnTo>
                  <a:lnTo>
                    <a:pt x="660889" y="1246435"/>
                  </a:lnTo>
                  <a:lnTo>
                    <a:pt x="653507" y="1250170"/>
                  </a:lnTo>
                  <a:lnTo>
                    <a:pt x="662623" y="1219417"/>
                  </a:lnTo>
                  <a:lnTo>
                    <a:pt x="674542" y="1218158"/>
                  </a:lnTo>
                  <a:lnTo>
                    <a:pt x="692142" y="1209636"/>
                  </a:lnTo>
                  <a:lnTo>
                    <a:pt x="687028" y="1191831"/>
                  </a:lnTo>
                  <a:lnTo>
                    <a:pt x="675916" y="1184043"/>
                  </a:lnTo>
                  <a:lnTo>
                    <a:pt x="655851" y="1193810"/>
                  </a:lnTo>
                  <a:lnTo>
                    <a:pt x="656091" y="1181290"/>
                  </a:lnTo>
                  <a:lnTo>
                    <a:pt x="659853" y="1165256"/>
                  </a:lnTo>
                  <a:lnTo>
                    <a:pt x="674978" y="1165311"/>
                  </a:lnTo>
                  <a:lnTo>
                    <a:pt x="688227" y="1170541"/>
                  </a:lnTo>
                  <a:lnTo>
                    <a:pt x="699503" y="1144643"/>
                  </a:lnTo>
                  <a:lnTo>
                    <a:pt x="700004" y="1133077"/>
                  </a:lnTo>
                  <a:lnTo>
                    <a:pt x="681270" y="1149886"/>
                  </a:lnTo>
                  <a:lnTo>
                    <a:pt x="677061" y="1113626"/>
                  </a:lnTo>
                  <a:lnTo>
                    <a:pt x="695501" y="1078654"/>
                  </a:lnTo>
                  <a:lnTo>
                    <a:pt x="713090" y="1063408"/>
                  </a:lnTo>
                  <a:lnTo>
                    <a:pt x="735062" y="1063851"/>
                  </a:lnTo>
                  <a:lnTo>
                    <a:pt x="757395" y="1061388"/>
                  </a:lnTo>
                  <a:lnTo>
                    <a:pt x="743383" y="1054983"/>
                  </a:lnTo>
                  <a:lnTo>
                    <a:pt x="728999" y="1051511"/>
                  </a:lnTo>
                  <a:lnTo>
                    <a:pt x="739806" y="1037690"/>
                  </a:lnTo>
                  <a:lnTo>
                    <a:pt x="749020" y="1035214"/>
                  </a:lnTo>
                  <a:lnTo>
                    <a:pt x="758071" y="1023164"/>
                  </a:lnTo>
                  <a:lnTo>
                    <a:pt x="736306" y="1024949"/>
                  </a:lnTo>
                  <a:lnTo>
                    <a:pt x="738868" y="1002150"/>
                  </a:lnTo>
                  <a:lnTo>
                    <a:pt x="728291" y="1006785"/>
                  </a:lnTo>
                  <a:lnTo>
                    <a:pt x="715630" y="1008929"/>
                  </a:lnTo>
                  <a:lnTo>
                    <a:pt x="710702" y="1018599"/>
                  </a:lnTo>
                  <a:lnTo>
                    <a:pt x="711672" y="1034661"/>
                  </a:lnTo>
                  <a:lnTo>
                    <a:pt x="707975" y="1045202"/>
                  </a:lnTo>
                  <a:lnTo>
                    <a:pt x="698129" y="1053669"/>
                  </a:lnTo>
                  <a:lnTo>
                    <a:pt x="681499" y="1060268"/>
                  </a:lnTo>
                  <a:lnTo>
                    <a:pt x="679885" y="1048827"/>
                  </a:lnTo>
                  <a:lnTo>
                    <a:pt x="674389" y="1043639"/>
                  </a:lnTo>
                  <a:lnTo>
                    <a:pt x="672339" y="1068139"/>
                  </a:lnTo>
                  <a:lnTo>
                    <a:pt x="667977" y="1076468"/>
                  </a:lnTo>
                  <a:lnTo>
                    <a:pt x="655819" y="1053475"/>
                  </a:lnTo>
                  <a:lnTo>
                    <a:pt x="652166" y="1058110"/>
                  </a:lnTo>
                  <a:lnTo>
                    <a:pt x="652635" y="1064639"/>
                  </a:lnTo>
                  <a:lnTo>
                    <a:pt x="649527" y="1075928"/>
                  </a:lnTo>
                  <a:lnTo>
                    <a:pt x="639102" y="1081808"/>
                  </a:lnTo>
                  <a:lnTo>
                    <a:pt x="639745" y="1096278"/>
                  </a:lnTo>
                  <a:lnTo>
                    <a:pt x="635700" y="1104164"/>
                  </a:lnTo>
                  <a:lnTo>
                    <a:pt x="602310" y="1091602"/>
                  </a:lnTo>
                  <a:lnTo>
                    <a:pt x="601525" y="1095863"/>
                  </a:lnTo>
                  <a:lnTo>
                    <a:pt x="620411" y="1122951"/>
                  </a:lnTo>
                  <a:lnTo>
                    <a:pt x="634206" y="1132206"/>
                  </a:lnTo>
                  <a:lnTo>
                    <a:pt x="635885" y="1146981"/>
                  </a:lnTo>
                  <a:lnTo>
                    <a:pt x="624043" y="1159238"/>
                  </a:lnTo>
                  <a:lnTo>
                    <a:pt x="607708" y="1148655"/>
                  </a:lnTo>
                  <a:lnTo>
                    <a:pt x="604960" y="1149430"/>
                  </a:lnTo>
                  <a:lnTo>
                    <a:pt x="613836" y="1167580"/>
                  </a:lnTo>
                  <a:lnTo>
                    <a:pt x="619430" y="1183434"/>
                  </a:lnTo>
                  <a:lnTo>
                    <a:pt x="613672" y="1196715"/>
                  </a:lnTo>
                  <a:lnTo>
                    <a:pt x="614567" y="1213067"/>
                  </a:lnTo>
                  <a:lnTo>
                    <a:pt x="613323" y="1227897"/>
                  </a:lnTo>
                  <a:lnTo>
                    <a:pt x="609801" y="1240832"/>
                  </a:lnTo>
                  <a:lnTo>
                    <a:pt x="617740" y="1300458"/>
                  </a:lnTo>
                  <a:lnTo>
                    <a:pt x="627303" y="1316672"/>
                  </a:lnTo>
                  <a:lnTo>
                    <a:pt x="636703" y="1332180"/>
                  </a:lnTo>
                  <a:lnTo>
                    <a:pt x="641686" y="1346692"/>
                  </a:lnTo>
                  <a:lnTo>
                    <a:pt x="631709" y="1348809"/>
                  </a:lnTo>
                  <a:lnTo>
                    <a:pt x="615821" y="1336870"/>
                  </a:lnTo>
                  <a:lnTo>
                    <a:pt x="601863" y="1327767"/>
                  </a:lnTo>
                  <a:lnTo>
                    <a:pt x="585233" y="1298660"/>
                  </a:lnTo>
                  <a:lnTo>
                    <a:pt x="582485" y="1287039"/>
                  </a:lnTo>
                  <a:lnTo>
                    <a:pt x="578429" y="1277853"/>
                  </a:lnTo>
                  <a:lnTo>
                    <a:pt x="580392" y="1298950"/>
                  </a:lnTo>
                  <a:lnTo>
                    <a:pt x="586324" y="1322510"/>
                  </a:lnTo>
                  <a:lnTo>
                    <a:pt x="638404" y="1375232"/>
                  </a:lnTo>
                  <a:lnTo>
                    <a:pt x="648022" y="1395458"/>
                  </a:lnTo>
                  <a:lnTo>
                    <a:pt x="655350" y="1411353"/>
                  </a:lnTo>
                  <a:lnTo>
                    <a:pt x="653507" y="1426585"/>
                  </a:lnTo>
                  <a:lnTo>
                    <a:pt x="639931" y="1415808"/>
                  </a:lnTo>
                  <a:lnTo>
                    <a:pt x="628219" y="1402071"/>
                  </a:lnTo>
                  <a:lnTo>
                    <a:pt x="597130" y="1386548"/>
                  </a:lnTo>
                  <a:lnTo>
                    <a:pt x="557928" y="1376740"/>
                  </a:lnTo>
                  <a:lnTo>
                    <a:pt x="535824" y="1340660"/>
                  </a:lnTo>
                  <a:lnTo>
                    <a:pt x="535901" y="1355712"/>
                  </a:lnTo>
                  <a:lnTo>
                    <a:pt x="530994" y="1368481"/>
                  </a:lnTo>
                  <a:lnTo>
                    <a:pt x="517483" y="1352917"/>
                  </a:lnTo>
                  <a:lnTo>
                    <a:pt x="508966" y="1339637"/>
                  </a:lnTo>
                  <a:lnTo>
                    <a:pt x="506109" y="1325083"/>
                  </a:lnTo>
                  <a:lnTo>
                    <a:pt x="489240" y="1326079"/>
                  </a:lnTo>
                  <a:lnTo>
                    <a:pt x="471553" y="1338723"/>
                  </a:lnTo>
                  <a:lnTo>
                    <a:pt x="454443" y="1335721"/>
                  </a:lnTo>
                  <a:lnTo>
                    <a:pt x="452415" y="1311041"/>
                  </a:lnTo>
                  <a:lnTo>
                    <a:pt x="457039" y="1297968"/>
                  </a:lnTo>
                  <a:lnTo>
                    <a:pt x="476242" y="1267048"/>
                  </a:lnTo>
                  <a:lnTo>
                    <a:pt x="494332" y="1251263"/>
                  </a:lnTo>
                  <a:lnTo>
                    <a:pt x="502315" y="1230886"/>
                  </a:lnTo>
                  <a:lnTo>
                    <a:pt x="499588" y="1199288"/>
                  </a:lnTo>
                  <a:lnTo>
                    <a:pt x="496186" y="1231439"/>
                  </a:lnTo>
                  <a:lnTo>
                    <a:pt x="485849" y="1247376"/>
                  </a:lnTo>
                  <a:lnTo>
                    <a:pt x="469601" y="1259550"/>
                  </a:lnTo>
                  <a:lnTo>
                    <a:pt x="448217" y="1281242"/>
                  </a:lnTo>
                  <a:lnTo>
                    <a:pt x="442994" y="1301302"/>
                  </a:lnTo>
                  <a:lnTo>
                    <a:pt x="436320" y="1338862"/>
                  </a:lnTo>
                  <a:lnTo>
                    <a:pt x="445349" y="1351576"/>
                  </a:lnTo>
                  <a:lnTo>
                    <a:pt x="454574" y="1354896"/>
                  </a:lnTo>
                  <a:lnTo>
                    <a:pt x="481825" y="1346374"/>
                  </a:lnTo>
                  <a:lnTo>
                    <a:pt x="495924" y="1350178"/>
                  </a:lnTo>
                  <a:lnTo>
                    <a:pt x="527286" y="1395402"/>
                  </a:lnTo>
                  <a:lnTo>
                    <a:pt x="585680" y="1413290"/>
                  </a:lnTo>
                  <a:lnTo>
                    <a:pt x="606977" y="1424468"/>
                  </a:lnTo>
                  <a:lnTo>
                    <a:pt x="624337" y="1448069"/>
                  </a:lnTo>
                  <a:lnTo>
                    <a:pt x="650432" y="1461655"/>
                  </a:lnTo>
                  <a:lnTo>
                    <a:pt x="670682" y="1481396"/>
                  </a:lnTo>
                  <a:lnTo>
                    <a:pt x="671227" y="1494276"/>
                  </a:lnTo>
                  <a:lnTo>
                    <a:pt x="664215" y="1509507"/>
                  </a:lnTo>
                  <a:lnTo>
                    <a:pt x="661445" y="1530120"/>
                  </a:lnTo>
                  <a:lnTo>
                    <a:pt x="652842" y="1543124"/>
                  </a:lnTo>
                  <a:lnTo>
                    <a:pt x="632188" y="1544619"/>
                  </a:lnTo>
                  <a:lnTo>
                    <a:pt x="619714" y="1541271"/>
                  </a:lnTo>
                  <a:lnTo>
                    <a:pt x="552650" y="1468807"/>
                  </a:lnTo>
                  <a:lnTo>
                    <a:pt x="544646" y="1462139"/>
                  </a:lnTo>
                  <a:lnTo>
                    <a:pt x="519773" y="1424191"/>
                  </a:lnTo>
                  <a:lnTo>
                    <a:pt x="490592" y="1403869"/>
                  </a:lnTo>
                  <a:lnTo>
                    <a:pt x="481563" y="1404298"/>
                  </a:lnTo>
                  <a:lnTo>
                    <a:pt x="523099" y="1441885"/>
                  </a:lnTo>
                  <a:lnTo>
                    <a:pt x="540055" y="1468171"/>
                  </a:lnTo>
                  <a:lnTo>
                    <a:pt x="569923" y="1505025"/>
                  </a:lnTo>
                  <a:lnTo>
                    <a:pt x="591274" y="1520630"/>
                  </a:lnTo>
                  <a:lnTo>
                    <a:pt x="606988" y="1544978"/>
                  </a:lnTo>
                  <a:lnTo>
                    <a:pt x="621589" y="1556392"/>
                  </a:lnTo>
                  <a:lnTo>
                    <a:pt x="661456" y="1572647"/>
                  </a:lnTo>
                  <a:lnTo>
                    <a:pt x="647597" y="1584323"/>
                  </a:lnTo>
                  <a:lnTo>
                    <a:pt x="669722" y="1594270"/>
                  </a:lnTo>
                  <a:lnTo>
                    <a:pt x="672884" y="1612559"/>
                  </a:lnTo>
                  <a:lnTo>
                    <a:pt x="670856" y="1633407"/>
                  </a:lnTo>
                  <a:lnTo>
                    <a:pt x="640149" y="1625162"/>
                  </a:lnTo>
                  <a:lnTo>
                    <a:pt x="639146" y="1640518"/>
                  </a:lnTo>
                  <a:lnTo>
                    <a:pt x="641893" y="1649579"/>
                  </a:lnTo>
                  <a:lnTo>
                    <a:pt x="628328" y="1657063"/>
                  </a:lnTo>
                  <a:lnTo>
                    <a:pt x="609463" y="1646909"/>
                  </a:lnTo>
                  <a:lnTo>
                    <a:pt x="560480" y="1591364"/>
                  </a:lnTo>
                  <a:lnTo>
                    <a:pt x="560894" y="1598793"/>
                  </a:lnTo>
                  <a:lnTo>
                    <a:pt x="564863" y="1607412"/>
                  </a:lnTo>
                  <a:lnTo>
                    <a:pt x="593270" y="1643174"/>
                  </a:lnTo>
                  <a:lnTo>
                    <a:pt x="618623" y="1664617"/>
                  </a:lnTo>
                  <a:lnTo>
                    <a:pt x="640116" y="1674301"/>
                  </a:lnTo>
                  <a:lnTo>
                    <a:pt x="656680" y="1692271"/>
                  </a:lnTo>
                  <a:lnTo>
                    <a:pt x="662525" y="1703145"/>
                  </a:lnTo>
                  <a:lnTo>
                    <a:pt x="666429" y="1719636"/>
                  </a:lnTo>
                  <a:lnTo>
                    <a:pt x="654150" y="1730841"/>
                  </a:lnTo>
                  <a:lnTo>
                    <a:pt x="640171" y="1737025"/>
                  </a:lnTo>
                  <a:lnTo>
                    <a:pt x="626518" y="1725847"/>
                  </a:lnTo>
                  <a:lnTo>
                    <a:pt x="616508" y="1714074"/>
                  </a:lnTo>
                  <a:lnTo>
                    <a:pt x="595189" y="1694084"/>
                  </a:lnTo>
                  <a:lnTo>
                    <a:pt x="588799" y="1671741"/>
                  </a:lnTo>
                  <a:lnTo>
                    <a:pt x="572584" y="1672890"/>
                  </a:lnTo>
                  <a:lnTo>
                    <a:pt x="504812" y="1644557"/>
                  </a:lnTo>
                  <a:lnTo>
                    <a:pt x="450343" y="1641292"/>
                  </a:lnTo>
                  <a:lnTo>
                    <a:pt x="455665" y="1646992"/>
                  </a:lnTo>
                  <a:lnTo>
                    <a:pt x="462556" y="1650783"/>
                  </a:lnTo>
                  <a:lnTo>
                    <a:pt x="505935" y="1657769"/>
                  </a:lnTo>
                  <a:lnTo>
                    <a:pt x="523077" y="1670815"/>
                  </a:lnTo>
                  <a:lnTo>
                    <a:pt x="558757" y="1682394"/>
                  </a:lnTo>
                  <a:lnTo>
                    <a:pt x="579650" y="1685562"/>
                  </a:lnTo>
                  <a:lnTo>
                    <a:pt x="588123" y="1721130"/>
                  </a:lnTo>
                  <a:lnTo>
                    <a:pt x="616998" y="1745602"/>
                  </a:lnTo>
                  <a:lnTo>
                    <a:pt x="620749" y="1763739"/>
                  </a:lnTo>
                  <a:lnTo>
                    <a:pt x="640465" y="1765773"/>
                  </a:lnTo>
                  <a:lnTo>
                    <a:pt x="675153" y="1747982"/>
                  </a:lnTo>
                  <a:lnTo>
                    <a:pt x="697540" y="1754221"/>
                  </a:lnTo>
                  <a:lnTo>
                    <a:pt x="729828" y="1759312"/>
                  </a:lnTo>
                  <a:lnTo>
                    <a:pt x="737211" y="1773672"/>
                  </a:lnTo>
                  <a:lnTo>
                    <a:pt x="742750" y="1800995"/>
                  </a:lnTo>
                  <a:lnTo>
                    <a:pt x="754167" y="1831735"/>
                  </a:lnTo>
                  <a:lnTo>
                    <a:pt x="783773" y="1952936"/>
                  </a:lnTo>
                  <a:lnTo>
                    <a:pt x="810429" y="2012347"/>
                  </a:lnTo>
                  <a:lnTo>
                    <a:pt x="802375" y="2012347"/>
                  </a:lnTo>
                  <a:lnTo>
                    <a:pt x="790392" y="1988504"/>
                  </a:lnTo>
                  <a:lnTo>
                    <a:pt x="772182" y="1941094"/>
                  </a:lnTo>
                  <a:lnTo>
                    <a:pt x="753469" y="1857383"/>
                  </a:lnTo>
                  <a:lnTo>
                    <a:pt x="748039" y="1838638"/>
                  </a:lnTo>
                  <a:lnTo>
                    <a:pt x="741649" y="1831153"/>
                  </a:lnTo>
                  <a:lnTo>
                    <a:pt x="737440" y="1837241"/>
                  </a:lnTo>
                  <a:lnTo>
                    <a:pt x="735629" y="1847907"/>
                  </a:lnTo>
                  <a:lnTo>
                    <a:pt x="738683" y="1856097"/>
                  </a:lnTo>
                  <a:lnTo>
                    <a:pt x="731311" y="1883654"/>
                  </a:lnTo>
                  <a:lnTo>
                    <a:pt x="734506" y="1896299"/>
                  </a:lnTo>
                  <a:lnTo>
                    <a:pt x="746480" y="1909372"/>
                  </a:lnTo>
                  <a:lnTo>
                    <a:pt x="759489" y="1941993"/>
                  </a:lnTo>
                  <a:lnTo>
                    <a:pt x="769881" y="1985917"/>
                  </a:lnTo>
                  <a:lnTo>
                    <a:pt x="755825" y="1968113"/>
                  </a:lnTo>
                  <a:lnTo>
                    <a:pt x="740820" y="1958678"/>
                  </a:lnTo>
                  <a:lnTo>
                    <a:pt x="717473" y="1951442"/>
                  </a:lnTo>
                  <a:lnTo>
                    <a:pt x="696678" y="1938756"/>
                  </a:lnTo>
                  <a:lnTo>
                    <a:pt x="698194" y="1956948"/>
                  </a:lnTo>
                  <a:lnTo>
                    <a:pt x="696198" y="1976593"/>
                  </a:lnTo>
                  <a:lnTo>
                    <a:pt x="680169" y="1970603"/>
                  </a:lnTo>
                  <a:lnTo>
                    <a:pt x="669264" y="1964087"/>
                  </a:lnTo>
                  <a:lnTo>
                    <a:pt x="678915" y="1985018"/>
                  </a:lnTo>
                  <a:lnTo>
                    <a:pt x="657967" y="1978737"/>
                  </a:lnTo>
                  <a:lnTo>
                    <a:pt x="644009" y="1980051"/>
                  </a:lnTo>
                  <a:lnTo>
                    <a:pt x="634936" y="1998631"/>
                  </a:lnTo>
                  <a:lnTo>
                    <a:pt x="622767" y="2009906"/>
                  </a:lnTo>
                  <a:lnTo>
                    <a:pt x="610694" y="2012347"/>
                  </a:lnTo>
                  <a:lnTo>
                    <a:pt x="602893" y="2012347"/>
                  </a:lnTo>
                  <a:lnTo>
                    <a:pt x="578080" y="1996556"/>
                  </a:lnTo>
                  <a:lnTo>
                    <a:pt x="569432" y="1975929"/>
                  </a:lnTo>
                  <a:lnTo>
                    <a:pt x="565856" y="1952964"/>
                  </a:lnTo>
                  <a:lnTo>
                    <a:pt x="564427" y="1980121"/>
                  </a:lnTo>
                  <a:lnTo>
                    <a:pt x="569182" y="2008398"/>
                  </a:lnTo>
                  <a:lnTo>
                    <a:pt x="568875" y="2012347"/>
                  </a:lnTo>
                  <a:lnTo>
                    <a:pt x="315098" y="2012347"/>
                  </a:lnTo>
                  <a:lnTo>
                    <a:pt x="315098" y="901823"/>
                  </a:lnTo>
                  <a:lnTo>
                    <a:pt x="925436" y="9018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h4727"/>
            <p:cNvSpPr/>
            <p:nvPr/>
          </p:nvSpPr>
          <p:spPr>
            <a:xfrm>
              <a:off x="2045531" y="779011"/>
              <a:ext cx="946503" cy="914400"/>
            </a:xfrm>
            <a:custGeom>
              <a:avLst/>
              <a:pathLst>
                <a:path w="946503" h="914400">
                  <a:moveTo>
                    <a:pt x="914400" y="914400"/>
                  </a:moveTo>
                  <a:lnTo>
                    <a:pt x="913800" y="906154"/>
                  </a:lnTo>
                  <a:lnTo>
                    <a:pt x="946503" y="852906"/>
                  </a:lnTo>
                  <a:lnTo>
                    <a:pt x="940592" y="87151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h4728"/>
            <p:cNvSpPr/>
            <p:nvPr/>
          </p:nvSpPr>
          <p:spPr>
            <a:xfrm>
              <a:off x="1793613" y="1248573"/>
              <a:ext cx="977068" cy="914400"/>
            </a:xfrm>
            <a:custGeom>
              <a:avLst/>
              <a:pathLst>
                <a:path w="977068" h="914400">
                  <a:moveTo>
                    <a:pt x="914400" y="914400"/>
                  </a:moveTo>
                  <a:lnTo>
                    <a:pt x="948465" y="857665"/>
                  </a:lnTo>
                  <a:lnTo>
                    <a:pt x="968246" y="810131"/>
                  </a:lnTo>
                  <a:lnTo>
                    <a:pt x="977068" y="793696"/>
                  </a:lnTo>
                  <a:lnTo>
                    <a:pt x="968508" y="827009"/>
                  </a:lnTo>
                  <a:lnTo>
                    <a:pt x="953547" y="857638"/>
                  </a:lnTo>
                  <a:lnTo>
                    <a:pt x="924552" y="9098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t4729"/>
            <p:cNvSpPr/>
            <p:nvPr/>
          </p:nvSpPr>
          <p:spPr>
            <a:xfrm>
              <a:off x="2612670" y="2203748"/>
              <a:ext cx="63202" cy="63202"/>
            </a:xfrm>
            <a:prstGeom prst="ellipse">
              <a:avLst/>
            </a:prstGeom>
            <a:solidFill>
              <a:srgbClr val="7FD7B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t4730"/>
            <p:cNvSpPr/>
            <p:nvPr/>
          </p:nvSpPr>
          <p:spPr>
            <a:xfrm>
              <a:off x="2780369" y="1790950"/>
              <a:ext cx="63202" cy="63202"/>
            </a:xfrm>
            <a:prstGeom prst="ellipse">
              <a:avLst/>
            </a:prstGeom>
            <a:solidFill>
              <a:srgbClr val="8BDAB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t4731"/>
            <p:cNvSpPr/>
            <p:nvPr/>
          </p:nvSpPr>
          <p:spPr>
            <a:xfrm>
              <a:off x="2645497" y="1688633"/>
              <a:ext cx="63202" cy="63202"/>
            </a:xfrm>
            <a:prstGeom prst="ellipse">
              <a:avLst/>
            </a:prstGeom>
            <a:solidFill>
              <a:srgbClr val="8FDCB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t4732"/>
            <p:cNvSpPr/>
            <p:nvPr/>
          </p:nvSpPr>
          <p:spPr>
            <a:xfrm>
              <a:off x="2319497" y="1999657"/>
              <a:ext cx="63202" cy="63202"/>
            </a:xfrm>
            <a:prstGeom prst="ellipse">
              <a:avLst/>
            </a:prstGeom>
            <a:solidFill>
              <a:srgbClr val="A7E3C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t4733"/>
            <p:cNvSpPr/>
            <p:nvPr/>
          </p:nvSpPr>
          <p:spPr>
            <a:xfrm>
              <a:off x="2395685" y="2336270"/>
              <a:ext cx="63202" cy="63202"/>
            </a:xfrm>
            <a:prstGeom prst="ellipse">
              <a:avLst/>
            </a:prstGeom>
            <a:solidFill>
              <a:srgbClr val="D9F3E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t4734"/>
            <p:cNvSpPr/>
            <p:nvPr/>
          </p:nvSpPr>
          <p:spPr>
            <a:xfrm>
              <a:off x="2368584" y="2309169"/>
              <a:ext cx="117405" cy="117405"/>
            </a:xfrm>
            <a:prstGeom prst="ellipse">
              <a:avLst/>
            </a:prstGeom>
            <a:solidFill>
              <a:srgbClr val="D9F3E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pt4735"/>
            <p:cNvSpPr/>
            <p:nvPr/>
          </p:nvSpPr>
          <p:spPr>
            <a:xfrm>
              <a:off x="2407362" y="2073607"/>
              <a:ext cx="117405" cy="117405"/>
            </a:xfrm>
            <a:prstGeom prst="ellipse">
              <a:avLst/>
            </a:prstGeom>
            <a:solidFill>
              <a:srgbClr val="DCF4E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pt4736"/>
            <p:cNvSpPr/>
            <p:nvPr/>
          </p:nvSpPr>
          <p:spPr>
            <a:xfrm>
              <a:off x="2398994" y="2281290"/>
              <a:ext cx="117405" cy="117405"/>
            </a:xfrm>
            <a:prstGeom prst="ellipse">
              <a:avLst/>
            </a:prstGeom>
            <a:solidFill>
              <a:srgbClr val="BCEAD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pg4737"/>
            <p:cNvSpPr/>
            <p:nvPr/>
          </p:nvSpPr>
          <p:spPr>
            <a:xfrm>
              <a:off x="2342340" y="2041020"/>
              <a:ext cx="158117" cy="136934"/>
            </a:xfrm>
            <a:custGeom>
              <a:avLst/>
              <a:pathLst>
                <a:path w="158117" h="136934">
                  <a:moveTo>
                    <a:pt x="79058" y="0"/>
                  </a:moveTo>
                  <a:lnTo>
                    <a:pt x="158117" y="136934"/>
                  </a:lnTo>
                  <a:lnTo>
                    <a:pt x="0" y="136934"/>
                  </a:lnTo>
                  <a:close/>
                </a:path>
              </a:pathLst>
            </a:custGeom>
            <a:solidFill>
              <a:srgbClr val="FF149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pl4738"/>
            <p:cNvSpPr/>
            <p:nvPr/>
          </p:nvSpPr>
          <p:spPr>
            <a:xfrm>
              <a:off x="2440217" y="2371923"/>
              <a:ext cx="292528" cy="91649"/>
            </a:xfrm>
            <a:custGeom>
              <a:avLst/>
              <a:pathLst>
                <a:path w="292528" h="91649">
                  <a:moveTo>
                    <a:pt x="292528" y="91649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pl4739"/>
            <p:cNvSpPr/>
            <p:nvPr/>
          </p:nvSpPr>
          <p:spPr>
            <a:xfrm>
              <a:off x="2472869" y="1927035"/>
              <a:ext cx="112384" cy="193555"/>
            </a:xfrm>
            <a:custGeom>
              <a:avLst/>
              <a:pathLst>
                <a:path w="112384" h="193555">
                  <a:moveTo>
                    <a:pt x="112384" y="0"/>
                  </a:moveTo>
                  <a:lnTo>
                    <a:pt x="0" y="193555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" name="pg4740"/>
            <p:cNvSpPr/>
            <p:nvPr/>
          </p:nvSpPr>
          <p:spPr>
            <a:xfrm>
              <a:off x="2732746" y="2371270"/>
              <a:ext cx="570585" cy="194858"/>
            </a:xfrm>
            <a:custGeom>
              <a:avLst/>
              <a:pathLst>
                <a:path w="570585" h="194858">
                  <a:moveTo>
                    <a:pt x="27432" y="194858"/>
                  </a:moveTo>
                  <a:lnTo>
                    <a:pt x="543153" y="194858"/>
                  </a:lnTo>
                  <a:lnTo>
                    <a:pt x="542049" y="194836"/>
                  </a:lnTo>
                  <a:lnTo>
                    <a:pt x="546460" y="194658"/>
                  </a:lnTo>
                  <a:lnTo>
                    <a:pt x="550785" y="193775"/>
                  </a:lnTo>
                  <a:lnTo>
                    <a:pt x="554913" y="192210"/>
                  </a:lnTo>
                  <a:lnTo>
                    <a:pt x="558736" y="190002"/>
                  </a:lnTo>
                  <a:lnTo>
                    <a:pt x="562156" y="187210"/>
                  </a:lnTo>
                  <a:lnTo>
                    <a:pt x="565083" y="183906"/>
                  </a:lnTo>
                  <a:lnTo>
                    <a:pt x="567443" y="180174"/>
                  </a:lnTo>
                  <a:lnTo>
                    <a:pt x="569173" y="176113"/>
                  </a:lnTo>
                  <a:lnTo>
                    <a:pt x="570230" y="171827"/>
                  </a:lnTo>
                  <a:lnTo>
                    <a:pt x="570585" y="167426"/>
                  </a:lnTo>
                  <a:lnTo>
                    <a:pt x="570585" y="27431"/>
                  </a:lnTo>
                  <a:lnTo>
                    <a:pt x="570230" y="23031"/>
                  </a:lnTo>
                  <a:lnTo>
                    <a:pt x="569173" y="18745"/>
                  </a:lnTo>
                  <a:lnTo>
                    <a:pt x="567443" y="14683"/>
                  </a:lnTo>
                  <a:lnTo>
                    <a:pt x="565083" y="10952"/>
                  </a:lnTo>
                  <a:lnTo>
                    <a:pt x="562156" y="7647"/>
                  </a:lnTo>
                  <a:lnTo>
                    <a:pt x="558736" y="4855"/>
                  </a:lnTo>
                  <a:lnTo>
                    <a:pt x="554913" y="2648"/>
                  </a:lnTo>
                  <a:lnTo>
                    <a:pt x="550785" y="1083"/>
                  </a:lnTo>
                  <a:lnTo>
                    <a:pt x="546460" y="200"/>
                  </a:lnTo>
                  <a:lnTo>
                    <a:pt x="543153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6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" name="tx4741"/>
            <p:cNvSpPr/>
            <p:nvPr/>
          </p:nvSpPr>
          <p:spPr>
            <a:xfrm>
              <a:off x="2778466" y="2416990"/>
              <a:ext cx="479145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W4_VA</a:t>
              </a:r>
            </a:p>
          </p:txBody>
        </p:sp>
        <p:sp>
          <p:nvSpPr>
            <p:cNvPr id="4742" name="pg4742"/>
            <p:cNvSpPr/>
            <p:nvPr/>
          </p:nvSpPr>
          <p:spPr>
            <a:xfrm>
              <a:off x="2585253" y="1799161"/>
              <a:ext cx="718078" cy="194858"/>
            </a:xfrm>
            <a:custGeom>
              <a:avLst/>
              <a:pathLst>
                <a:path w="718078" h="194858">
                  <a:moveTo>
                    <a:pt x="27432" y="194858"/>
                  </a:moveTo>
                  <a:lnTo>
                    <a:pt x="690646" y="194858"/>
                  </a:lnTo>
                  <a:lnTo>
                    <a:pt x="689541" y="194836"/>
                  </a:lnTo>
                  <a:lnTo>
                    <a:pt x="693952" y="194658"/>
                  </a:lnTo>
                  <a:lnTo>
                    <a:pt x="698278" y="193775"/>
                  </a:lnTo>
                  <a:lnTo>
                    <a:pt x="702406" y="192210"/>
                  </a:lnTo>
                  <a:lnTo>
                    <a:pt x="706229" y="190002"/>
                  </a:lnTo>
                  <a:lnTo>
                    <a:pt x="709649" y="187210"/>
                  </a:lnTo>
                  <a:lnTo>
                    <a:pt x="712576" y="183906"/>
                  </a:lnTo>
                  <a:lnTo>
                    <a:pt x="714936" y="180174"/>
                  </a:lnTo>
                  <a:lnTo>
                    <a:pt x="716666" y="176113"/>
                  </a:lnTo>
                  <a:lnTo>
                    <a:pt x="717723" y="171827"/>
                  </a:lnTo>
                  <a:lnTo>
                    <a:pt x="718078" y="167426"/>
                  </a:lnTo>
                  <a:lnTo>
                    <a:pt x="718078" y="27431"/>
                  </a:lnTo>
                  <a:lnTo>
                    <a:pt x="717723" y="23031"/>
                  </a:lnTo>
                  <a:lnTo>
                    <a:pt x="716666" y="18745"/>
                  </a:lnTo>
                  <a:lnTo>
                    <a:pt x="714936" y="14683"/>
                  </a:lnTo>
                  <a:lnTo>
                    <a:pt x="712576" y="10952"/>
                  </a:lnTo>
                  <a:lnTo>
                    <a:pt x="709649" y="7647"/>
                  </a:lnTo>
                  <a:lnTo>
                    <a:pt x="706229" y="4855"/>
                  </a:lnTo>
                  <a:lnTo>
                    <a:pt x="702406" y="2648"/>
                  </a:lnTo>
                  <a:lnTo>
                    <a:pt x="698278" y="1083"/>
                  </a:lnTo>
                  <a:lnTo>
                    <a:pt x="693952" y="200"/>
                  </a:lnTo>
                  <a:lnTo>
                    <a:pt x="690646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6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" name="tx4743"/>
            <p:cNvSpPr/>
            <p:nvPr/>
          </p:nvSpPr>
          <p:spPr>
            <a:xfrm>
              <a:off x="2630973" y="1844881"/>
              <a:ext cx="626638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S1_LOLA</a:t>
              </a:r>
            </a:p>
          </p:txBody>
        </p:sp>
        <p:sp>
          <p:nvSpPr>
            <p:cNvPr id="4744" name="pg4744"/>
            <p:cNvSpPr/>
            <p:nvPr/>
          </p:nvSpPr>
          <p:spPr>
            <a:xfrm>
              <a:off x="2397107" y="2085398"/>
              <a:ext cx="742035" cy="194858"/>
            </a:xfrm>
            <a:custGeom>
              <a:avLst/>
              <a:pathLst>
                <a:path w="742035" h="194858">
                  <a:moveTo>
                    <a:pt x="27431" y="194858"/>
                  </a:moveTo>
                  <a:lnTo>
                    <a:pt x="714603" y="194858"/>
                  </a:lnTo>
                  <a:lnTo>
                    <a:pt x="713499" y="194836"/>
                  </a:lnTo>
                  <a:lnTo>
                    <a:pt x="717910" y="194658"/>
                  </a:lnTo>
                  <a:lnTo>
                    <a:pt x="722235" y="193775"/>
                  </a:lnTo>
                  <a:lnTo>
                    <a:pt x="726363" y="192210"/>
                  </a:lnTo>
                  <a:lnTo>
                    <a:pt x="730186" y="190002"/>
                  </a:lnTo>
                  <a:lnTo>
                    <a:pt x="733606" y="187210"/>
                  </a:lnTo>
                  <a:lnTo>
                    <a:pt x="736533" y="183906"/>
                  </a:lnTo>
                  <a:lnTo>
                    <a:pt x="738893" y="180174"/>
                  </a:lnTo>
                  <a:lnTo>
                    <a:pt x="740623" y="176113"/>
                  </a:lnTo>
                  <a:lnTo>
                    <a:pt x="741680" y="171827"/>
                  </a:lnTo>
                  <a:lnTo>
                    <a:pt x="742035" y="167426"/>
                  </a:lnTo>
                  <a:lnTo>
                    <a:pt x="742035" y="27431"/>
                  </a:lnTo>
                  <a:lnTo>
                    <a:pt x="741680" y="23031"/>
                  </a:lnTo>
                  <a:lnTo>
                    <a:pt x="740623" y="18745"/>
                  </a:lnTo>
                  <a:lnTo>
                    <a:pt x="738893" y="14683"/>
                  </a:lnTo>
                  <a:lnTo>
                    <a:pt x="736533" y="10952"/>
                  </a:lnTo>
                  <a:lnTo>
                    <a:pt x="733606" y="7647"/>
                  </a:lnTo>
                  <a:lnTo>
                    <a:pt x="730186" y="4855"/>
                  </a:lnTo>
                  <a:lnTo>
                    <a:pt x="726363" y="2648"/>
                  </a:lnTo>
                  <a:lnTo>
                    <a:pt x="722235" y="1083"/>
                  </a:lnTo>
                  <a:lnTo>
                    <a:pt x="717910" y="200"/>
                  </a:lnTo>
                  <a:lnTo>
                    <a:pt x="71460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5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" name="tx4745"/>
            <p:cNvSpPr/>
            <p:nvPr/>
          </p:nvSpPr>
          <p:spPr>
            <a:xfrm>
              <a:off x="2442827" y="2131118"/>
              <a:ext cx="650595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S2_DEBY</a:t>
              </a:r>
            </a:p>
          </p:txBody>
        </p:sp>
        <p:sp>
          <p:nvSpPr>
            <p:cNvPr id="4746" name="rc4746"/>
            <p:cNvSpPr/>
            <p:nvPr/>
          </p:nvSpPr>
          <p:spPr>
            <a:xfrm>
              <a:off x="2097741" y="1521787"/>
              <a:ext cx="1251309" cy="1221576"/>
            </a:xfrm>
            <a:prstGeom prst="rect">
              <a:avLst/>
            </a:prstGeom>
            <a:noFill/>
            <a:ln w="2710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914400" y="914400"/>
            <a:ext cx="5943600" cy="3657600"/>
            <a:chOff x="914400" y="914400"/>
            <a:chExt cx="5943600" cy="365760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319740" y="914400"/>
              <a:ext cx="5132918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1389329" y="983989"/>
              <a:ext cx="4993740" cy="351842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1935545" y="1386057"/>
              <a:ext cx="3501561" cy="271461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265396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692120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118843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3545567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972290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399014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825737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5252461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35545" y="3848191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935545" y="3323809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935545" y="2799427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935545" y="2275045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935545" y="1750663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h20"/>
            <p:cNvSpPr/>
            <p:nvPr/>
          </p:nvSpPr>
          <p:spPr>
            <a:xfrm>
              <a:off x="3819257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3828641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3838026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3856794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3866178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3875563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4307239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4316623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4326008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3800488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3809873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3819257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3828641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3838026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3847410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3856794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3866178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3875563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4297855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4307239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4316623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4326008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4335392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3791104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3800488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3809873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3819257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3828641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3838026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3847410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3856794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3866178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3875563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3884947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4297855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4307239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4316623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4326008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4335392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374418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3753567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3762951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3772336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3781720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3791104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3800488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380987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3819257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3828641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3838026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3847410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3856794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3866178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387556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4307239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431662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4326008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3716030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3725414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3734799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3744183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3753567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3762951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3772336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3781720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3791104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3800488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3809873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3819257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3828641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3838026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3847410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3856794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3866178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4316623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3706646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3716030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3725414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3734799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3744183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3753567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3762951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3772336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3781720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3791104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3800488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3809873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3819257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3828641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3838026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3687877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3697262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3706646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3716030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3725414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3734799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3744183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3753567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3762951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3772336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3781720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3791104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3800488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3809873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3659724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3669109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3678493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3687877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3697262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3706646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3716030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3725414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3734799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3744183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3753567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3762951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3772336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3781720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3640956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3650340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3659724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3669109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3678493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3687877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3697262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3706646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3716030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3725414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3734799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3744183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3631572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3640956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3650340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3659724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3669109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3678493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3687877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3697262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3706646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3716030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3725414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3622187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3631572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3640956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3650340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3659724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3669109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3678493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3687877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3697262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3706646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3612803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3622187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3631572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3640956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3650340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3659724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3669109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3678493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3687877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3584650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3594035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3603419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3612803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3622187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3631572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3640956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3650340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3659724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3669109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3575266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3584650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3594035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3603419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3612803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3622187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3631572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3640956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3650340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4335392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3528345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3537729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3547113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3556497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3565882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3575266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3584650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3594035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3603419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3612803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3622187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3631572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3640956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4307239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4316623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4326008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4335392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4344776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3518960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352834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353772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3547113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3556497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3565882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3575266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3584650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359403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360341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3612803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3622187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3631572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423216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424154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4250934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4260318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4288471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429785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430723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4316623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4326008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4335392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4344776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4354161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3518960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352834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353772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3547113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3556497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3565882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3575266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3584650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359403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360341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3612803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3622187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4222781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423216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424154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4250934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4260318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4269702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4279086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4288471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429785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430723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4316623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4326008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4335392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4344776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3518960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352834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353772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3547113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3556497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356588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357526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3584650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359403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360341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3612803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3622187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4147707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4157091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416647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417585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420401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421339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4222781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423216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424154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4250934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4260318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426970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427908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4288471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429785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430723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4316623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4326008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433539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434477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350957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3518960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352834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353772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3547113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3556497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356588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357526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3584650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359403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360341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3612803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413832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4147707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4157091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416647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417585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4185244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4194628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420401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421339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4222781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423216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424154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4250934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4260318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426970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427908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4288471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429785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430723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4316623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4326008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433539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434477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349080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350019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350957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3518960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352834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353772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3547113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3556497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356588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357526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3584650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413832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4147707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4157091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416647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417585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4185244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419462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420401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421339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4222781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423216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424154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4250934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426031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426970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427908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4288471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429785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430723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4316623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432600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433539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434477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349080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350019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350957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3518960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352834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353772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3547113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3556497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356588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413832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4147707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415709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416647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417585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4185244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419462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420401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421339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422278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423216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424154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4250934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426031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426970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427908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428847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429785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430723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4316623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432600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433539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434477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435416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349080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350019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350957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3518960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3528345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3537729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412893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413832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4147707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4157091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4166475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4175859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4185244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419462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420401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421339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4222781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426970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427908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4288471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4297855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4307239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4316623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432600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433539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434477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349080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350019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3509576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3518960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4091401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4100785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4110169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4119554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412893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413832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4147707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4157091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4166475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4175859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4250934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426031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426970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4279086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4288471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4297855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4307239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4316623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432600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433539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399755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400694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4016327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402571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403509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4044480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4053864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406324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407263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4082017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409140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410078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411016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4119554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412893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413832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4147707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415709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416647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417585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423216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424154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4250934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426031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426970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4279086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428847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429785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430723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4316623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398817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399755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400694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4016327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402571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403509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4044480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405386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406324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407263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4082017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409140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410078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4110169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411955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412893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413832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4147707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415709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416647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422278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423216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4241549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425093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426031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426970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4279086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428847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429785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4307239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3978790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398817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399755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400694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4016327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402571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4035095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4044480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405386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406324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407263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4082017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409140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4100785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4110169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411955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412893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413832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4147707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415709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422278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4232165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4241549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425093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426031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426970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4279086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428847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3978790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398817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3997558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4006942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4016327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4025711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4035095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4044480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405386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4063248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4072632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4082017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4091401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4100785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4110169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411955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4222781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4232165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4241549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425093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4260318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4269702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3969405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3978790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3988174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3997558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4006942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4016327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4025711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4035095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4044480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4053864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4063248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4072632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4082017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4091401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4213396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4222781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4232165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4241549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4250934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4260318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3922484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3931868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3941253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3950637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3960021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3969405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3978790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3988174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3997558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4006942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4016327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4025711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4035095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4044480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4063248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4072632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4082017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4213396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4222781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4232165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4241549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4250934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389433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390371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3913100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3922484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3931868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3941253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3950637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396002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396940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3978790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3988174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3997558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4006942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402571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403509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4213396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422278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423216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4241549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4250934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3884947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3894331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3903715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3913100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3922484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393186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3941253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3950637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3960021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3969405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3978790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3988174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399755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4213396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4222781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4232165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4241549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4250934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426031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4269702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4307239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4316623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432600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4335392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4344776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3875563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3884947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389433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390371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3913100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3922484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3931868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3941253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3950637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396002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396940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3978790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3988174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422278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423216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4241549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4250934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4260318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4269702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4279086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429785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4307239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4316623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4326008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4335392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4344776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435416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386617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3875563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3884947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389433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3903715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3913100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3922484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393186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3941253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3950637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396002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422278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4232165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4241549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4250934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426031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4269702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4279086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428847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4297855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4307239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4316623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432600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4335392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4344776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435416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3856794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386617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3875563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3884947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3894331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3903715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3913100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3922484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393186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4232165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4241549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4250934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426031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4269702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4279086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4288471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4297855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4307239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4316623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432600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4335392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4344776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3847410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3856794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3866178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3875563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3884947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3894331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3903715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4241549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4250934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4260318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4269702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4279086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4288471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4297855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4307239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4316623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4326008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4335392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3847410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3856794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3866178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3875563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3884947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3894331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4260318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4269702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4279086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4288471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4297855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4307239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4316623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3838026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3847410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3856794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3866178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3875563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3884947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4279086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4288471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4297855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3828641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3838026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3847410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3856794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3866178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3875563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3828641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3838026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3847410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3856794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3866178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3819257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3828641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3838026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3847410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3856794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3866178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3819257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3828641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3838026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3847410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3856794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3866178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3819257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3828641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3838026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3847410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3856794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3866178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3819257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3828641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3838026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3847410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3856794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3866178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3875563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3809873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3819257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3828641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3838026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3847410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3856794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3866178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3800488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3809873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3819257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3828641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3838026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3847410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3856794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3800488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3809873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3819257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3828641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3838026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3847410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3856794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3875563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3884947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3894331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3903715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3800488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3809873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3819257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3828641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3838026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3847410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3856794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3866178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3875563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3884947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3894331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3903715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3913100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3819257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3828641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3838026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3847410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3856794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3866178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3875563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3884947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3894331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3903715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3913100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3922484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3781720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3791104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3800488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3809873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3838026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3847410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3856794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3866178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3875563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3884947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3894331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3903715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3913100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3922484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3772336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3781720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3791104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3800488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3809873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3819257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3828641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3838026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3847410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3856794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3866178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3875563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3884947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3894331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3903715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3913100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3922484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3931868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3772336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3781720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3791104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3800488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3809873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3819257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3828641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3838026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3847410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3856794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3866178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3875563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3884947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3894331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3903715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3913100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3922484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3931868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3772336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3781720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3791104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3800488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3809873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3819257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3828641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3838026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3847410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3856794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3866178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3875563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3884947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3894331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3903715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3913100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3922484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3931868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365972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3697262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3706646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371603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372541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3734799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3744183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3753567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3762951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3772336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378172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379110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3800488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3809873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3819257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3828641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3838026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384741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385679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3866178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3875563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3884947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3894331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3903715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391310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392248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355649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3565882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357526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3631572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364095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365034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365972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3669109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367849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368787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3697262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370664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371603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372541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3734799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374418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375356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3762951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377233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378172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379110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3800488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380987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381925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3828641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383802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384741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385679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3866178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387556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388494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3894331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354711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355649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3565882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357526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358465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361280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362218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3631572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364095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365034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365972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3669109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367849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368787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3697262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370664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371603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372541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3734799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374418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375356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3762951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377233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378172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379110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3800488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380987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381925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3828641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384741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385679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354711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355649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3565882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357526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358465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3594035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3603419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361280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362218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3631572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364095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365034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3659724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3669109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367849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368787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3697262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370664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371603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3725414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3734799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374418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375356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3762951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377233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378172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3791104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355649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3565882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3575266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3584650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3594035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3603419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3612803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362218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3631572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3640956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3650340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3659724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3669109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3678493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368787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3697262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3706646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3716030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3725414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3734799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375356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3556497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3565882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3575266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3584650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3594035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3603419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3612803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3622187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3631572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3640956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3650340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3547113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3556497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3565882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3575266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3584650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3594035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3603419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3612803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3622187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3537729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3547113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3556497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3565882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3575266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3584650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3594035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3603419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3528345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3537729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3547113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3556497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3565882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3575266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3584650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3528345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3537729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3547113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3556497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3565882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3575266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3584650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3528345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3537729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3547113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3556497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3565882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3575266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3584650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3528345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3537729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3547113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3556497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3565882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3575266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3584650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3472039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3481423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3547113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3556497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3565882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3575266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3584650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3453270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3462655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3472039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3481423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3490808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3547113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3556497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3565882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3575266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3584650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3434502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3443886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3453270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3462655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3472039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3481423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3490808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3537729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3547113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3556497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3565882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3575266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3425118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3434502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3443886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3453270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3462655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3472039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3481423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3490808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3537729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3547113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3556497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3565882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3575266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3378196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3387581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3396965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3406349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3415733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3425118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3434502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3443886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3453270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3462655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3472039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3481423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3528345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3537729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3547113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3556497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3565882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3575266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3368812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3378196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3387581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3396965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3406349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3415733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3425118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3434502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3443886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3453270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3462655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3472039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3518960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3528345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3537729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3547113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3556497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3565882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3575266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3350043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3359428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3368812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3378196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3387581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3396965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4">
                <a:alpha val="100000"/>
              </a:srgbClr>
            </a:solidFill>
            <a:ln w="5420" cap="flat">
              <a:solidFill>
                <a:srgbClr val="99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3406349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3415733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3425118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3434502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3443886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3453270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3509576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3518960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3528345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3537729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3547113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3556497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333127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334065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335004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3359428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3368812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3378196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3387581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339696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340634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341573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3425118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3434502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3443886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3453270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346265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347203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348142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3500192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3509576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3518960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352834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353772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354711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3556497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333127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334065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335004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3359428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3368812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3378196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3387581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339696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340634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341573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3425118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3434502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3443886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3453270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346265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347203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348142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3490808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3500192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3509576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3518960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352834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353772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354711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333127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334065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3350043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3359428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3368812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3378196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3387581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339696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340634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3415733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3425118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3434502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3443886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453270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346265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347203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481423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3490808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3500192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3509576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3518960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352834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353772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330312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331250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333127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3340659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3350043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3359428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336881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337819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3387581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339696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3425118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343450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344388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3453270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346265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B5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3472039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3481423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3490808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350019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350957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3518960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352834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3293738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330312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331250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3321891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3331275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3340659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3350043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3359428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336881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337819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3387581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3396965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343450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344388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5E3C9">
                <a:alpha val="100000"/>
              </a:srgbClr>
            </a:solidFill>
            <a:ln w="5420" cap="flat">
              <a:solidFill>
                <a:srgbClr val="A5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3453270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3462655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3472039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3481423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3490808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350019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350957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3518960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3284354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3293738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330312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331250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3321891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3331275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3340659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3350043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3359428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336881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337819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3387581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3396965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343450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344388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3453270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3462655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3472039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3481423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3490808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350019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350957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327496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3284354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3293738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3303122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3312506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3321891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3331275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334065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3350043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3359428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3368812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3378196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3387581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3396965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340634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3443886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3453270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3462655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347203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3481423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3490808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3500192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327496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3284354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3293738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3303122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3312506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3321891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3331275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334065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3350043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3359428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4">
                <a:alpha val="100000"/>
              </a:srgbClr>
            </a:solidFill>
            <a:ln w="5420" cap="flat">
              <a:solidFill>
                <a:srgbClr val="99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3368812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3378196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3387581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3396965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40634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3443886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3453270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3462655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347203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3481423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3490808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326558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327496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3284354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3293738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3303122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3312506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3321891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333127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334065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3350043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3359428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3368812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3378196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3387581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339696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340634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3415733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3443886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3453270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346265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347203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3481423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3490808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326558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327496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3284354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329373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3303122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3312506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3321891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333127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334065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3350043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335942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3368812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3378196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3387581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339696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340634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3415733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342511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3453270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346265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347203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3481423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349080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326558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327496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3284354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329373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3303122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3312506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3321891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333127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334065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3350043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335942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3368812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3378196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3387581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339696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340634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3415733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342511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3443886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3453270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346265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347203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3481423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349080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327496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3284354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329373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3303122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3312506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3321891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3331275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334065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3350043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335942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3368812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3378196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3387581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3396965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340634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3415733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342511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3434502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3443886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3453270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3462655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347203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3481423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349080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3284354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3293738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3303122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3312506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3321891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3331275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3340659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3350043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3359428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3368812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3378196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3387581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BF">
                <a:alpha val="100000"/>
              </a:srgbClr>
            </a:solidFill>
            <a:ln w="5420" cap="flat">
              <a:solidFill>
                <a:srgbClr val="91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3396965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3406349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3415733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3425118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3434502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3443886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3453270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3462655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3472039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3481423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3284354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3293738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3303122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3312506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3321891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3331275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3340659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3350043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3359428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3368812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3378196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3387581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3396965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3406349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3415733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3425118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3434502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3443886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3453270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3462655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3472039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3303122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3312506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3321891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3331275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3340659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3350043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3359428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3368812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3378196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3387581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3396965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3406349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3415733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3425118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3434502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3443886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3453270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3462655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3312506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3321891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3331275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3340659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3350043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3359428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3368812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3378196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3387581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3396965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3406349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3415733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3425118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9">
                <a:alpha val="100000"/>
              </a:srgbClr>
            </a:solidFill>
            <a:ln w="5420" cap="flat">
              <a:solidFill>
                <a:srgbClr val="A4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3434502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3443886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3453270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3321891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3331275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3340659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3350043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3359428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3368812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3378196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387581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3396965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3406349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3415733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3425118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3434502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3443886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5E3C9">
                <a:alpha val="100000"/>
              </a:srgbClr>
            </a:solidFill>
            <a:ln w="5420" cap="flat">
              <a:solidFill>
                <a:srgbClr val="A5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3453270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3284354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A">
                <a:alpha val="100000"/>
              </a:srgbClr>
            </a:solidFill>
            <a:ln w="5420" cap="flat">
              <a:solidFill>
                <a:srgbClr val="A6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3293738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3303122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3312506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3321891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8E4CA">
                <a:alpha val="100000"/>
              </a:srgbClr>
            </a:solidFill>
            <a:ln w="5420" cap="flat">
              <a:solidFill>
                <a:srgbClr val="A8E4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3331275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3340659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3350043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3359428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3368812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3378196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3387581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3396965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3406349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3415733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3425118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3434502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3443886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3274969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3284354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3293738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3303122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3312506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3321891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3331275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3340659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3350043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3359428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3368812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3378196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3387581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3396965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3406349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3415733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3425118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A">
                <a:alpha val="100000"/>
              </a:srgbClr>
            </a:solidFill>
            <a:ln w="5420" cap="flat">
              <a:solidFill>
                <a:srgbClr val="A6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3434502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3443886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3274969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3284354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3293738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3303122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3312506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3321891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3331275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3340659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3350043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AEFDB">
                <a:alpha val="100000"/>
              </a:srgbClr>
            </a:solidFill>
            <a:ln w="5420" cap="flat">
              <a:solidFill>
                <a:srgbClr val="CAEF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3359428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9EEDB">
                <a:alpha val="100000"/>
              </a:srgbClr>
            </a:solidFill>
            <a:ln w="5420" cap="flat">
              <a:solidFill>
                <a:srgbClr val="C9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3368812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3378196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3387581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B5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3396965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3406349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3415733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3425118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3434502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3274969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3284354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3293738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3303122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3312506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3321891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B5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3331275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3340659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3350043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3359428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3368812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3378196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3387581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3396965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3406349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3415733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3425118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3284354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3293738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3303122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6CF">
                <a:alpha val="100000"/>
              </a:srgbClr>
            </a:solidFill>
            <a:ln w="5420" cap="flat">
              <a:solidFill>
                <a:srgbClr val="B2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3312506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3321891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3331275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3340659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3350043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3359428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3368812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3378196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3387581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3396965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3406349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3415733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AD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3312506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3321891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3331275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3340659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3350043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3359428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3368812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3378196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3387581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3396965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3406349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3415733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3331275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3340659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3350043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3359428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3368812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3378196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3387581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3396965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3406349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3415733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AD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3340659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3350043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3359428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3368812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3378196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3387581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3396965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3406349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3415733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3350043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3359428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3368812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6CF">
                <a:alpha val="100000"/>
              </a:srgbClr>
            </a:solidFill>
            <a:ln w="5420" cap="flat">
              <a:solidFill>
                <a:srgbClr val="B2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3378196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3387581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3396965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3406349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3415733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3425118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3378196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3387581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3396965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3406349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3415733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3425118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3331275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3368812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3378196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3387581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3396965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3406349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3415733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3425118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3321891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3331275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3340659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3350043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3359428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3368812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3378196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3387581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3396965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3406349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3415733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3425118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5E3C9">
                <a:alpha val="100000"/>
              </a:srgbClr>
            </a:solidFill>
            <a:ln w="5420" cap="flat">
              <a:solidFill>
                <a:srgbClr val="A5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3312506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3321891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3331275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3340659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3350043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3359428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3368812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3378196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3387581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3396965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3406349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3415733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3425118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3434502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3312506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3321891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3331275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3340659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3350043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3359428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3368812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3378196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3387581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3396965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3406349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3415733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3425118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3434502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3443886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3312506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3321891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3331275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3340659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3350043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8">
                <a:alpha val="100000"/>
              </a:srgbClr>
            </a:solidFill>
            <a:ln w="5420" cap="flat">
              <a:solidFill>
                <a:srgbClr val="A2E1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3359428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3368812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3378196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3387581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3396965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3406349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3415733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3425118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3434502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3443886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3312506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3321891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3331275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3340659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3350043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3359428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3368812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3378196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3387581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3396965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3406349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3415733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3425118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3434502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3443886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3453270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3321891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3331275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3340659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3350043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3359428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3368812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3378196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3387581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3396965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3406349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3415733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3425118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3434502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3443886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3453270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3293738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3303122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3312506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3321891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3331275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3340659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3350043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3359428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3368812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3378196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3387581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3396965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3406349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3415733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3425118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3434502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3443886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3293738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3303122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3312506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3321891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3331275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3340659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3350043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3359428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3368812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3378196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3387581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3396965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3406349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3415733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3425118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3434502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3293738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3303122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3312506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3321891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3331275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3340659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3350043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3359428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3368812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3378196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3387581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3396965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3406349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3415733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4">
                <a:alpha val="100000"/>
              </a:srgbClr>
            </a:solidFill>
            <a:ln w="5420" cap="flat">
              <a:solidFill>
                <a:srgbClr val="99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3425118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3293738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3303122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3312506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3321891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3331275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3340659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3350043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3359428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3368812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3378196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3387581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3396965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3406349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3415733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3284354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3293738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3303122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3312506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3321891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3331275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3340659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3350043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3359428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3368812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3378196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3387581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3396965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3284354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3293738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3303122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3312506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3321891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3331275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3340659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3350043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3359428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3368812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3378196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3387581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3284354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3293738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3303122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3312506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3321891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3331275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3340659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3350043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3359428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3368812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3378196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3265585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3274969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3284354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3293738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3303122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3312506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3321891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3331275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3340659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3350043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3359428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3368812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3378196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3256201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3265585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3274969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3284354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3293738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3303122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3312506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3321891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3331275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3340659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3350043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3359428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3368812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3378196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3256201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3265585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3274969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3284354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3293738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3303122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3312506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3321891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3331275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3340659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3350043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3359428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3368812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3246816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3256201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3265585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3274969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4">
                <a:alpha val="100000"/>
              </a:srgbClr>
            </a:solidFill>
            <a:ln w="5420" cap="flat">
              <a:solidFill>
                <a:srgbClr val="99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3284354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3293738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3303122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3312506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3321891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3331275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3340659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3350043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3359428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3237432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3246816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3256201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3265585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3274969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3284354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3293738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3303122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EC3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3312506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3321891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3331275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3340659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3218664" y="1944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3228048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3237432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3246816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3256201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3265585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3274969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3284354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3293738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3209279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3218664" y="1955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3228048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3237432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3246816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3256201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3265585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3274969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3190511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3199895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3209279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3218664" y="196734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3228048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3237432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3246816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3256201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3265585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3162358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3171742" y="197887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92DDC0">
                <a:alpha val="100000"/>
              </a:srgbClr>
            </a:solidFill>
            <a:ln w="5420" cap="flat">
              <a:solidFill>
                <a:srgbClr val="92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3181127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3190511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3199895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3209279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3218664" y="197887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3228048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3237432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3246816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3256201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3143589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3152974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3162358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3171742" y="199041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3181127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3190511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3199895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3209279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5E3C9">
                <a:alpha val="100000"/>
              </a:srgbClr>
            </a:solidFill>
            <a:ln w="5420" cap="flat">
              <a:solidFill>
                <a:srgbClr val="A5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3218664" y="199041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3228048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3237432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3246816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3134205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1AF">
                <a:alpha val="100000"/>
              </a:srgbClr>
            </a:solidFill>
            <a:ln w="5420" cap="flat">
              <a:solidFill>
                <a:srgbClr val="69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3143589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3152974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3162358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3171742" y="2001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3181127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3190511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3199895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3209279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3218664" y="2001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3228048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8E4CA">
                <a:alpha val="100000"/>
              </a:srgbClr>
            </a:solidFill>
            <a:ln w="5420" cap="flat">
              <a:solidFill>
                <a:srgbClr val="A8E4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3237432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3246816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3124821" y="201347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3134205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3143589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3152974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3162358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3171742" y="201347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3D8B9">
                <a:alpha val="100000"/>
              </a:srgbClr>
            </a:solidFill>
            <a:ln w="5420" cap="flat">
              <a:solidFill>
                <a:srgbClr val="83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3181127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3190511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3199895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3209279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3218664" y="201347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3228048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3237432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3115437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3124821" y="2025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3134205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3143589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3152974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3162358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3171742" y="2025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3106052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3115437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D">
                <a:alpha val="100000"/>
              </a:srgbClr>
            </a:solidFill>
            <a:ln w="5420" cap="flat">
              <a:solidFill>
                <a:srgbClr val="61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3124821" y="2036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3134205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3143589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3152974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3162358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3096668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3106052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3115437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3124821" y="204807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3134205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3143589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3152974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3096668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3106052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3115437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3124821" y="2059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3134205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3143589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3077900" y="2071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3087284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3096668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3106052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3115437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3124821" y="2071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3134205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3068515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3077900" y="2082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3087284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3096668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3106052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3115437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3124821" y="2082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3134205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3049747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3059131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3068515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3077900" y="2094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3087284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3096668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3106052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3115437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3124821" y="2094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3040362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3049747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3059131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3068515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3077900" y="210573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087284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096668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106052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2993441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002825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012210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021594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030978" y="211726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040362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049747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059131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068515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077900" y="211726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087284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096668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2974673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2984057" y="212879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2993441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002825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9">
                <a:alpha val="100000"/>
              </a:srgbClr>
            </a:solidFill>
            <a:ln w="5420" cap="flat">
              <a:solidFill>
                <a:srgbClr val="83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012210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021594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030978" y="212879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040362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049747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059131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068515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077900" y="212879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087284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2965288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2974673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2984057" y="2140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2993441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3002825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3012210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3021594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3030978" y="2140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3040362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3049747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3059131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3068515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965288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974673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984057" y="215185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993441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3002825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3012210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3021594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3030978" y="215185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3040362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3049747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3059131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965288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974673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984057" y="2163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993441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3002825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3012210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3021594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3030978" y="2163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3D8B9">
                <a:alpha val="100000"/>
              </a:srgbClr>
            </a:solidFill>
            <a:ln w="5420" cap="flat">
              <a:solidFill>
                <a:srgbClr val="83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965288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974673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984057" y="2174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993441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3002825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3012210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3021594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946520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955904" y="2186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965288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974673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984057" y="2186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993441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3002825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3012210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946520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955904" y="2197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965288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974673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984057" y="2197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993441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3002825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937135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946520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955904" y="2209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965288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974673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984057" y="2209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993441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937135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946520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955904" y="222104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965288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974673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2984057" y="222104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2927751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2937135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2946520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2955904" y="2232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2965288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2974673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2927751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2937135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2946520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2955904" y="224411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2965288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2918367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2927751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2937135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2946520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2955904" y="225564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2965288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2918367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2927751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2937135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2">
                <a:alpha val="100000"/>
              </a:srgbClr>
            </a:solidFill>
            <a:ln w="5420" cap="flat">
              <a:solidFill>
                <a:srgbClr val="72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2946520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2955904" y="226717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2908983" y="227870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2918367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2927751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2937135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2946520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2955904" y="227870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2908983" y="2290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2918367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2927751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2937135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2946520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2955904" y="2290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2908983" y="230177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2918367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2927751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2937135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2946520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2355311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2364695" y="2313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2374079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2383463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2908983" y="2313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2918367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2927751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2937135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2355311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2364695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2374079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2383463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2392848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2430385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2439769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2449153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2458538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2467922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2908983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2918367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2927751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2937135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2946520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2289621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229900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2345926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2355311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2364695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2374079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2383463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2392848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243038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2439769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2449153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2458538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2467922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2477306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2486690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249607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2505459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2514843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2524228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2533612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2908983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2918367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2927751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293713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2946520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216762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217700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2186394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219577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220516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2252084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226146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227085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228023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228962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229900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230838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2317774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232715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233654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234592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235531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2364695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237407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2383463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2392848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240223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241161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242100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243038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243976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2449153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2458538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246792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247730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2486690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249607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250545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2514843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252422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253361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254299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257114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2908983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2918367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292775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293713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2946520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215824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216762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217700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2186394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219577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220516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214547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22393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23331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24269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252084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26146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27085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28023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28962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29900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30838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317774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32715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33654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34592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35531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364695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37407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383463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392848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40223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41161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42100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43038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43976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449153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458538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46792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47730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486690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49607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50545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514843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52422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53361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54299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552380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56176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57114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580533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589917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918367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92775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93713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946520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14885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15824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16762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AF">
                <a:alpha val="100000"/>
              </a:srgbClr>
            </a:solidFill>
            <a:ln w="5420" cap="flat">
              <a:solidFill>
                <a:srgbClr val="6A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17700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18639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19577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220516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221454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222393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223331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224269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225208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226146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227085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228023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228962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229900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230838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231777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232715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233654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234592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235531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2364695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237407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238346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2392848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240223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241161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242100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243038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243976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244915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2458538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1CEAD">
                <a:alpha val="100000"/>
              </a:srgbClr>
            </a:solidFill>
            <a:ln w="5420" cap="flat">
              <a:solidFill>
                <a:srgbClr val="61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246792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247730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2486690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249607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250545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51484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52422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53361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54299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552380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56176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57114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580533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58991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683760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69314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70252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71191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91836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92775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93713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946520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955904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186732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187671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14885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15824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16762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17700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18639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19577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20516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21454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22393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23331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24269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25208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26146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27085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28023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228962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229900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230838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31777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32715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33654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34592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35531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364695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37407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38346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392848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40223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41161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42100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43038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43976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44915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458538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46792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47730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486690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49607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50545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251484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252422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253361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254299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2552380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256176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257114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2580533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258991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2674376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2683760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269314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270252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271191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2721297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2730681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291836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292775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293713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2946520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2955904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185794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186732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1876713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188609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189548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214885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215824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216762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217700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218639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219577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220516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221454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22393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23331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24269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25208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26146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27085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35531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364695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37407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383463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392848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40223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411616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42100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43038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43976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52422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53361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2542996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552380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56176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57114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580533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58991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59930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65560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66499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674376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2683760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69314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270252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2711913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721297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730681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740066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749450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291836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92775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93713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946520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955904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178287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179225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180163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184856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185794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186732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187671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188609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189548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1904866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191425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192363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193301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194240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201747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202686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203624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204563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205501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214885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215824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216762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217700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218639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219577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220516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221454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222393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223331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224269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225208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226146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227085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2552380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256176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257114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2580533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258991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259930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2608686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2627454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263683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264622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265560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266499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2674376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268376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269314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270252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71191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721297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730681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740066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74945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75883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92775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93713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94652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2955904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176410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177348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178287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179225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180163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181102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183917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184856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185794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186732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187671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188609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189548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190486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191425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192363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193301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194240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195178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196117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00809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01747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02686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03624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04563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05501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06439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07378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16762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17700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AF">
                <a:alpha val="100000"/>
              </a:srgbClr>
            </a:solidFill>
            <a:ln w="5420" cap="flat">
              <a:solidFill>
                <a:srgbClr val="6A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18639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19577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20516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21454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22393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23331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24269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6B8">
                <a:alpha val="100000"/>
              </a:srgbClr>
            </a:solidFill>
            <a:ln w="5420" cap="flat">
              <a:solidFill>
                <a:srgbClr val="7F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25208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26146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27085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56176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57114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580533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58991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59930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60868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261807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2627454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263683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264622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265560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266499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2674376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268376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269314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270252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271191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2721297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2730681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2740066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274945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275883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2768219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292775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293713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294652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2955904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296528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175471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176410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177348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178287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179225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180163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181102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182040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182979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183917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184856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185794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186732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187671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188609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189548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190486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191425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192363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193301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194240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195178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196117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197055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197994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198932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199870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200809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201747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202686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203624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204563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205501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206439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207378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208316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209255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210193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217700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218639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219577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221454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222393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223331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224269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225208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226146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227085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257114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2580533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258991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259930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260868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261807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2627454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263683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264622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265560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266499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2674376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268376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269314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2721297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2730681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2740066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274945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275883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2768219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2777603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292775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293713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294652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2955904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296528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175471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176410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177348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178287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179225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180163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181102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182040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182979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183917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184856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185794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186732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187671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188609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189548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190486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191425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192363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193301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194240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195178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196117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197055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197994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198932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199870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200809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201747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202686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203624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204563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205501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206439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207378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208316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209255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210193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211132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216762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217700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218639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219577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220516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221454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222393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223331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224269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225208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226146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2580533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258991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259930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260868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261807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2627454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263683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264622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265560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266499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2730681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2740066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274945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275883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768219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777603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93713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94652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955904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96528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97467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175471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176410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177348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178287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179225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180163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181102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182040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182979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183917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184856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185794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186732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187671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188609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189548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190486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191425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192363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193301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194240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195178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196117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197055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197994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198932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199870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200809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201747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202686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203624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204563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205501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206439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207378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208316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209255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210193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211132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215824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216762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217700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218639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AF">
                <a:alpha val="100000"/>
              </a:srgbClr>
            </a:solidFill>
            <a:ln w="5420" cap="flat">
              <a:solidFill>
                <a:srgbClr val="6A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219577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220516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21454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22393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223331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24269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25208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26146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227085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228023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2580533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258991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259930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260868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261807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2627454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263683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264622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2740066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274945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275883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8AC">
                <a:alpha val="100000"/>
              </a:srgbClr>
            </a:solidFill>
            <a:ln w="5420" cap="flat">
              <a:solidFill>
                <a:srgbClr val="5D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2768219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2777603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278698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279637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293713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294652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2955904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296528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297467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175471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176410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177348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178287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179225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1801639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1811023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182040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182979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183917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184856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185794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195178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196117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197055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197994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198932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199870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2008093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201747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202686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203624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205501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206439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207378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208316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209255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210193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211132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212070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213947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214885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215824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216762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2177009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218639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219577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220516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221454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222393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223331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2242699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225208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226146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227085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228023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228962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259930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274945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275883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2768219" y="2463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2777603" y="2463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278698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279637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280575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293713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294652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2955904" y="2463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296528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2974673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174533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175471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176410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1773486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1782870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179225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1801639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181102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182040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182979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199870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200809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206439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207378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208316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209255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210193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2111320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212070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213008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213947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214885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215824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216762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2177009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218639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219577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220516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221454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222393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223331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2242699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225208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226146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227085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2280236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228962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229900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275883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2768219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2777603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278698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279637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2805756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2815140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2946520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2955904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296528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297467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2984057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1745333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175471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176410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1773486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1782870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179225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1801639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1811023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207378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208316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209255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210193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2111320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212070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213008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213947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214885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215824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216762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2177009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218639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219577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220516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221454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222393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223331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2242699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225208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226146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227085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2280236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228962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229900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2768219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2777603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278698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279637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2805756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2815140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2824524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2946520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2955904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296528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2974673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2984057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1735949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1745333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175471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176410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1773486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1782870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08316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09255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10193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111320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120704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13008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139472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14885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15824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216762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2177009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2186394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219577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2205162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AF">
                <a:alpha val="100000"/>
              </a:srgbClr>
            </a:solidFill>
            <a:ln w="5420" cap="flat">
              <a:solidFill>
                <a:srgbClr val="6A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221454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222393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223331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2242699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2252084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226146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2270852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2280236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228962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229900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2777603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278698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279637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2805756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2815140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2824524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283390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2955904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296528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2974673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2984057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299344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1717180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172656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1735949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1745333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1754717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176410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1773486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4">
                <a:alpha val="100000"/>
              </a:srgbClr>
            </a:solidFill>
            <a:ln w="5420" cap="flat">
              <a:solidFill>
                <a:srgbClr val="77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210193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2111320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212070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213008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2139472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2148857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215824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216762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2177009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218639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219577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2205162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223331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2242699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225208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226146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2270852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2280236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228962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229900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279637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2805756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2815140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2824524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283390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2843293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2955904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296528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2974673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2984057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299344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300282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1623337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1632722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164210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1651490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166087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167025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1698412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170779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1717180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172656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173594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1745333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1754717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1764101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217700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218639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224269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225208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2261468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2270852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228023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2289621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280575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2815140" y="252087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2824524" y="252087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2833908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2843293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2965288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2974673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2984057" y="252087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2993441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002825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161395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1623337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1632722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1642106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1651490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1660874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1670259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167964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1689027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1698412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1707796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1717180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1726564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1735949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174533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1754717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2242699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2252084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2261468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2270852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2805756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2815140" y="253241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2824524" y="253241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2833908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284329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2965288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297467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2984057" y="253241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2993441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3002825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3012210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161395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1623337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1632722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1642106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1651490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1660874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1670259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h3196"/>
            <p:cNvSpPr/>
            <p:nvPr/>
          </p:nvSpPr>
          <p:spPr>
            <a:xfrm>
              <a:off x="167964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h3197"/>
            <p:cNvSpPr/>
            <p:nvPr/>
          </p:nvSpPr>
          <p:spPr>
            <a:xfrm>
              <a:off x="1689027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h3198"/>
            <p:cNvSpPr/>
            <p:nvPr/>
          </p:nvSpPr>
          <p:spPr>
            <a:xfrm>
              <a:off x="1698412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h3199"/>
            <p:cNvSpPr/>
            <p:nvPr/>
          </p:nvSpPr>
          <p:spPr>
            <a:xfrm>
              <a:off x="1707796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h3200"/>
            <p:cNvSpPr/>
            <p:nvPr/>
          </p:nvSpPr>
          <p:spPr>
            <a:xfrm>
              <a:off x="1717180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h3201"/>
            <p:cNvSpPr/>
            <p:nvPr/>
          </p:nvSpPr>
          <p:spPr>
            <a:xfrm>
              <a:off x="1726564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h3202"/>
            <p:cNvSpPr/>
            <p:nvPr/>
          </p:nvSpPr>
          <p:spPr>
            <a:xfrm>
              <a:off x="1735949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h3203"/>
            <p:cNvSpPr/>
            <p:nvPr/>
          </p:nvSpPr>
          <p:spPr>
            <a:xfrm>
              <a:off x="174533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h3204"/>
            <p:cNvSpPr/>
            <p:nvPr/>
          </p:nvSpPr>
          <p:spPr>
            <a:xfrm>
              <a:off x="2805756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h3205"/>
            <p:cNvSpPr/>
            <p:nvPr/>
          </p:nvSpPr>
          <p:spPr>
            <a:xfrm>
              <a:off x="2815140" y="2543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h3206"/>
            <p:cNvSpPr/>
            <p:nvPr/>
          </p:nvSpPr>
          <p:spPr>
            <a:xfrm>
              <a:off x="2824524" y="2543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h3207"/>
            <p:cNvSpPr/>
            <p:nvPr/>
          </p:nvSpPr>
          <p:spPr>
            <a:xfrm>
              <a:off x="2833908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h3208"/>
            <p:cNvSpPr/>
            <p:nvPr/>
          </p:nvSpPr>
          <p:spPr>
            <a:xfrm>
              <a:off x="284329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h3209"/>
            <p:cNvSpPr/>
            <p:nvPr/>
          </p:nvSpPr>
          <p:spPr>
            <a:xfrm>
              <a:off x="2965288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h3210"/>
            <p:cNvSpPr/>
            <p:nvPr/>
          </p:nvSpPr>
          <p:spPr>
            <a:xfrm>
              <a:off x="297467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h3211"/>
            <p:cNvSpPr/>
            <p:nvPr/>
          </p:nvSpPr>
          <p:spPr>
            <a:xfrm>
              <a:off x="2984057" y="2543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h3212"/>
            <p:cNvSpPr/>
            <p:nvPr/>
          </p:nvSpPr>
          <p:spPr>
            <a:xfrm>
              <a:off x="2993441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h3213"/>
            <p:cNvSpPr/>
            <p:nvPr/>
          </p:nvSpPr>
          <p:spPr>
            <a:xfrm>
              <a:off x="3002825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h3214"/>
            <p:cNvSpPr/>
            <p:nvPr/>
          </p:nvSpPr>
          <p:spPr>
            <a:xfrm>
              <a:off x="3012210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h3215"/>
            <p:cNvSpPr/>
            <p:nvPr/>
          </p:nvSpPr>
          <p:spPr>
            <a:xfrm>
              <a:off x="3021594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h3216"/>
            <p:cNvSpPr/>
            <p:nvPr/>
          </p:nvSpPr>
          <p:spPr>
            <a:xfrm>
              <a:off x="1604569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h3217"/>
            <p:cNvSpPr/>
            <p:nvPr/>
          </p:nvSpPr>
          <p:spPr>
            <a:xfrm>
              <a:off x="161395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h3218"/>
            <p:cNvSpPr/>
            <p:nvPr/>
          </p:nvSpPr>
          <p:spPr>
            <a:xfrm>
              <a:off x="1623337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h3219"/>
            <p:cNvSpPr/>
            <p:nvPr/>
          </p:nvSpPr>
          <p:spPr>
            <a:xfrm>
              <a:off x="1632722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h3220"/>
            <p:cNvSpPr/>
            <p:nvPr/>
          </p:nvSpPr>
          <p:spPr>
            <a:xfrm>
              <a:off x="1642106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h3221"/>
            <p:cNvSpPr/>
            <p:nvPr/>
          </p:nvSpPr>
          <p:spPr>
            <a:xfrm>
              <a:off x="1651490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h3222"/>
            <p:cNvSpPr/>
            <p:nvPr/>
          </p:nvSpPr>
          <p:spPr>
            <a:xfrm>
              <a:off x="1660874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h3223"/>
            <p:cNvSpPr/>
            <p:nvPr/>
          </p:nvSpPr>
          <p:spPr>
            <a:xfrm>
              <a:off x="1670259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h3224"/>
            <p:cNvSpPr/>
            <p:nvPr/>
          </p:nvSpPr>
          <p:spPr>
            <a:xfrm>
              <a:off x="167964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h3225"/>
            <p:cNvSpPr/>
            <p:nvPr/>
          </p:nvSpPr>
          <p:spPr>
            <a:xfrm>
              <a:off x="1689027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h3226"/>
            <p:cNvSpPr/>
            <p:nvPr/>
          </p:nvSpPr>
          <p:spPr>
            <a:xfrm>
              <a:off x="1698412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h3227"/>
            <p:cNvSpPr/>
            <p:nvPr/>
          </p:nvSpPr>
          <p:spPr>
            <a:xfrm>
              <a:off x="1707796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h3228"/>
            <p:cNvSpPr/>
            <p:nvPr/>
          </p:nvSpPr>
          <p:spPr>
            <a:xfrm>
              <a:off x="1717180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h3229"/>
            <p:cNvSpPr/>
            <p:nvPr/>
          </p:nvSpPr>
          <p:spPr>
            <a:xfrm>
              <a:off x="1726564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h3230"/>
            <p:cNvSpPr/>
            <p:nvPr/>
          </p:nvSpPr>
          <p:spPr>
            <a:xfrm>
              <a:off x="2805756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h3231"/>
            <p:cNvSpPr/>
            <p:nvPr/>
          </p:nvSpPr>
          <p:spPr>
            <a:xfrm>
              <a:off x="2815140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h3232"/>
            <p:cNvSpPr/>
            <p:nvPr/>
          </p:nvSpPr>
          <p:spPr>
            <a:xfrm>
              <a:off x="2824524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h3233"/>
            <p:cNvSpPr/>
            <p:nvPr/>
          </p:nvSpPr>
          <p:spPr>
            <a:xfrm>
              <a:off x="2833908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h3234"/>
            <p:cNvSpPr/>
            <p:nvPr/>
          </p:nvSpPr>
          <p:spPr>
            <a:xfrm>
              <a:off x="284329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h3235"/>
            <p:cNvSpPr/>
            <p:nvPr/>
          </p:nvSpPr>
          <p:spPr>
            <a:xfrm>
              <a:off x="2965288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297467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2984057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2993441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3002825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3012210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3021594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1604569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161395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1623337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1632722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1642106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1651490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1660874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1670259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167964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1689027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1698412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1707796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2805756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2815140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2824524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2833908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284329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297467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2984057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2993441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3002825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3012210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3021594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1576416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1585800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1595185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1604569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161395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1623337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1632722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1642106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1651490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1660874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1670259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167964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1689027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2805756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2815140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2824524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2833908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284329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297467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2984057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2993441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3002825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3012210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3021594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1576416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1585800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1595185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1604569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1613953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1623337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1632722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1642106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1651490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2796371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2805756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2815140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2824524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2833908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2974673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2984057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2993441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3002825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3012210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3021594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1567032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1576416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1585800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1595185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1604569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1613953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1623337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1632722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2796371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2805756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2815140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2824524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2833908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2843293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2852677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2984057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2993441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3002825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3012210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3021594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1557647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1567032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1576416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1585800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1595185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1604569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1613953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1623337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2796371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2805756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2815140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2824524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2833908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2843293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2852677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2862061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2984057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2993441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3002825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3012210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3021594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3030978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1548263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1557647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1567032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1576416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1585800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1595185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1604569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1613953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2796371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2805756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2815140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2824524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2833908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2843293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2852677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2862061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2993441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3002825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3012210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3021594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3030978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1548263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1557647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1567032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1576416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1585800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1595185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1604569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2796371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2805756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2815140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2824524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2833908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2843293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2852677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2862061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2993441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3002825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3012210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3021594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3030978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1529495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1538879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1557647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1567032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1576416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1585800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1595185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2796371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2805756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2815140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2824524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2833908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2843293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2852677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2862061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2993441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3002825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3012210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3021594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3030978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1520110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1529495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1538879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1548263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1557647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1567032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1576416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1585800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1595185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2805756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2815140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2824524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2833908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2843293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2852677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3002825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3012210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3021594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3030978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3040362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1520110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1529495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1538879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1548263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1557647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1567032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1576416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1585800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2805756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2815140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2824524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2833908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2843293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3002825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3012210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3021594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3030978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3040362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1520110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1529495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1538879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1548263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1557647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1567032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1576416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1585800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2805756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2815140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2824524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2833908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2843293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2852677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3012210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3021594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3030978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3040362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3049747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1529495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1538879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1548263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1557647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1567032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1576416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2815140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2824524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2833908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2843293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2852677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3012210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3021594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3030978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3040362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3049747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3059131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1529495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1538879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1548263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1557647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1567032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1576416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2824524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2833908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2843293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2852677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2862061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2871446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2880830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2890214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3021594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3030978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3040362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3049747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3059131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1538879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1548263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1557647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1567032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1576416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2824524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2833908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2843293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2852677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2862061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2871446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2880830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2890214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2899598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3021594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3030978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3040362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3049747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3059131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1538879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1548263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1557647" y="2728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1567032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1576416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2833908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2843293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2852677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2862061" y="2728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2871446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2880830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2890214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2899598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3030978" y="2728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3040362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3049747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3059131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3068515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1538879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1548263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1557647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1567032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1576416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2843293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2852677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2862061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2871446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2880830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2890214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2899598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2908983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3030978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3040362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3049747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3059131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3068515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1548263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1557647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1567032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1576416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2852677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2862061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2871446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2880830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2890214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2899598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2908983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2918367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D">
                <a:alpha val="100000"/>
              </a:srgbClr>
            </a:solidFill>
            <a:ln w="5420" cap="flat">
              <a:solidFill>
                <a:srgbClr val="61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3030978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3040362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3049747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3059131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3068515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1548263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1557647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1567032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1576416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2862061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2871446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2880830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2890214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2899598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2908983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3030978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3040362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3049747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3059131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3068515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1548263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1557647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1567032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1576416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1585800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2862061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2871446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2880830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2890214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2899598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2908983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3030978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3040362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3049747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3059131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3068515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1548263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1557647" y="278611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1567032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1576416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1585800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2871446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2880830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2890214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2899598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2908983" y="278611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3030978" y="278611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3040362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3049747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3059131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1557647" y="279764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1567032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1576416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1585800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1595185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2880830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2890214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2899598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2908983" y="279764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2918367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3030978" y="279764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3040362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3049747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3059131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1557647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1567032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1576416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1585800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1595185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1604569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2880830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2890214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2899598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2908983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2918367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3030978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3040362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3049747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3059131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1567032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1576416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1585800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1595185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1604569" y="282070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2880830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2890214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2899598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2908983" y="282070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2918367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2927751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2937135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2946520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3030978" y="282070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3040362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3049747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3059131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1576416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1585800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1595185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1604569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2890214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2899598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2908983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2918367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2927751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2937135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2946520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2955904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3021594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3030978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3040362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3049747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3059131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1576416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1585800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1595185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1604569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2899598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2908983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2918367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2927751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2937135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2946520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2955904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3021594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3030978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3040362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3049747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3059131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1567032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1576416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1585800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1595185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1604569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2908983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2918367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2927751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2937135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2946520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2955904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2965288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3012210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3021594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3030978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3040362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3049747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3059131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1567032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1576416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1585800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1595185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1604569" y="2866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2927751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2937135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2946520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2955904" y="2866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2965288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3012210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3021594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3030978" y="2866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3040362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3049747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1557647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1567032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1576416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1585800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1595185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2937135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2946520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2955904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2965288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2974673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2984057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3002825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3012210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3021594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3030978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3040362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1548263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1557647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1567032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1576416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1585800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1595185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2937135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2946520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2955904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2965288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2974673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2984057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2993441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3002825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3012210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3021594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3030978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3040362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1548263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1557647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1567032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1576416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1585800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2937135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2946520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2955904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2965288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2974673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2984057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2993441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3002825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3012210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3021594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3030978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3040362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1548263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1557647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1567032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1576416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1585800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2937135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2946520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2955904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2965288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2974673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2984057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2993441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3002825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3012210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3021594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3030978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1538879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1548263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1557647" y="292449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1567032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1576416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2946520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2955904" y="292449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2965288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2974673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2984057" y="292449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2993441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3002825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3012210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3021594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1538879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1548263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1557647" y="293602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1567032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1576416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2955904" y="293602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2965288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2974673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2984057" y="293602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2993441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1538879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1548263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1557647" y="294756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1567032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1576416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1538879" y="2959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1548263" y="2959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1557647" y="2959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1567032" y="2959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1529495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1538879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1548263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1557647" y="2970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1567032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1529495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1538879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1548263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1557647" y="298215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1567032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1529495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1538879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1548263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1557647" y="2993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1567032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1529495" y="3005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1538879" y="3005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1548263" y="3005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1557647" y="3005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1529495" y="3016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1538879" y="3016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1548263" y="3016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1557647" y="3016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1529495" y="302828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1538879" y="302828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1548263" y="302828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1557647" y="302828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1529495" y="3039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1538879" y="3039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1548263" y="3039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1557647" y="3039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1529495" y="3051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1538879" y="3051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1548263" y="3051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2094707" y="835854"/>
              <a:ext cx="2988173" cy="2998361"/>
            </a:xfrm>
            <a:custGeom>
              <a:avLst/>
              <a:pathLst>
                <a:path w="2988173" h="2998361">
                  <a:moveTo>
                    <a:pt x="2333048" y="914399"/>
                  </a:moveTo>
                  <a:lnTo>
                    <a:pt x="2352921" y="914369"/>
                  </a:lnTo>
                  <a:lnTo>
                    <a:pt x="2388435" y="914318"/>
                  </a:lnTo>
                  <a:lnTo>
                    <a:pt x="2423948" y="914266"/>
                  </a:lnTo>
                  <a:lnTo>
                    <a:pt x="2459461" y="914220"/>
                  </a:lnTo>
                  <a:lnTo>
                    <a:pt x="2494974" y="914169"/>
                  </a:lnTo>
                  <a:lnTo>
                    <a:pt x="2530491" y="914118"/>
                  </a:lnTo>
                  <a:lnTo>
                    <a:pt x="2566004" y="914067"/>
                  </a:lnTo>
                  <a:lnTo>
                    <a:pt x="2601517" y="914015"/>
                  </a:lnTo>
                  <a:lnTo>
                    <a:pt x="2609922" y="893798"/>
                  </a:lnTo>
                  <a:lnTo>
                    <a:pt x="2617753" y="884386"/>
                  </a:lnTo>
                  <a:lnTo>
                    <a:pt x="2628479" y="887504"/>
                  </a:lnTo>
                  <a:lnTo>
                    <a:pt x="2634192" y="887243"/>
                  </a:lnTo>
                  <a:lnTo>
                    <a:pt x="2640543" y="882389"/>
                  </a:lnTo>
                  <a:lnTo>
                    <a:pt x="2645694" y="879439"/>
                  </a:lnTo>
                  <a:lnTo>
                    <a:pt x="2649086" y="879874"/>
                  </a:lnTo>
                  <a:lnTo>
                    <a:pt x="2651982" y="884319"/>
                  </a:lnTo>
                  <a:lnTo>
                    <a:pt x="2654391" y="887284"/>
                  </a:lnTo>
                  <a:lnTo>
                    <a:pt x="2657204" y="886419"/>
                  </a:lnTo>
                  <a:lnTo>
                    <a:pt x="2659612" y="882225"/>
                  </a:lnTo>
                  <a:lnTo>
                    <a:pt x="2659529" y="876407"/>
                  </a:lnTo>
                  <a:lnTo>
                    <a:pt x="2662825" y="872357"/>
                  </a:lnTo>
                  <a:lnTo>
                    <a:pt x="2666738" y="871737"/>
                  </a:lnTo>
                  <a:lnTo>
                    <a:pt x="2670355" y="871865"/>
                  </a:lnTo>
                  <a:lnTo>
                    <a:pt x="2672160" y="869888"/>
                  </a:lnTo>
                  <a:lnTo>
                    <a:pt x="2671960" y="867052"/>
                  </a:lnTo>
                  <a:lnTo>
                    <a:pt x="2670656" y="862484"/>
                  </a:lnTo>
                  <a:lnTo>
                    <a:pt x="2671097" y="856984"/>
                  </a:lnTo>
                  <a:lnTo>
                    <a:pt x="2680132" y="847269"/>
                  </a:lnTo>
                  <a:lnTo>
                    <a:pt x="2691208" y="840679"/>
                  </a:lnTo>
                  <a:lnTo>
                    <a:pt x="2695092" y="837386"/>
                  </a:lnTo>
                  <a:lnTo>
                    <a:pt x="2696221" y="830708"/>
                  </a:lnTo>
                  <a:lnTo>
                    <a:pt x="2702572" y="823770"/>
                  </a:lnTo>
                  <a:lnTo>
                    <a:pt x="2705748" y="819780"/>
                  </a:lnTo>
                  <a:lnTo>
                    <a:pt x="2706523" y="816313"/>
                  </a:lnTo>
                  <a:lnTo>
                    <a:pt x="2704877" y="812048"/>
                  </a:lnTo>
                  <a:lnTo>
                    <a:pt x="2705043" y="803916"/>
                  </a:lnTo>
                  <a:lnTo>
                    <a:pt x="2707227" y="794201"/>
                  </a:lnTo>
                  <a:lnTo>
                    <a:pt x="2709840" y="783622"/>
                  </a:lnTo>
                  <a:lnTo>
                    <a:pt x="2715695" y="774081"/>
                  </a:lnTo>
                  <a:lnTo>
                    <a:pt x="2725296" y="763676"/>
                  </a:lnTo>
                  <a:lnTo>
                    <a:pt x="2727767" y="750003"/>
                  </a:lnTo>
                  <a:lnTo>
                    <a:pt x="2730372" y="735582"/>
                  </a:lnTo>
                  <a:lnTo>
                    <a:pt x="2741978" y="721530"/>
                  </a:lnTo>
                  <a:lnTo>
                    <a:pt x="2755138" y="705594"/>
                  </a:lnTo>
                  <a:lnTo>
                    <a:pt x="2759911" y="699813"/>
                  </a:lnTo>
                  <a:lnTo>
                    <a:pt x="2918285" y="699813"/>
                  </a:lnTo>
                  <a:lnTo>
                    <a:pt x="2918547" y="711796"/>
                  </a:lnTo>
                  <a:lnTo>
                    <a:pt x="2918759" y="728142"/>
                  </a:lnTo>
                  <a:lnTo>
                    <a:pt x="2918984" y="745368"/>
                  </a:lnTo>
                  <a:lnTo>
                    <a:pt x="2919147" y="757664"/>
                  </a:lnTo>
                  <a:lnTo>
                    <a:pt x="2919426" y="774547"/>
                  </a:lnTo>
                  <a:lnTo>
                    <a:pt x="2919647" y="787979"/>
                  </a:lnTo>
                  <a:lnTo>
                    <a:pt x="2919943" y="805513"/>
                  </a:lnTo>
                  <a:lnTo>
                    <a:pt x="2920097" y="814885"/>
                  </a:lnTo>
                  <a:lnTo>
                    <a:pt x="2921601" y="817589"/>
                  </a:lnTo>
                  <a:lnTo>
                    <a:pt x="2920697" y="821281"/>
                  </a:lnTo>
                  <a:lnTo>
                    <a:pt x="2920301" y="823129"/>
                  </a:lnTo>
                  <a:lnTo>
                    <a:pt x="2920397" y="824599"/>
                  </a:lnTo>
                  <a:lnTo>
                    <a:pt x="2920997" y="826448"/>
                  </a:lnTo>
                  <a:lnTo>
                    <a:pt x="2920897" y="829034"/>
                  </a:lnTo>
                  <a:lnTo>
                    <a:pt x="2919497" y="831374"/>
                  </a:lnTo>
                  <a:lnTo>
                    <a:pt x="2918797" y="834078"/>
                  </a:lnTo>
                  <a:lnTo>
                    <a:pt x="2918597" y="838508"/>
                  </a:lnTo>
                  <a:lnTo>
                    <a:pt x="2920097" y="841216"/>
                  </a:lnTo>
                  <a:lnTo>
                    <a:pt x="2922602" y="842814"/>
                  </a:lnTo>
                  <a:lnTo>
                    <a:pt x="2924706" y="842814"/>
                  </a:lnTo>
                  <a:lnTo>
                    <a:pt x="2927411" y="844417"/>
                  </a:lnTo>
                  <a:lnTo>
                    <a:pt x="2930915" y="847249"/>
                  </a:lnTo>
                  <a:lnTo>
                    <a:pt x="2936220" y="849707"/>
                  </a:lnTo>
                  <a:lnTo>
                    <a:pt x="2941729" y="850567"/>
                  </a:lnTo>
                  <a:lnTo>
                    <a:pt x="2945534" y="849953"/>
                  </a:lnTo>
                  <a:lnTo>
                    <a:pt x="2950139" y="851556"/>
                  </a:lnTo>
                  <a:lnTo>
                    <a:pt x="2951743" y="855494"/>
                  </a:lnTo>
                  <a:lnTo>
                    <a:pt x="2950843" y="859181"/>
                  </a:lnTo>
                  <a:lnTo>
                    <a:pt x="2948238" y="860906"/>
                  </a:lnTo>
                  <a:lnTo>
                    <a:pt x="2945434" y="862263"/>
                  </a:lnTo>
                  <a:lnTo>
                    <a:pt x="2944934" y="865090"/>
                  </a:lnTo>
                  <a:lnTo>
                    <a:pt x="2946334" y="868045"/>
                  </a:lnTo>
                  <a:lnTo>
                    <a:pt x="2948338" y="870631"/>
                  </a:lnTo>
                  <a:lnTo>
                    <a:pt x="2950543" y="875173"/>
                  </a:lnTo>
                  <a:lnTo>
                    <a:pt x="2949639" y="879111"/>
                  </a:lnTo>
                  <a:lnTo>
                    <a:pt x="2947638" y="882435"/>
                  </a:lnTo>
                  <a:lnTo>
                    <a:pt x="2946734" y="885876"/>
                  </a:lnTo>
                  <a:lnTo>
                    <a:pt x="2948438" y="888836"/>
                  </a:lnTo>
                  <a:lnTo>
                    <a:pt x="2952943" y="892769"/>
                  </a:lnTo>
                  <a:lnTo>
                    <a:pt x="2955748" y="896584"/>
                  </a:lnTo>
                  <a:lnTo>
                    <a:pt x="2960157" y="898678"/>
                  </a:lnTo>
                  <a:lnTo>
                    <a:pt x="2962257" y="897198"/>
                  </a:lnTo>
                  <a:lnTo>
                    <a:pt x="2963961" y="895227"/>
                  </a:lnTo>
                  <a:lnTo>
                    <a:pt x="2965762" y="893752"/>
                  </a:lnTo>
                  <a:lnTo>
                    <a:pt x="2968866" y="894617"/>
                  </a:lnTo>
                  <a:lnTo>
                    <a:pt x="2972471" y="895724"/>
                  </a:lnTo>
                  <a:lnTo>
                    <a:pt x="2976409" y="897040"/>
                  </a:lnTo>
                  <a:lnTo>
                    <a:pt x="2975938" y="900230"/>
                  </a:lnTo>
                  <a:lnTo>
                    <a:pt x="2978338" y="905607"/>
                  </a:lnTo>
                  <a:lnTo>
                    <a:pt x="2980197" y="915946"/>
                  </a:lnTo>
                  <a:lnTo>
                    <a:pt x="2977342" y="920642"/>
                  </a:lnTo>
                  <a:lnTo>
                    <a:pt x="2977955" y="926864"/>
                  </a:lnTo>
                  <a:lnTo>
                    <a:pt x="2985868" y="928677"/>
                  </a:lnTo>
                  <a:lnTo>
                    <a:pt x="2987794" y="930582"/>
                  </a:lnTo>
                  <a:lnTo>
                    <a:pt x="2988173" y="932881"/>
                  </a:lnTo>
                  <a:lnTo>
                    <a:pt x="2970741" y="948833"/>
                  </a:lnTo>
                  <a:lnTo>
                    <a:pt x="2955994" y="946600"/>
                  </a:lnTo>
                  <a:lnTo>
                    <a:pt x="2947992" y="950830"/>
                  </a:lnTo>
                  <a:lnTo>
                    <a:pt x="2939612" y="952064"/>
                  </a:lnTo>
                  <a:lnTo>
                    <a:pt x="2935937" y="959192"/>
                  </a:lnTo>
                  <a:lnTo>
                    <a:pt x="2931336" y="960703"/>
                  </a:lnTo>
                  <a:lnTo>
                    <a:pt x="2925035" y="960273"/>
                  </a:lnTo>
                  <a:lnTo>
                    <a:pt x="2919601" y="958260"/>
                  </a:lnTo>
                  <a:lnTo>
                    <a:pt x="2915455" y="959248"/>
                  </a:lnTo>
                  <a:lnTo>
                    <a:pt x="2909654" y="972112"/>
                  </a:lnTo>
                  <a:lnTo>
                    <a:pt x="2904903" y="970991"/>
                  </a:lnTo>
                  <a:lnTo>
                    <a:pt x="2903011" y="975620"/>
                  </a:lnTo>
                  <a:lnTo>
                    <a:pt x="2900528" y="977643"/>
                  </a:lnTo>
                  <a:lnTo>
                    <a:pt x="2896886" y="979379"/>
                  </a:lnTo>
                  <a:lnTo>
                    <a:pt x="2893723" y="973664"/>
                  </a:lnTo>
                  <a:lnTo>
                    <a:pt x="2891710" y="968231"/>
                  </a:lnTo>
                  <a:lnTo>
                    <a:pt x="2888743" y="967037"/>
                  </a:lnTo>
                  <a:lnTo>
                    <a:pt x="2884801" y="965650"/>
                  </a:lnTo>
                  <a:lnTo>
                    <a:pt x="2880746" y="965696"/>
                  </a:lnTo>
                  <a:lnTo>
                    <a:pt x="2878041" y="966474"/>
                  </a:lnTo>
                  <a:lnTo>
                    <a:pt x="2874687" y="969987"/>
                  </a:lnTo>
                  <a:lnTo>
                    <a:pt x="2869824" y="973003"/>
                  </a:lnTo>
                  <a:lnTo>
                    <a:pt x="2866144" y="970489"/>
                  </a:lnTo>
                  <a:lnTo>
                    <a:pt x="2863265" y="966448"/>
                  </a:lnTo>
                  <a:lnTo>
                    <a:pt x="2860802" y="972947"/>
                  </a:lnTo>
                  <a:lnTo>
                    <a:pt x="2857218" y="979809"/>
                  </a:lnTo>
                  <a:lnTo>
                    <a:pt x="2857814" y="987813"/>
                  </a:lnTo>
                  <a:lnTo>
                    <a:pt x="2856272" y="992560"/>
                  </a:lnTo>
                  <a:lnTo>
                    <a:pt x="2852871" y="991280"/>
                  </a:lnTo>
                  <a:lnTo>
                    <a:pt x="2849488" y="987117"/>
                  </a:lnTo>
                  <a:lnTo>
                    <a:pt x="2839991" y="983788"/>
                  </a:lnTo>
                  <a:lnTo>
                    <a:pt x="2832427" y="984095"/>
                  </a:lnTo>
                  <a:lnTo>
                    <a:pt x="2833965" y="979650"/>
                  </a:lnTo>
                  <a:lnTo>
                    <a:pt x="2841116" y="973270"/>
                  </a:lnTo>
                  <a:lnTo>
                    <a:pt x="2838915" y="972020"/>
                  </a:lnTo>
                  <a:lnTo>
                    <a:pt x="2835407" y="972906"/>
                  </a:lnTo>
                  <a:lnTo>
                    <a:pt x="2833877" y="972020"/>
                  </a:lnTo>
                  <a:lnTo>
                    <a:pt x="2836386" y="966223"/>
                  </a:lnTo>
                  <a:lnTo>
                    <a:pt x="2836628" y="959827"/>
                  </a:lnTo>
                  <a:lnTo>
                    <a:pt x="2833427" y="962065"/>
                  </a:lnTo>
                  <a:lnTo>
                    <a:pt x="2829402" y="968814"/>
                  </a:lnTo>
                  <a:lnTo>
                    <a:pt x="2819663" y="974186"/>
                  </a:lnTo>
                  <a:lnTo>
                    <a:pt x="2820117" y="983179"/>
                  </a:lnTo>
                  <a:lnTo>
                    <a:pt x="2810949" y="1001609"/>
                  </a:lnTo>
                  <a:lnTo>
                    <a:pt x="2810541" y="1009454"/>
                  </a:lnTo>
                  <a:lnTo>
                    <a:pt x="2804661" y="1015717"/>
                  </a:lnTo>
                  <a:lnTo>
                    <a:pt x="2797081" y="1021104"/>
                  </a:lnTo>
                  <a:lnTo>
                    <a:pt x="2786971" y="1019588"/>
                  </a:lnTo>
                  <a:lnTo>
                    <a:pt x="2779253" y="1024269"/>
                  </a:lnTo>
                  <a:lnTo>
                    <a:pt x="2775336" y="1029641"/>
                  </a:lnTo>
                  <a:lnTo>
                    <a:pt x="2771932" y="1030450"/>
                  </a:lnTo>
                  <a:lnTo>
                    <a:pt x="2770156" y="1023608"/>
                  </a:lnTo>
                  <a:lnTo>
                    <a:pt x="2768864" y="1021493"/>
                  </a:lnTo>
                  <a:lnTo>
                    <a:pt x="2766022" y="1031581"/>
                  </a:lnTo>
                  <a:lnTo>
                    <a:pt x="2763126" y="1032206"/>
                  </a:lnTo>
                  <a:lnTo>
                    <a:pt x="2762030" y="1025052"/>
                  </a:lnTo>
                  <a:lnTo>
                    <a:pt x="2760655" y="1020326"/>
                  </a:lnTo>
                  <a:lnTo>
                    <a:pt x="2756709" y="1024402"/>
                  </a:lnTo>
                  <a:lnTo>
                    <a:pt x="2754087" y="1035207"/>
                  </a:lnTo>
                  <a:lnTo>
                    <a:pt x="2751341" y="1034296"/>
                  </a:lnTo>
                  <a:lnTo>
                    <a:pt x="2750466" y="1030276"/>
                  </a:lnTo>
                  <a:lnTo>
                    <a:pt x="2748499" y="1029057"/>
                  </a:lnTo>
                  <a:lnTo>
                    <a:pt x="2747824" y="1033650"/>
                  </a:lnTo>
                  <a:lnTo>
                    <a:pt x="2748816" y="1040113"/>
                  </a:lnTo>
                  <a:lnTo>
                    <a:pt x="2747387" y="1043564"/>
                  </a:lnTo>
                  <a:lnTo>
                    <a:pt x="2744657" y="1041721"/>
                  </a:lnTo>
                  <a:lnTo>
                    <a:pt x="2741911" y="1038612"/>
                  </a:lnTo>
                  <a:lnTo>
                    <a:pt x="2737381" y="1040973"/>
                  </a:lnTo>
                  <a:lnTo>
                    <a:pt x="2733222" y="1041931"/>
                  </a:lnTo>
                  <a:lnTo>
                    <a:pt x="2733206" y="1038766"/>
                  </a:lnTo>
                  <a:lnTo>
                    <a:pt x="2733997" y="1034884"/>
                  </a:lnTo>
                  <a:lnTo>
                    <a:pt x="2725709" y="1037030"/>
                  </a:lnTo>
                  <a:lnTo>
                    <a:pt x="2715770" y="1044189"/>
                  </a:lnTo>
                  <a:lnTo>
                    <a:pt x="2708052" y="1054093"/>
                  </a:lnTo>
                  <a:lnTo>
                    <a:pt x="2710728" y="1055742"/>
                  </a:lnTo>
                  <a:lnTo>
                    <a:pt x="2713740" y="1058896"/>
                  </a:lnTo>
                  <a:lnTo>
                    <a:pt x="2700334" y="1074198"/>
                  </a:lnTo>
                  <a:lnTo>
                    <a:pt x="2686591" y="1087978"/>
                  </a:lnTo>
                  <a:lnTo>
                    <a:pt x="2676210" y="1110464"/>
                  </a:lnTo>
                  <a:lnTo>
                    <a:pt x="2672043" y="1113096"/>
                  </a:lnTo>
                  <a:lnTo>
                    <a:pt x="2668464" y="1117218"/>
                  </a:lnTo>
                  <a:lnTo>
                    <a:pt x="2664663" y="1130794"/>
                  </a:lnTo>
                  <a:lnTo>
                    <a:pt x="2660275" y="1142879"/>
                  </a:lnTo>
                  <a:lnTo>
                    <a:pt x="2662729" y="1148261"/>
                  </a:lnTo>
                  <a:lnTo>
                    <a:pt x="2664346" y="1153797"/>
                  </a:lnTo>
                  <a:lnTo>
                    <a:pt x="2668243" y="1159246"/>
                  </a:lnTo>
                  <a:lnTo>
                    <a:pt x="2671556" y="1159737"/>
                  </a:lnTo>
                  <a:lnTo>
                    <a:pt x="2675144" y="1158754"/>
                  </a:lnTo>
                  <a:lnTo>
                    <a:pt x="2677777" y="1158985"/>
                  </a:lnTo>
                  <a:lnTo>
                    <a:pt x="2679469" y="1161299"/>
                  </a:lnTo>
                  <a:lnTo>
                    <a:pt x="2678719" y="1164075"/>
                  </a:lnTo>
                  <a:lnTo>
                    <a:pt x="2674581" y="1164766"/>
                  </a:lnTo>
                  <a:lnTo>
                    <a:pt x="2666863" y="1169621"/>
                  </a:lnTo>
                  <a:lnTo>
                    <a:pt x="2660096" y="1171485"/>
                  </a:lnTo>
                  <a:lnTo>
                    <a:pt x="2656704" y="1177353"/>
                  </a:lnTo>
                  <a:lnTo>
                    <a:pt x="2651620" y="1184134"/>
                  </a:lnTo>
                  <a:lnTo>
                    <a:pt x="2641743" y="1194713"/>
                  </a:lnTo>
                  <a:lnTo>
                    <a:pt x="2645965" y="1197975"/>
                  </a:lnTo>
                  <a:lnTo>
                    <a:pt x="2661221" y="1201652"/>
                  </a:lnTo>
                  <a:lnTo>
                    <a:pt x="2668022" y="1205437"/>
                  </a:lnTo>
                  <a:lnTo>
                    <a:pt x="2678315" y="1225198"/>
                  </a:lnTo>
                  <a:lnTo>
                    <a:pt x="2675965" y="1227175"/>
                  </a:lnTo>
                  <a:lnTo>
                    <a:pt x="2675031" y="1230795"/>
                  </a:lnTo>
                  <a:lnTo>
                    <a:pt x="2684182" y="1235875"/>
                  </a:lnTo>
                  <a:lnTo>
                    <a:pt x="2687104" y="1250065"/>
                  </a:lnTo>
                  <a:lnTo>
                    <a:pt x="2694617" y="1254894"/>
                  </a:lnTo>
                  <a:lnTo>
                    <a:pt x="2705814" y="1257864"/>
                  </a:lnTo>
                  <a:lnTo>
                    <a:pt x="2719508" y="1253573"/>
                  </a:lnTo>
                  <a:lnTo>
                    <a:pt x="2730909" y="1247669"/>
                  </a:lnTo>
                  <a:lnTo>
                    <a:pt x="2730509" y="1242829"/>
                  </a:lnTo>
                  <a:lnTo>
                    <a:pt x="2723346" y="1231569"/>
                  </a:lnTo>
                  <a:lnTo>
                    <a:pt x="2721621" y="1226279"/>
                  </a:lnTo>
                  <a:lnTo>
                    <a:pt x="2716303" y="1222853"/>
                  </a:lnTo>
                  <a:lnTo>
                    <a:pt x="2714282" y="1225756"/>
                  </a:lnTo>
                  <a:lnTo>
                    <a:pt x="2710844" y="1221987"/>
                  </a:lnTo>
                  <a:lnTo>
                    <a:pt x="2710457" y="1219872"/>
                  </a:lnTo>
                  <a:lnTo>
                    <a:pt x="2713661" y="1218843"/>
                  </a:lnTo>
                  <a:lnTo>
                    <a:pt x="2717387" y="1219253"/>
                  </a:lnTo>
                  <a:lnTo>
                    <a:pt x="2721733" y="1221224"/>
                  </a:lnTo>
                  <a:lnTo>
                    <a:pt x="2732918" y="1233499"/>
                  </a:lnTo>
                  <a:lnTo>
                    <a:pt x="2736014" y="1249589"/>
                  </a:lnTo>
                  <a:lnTo>
                    <a:pt x="2736677" y="1259805"/>
                  </a:lnTo>
                  <a:lnTo>
                    <a:pt x="2735414" y="1263298"/>
                  </a:lnTo>
                  <a:lnTo>
                    <a:pt x="2732160" y="1262581"/>
                  </a:lnTo>
                  <a:lnTo>
                    <a:pt x="2725950" y="1263277"/>
                  </a:lnTo>
                  <a:lnTo>
                    <a:pt x="2696492" y="1268567"/>
                  </a:lnTo>
                  <a:lnTo>
                    <a:pt x="2689950" y="1273227"/>
                  </a:lnTo>
                  <a:lnTo>
                    <a:pt x="2674948" y="1278287"/>
                  </a:lnTo>
                  <a:lnTo>
                    <a:pt x="2674014" y="1275762"/>
                  </a:lnTo>
                  <a:lnTo>
                    <a:pt x="2675098" y="1270539"/>
                  </a:lnTo>
                  <a:lnTo>
                    <a:pt x="2674152" y="1259841"/>
                  </a:lnTo>
                  <a:lnTo>
                    <a:pt x="2671193" y="1259344"/>
                  </a:lnTo>
                  <a:lnTo>
                    <a:pt x="2647886" y="1276786"/>
                  </a:lnTo>
                  <a:lnTo>
                    <a:pt x="2638876" y="1277882"/>
                  </a:lnTo>
                  <a:lnTo>
                    <a:pt x="2631300" y="1282988"/>
                  </a:lnTo>
                  <a:lnTo>
                    <a:pt x="2629604" y="1280156"/>
                  </a:lnTo>
                  <a:lnTo>
                    <a:pt x="2628250" y="1267077"/>
                  </a:lnTo>
                  <a:lnTo>
                    <a:pt x="2632992" y="1256108"/>
                  </a:lnTo>
                  <a:lnTo>
                    <a:pt x="2630467" y="1256282"/>
                  </a:lnTo>
                  <a:lnTo>
                    <a:pt x="2622549" y="1262868"/>
                  </a:lnTo>
                  <a:lnTo>
                    <a:pt x="2619165" y="1258817"/>
                  </a:lnTo>
                  <a:lnTo>
                    <a:pt x="2617469" y="1254372"/>
                  </a:lnTo>
                  <a:lnTo>
                    <a:pt x="2615031" y="1251858"/>
                  </a:lnTo>
                  <a:lnTo>
                    <a:pt x="2612389" y="1250905"/>
                  </a:lnTo>
                  <a:lnTo>
                    <a:pt x="2614648" y="1260614"/>
                  </a:lnTo>
                  <a:lnTo>
                    <a:pt x="2609281" y="1267896"/>
                  </a:lnTo>
                  <a:lnTo>
                    <a:pt x="2607810" y="1286731"/>
                  </a:lnTo>
                  <a:lnTo>
                    <a:pt x="2601063" y="1294571"/>
                  </a:lnTo>
                  <a:lnTo>
                    <a:pt x="2580031" y="1299610"/>
                  </a:lnTo>
                  <a:lnTo>
                    <a:pt x="2566321" y="1298545"/>
                  </a:lnTo>
                  <a:lnTo>
                    <a:pt x="2554036" y="1300112"/>
                  </a:lnTo>
                  <a:lnTo>
                    <a:pt x="2537700" y="1303727"/>
                  </a:lnTo>
                  <a:lnTo>
                    <a:pt x="2528674" y="1301577"/>
                  </a:lnTo>
                  <a:lnTo>
                    <a:pt x="2519427" y="1305392"/>
                  </a:lnTo>
                  <a:lnTo>
                    <a:pt x="2488039" y="1306431"/>
                  </a:lnTo>
                  <a:lnTo>
                    <a:pt x="2481422" y="1304408"/>
                  </a:lnTo>
                  <a:lnTo>
                    <a:pt x="2472971" y="1311614"/>
                  </a:lnTo>
                  <a:lnTo>
                    <a:pt x="2459440" y="1315874"/>
                  </a:lnTo>
                  <a:lnTo>
                    <a:pt x="2425239" y="1332020"/>
                  </a:lnTo>
                  <a:lnTo>
                    <a:pt x="2417697" y="1337894"/>
                  </a:lnTo>
                  <a:lnTo>
                    <a:pt x="2408512" y="1347066"/>
                  </a:lnTo>
                  <a:lnTo>
                    <a:pt x="2402345" y="1351997"/>
                  </a:lnTo>
                  <a:lnTo>
                    <a:pt x="2397273" y="1353600"/>
                  </a:lnTo>
                  <a:lnTo>
                    <a:pt x="2394156" y="1357707"/>
                  </a:lnTo>
                  <a:lnTo>
                    <a:pt x="2390752" y="1360390"/>
                  </a:lnTo>
                  <a:lnTo>
                    <a:pt x="2394039" y="1351224"/>
                  </a:lnTo>
                  <a:lnTo>
                    <a:pt x="2397611" y="1343496"/>
                  </a:lnTo>
                  <a:lnTo>
                    <a:pt x="2400578" y="1328528"/>
                  </a:lnTo>
                  <a:lnTo>
                    <a:pt x="2399703" y="1316422"/>
                  </a:lnTo>
                  <a:lnTo>
                    <a:pt x="2396023" y="1311445"/>
                  </a:lnTo>
                  <a:lnTo>
                    <a:pt x="2392218" y="1308126"/>
                  </a:lnTo>
                  <a:lnTo>
                    <a:pt x="2396677" y="1320073"/>
                  </a:lnTo>
                  <a:lnTo>
                    <a:pt x="2397398" y="1334724"/>
                  </a:lnTo>
                  <a:lnTo>
                    <a:pt x="2395865" y="1343307"/>
                  </a:lnTo>
                  <a:lnTo>
                    <a:pt x="2387476" y="1359863"/>
                  </a:lnTo>
                  <a:lnTo>
                    <a:pt x="2383905" y="1363719"/>
                  </a:lnTo>
                  <a:lnTo>
                    <a:pt x="2379729" y="1367109"/>
                  </a:lnTo>
                  <a:lnTo>
                    <a:pt x="2376583" y="1368584"/>
                  </a:lnTo>
                  <a:lnTo>
                    <a:pt x="2373678" y="1371231"/>
                  </a:lnTo>
                  <a:lnTo>
                    <a:pt x="2370303" y="1375425"/>
                  </a:lnTo>
                  <a:lnTo>
                    <a:pt x="2367103" y="1383752"/>
                  </a:lnTo>
                  <a:lnTo>
                    <a:pt x="2369040" y="1391341"/>
                  </a:lnTo>
                  <a:lnTo>
                    <a:pt x="2385397" y="1394112"/>
                  </a:lnTo>
                  <a:lnTo>
                    <a:pt x="2389785" y="1391771"/>
                  </a:lnTo>
                  <a:lnTo>
                    <a:pt x="2392018" y="1397205"/>
                  </a:lnTo>
                  <a:lnTo>
                    <a:pt x="2393269" y="1404753"/>
                  </a:lnTo>
                  <a:lnTo>
                    <a:pt x="2392043" y="1412916"/>
                  </a:lnTo>
                  <a:lnTo>
                    <a:pt x="2389310" y="1421222"/>
                  </a:lnTo>
                  <a:lnTo>
                    <a:pt x="2387234" y="1431535"/>
                  </a:lnTo>
                  <a:lnTo>
                    <a:pt x="2385476" y="1447262"/>
                  </a:lnTo>
                  <a:lnTo>
                    <a:pt x="2382830" y="1461411"/>
                  </a:lnTo>
                  <a:lnTo>
                    <a:pt x="2382484" y="1457114"/>
                  </a:lnTo>
                  <a:lnTo>
                    <a:pt x="2384138" y="1439913"/>
                  </a:lnTo>
                  <a:lnTo>
                    <a:pt x="2381459" y="1441710"/>
                  </a:lnTo>
                  <a:lnTo>
                    <a:pt x="2379613" y="1445679"/>
                  </a:lnTo>
                  <a:lnTo>
                    <a:pt x="2374620" y="1467863"/>
                  </a:lnTo>
                  <a:lnTo>
                    <a:pt x="2367757" y="1479687"/>
                  </a:lnTo>
                  <a:lnTo>
                    <a:pt x="2361435" y="1487865"/>
                  </a:lnTo>
                  <a:lnTo>
                    <a:pt x="2354913" y="1486513"/>
                  </a:lnTo>
                  <a:lnTo>
                    <a:pt x="2356380" y="1493012"/>
                  </a:lnTo>
                  <a:lnTo>
                    <a:pt x="2354588" y="1496397"/>
                  </a:lnTo>
                  <a:lnTo>
                    <a:pt x="2353055" y="1503458"/>
                  </a:lnTo>
                  <a:lnTo>
                    <a:pt x="2349167" y="1508139"/>
                  </a:lnTo>
                  <a:lnTo>
                    <a:pt x="2345512" y="1507688"/>
                  </a:lnTo>
                  <a:lnTo>
                    <a:pt x="2340261" y="1510915"/>
                  </a:lnTo>
                  <a:lnTo>
                    <a:pt x="2338190" y="1513383"/>
                  </a:lnTo>
                  <a:lnTo>
                    <a:pt x="2338036" y="1518109"/>
                  </a:lnTo>
                  <a:lnTo>
                    <a:pt x="2334523" y="1522268"/>
                  </a:lnTo>
                  <a:lnTo>
                    <a:pt x="2321847" y="1543868"/>
                  </a:lnTo>
                  <a:lnTo>
                    <a:pt x="2310841" y="1550243"/>
                  </a:lnTo>
                  <a:lnTo>
                    <a:pt x="2308207" y="1549316"/>
                  </a:lnTo>
                  <a:lnTo>
                    <a:pt x="2311108" y="1539121"/>
                  </a:lnTo>
                  <a:lnTo>
                    <a:pt x="2313095" y="1528812"/>
                  </a:lnTo>
                  <a:lnTo>
                    <a:pt x="2306415" y="1524326"/>
                  </a:lnTo>
                  <a:lnTo>
                    <a:pt x="2300023" y="1521955"/>
                  </a:lnTo>
                  <a:lnTo>
                    <a:pt x="2292688" y="1522268"/>
                  </a:lnTo>
                  <a:lnTo>
                    <a:pt x="2284587" y="1514253"/>
                  </a:lnTo>
                  <a:lnTo>
                    <a:pt x="2274144" y="1508426"/>
                  </a:lnTo>
                  <a:lnTo>
                    <a:pt x="2259567" y="1492658"/>
                  </a:lnTo>
                  <a:lnTo>
                    <a:pt x="2259992" y="1488285"/>
                  </a:lnTo>
                  <a:lnTo>
                    <a:pt x="2259626" y="1480947"/>
                  </a:lnTo>
                  <a:lnTo>
                    <a:pt x="2264055" y="1469353"/>
                  </a:lnTo>
                  <a:lnTo>
                    <a:pt x="2268302" y="1461247"/>
                  </a:lnTo>
                  <a:lnTo>
                    <a:pt x="2274165" y="1457048"/>
                  </a:lnTo>
                  <a:lnTo>
                    <a:pt x="2291180" y="1452772"/>
                  </a:lnTo>
                  <a:lnTo>
                    <a:pt x="2295447" y="1446340"/>
                  </a:lnTo>
                  <a:lnTo>
                    <a:pt x="2297977" y="1440922"/>
                  </a:lnTo>
                  <a:lnTo>
                    <a:pt x="2289546" y="1450227"/>
                  </a:lnTo>
                  <a:lnTo>
                    <a:pt x="2276920" y="1453381"/>
                  </a:lnTo>
                  <a:lnTo>
                    <a:pt x="2270115" y="1456853"/>
                  </a:lnTo>
                  <a:lnTo>
                    <a:pt x="2264672" y="1462163"/>
                  </a:lnTo>
                  <a:lnTo>
                    <a:pt x="2261451" y="1468831"/>
                  </a:lnTo>
                  <a:lnTo>
                    <a:pt x="2254158" y="1476866"/>
                  </a:lnTo>
                  <a:lnTo>
                    <a:pt x="2254671" y="1482248"/>
                  </a:lnTo>
                  <a:lnTo>
                    <a:pt x="2255892" y="1486073"/>
                  </a:lnTo>
                  <a:lnTo>
                    <a:pt x="2255329" y="1494046"/>
                  </a:lnTo>
                  <a:lnTo>
                    <a:pt x="2259942" y="1501820"/>
                  </a:lnTo>
                  <a:lnTo>
                    <a:pt x="2269089" y="1514555"/>
                  </a:lnTo>
                  <a:lnTo>
                    <a:pt x="2270836" y="1534338"/>
                  </a:lnTo>
                  <a:lnTo>
                    <a:pt x="2277816" y="1547575"/>
                  </a:lnTo>
                  <a:lnTo>
                    <a:pt x="2288513" y="1563010"/>
                  </a:lnTo>
                  <a:lnTo>
                    <a:pt x="2296739" y="1567398"/>
                  </a:lnTo>
                  <a:lnTo>
                    <a:pt x="2297139" y="1573139"/>
                  </a:lnTo>
                  <a:lnTo>
                    <a:pt x="2293343" y="1582618"/>
                  </a:lnTo>
                  <a:lnTo>
                    <a:pt x="2288338" y="1586950"/>
                  </a:lnTo>
                  <a:lnTo>
                    <a:pt x="2294847" y="1586084"/>
                  </a:lnTo>
                  <a:lnTo>
                    <a:pt x="2298089" y="1588251"/>
                  </a:lnTo>
                  <a:lnTo>
                    <a:pt x="2301244" y="1596157"/>
                  </a:lnTo>
                  <a:lnTo>
                    <a:pt x="2300998" y="1604228"/>
                  </a:lnTo>
                  <a:lnTo>
                    <a:pt x="2299931" y="1608775"/>
                  </a:lnTo>
                  <a:lnTo>
                    <a:pt x="2297960" y="1610588"/>
                  </a:lnTo>
                  <a:lnTo>
                    <a:pt x="2298043" y="1605943"/>
                  </a:lnTo>
                  <a:lnTo>
                    <a:pt x="2296647" y="1604330"/>
                  </a:lnTo>
                  <a:lnTo>
                    <a:pt x="2294343" y="1606343"/>
                  </a:lnTo>
                  <a:lnTo>
                    <a:pt x="2292851" y="1608637"/>
                  </a:lnTo>
                  <a:lnTo>
                    <a:pt x="2292230" y="1617675"/>
                  </a:lnTo>
                  <a:lnTo>
                    <a:pt x="2290651" y="1622192"/>
                  </a:lnTo>
                  <a:lnTo>
                    <a:pt x="2285067" y="1623534"/>
                  </a:lnTo>
                  <a:lnTo>
                    <a:pt x="2279403" y="1635394"/>
                  </a:lnTo>
                  <a:lnTo>
                    <a:pt x="2274136" y="1642123"/>
                  </a:lnTo>
                  <a:lnTo>
                    <a:pt x="2253408" y="1687622"/>
                  </a:lnTo>
                  <a:lnTo>
                    <a:pt x="2254200" y="1695227"/>
                  </a:lnTo>
                  <a:lnTo>
                    <a:pt x="2250408" y="1697674"/>
                  </a:lnTo>
                  <a:lnTo>
                    <a:pt x="2244665" y="1699666"/>
                  </a:lnTo>
                  <a:lnTo>
                    <a:pt x="2238856" y="1704214"/>
                  </a:lnTo>
                  <a:lnTo>
                    <a:pt x="2235002" y="1709227"/>
                  </a:lnTo>
                  <a:lnTo>
                    <a:pt x="2231422" y="1722710"/>
                  </a:lnTo>
                  <a:lnTo>
                    <a:pt x="2224563" y="1737889"/>
                  </a:lnTo>
                  <a:lnTo>
                    <a:pt x="2220283" y="1731565"/>
                  </a:lnTo>
                  <a:lnTo>
                    <a:pt x="2219187" y="1726152"/>
                  </a:lnTo>
                  <a:lnTo>
                    <a:pt x="2221091" y="1712033"/>
                  </a:lnTo>
                  <a:lnTo>
                    <a:pt x="2228509" y="1688887"/>
                  </a:lnTo>
                  <a:lnTo>
                    <a:pt x="2236681" y="1674497"/>
                  </a:lnTo>
                  <a:lnTo>
                    <a:pt x="2242915" y="1667676"/>
                  </a:lnTo>
                  <a:lnTo>
                    <a:pt x="2248041" y="1653773"/>
                  </a:lnTo>
                  <a:lnTo>
                    <a:pt x="2241565" y="1651699"/>
                  </a:lnTo>
                  <a:lnTo>
                    <a:pt x="2231693" y="1651924"/>
                  </a:lnTo>
                  <a:lnTo>
                    <a:pt x="2233551" y="1645508"/>
                  </a:lnTo>
                  <a:lnTo>
                    <a:pt x="2236431" y="1639854"/>
                  </a:lnTo>
                  <a:lnTo>
                    <a:pt x="2231284" y="1634221"/>
                  </a:lnTo>
                  <a:lnTo>
                    <a:pt x="2228238" y="1633504"/>
                  </a:lnTo>
                  <a:lnTo>
                    <a:pt x="2225100" y="1631195"/>
                  </a:lnTo>
                  <a:lnTo>
                    <a:pt x="2228780" y="1626504"/>
                  </a:lnTo>
                  <a:lnTo>
                    <a:pt x="2230576" y="1621547"/>
                  </a:lnTo>
                  <a:lnTo>
                    <a:pt x="2229480" y="1615514"/>
                  </a:lnTo>
                  <a:lnTo>
                    <a:pt x="2231022" y="1610972"/>
                  </a:lnTo>
                  <a:lnTo>
                    <a:pt x="2228451" y="1611658"/>
                  </a:lnTo>
                  <a:lnTo>
                    <a:pt x="2224317" y="1616467"/>
                  </a:lnTo>
                  <a:lnTo>
                    <a:pt x="2221746" y="1618387"/>
                  </a:lnTo>
                  <a:lnTo>
                    <a:pt x="2220179" y="1614132"/>
                  </a:lnTo>
                  <a:lnTo>
                    <a:pt x="2218391" y="1615094"/>
                  </a:lnTo>
                  <a:lnTo>
                    <a:pt x="2217228" y="1618018"/>
                  </a:lnTo>
                  <a:lnTo>
                    <a:pt x="2214591" y="1619626"/>
                  </a:lnTo>
                  <a:lnTo>
                    <a:pt x="2209019" y="1615627"/>
                  </a:lnTo>
                  <a:lnTo>
                    <a:pt x="2200897" y="1611049"/>
                  </a:lnTo>
                  <a:lnTo>
                    <a:pt x="2196376" y="1603173"/>
                  </a:lnTo>
                  <a:lnTo>
                    <a:pt x="2193796" y="1597069"/>
                  </a:lnTo>
                  <a:lnTo>
                    <a:pt x="2196417" y="1586023"/>
                  </a:lnTo>
                  <a:lnTo>
                    <a:pt x="2202031" y="1584062"/>
                  </a:lnTo>
                  <a:lnTo>
                    <a:pt x="2209323" y="1585854"/>
                  </a:lnTo>
                  <a:lnTo>
                    <a:pt x="2218883" y="1585839"/>
                  </a:lnTo>
                  <a:lnTo>
                    <a:pt x="2217516" y="1583386"/>
                  </a:lnTo>
                  <a:lnTo>
                    <a:pt x="2214103" y="1583790"/>
                  </a:lnTo>
                  <a:lnTo>
                    <a:pt x="2204027" y="1574829"/>
                  </a:lnTo>
                  <a:lnTo>
                    <a:pt x="2200785" y="1569416"/>
                  </a:lnTo>
                  <a:lnTo>
                    <a:pt x="2195209" y="1567931"/>
                  </a:lnTo>
                  <a:lnTo>
                    <a:pt x="2192667" y="1573134"/>
                  </a:lnTo>
                  <a:lnTo>
                    <a:pt x="2189846" y="1574516"/>
                  </a:lnTo>
                  <a:lnTo>
                    <a:pt x="2193329" y="1563132"/>
                  </a:lnTo>
                  <a:lnTo>
                    <a:pt x="2197884" y="1562666"/>
                  </a:lnTo>
                  <a:lnTo>
                    <a:pt x="2204610" y="1559512"/>
                  </a:lnTo>
                  <a:lnTo>
                    <a:pt x="2202656" y="1552921"/>
                  </a:lnTo>
                  <a:lnTo>
                    <a:pt x="2198409" y="1550038"/>
                  </a:lnTo>
                  <a:lnTo>
                    <a:pt x="2190742" y="1553654"/>
                  </a:lnTo>
                  <a:lnTo>
                    <a:pt x="2190833" y="1549019"/>
                  </a:lnTo>
                  <a:lnTo>
                    <a:pt x="2192271" y="1543084"/>
                  </a:lnTo>
                  <a:lnTo>
                    <a:pt x="2198051" y="1543105"/>
                  </a:lnTo>
                  <a:lnTo>
                    <a:pt x="2203114" y="1545040"/>
                  </a:lnTo>
                  <a:lnTo>
                    <a:pt x="2207423" y="1535454"/>
                  </a:lnTo>
                  <a:lnTo>
                    <a:pt x="2207615" y="1531173"/>
                  </a:lnTo>
                  <a:lnTo>
                    <a:pt x="2200455" y="1537395"/>
                  </a:lnTo>
                  <a:lnTo>
                    <a:pt x="2198847" y="1523973"/>
                  </a:lnTo>
                  <a:lnTo>
                    <a:pt x="2205894" y="1511027"/>
                  </a:lnTo>
                  <a:lnTo>
                    <a:pt x="2212615" y="1505384"/>
                  </a:lnTo>
                  <a:lnTo>
                    <a:pt x="2221012" y="1505548"/>
                  </a:lnTo>
                  <a:lnTo>
                    <a:pt x="2229547" y="1504636"/>
                  </a:lnTo>
                  <a:lnTo>
                    <a:pt x="2224192" y="1502265"/>
                  </a:lnTo>
                  <a:lnTo>
                    <a:pt x="2218695" y="1500980"/>
                  </a:lnTo>
                  <a:lnTo>
                    <a:pt x="2222825" y="1495864"/>
                  </a:lnTo>
                  <a:lnTo>
                    <a:pt x="2226346" y="1494947"/>
                  </a:lnTo>
                  <a:lnTo>
                    <a:pt x="2229805" y="1490487"/>
                  </a:lnTo>
                  <a:lnTo>
                    <a:pt x="2221487" y="1491148"/>
                  </a:lnTo>
                  <a:lnTo>
                    <a:pt x="2222467" y="1482708"/>
                  </a:lnTo>
                  <a:lnTo>
                    <a:pt x="2218424" y="1484424"/>
                  </a:lnTo>
                  <a:lnTo>
                    <a:pt x="2213586" y="1485218"/>
                  </a:lnTo>
                  <a:lnTo>
                    <a:pt x="2211703" y="1488797"/>
                  </a:lnTo>
                  <a:lnTo>
                    <a:pt x="2212074" y="1494743"/>
                  </a:lnTo>
                  <a:lnTo>
                    <a:pt x="2210661" y="1498645"/>
                  </a:lnTo>
                  <a:lnTo>
                    <a:pt x="2206898" y="1501779"/>
                  </a:lnTo>
                  <a:lnTo>
                    <a:pt x="2200543" y="1504221"/>
                  </a:lnTo>
                  <a:lnTo>
                    <a:pt x="2199926" y="1499986"/>
                  </a:lnTo>
                  <a:lnTo>
                    <a:pt x="2197826" y="1498066"/>
                  </a:lnTo>
                  <a:lnTo>
                    <a:pt x="2197042" y="1507135"/>
                  </a:lnTo>
                  <a:lnTo>
                    <a:pt x="2195375" y="1510218"/>
                  </a:lnTo>
                  <a:lnTo>
                    <a:pt x="2190729" y="1501707"/>
                  </a:lnTo>
                  <a:lnTo>
                    <a:pt x="2189333" y="1503423"/>
                  </a:lnTo>
                  <a:lnTo>
                    <a:pt x="2189512" y="1505840"/>
                  </a:lnTo>
                  <a:lnTo>
                    <a:pt x="2188325" y="1510018"/>
                  </a:lnTo>
                  <a:lnTo>
                    <a:pt x="2184341" y="1512195"/>
                  </a:lnTo>
                  <a:lnTo>
                    <a:pt x="2184587" y="1517551"/>
                  </a:lnTo>
                  <a:lnTo>
                    <a:pt x="2183041" y="1520470"/>
                  </a:lnTo>
                  <a:lnTo>
                    <a:pt x="2170280" y="1515820"/>
                  </a:lnTo>
                  <a:lnTo>
                    <a:pt x="2169980" y="1517398"/>
                  </a:lnTo>
                  <a:lnTo>
                    <a:pt x="2177198" y="1527424"/>
                  </a:lnTo>
                  <a:lnTo>
                    <a:pt x="2182470" y="1530850"/>
                  </a:lnTo>
                  <a:lnTo>
                    <a:pt x="2183111" y="1536319"/>
                  </a:lnTo>
                  <a:lnTo>
                    <a:pt x="2178586" y="1540856"/>
                  </a:lnTo>
                  <a:lnTo>
                    <a:pt x="2172343" y="1536939"/>
                  </a:lnTo>
                  <a:lnTo>
                    <a:pt x="2171293" y="1537226"/>
                  </a:lnTo>
                  <a:lnTo>
                    <a:pt x="2174685" y="1543944"/>
                  </a:lnTo>
                  <a:lnTo>
                    <a:pt x="2176823" y="1549813"/>
                  </a:lnTo>
                  <a:lnTo>
                    <a:pt x="2174623" y="1554729"/>
                  </a:lnTo>
                  <a:lnTo>
                    <a:pt x="2174964" y="1560782"/>
                  </a:lnTo>
                  <a:lnTo>
                    <a:pt x="2174489" y="1566272"/>
                  </a:lnTo>
                  <a:lnTo>
                    <a:pt x="2173143" y="1571060"/>
                  </a:lnTo>
                  <a:lnTo>
                    <a:pt x="2176177" y="1593131"/>
                  </a:lnTo>
                  <a:lnTo>
                    <a:pt x="2179832" y="1599133"/>
                  </a:lnTo>
                  <a:lnTo>
                    <a:pt x="2183424" y="1604873"/>
                  </a:lnTo>
                  <a:lnTo>
                    <a:pt x="2185328" y="1610245"/>
                  </a:lnTo>
                  <a:lnTo>
                    <a:pt x="2181515" y="1611028"/>
                  </a:lnTo>
                  <a:lnTo>
                    <a:pt x="2175444" y="1606609"/>
                  </a:lnTo>
                  <a:lnTo>
                    <a:pt x="2170110" y="1603239"/>
                  </a:lnTo>
                  <a:lnTo>
                    <a:pt x="2163755" y="1592465"/>
                  </a:lnTo>
                  <a:lnTo>
                    <a:pt x="2162704" y="1588164"/>
                  </a:lnTo>
                  <a:lnTo>
                    <a:pt x="2161154" y="1584763"/>
                  </a:lnTo>
                  <a:lnTo>
                    <a:pt x="2161904" y="1592573"/>
                  </a:lnTo>
                  <a:lnTo>
                    <a:pt x="2164171" y="1601294"/>
                  </a:lnTo>
                  <a:lnTo>
                    <a:pt x="2184074" y="1620809"/>
                  </a:lnTo>
                  <a:lnTo>
                    <a:pt x="2187749" y="1628296"/>
                  </a:lnTo>
                  <a:lnTo>
                    <a:pt x="2190550" y="1634180"/>
                  </a:lnTo>
                  <a:lnTo>
                    <a:pt x="2189846" y="1639818"/>
                  </a:lnTo>
                  <a:lnTo>
                    <a:pt x="2184657" y="1635829"/>
                  </a:lnTo>
                  <a:lnTo>
                    <a:pt x="2180182" y="1630744"/>
                  </a:lnTo>
                  <a:lnTo>
                    <a:pt x="2168301" y="1624998"/>
                  </a:lnTo>
                  <a:lnTo>
                    <a:pt x="2153320" y="1621368"/>
                  </a:lnTo>
                  <a:lnTo>
                    <a:pt x="2144873" y="1608012"/>
                  </a:lnTo>
                  <a:lnTo>
                    <a:pt x="2144902" y="1613584"/>
                  </a:lnTo>
                  <a:lnTo>
                    <a:pt x="2143027" y="1618310"/>
                  </a:lnTo>
                  <a:lnTo>
                    <a:pt x="2137864" y="1612549"/>
                  </a:lnTo>
                  <a:lnTo>
                    <a:pt x="2134609" y="1607633"/>
                  </a:lnTo>
                  <a:lnTo>
                    <a:pt x="2133517" y="1602246"/>
                  </a:lnTo>
                  <a:lnTo>
                    <a:pt x="2127071" y="1602615"/>
                  </a:lnTo>
                  <a:lnTo>
                    <a:pt x="2120311" y="1607295"/>
                  </a:lnTo>
                  <a:lnTo>
                    <a:pt x="2113773" y="1606184"/>
                  </a:lnTo>
                  <a:lnTo>
                    <a:pt x="2112998" y="1597048"/>
                  </a:lnTo>
                  <a:lnTo>
                    <a:pt x="2114765" y="1592209"/>
                  </a:lnTo>
                  <a:lnTo>
                    <a:pt x="2122103" y="1580764"/>
                  </a:lnTo>
                  <a:lnTo>
                    <a:pt x="2129017" y="1574921"/>
                  </a:lnTo>
                  <a:lnTo>
                    <a:pt x="2132067" y="1567378"/>
                  </a:lnTo>
                  <a:lnTo>
                    <a:pt x="2131025" y="1555682"/>
                  </a:lnTo>
                  <a:lnTo>
                    <a:pt x="2129725" y="1567583"/>
                  </a:lnTo>
                  <a:lnTo>
                    <a:pt x="2125775" y="1573482"/>
                  </a:lnTo>
                  <a:lnTo>
                    <a:pt x="2119565" y="1577988"/>
                  </a:lnTo>
                  <a:lnTo>
                    <a:pt x="2111393" y="1586018"/>
                  </a:lnTo>
                  <a:lnTo>
                    <a:pt x="2109397" y="1593443"/>
                  </a:lnTo>
                  <a:lnTo>
                    <a:pt x="2106847" y="1607346"/>
                  </a:lnTo>
                  <a:lnTo>
                    <a:pt x="2110297" y="1612053"/>
                  </a:lnTo>
                  <a:lnTo>
                    <a:pt x="2113823" y="1613282"/>
                  </a:lnTo>
                  <a:lnTo>
                    <a:pt x="2124237" y="1610127"/>
                  </a:lnTo>
                  <a:lnTo>
                    <a:pt x="2129625" y="1611535"/>
                  </a:lnTo>
                  <a:lnTo>
                    <a:pt x="2141610" y="1628276"/>
                  </a:lnTo>
                  <a:lnTo>
                    <a:pt x="2163925" y="1634897"/>
                  </a:lnTo>
                  <a:lnTo>
                    <a:pt x="2172064" y="1639035"/>
                  </a:lnTo>
                  <a:lnTo>
                    <a:pt x="2178698" y="1647771"/>
                  </a:lnTo>
                  <a:lnTo>
                    <a:pt x="2188670" y="1652800"/>
                  </a:lnTo>
                  <a:lnTo>
                    <a:pt x="2196409" y="1660107"/>
                  </a:lnTo>
                  <a:lnTo>
                    <a:pt x="2196617" y="1664875"/>
                  </a:lnTo>
                  <a:lnTo>
                    <a:pt x="2193938" y="1670513"/>
                  </a:lnTo>
                  <a:lnTo>
                    <a:pt x="2192879" y="1678143"/>
                  </a:lnTo>
                  <a:lnTo>
                    <a:pt x="2189591" y="1682957"/>
                  </a:lnTo>
                  <a:lnTo>
                    <a:pt x="2181699" y="1683510"/>
                  </a:lnTo>
                  <a:lnTo>
                    <a:pt x="2176931" y="1682271"/>
                  </a:lnTo>
                  <a:lnTo>
                    <a:pt x="2151303" y="1655447"/>
                  </a:lnTo>
                  <a:lnTo>
                    <a:pt x="2148244" y="1652979"/>
                  </a:lnTo>
                  <a:lnTo>
                    <a:pt x="2138739" y="1638932"/>
                  </a:lnTo>
                  <a:lnTo>
                    <a:pt x="2127587" y="1631410"/>
                  </a:lnTo>
                  <a:lnTo>
                    <a:pt x="2124137" y="1631568"/>
                  </a:lnTo>
                  <a:lnTo>
                    <a:pt x="2140010" y="1645482"/>
                  </a:lnTo>
                  <a:lnTo>
                    <a:pt x="2146490" y="1655212"/>
                  </a:lnTo>
                  <a:lnTo>
                    <a:pt x="2157904" y="1668854"/>
                  </a:lnTo>
                  <a:lnTo>
                    <a:pt x="2166063" y="1674630"/>
                  </a:lnTo>
                  <a:lnTo>
                    <a:pt x="2172068" y="1683643"/>
                  </a:lnTo>
                  <a:lnTo>
                    <a:pt x="2177648" y="1687868"/>
                  </a:lnTo>
                  <a:lnTo>
                    <a:pt x="2192883" y="1693885"/>
                  </a:lnTo>
                  <a:lnTo>
                    <a:pt x="2187587" y="1698207"/>
                  </a:lnTo>
                  <a:lnTo>
                    <a:pt x="2196042" y="1701889"/>
                  </a:lnTo>
                  <a:lnTo>
                    <a:pt x="2197251" y="1708659"/>
                  </a:lnTo>
                  <a:lnTo>
                    <a:pt x="2196476" y="1716376"/>
                  </a:lnTo>
                  <a:lnTo>
                    <a:pt x="2184741" y="1713324"/>
                  </a:lnTo>
                  <a:lnTo>
                    <a:pt x="2184357" y="1719008"/>
                  </a:lnTo>
                  <a:lnTo>
                    <a:pt x="2185407" y="1722362"/>
                  </a:lnTo>
                  <a:lnTo>
                    <a:pt x="2180223" y="1725133"/>
                  </a:lnTo>
                  <a:lnTo>
                    <a:pt x="2173014" y="1721374"/>
                  </a:lnTo>
                  <a:lnTo>
                    <a:pt x="2154295" y="1700813"/>
                  </a:lnTo>
                  <a:lnTo>
                    <a:pt x="2154453" y="1703563"/>
                  </a:lnTo>
                  <a:lnTo>
                    <a:pt x="2155970" y="1706754"/>
                  </a:lnTo>
                  <a:lnTo>
                    <a:pt x="2166826" y="1719991"/>
                  </a:lnTo>
                  <a:lnTo>
                    <a:pt x="2176515" y="1727929"/>
                  </a:lnTo>
                  <a:lnTo>
                    <a:pt x="2184728" y="1731513"/>
                  </a:lnTo>
                  <a:lnTo>
                    <a:pt x="2191058" y="1738165"/>
                  </a:lnTo>
                  <a:lnTo>
                    <a:pt x="2193292" y="1742190"/>
                  </a:lnTo>
                  <a:lnTo>
                    <a:pt x="2194784" y="1748295"/>
                  </a:lnTo>
                  <a:lnTo>
                    <a:pt x="2190091" y="1752443"/>
                  </a:lnTo>
                  <a:lnTo>
                    <a:pt x="2184749" y="1754732"/>
                  </a:lnTo>
                  <a:lnTo>
                    <a:pt x="2179532" y="1750594"/>
                  </a:lnTo>
                  <a:lnTo>
                    <a:pt x="2175706" y="1746236"/>
                  </a:lnTo>
                  <a:lnTo>
                    <a:pt x="2167559" y="1738836"/>
                  </a:lnTo>
                  <a:lnTo>
                    <a:pt x="2165117" y="1730566"/>
                  </a:lnTo>
                  <a:lnTo>
                    <a:pt x="2158921" y="1730991"/>
                  </a:lnTo>
                  <a:lnTo>
                    <a:pt x="2133021" y="1720503"/>
                  </a:lnTo>
                  <a:lnTo>
                    <a:pt x="2112206" y="1719295"/>
                  </a:lnTo>
                  <a:lnTo>
                    <a:pt x="2114240" y="1721405"/>
                  </a:lnTo>
                  <a:lnTo>
                    <a:pt x="2116873" y="1722808"/>
                  </a:lnTo>
                  <a:lnTo>
                    <a:pt x="2133451" y="1725394"/>
                  </a:lnTo>
                  <a:lnTo>
                    <a:pt x="2140001" y="1730223"/>
                  </a:lnTo>
                  <a:lnTo>
                    <a:pt x="2153637" y="1734509"/>
                  </a:lnTo>
                  <a:lnTo>
                    <a:pt x="2161621" y="1735682"/>
                  </a:lnTo>
                  <a:lnTo>
                    <a:pt x="2164859" y="1748848"/>
                  </a:lnTo>
                  <a:lnTo>
                    <a:pt x="2175894" y="1757907"/>
                  </a:lnTo>
                  <a:lnTo>
                    <a:pt x="2177327" y="1764620"/>
                  </a:lnTo>
                  <a:lnTo>
                    <a:pt x="2184862" y="1765373"/>
                  </a:lnTo>
                  <a:lnTo>
                    <a:pt x="2198118" y="1758787"/>
                  </a:lnTo>
                  <a:lnTo>
                    <a:pt x="2206673" y="1761097"/>
                  </a:lnTo>
                  <a:lnTo>
                    <a:pt x="2219012" y="1762981"/>
                  </a:lnTo>
                  <a:lnTo>
                    <a:pt x="2221833" y="1768297"/>
                  </a:lnTo>
                  <a:lnTo>
                    <a:pt x="2223950" y="1778411"/>
                  </a:lnTo>
                  <a:lnTo>
                    <a:pt x="2228313" y="1789789"/>
                  </a:lnTo>
                  <a:lnTo>
                    <a:pt x="2239627" y="1834654"/>
                  </a:lnTo>
                  <a:lnTo>
                    <a:pt x="2256625" y="1871350"/>
                  </a:lnTo>
                  <a:lnTo>
                    <a:pt x="2258717" y="1877669"/>
                  </a:lnTo>
                  <a:lnTo>
                    <a:pt x="2254767" y="1872123"/>
                  </a:lnTo>
                  <a:lnTo>
                    <a:pt x="2242157" y="1847820"/>
                  </a:lnTo>
                  <a:lnTo>
                    <a:pt x="2235197" y="1830270"/>
                  </a:lnTo>
                  <a:lnTo>
                    <a:pt x="2228047" y="1799284"/>
                  </a:lnTo>
                  <a:lnTo>
                    <a:pt x="2225971" y="1792345"/>
                  </a:lnTo>
                  <a:lnTo>
                    <a:pt x="2223529" y="1789574"/>
                  </a:lnTo>
                  <a:lnTo>
                    <a:pt x="2221921" y="1791827"/>
                  </a:lnTo>
                  <a:lnTo>
                    <a:pt x="2221229" y="1795776"/>
                  </a:lnTo>
                  <a:lnTo>
                    <a:pt x="2222396" y="1798807"/>
                  </a:lnTo>
                  <a:lnTo>
                    <a:pt x="2219579" y="1809008"/>
                  </a:lnTo>
                  <a:lnTo>
                    <a:pt x="2220800" y="1813689"/>
                  </a:lnTo>
                  <a:lnTo>
                    <a:pt x="2225375" y="1818528"/>
                  </a:lnTo>
                  <a:lnTo>
                    <a:pt x="2230347" y="1830603"/>
                  </a:lnTo>
                  <a:lnTo>
                    <a:pt x="2234318" y="1846862"/>
                  </a:lnTo>
                  <a:lnTo>
                    <a:pt x="2228947" y="1840271"/>
                  </a:lnTo>
                  <a:lnTo>
                    <a:pt x="2223213" y="1836779"/>
                  </a:lnTo>
                  <a:lnTo>
                    <a:pt x="2214291" y="1834101"/>
                  </a:lnTo>
                  <a:lnTo>
                    <a:pt x="2206344" y="1829405"/>
                  </a:lnTo>
                  <a:lnTo>
                    <a:pt x="2206923" y="1836139"/>
                  </a:lnTo>
                  <a:lnTo>
                    <a:pt x="2206160" y="1843410"/>
                  </a:lnTo>
                  <a:lnTo>
                    <a:pt x="2200034" y="1841193"/>
                  </a:lnTo>
                  <a:lnTo>
                    <a:pt x="2195867" y="1838781"/>
                  </a:lnTo>
                  <a:lnTo>
                    <a:pt x="2199555" y="1846529"/>
                  </a:lnTo>
                  <a:lnTo>
                    <a:pt x="2191550" y="1844204"/>
                  </a:lnTo>
                  <a:lnTo>
                    <a:pt x="2186216" y="1844691"/>
                  </a:lnTo>
                  <a:lnTo>
                    <a:pt x="2182749" y="1851568"/>
                  </a:lnTo>
                  <a:lnTo>
                    <a:pt x="2178098" y="1855742"/>
                  </a:lnTo>
                  <a:lnTo>
                    <a:pt x="2171222" y="1857088"/>
                  </a:lnTo>
                  <a:lnTo>
                    <a:pt x="2161021" y="1850800"/>
                  </a:lnTo>
                  <a:lnTo>
                    <a:pt x="2157716" y="1843165"/>
                  </a:lnTo>
                  <a:lnTo>
                    <a:pt x="2156349" y="1834664"/>
                  </a:lnTo>
                  <a:lnTo>
                    <a:pt x="2155804" y="1844716"/>
                  </a:lnTo>
                  <a:lnTo>
                    <a:pt x="2157620" y="1855183"/>
                  </a:lnTo>
                  <a:lnTo>
                    <a:pt x="2156983" y="1863141"/>
                  </a:lnTo>
                  <a:lnTo>
                    <a:pt x="2166805" y="1864606"/>
                  </a:lnTo>
                  <a:lnTo>
                    <a:pt x="2175990" y="1863305"/>
                  </a:lnTo>
                  <a:lnTo>
                    <a:pt x="2188383" y="1863638"/>
                  </a:lnTo>
                  <a:lnTo>
                    <a:pt x="2196467" y="1862148"/>
                  </a:lnTo>
                  <a:lnTo>
                    <a:pt x="2201335" y="1859618"/>
                  </a:lnTo>
                  <a:lnTo>
                    <a:pt x="2213007" y="1861810"/>
                  </a:lnTo>
                  <a:lnTo>
                    <a:pt x="2213836" y="1871422"/>
                  </a:lnTo>
                  <a:lnTo>
                    <a:pt x="2212503" y="1880977"/>
                  </a:lnTo>
                  <a:lnTo>
                    <a:pt x="2211828" y="1891153"/>
                  </a:lnTo>
                  <a:lnTo>
                    <a:pt x="2215061" y="1891086"/>
                  </a:lnTo>
                  <a:lnTo>
                    <a:pt x="2218862" y="1887834"/>
                  </a:lnTo>
                  <a:lnTo>
                    <a:pt x="2220762" y="1869609"/>
                  </a:lnTo>
                  <a:lnTo>
                    <a:pt x="2231430" y="1862875"/>
                  </a:lnTo>
                  <a:lnTo>
                    <a:pt x="2235006" y="1863336"/>
                  </a:lnTo>
                  <a:lnTo>
                    <a:pt x="2238402" y="1869194"/>
                  </a:lnTo>
                  <a:lnTo>
                    <a:pt x="2239544" y="1875135"/>
                  </a:lnTo>
                  <a:lnTo>
                    <a:pt x="2240748" y="1883292"/>
                  </a:lnTo>
                  <a:lnTo>
                    <a:pt x="2238256" y="1895721"/>
                  </a:lnTo>
                  <a:lnTo>
                    <a:pt x="2221867" y="1910254"/>
                  </a:lnTo>
                  <a:lnTo>
                    <a:pt x="2210127" y="1923691"/>
                  </a:lnTo>
                  <a:lnTo>
                    <a:pt x="2204127" y="1926431"/>
                  </a:lnTo>
                  <a:lnTo>
                    <a:pt x="2195471" y="1924869"/>
                  </a:lnTo>
                  <a:lnTo>
                    <a:pt x="2185658" y="1921489"/>
                  </a:lnTo>
                  <a:lnTo>
                    <a:pt x="2180844" y="1920808"/>
                  </a:lnTo>
                  <a:lnTo>
                    <a:pt x="2177186" y="1921935"/>
                  </a:lnTo>
                  <a:lnTo>
                    <a:pt x="2174956" y="1917797"/>
                  </a:lnTo>
                  <a:lnTo>
                    <a:pt x="2173518" y="1910249"/>
                  </a:lnTo>
                  <a:lnTo>
                    <a:pt x="2169701" y="1907745"/>
                  </a:lnTo>
                  <a:lnTo>
                    <a:pt x="2166813" y="1908021"/>
                  </a:lnTo>
                  <a:lnTo>
                    <a:pt x="2164842" y="1916040"/>
                  </a:lnTo>
                  <a:lnTo>
                    <a:pt x="2155687" y="1918319"/>
                  </a:lnTo>
                  <a:lnTo>
                    <a:pt x="2143239" y="1915006"/>
                  </a:lnTo>
                  <a:lnTo>
                    <a:pt x="2130204" y="1908262"/>
                  </a:lnTo>
                  <a:lnTo>
                    <a:pt x="2135797" y="1915498"/>
                  </a:lnTo>
                  <a:lnTo>
                    <a:pt x="2168143" y="1928996"/>
                  </a:lnTo>
                  <a:lnTo>
                    <a:pt x="2171785" y="1931521"/>
                  </a:lnTo>
                  <a:lnTo>
                    <a:pt x="2175185" y="1935213"/>
                  </a:lnTo>
                  <a:lnTo>
                    <a:pt x="2170660" y="1941005"/>
                  </a:lnTo>
                  <a:lnTo>
                    <a:pt x="2167113" y="1947529"/>
                  </a:lnTo>
                  <a:lnTo>
                    <a:pt x="2166613" y="1952650"/>
                  </a:lnTo>
                  <a:lnTo>
                    <a:pt x="2165363" y="1955881"/>
                  </a:lnTo>
                  <a:lnTo>
                    <a:pt x="2152466" y="1964587"/>
                  </a:lnTo>
                  <a:lnTo>
                    <a:pt x="2145477" y="1963050"/>
                  </a:lnTo>
                  <a:lnTo>
                    <a:pt x="2127621" y="1947355"/>
                  </a:lnTo>
                  <a:lnTo>
                    <a:pt x="2135755" y="1960930"/>
                  </a:lnTo>
                  <a:lnTo>
                    <a:pt x="2142268" y="1966691"/>
                  </a:lnTo>
                  <a:lnTo>
                    <a:pt x="2155383" y="1969764"/>
                  </a:lnTo>
                  <a:lnTo>
                    <a:pt x="2179982" y="1964689"/>
                  </a:lnTo>
                  <a:lnTo>
                    <a:pt x="2188050" y="1970230"/>
                  </a:lnTo>
                  <a:lnTo>
                    <a:pt x="2181428" y="1980047"/>
                  </a:lnTo>
                  <a:lnTo>
                    <a:pt x="2174848" y="1986934"/>
                  </a:lnTo>
                  <a:lnTo>
                    <a:pt x="2166217" y="1987702"/>
                  </a:lnTo>
                  <a:lnTo>
                    <a:pt x="2158616" y="1989567"/>
                  </a:lnTo>
                  <a:lnTo>
                    <a:pt x="2156387" y="1994303"/>
                  </a:lnTo>
                  <a:lnTo>
                    <a:pt x="2150970" y="1994600"/>
                  </a:lnTo>
                  <a:lnTo>
                    <a:pt x="2142502" y="1994882"/>
                  </a:lnTo>
                  <a:lnTo>
                    <a:pt x="2129392" y="1995312"/>
                  </a:lnTo>
                  <a:lnTo>
                    <a:pt x="2122191" y="1994206"/>
                  </a:lnTo>
                  <a:lnTo>
                    <a:pt x="2112131" y="2003885"/>
                  </a:lnTo>
                  <a:lnTo>
                    <a:pt x="2108335" y="2005216"/>
                  </a:lnTo>
                  <a:lnTo>
                    <a:pt x="2103030" y="2003398"/>
                  </a:lnTo>
                  <a:lnTo>
                    <a:pt x="2100805" y="1995625"/>
                  </a:lnTo>
                  <a:lnTo>
                    <a:pt x="2098433" y="1991804"/>
                  </a:lnTo>
                  <a:lnTo>
                    <a:pt x="2098375" y="2006348"/>
                  </a:lnTo>
                  <a:lnTo>
                    <a:pt x="2099304" y="2010265"/>
                  </a:lnTo>
                  <a:lnTo>
                    <a:pt x="2101205" y="2013220"/>
                  </a:lnTo>
                  <a:lnTo>
                    <a:pt x="2089436" y="2021111"/>
                  </a:lnTo>
                  <a:lnTo>
                    <a:pt x="2078172" y="2030954"/>
                  </a:lnTo>
                  <a:lnTo>
                    <a:pt x="2074134" y="2033632"/>
                  </a:lnTo>
                  <a:lnTo>
                    <a:pt x="2069546" y="2038563"/>
                  </a:lnTo>
                  <a:lnTo>
                    <a:pt x="2060149" y="2052805"/>
                  </a:lnTo>
                  <a:lnTo>
                    <a:pt x="2057828" y="2063190"/>
                  </a:lnTo>
                  <a:lnTo>
                    <a:pt x="2054432" y="2074768"/>
                  </a:lnTo>
                  <a:lnTo>
                    <a:pt x="2054002" y="2069555"/>
                  </a:lnTo>
                  <a:lnTo>
                    <a:pt x="2054586" y="2060778"/>
                  </a:lnTo>
                  <a:lnTo>
                    <a:pt x="2052261" y="2050726"/>
                  </a:lnTo>
                  <a:lnTo>
                    <a:pt x="2050785" y="2069140"/>
                  </a:lnTo>
                  <a:lnTo>
                    <a:pt x="2047135" y="2077697"/>
                  </a:lnTo>
                  <a:lnTo>
                    <a:pt x="2013635" y="2077093"/>
                  </a:lnTo>
                  <a:lnTo>
                    <a:pt x="1998970" y="2081743"/>
                  </a:lnTo>
                  <a:lnTo>
                    <a:pt x="1976459" y="2097387"/>
                  </a:lnTo>
                  <a:lnTo>
                    <a:pt x="1969729" y="2104244"/>
                  </a:lnTo>
                  <a:lnTo>
                    <a:pt x="1951135" y="2130755"/>
                  </a:lnTo>
                  <a:lnTo>
                    <a:pt x="1946388" y="2147721"/>
                  </a:lnTo>
                  <a:lnTo>
                    <a:pt x="1942583" y="2140587"/>
                  </a:lnTo>
                  <a:lnTo>
                    <a:pt x="1943525" y="2135236"/>
                  </a:lnTo>
                  <a:lnTo>
                    <a:pt x="1943600" y="2130863"/>
                  </a:lnTo>
                  <a:lnTo>
                    <a:pt x="1938916" y="2140244"/>
                  </a:lnTo>
                  <a:lnTo>
                    <a:pt x="1943363" y="2153907"/>
                  </a:lnTo>
                  <a:lnTo>
                    <a:pt x="1939371" y="2159125"/>
                  </a:lnTo>
                  <a:lnTo>
                    <a:pt x="1927090" y="2168865"/>
                  </a:lnTo>
                  <a:lnTo>
                    <a:pt x="1920368" y="2170463"/>
                  </a:lnTo>
                  <a:lnTo>
                    <a:pt x="1912821" y="2173233"/>
                  </a:lnTo>
                  <a:lnTo>
                    <a:pt x="1910446" y="2182840"/>
                  </a:lnTo>
                  <a:lnTo>
                    <a:pt x="1900199" y="2191699"/>
                  </a:lnTo>
                  <a:lnTo>
                    <a:pt x="1894227" y="2195622"/>
                  </a:lnTo>
                  <a:lnTo>
                    <a:pt x="1883292" y="2193246"/>
                  </a:lnTo>
                  <a:lnTo>
                    <a:pt x="1886659" y="2201777"/>
                  </a:lnTo>
                  <a:lnTo>
                    <a:pt x="1882642" y="2208235"/>
                  </a:lnTo>
                  <a:lnTo>
                    <a:pt x="1875725" y="2213187"/>
                  </a:lnTo>
                  <a:lnTo>
                    <a:pt x="1867123" y="2216418"/>
                  </a:lnTo>
                  <a:lnTo>
                    <a:pt x="1862194" y="2216024"/>
                  </a:lnTo>
                  <a:lnTo>
                    <a:pt x="1857981" y="2217739"/>
                  </a:lnTo>
                  <a:lnTo>
                    <a:pt x="1854680" y="2221846"/>
                  </a:lnTo>
                  <a:lnTo>
                    <a:pt x="1846616" y="2225687"/>
                  </a:lnTo>
                  <a:lnTo>
                    <a:pt x="1838240" y="2223526"/>
                  </a:lnTo>
                  <a:lnTo>
                    <a:pt x="1828747" y="2222230"/>
                  </a:lnTo>
                  <a:lnTo>
                    <a:pt x="1823459" y="2224535"/>
                  </a:lnTo>
                  <a:lnTo>
                    <a:pt x="1832348" y="2228345"/>
                  </a:lnTo>
                  <a:lnTo>
                    <a:pt x="1837107" y="2233865"/>
                  </a:lnTo>
                  <a:lnTo>
                    <a:pt x="1836128" y="2241306"/>
                  </a:lnTo>
                  <a:lnTo>
                    <a:pt x="1833748" y="2244178"/>
                  </a:lnTo>
                  <a:lnTo>
                    <a:pt x="1828139" y="2248070"/>
                  </a:lnTo>
                  <a:lnTo>
                    <a:pt x="1825676" y="2247492"/>
                  </a:lnTo>
                  <a:lnTo>
                    <a:pt x="1824172" y="2243984"/>
                  </a:lnTo>
                  <a:lnTo>
                    <a:pt x="1822347" y="2236676"/>
                  </a:lnTo>
                  <a:lnTo>
                    <a:pt x="1819738" y="2238233"/>
                  </a:lnTo>
                  <a:lnTo>
                    <a:pt x="1819288" y="2241638"/>
                  </a:lnTo>
                  <a:lnTo>
                    <a:pt x="1817046" y="2242852"/>
                  </a:lnTo>
                  <a:lnTo>
                    <a:pt x="1809091" y="2231212"/>
                  </a:lnTo>
                  <a:lnTo>
                    <a:pt x="1809487" y="2240092"/>
                  </a:lnTo>
                  <a:lnTo>
                    <a:pt x="1812266" y="2246913"/>
                  </a:lnTo>
                  <a:lnTo>
                    <a:pt x="1814954" y="2250375"/>
                  </a:lnTo>
                  <a:lnTo>
                    <a:pt x="1817667" y="2252413"/>
                  </a:lnTo>
                  <a:lnTo>
                    <a:pt x="1818334" y="2255578"/>
                  </a:lnTo>
                  <a:lnTo>
                    <a:pt x="1812891" y="2263290"/>
                  </a:lnTo>
                  <a:lnTo>
                    <a:pt x="1810091" y="2265005"/>
                  </a:lnTo>
                  <a:lnTo>
                    <a:pt x="1805107" y="2266255"/>
                  </a:lnTo>
                  <a:lnTo>
                    <a:pt x="1802302" y="2271007"/>
                  </a:lnTo>
                  <a:lnTo>
                    <a:pt x="1803132" y="2275099"/>
                  </a:lnTo>
                  <a:lnTo>
                    <a:pt x="1798773" y="2283978"/>
                  </a:lnTo>
                  <a:lnTo>
                    <a:pt x="1788350" y="2289524"/>
                  </a:lnTo>
                  <a:lnTo>
                    <a:pt x="1785167" y="2289309"/>
                  </a:lnTo>
                  <a:lnTo>
                    <a:pt x="1782570" y="2290932"/>
                  </a:lnTo>
                  <a:lnTo>
                    <a:pt x="1784087" y="2294886"/>
                  </a:lnTo>
                  <a:lnTo>
                    <a:pt x="1786688" y="2297764"/>
                  </a:lnTo>
                  <a:lnTo>
                    <a:pt x="1786596" y="2300437"/>
                  </a:lnTo>
                  <a:lnTo>
                    <a:pt x="1783841" y="2304068"/>
                  </a:lnTo>
                  <a:lnTo>
                    <a:pt x="1778403" y="2305081"/>
                  </a:lnTo>
                  <a:lnTo>
                    <a:pt x="1775349" y="2309224"/>
                  </a:lnTo>
                  <a:lnTo>
                    <a:pt x="1776315" y="2313132"/>
                  </a:lnTo>
                  <a:lnTo>
                    <a:pt x="1778112" y="2315313"/>
                  </a:lnTo>
                  <a:lnTo>
                    <a:pt x="1777736" y="2319072"/>
                  </a:lnTo>
                  <a:lnTo>
                    <a:pt x="1771552" y="2322846"/>
                  </a:lnTo>
                  <a:lnTo>
                    <a:pt x="1770102" y="2326559"/>
                  </a:lnTo>
                  <a:lnTo>
                    <a:pt x="1773173" y="2327654"/>
                  </a:lnTo>
                  <a:lnTo>
                    <a:pt x="1775536" y="2326559"/>
                  </a:lnTo>
                  <a:lnTo>
                    <a:pt x="1777266" y="2327357"/>
                  </a:lnTo>
                  <a:lnTo>
                    <a:pt x="1773557" y="2333564"/>
                  </a:lnTo>
                  <a:lnTo>
                    <a:pt x="1770227" y="2337348"/>
                  </a:lnTo>
                  <a:lnTo>
                    <a:pt x="1767064" y="2344149"/>
                  </a:lnTo>
                  <a:lnTo>
                    <a:pt x="1759726" y="2346028"/>
                  </a:lnTo>
                  <a:lnTo>
                    <a:pt x="1760001" y="2348225"/>
                  </a:lnTo>
                  <a:lnTo>
                    <a:pt x="1764147" y="2350171"/>
                  </a:lnTo>
                  <a:lnTo>
                    <a:pt x="1767618" y="2355400"/>
                  </a:lnTo>
                  <a:lnTo>
                    <a:pt x="1761097" y="2365053"/>
                  </a:lnTo>
                  <a:lnTo>
                    <a:pt x="1757025" y="2364259"/>
                  </a:lnTo>
                  <a:lnTo>
                    <a:pt x="1754538" y="2362134"/>
                  </a:lnTo>
                  <a:lnTo>
                    <a:pt x="1752950" y="2369754"/>
                  </a:lnTo>
                  <a:lnTo>
                    <a:pt x="1753558" y="2373820"/>
                  </a:lnTo>
                  <a:lnTo>
                    <a:pt x="1752008" y="2382131"/>
                  </a:lnTo>
                  <a:lnTo>
                    <a:pt x="1749516" y="2392122"/>
                  </a:lnTo>
                  <a:lnTo>
                    <a:pt x="1747824" y="2396224"/>
                  </a:lnTo>
                  <a:lnTo>
                    <a:pt x="1748183" y="2403864"/>
                  </a:lnTo>
                  <a:lnTo>
                    <a:pt x="1749229" y="2411243"/>
                  </a:lnTo>
                  <a:lnTo>
                    <a:pt x="1753221" y="2420753"/>
                  </a:lnTo>
                  <a:lnTo>
                    <a:pt x="1759317" y="2459641"/>
                  </a:lnTo>
                  <a:lnTo>
                    <a:pt x="1763468" y="2473145"/>
                  </a:lnTo>
                  <a:lnTo>
                    <a:pt x="1770944" y="2509580"/>
                  </a:lnTo>
                  <a:lnTo>
                    <a:pt x="1783316" y="2544904"/>
                  </a:lnTo>
                  <a:lnTo>
                    <a:pt x="1800773" y="2587602"/>
                  </a:lnTo>
                  <a:lnTo>
                    <a:pt x="1829423" y="2639354"/>
                  </a:lnTo>
                  <a:lnTo>
                    <a:pt x="1832852" y="2646729"/>
                  </a:lnTo>
                  <a:lnTo>
                    <a:pt x="1829122" y="2652981"/>
                  </a:lnTo>
                  <a:lnTo>
                    <a:pt x="1827985" y="2659459"/>
                  </a:lnTo>
                  <a:lnTo>
                    <a:pt x="1827660" y="2669225"/>
                  </a:lnTo>
                  <a:lnTo>
                    <a:pt x="1828693" y="2678739"/>
                  </a:lnTo>
                  <a:lnTo>
                    <a:pt x="1832081" y="2690359"/>
                  </a:lnTo>
                  <a:lnTo>
                    <a:pt x="1838590" y="2708123"/>
                  </a:lnTo>
                  <a:lnTo>
                    <a:pt x="1834948" y="2704580"/>
                  </a:lnTo>
                  <a:lnTo>
                    <a:pt x="1825522" y="2679082"/>
                  </a:lnTo>
                  <a:lnTo>
                    <a:pt x="1824426" y="2664109"/>
                  </a:lnTo>
                  <a:lnTo>
                    <a:pt x="1825785" y="2642867"/>
                  </a:lnTo>
                  <a:lnTo>
                    <a:pt x="1823572" y="2643379"/>
                  </a:lnTo>
                  <a:lnTo>
                    <a:pt x="1821776" y="2650282"/>
                  </a:lnTo>
                  <a:lnTo>
                    <a:pt x="1820788" y="2658389"/>
                  </a:lnTo>
                  <a:lnTo>
                    <a:pt x="1818396" y="2661528"/>
                  </a:lnTo>
                  <a:lnTo>
                    <a:pt x="1815133" y="2649161"/>
                  </a:lnTo>
                  <a:lnTo>
                    <a:pt x="1815362" y="2643569"/>
                  </a:lnTo>
                  <a:lnTo>
                    <a:pt x="1818825" y="2637035"/>
                  </a:lnTo>
                  <a:lnTo>
                    <a:pt x="1817821" y="2634684"/>
                  </a:lnTo>
                  <a:lnTo>
                    <a:pt x="1812216" y="2631340"/>
                  </a:lnTo>
                  <a:lnTo>
                    <a:pt x="1811024" y="2626081"/>
                  </a:lnTo>
                  <a:lnTo>
                    <a:pt x="1811783" y="2620888"/>
                  </a:lnTo>
                  <a:lnTo>
                    <a:pt x="1808566" y="2618113"/>
                  </a:lnTo>
                  <a:lnTo>
                    <a:pt x="1806049" y="2618246"/>
                  </a:lnTo>
                  <a:lnTo>
                    <a:pt x="1807736" y="2631048"/>
                  </a:lnTo>
                  <a:lnTo>
                    <a:pt x="1810399" y="2638909"/>
                  </a:lnTo>
                  <a:lnTo>
                    <a:pt x="1813691" y="2657749"/>
                  </a:lnTo>
                  <a:lnTo>
                    <a:pt x="1819004" y="2669163"/>
                  </a:lnTo>
                  <a:lnTo>
                    <a:pt x="1822101" y="2678734"/>
                  </a:lnTo>
                  <a:lnTo>
                    <a:pt x="1858285" y="2780871"/>
                  </a:lnTo>
                  <a:lnTo>
                    <a:pt x="1866848" y="2793878"/>
                  </a:lnTo>
                  <a:lnTo>
                    <a:pt x="1870015" y="2803219"/>
                  </a:lnTo>
                  <a:lnTo>
                    <a:pt x="1873312" y="2822750"/>
                  </a:lnTo>
                  <a:lnTo>
                    <a:pt x="1874058" y="2847827"/>
                  </a:lnTo>
                  <a:lnTo>
                    <a:pt x="1868144" y="2893659"/>
                  </a:lnTo>
                  <a:lnTo>
                    <a:pt x="1866798" y="2924922"/>
                  </a:lnTo>
                  <a:lnTo>
                    <a:pt x="1865952" y="2923965"/>
                  </a:lnTo>
                  <a:lnTo>
                    <a:pt x="1865386" y="2920672"/>
                  </a:lnTo>
                  <a:lnTo>
                    <a:pt x="1864019" y="2920221"/>
                  </a:lnTo>
                  <a:lnTo>
                    <a:pt x="1858885" y="2934544"/>
                  </a:lnTo>
                  <a:lnTo>
                    <a:pt x="1851909" y="2947465"/>
                  </a:lnTo>
                  <a:lnTo>
                    <a:pt x="1849613" y="2967544"/>
                  </a:lnTo>
                  <a:lnTo>
                    <a:pt x="1846266" y="2977596"/>
                  </a:lnTo>
                  <a:lnTo>
                    <a:pt x="1836219" y="2988232"/>
                  </a:lnTo>
                  <a:lnTo>
                    <a:pt x="1829993" y="2987961"/>
                  </a:lnTo>
                  <a:lnTo>
                    <a:pt x="1814725" y="2995939"/>
                  </a:lnTo>
                  <a:lnTo>
                    <a:pt x="1803998" y="2993860"/>
                  </a:lnTo>
                  <a:lnTo>
                    <a:pt x="1791217" y="2998361"/>
                  </a:lnTo>
                  <a:lnTo>
                    <a:pt x="1782808" y="2997859"/>
                  </a:lnTo>
                  <a:lnTo>
                    <a:pt x="1777953" y="2988370"/>
                  </a:lnTo>
                  <a:lnTo>
                    <a:pt x="1778695" y="2984125"/>
                  </a:lnTo>
                  <a:lnTo>
                    <a:pt x="1780629" y="2979859"/>
                  </a:lnTo>
                  <a:lnTo>
                    <a:pt x="1783904" y="2978866"/>
                  </a:lnTo>
                  <a:lnTo>
                    <a:pt x="1795193" y="2988811"/>
                  </a:lnTo>
                  <a:lnTo>
                    <a:pt x="1797322" y="2984627"/>
                  </a:lnTo>
                  <a:lnTo>
                    <a:pt x="1793914" y="2979650"/>
                  </a:lnTo>
                  <a:lnTo>
                    <a:pt x="1787388" y="2976874"/>
                  </a:lnTo>
                  <a:lnTo>
                    <a:pt x="1782566" y="2973822"/>
                  </a:lnTo>
                  <a:lnTo>
                    <a:pt x="1772852" y="2951152"/>
                  </a:lnTo>
                  <a:lnTo>
                    <a:pt x="1762789" y="2935584"/>
                  </a:lnTo>
                  <a:lnTo>
                    <a:pt x="1761093" y="2925178"/>
                  </a:lnTo>
                  <a:lnTo>
                    <a:pt x="1743740" y="2918834"/>
                  </a:lnTo>
                  <a:lnTo>
                    <a:pt x="1731176" y="2909227"/>
                  </a:lnTo>
                  <a:lnTo>
                    <a:pt x="1722983" y="2892138"/>
                  </a:lnTo>
                  <a:lnTo>
                    <a:pt x="1718283" y="2861838"/>
                  </a:lnTo>
                  <a:lnTo>
                    <a:pt x="1712740" y="2858432"/>
                  </a:lnTo>
                  <a:lnTo>
                    <a:pt x="1710398" y="2856077"/>
                  </a:lnTo>
                  <a:lnTo>
                    <a:pt x="1715812" y="2844831"/>
                  </a:lnTo>
                  <a:lnTo>
                    <a:pt x="1721516" y="2835404"/>
                  </a:lnTo>
                  <a:lnTo>
                    <a:pt x="1717003" y="2837749"/>
                  </a:lnTo>
                  <a:lnTo>
                    <a:pt x="1713674" y="2841236"/>
                  </a:lnTo>
                  <a:lnTo>
                    <a:pt x="1709440" y="2849563"/>
                  </a:lnTo>
                  <a:lnTo>
                    <a:pt x="1706348" y="2850843"/>
                  </a:lnTo>
                  <a:lnTo>
                    <a:pt x="1703514" y="2849563"/>
                  </a:lnTo>
                  <a:lnTo>
                    <a:pt x="1700247" y="2833591"/>
                  </a:lnTo>
                  <a:lnTo>
                    <a:pt x="1701180" y="2813957"/>
                  </a:lnTo>
                  <a:lnTo>
                    <a:pt x="1705760" y="2806614"/>
                  </a:lnTo>
                  <a:lnTo>
                    <a:pt x="1698726" y="2806419"/>
                  </a:lnTo>
                  <a:lnTo>
                    <a:pt x="1691437" y="2809215"/>
                  </a:lnTo>
                  <a:lnTo>
                    <a:pt x="1692504" y="2815760"/>
                  </a:lnTo>
                  <a:lnTo>
                    <a:pt x="1691475" y="2819355"/>
                  </a:lnTo>
                  <a:lnTo>
                    <a:pt x="1686166" y="2818433"/>
                  </a:lnTo>
                  <a:lnTo>
                    <a:pt x="1682140" y="2816134"/>
                  </a:lnTo>
                  <a:lnTo>
                    <a:pt x="1676677" y="2809323"/>
                  </a:lnTo>
                  <a:lnTo>
                    <a:pt x="1669226" y="2796326"/>
                  </a:lnTo>
                  <a:lnTo>
                    <a:pt x="1653941" y="2760520"/>
                  </a:lnTo>
                  <a:lnTo>
                    <a:pt x="1650961" y="2755471"/>
                  </a:lnTo>
                  <a:lnTo>
                    <a:pt x="1645906" y="2750186"/>
                  </a:lnTo>
                  <a:lnTo>
                    <a:pt x="1648286" y="2748543"/>
                  </a:lnTo>
                  <a:lnTo>
                    <a:pt x="1652628" y="2747570"/>
                  </a:lnTo>
                  <a:lnTo>
                    <a:pt x="1662442" y="2731449"/>
                  </a:lnTo>
                  <a:lnTo>
                    <a:pt x="1670151" y="2721709"/>
                  </a:lnTo>
                  <a:lnTo>
                    <a:pt x="1672710" y="2714970"/>
                  </a:lnTo>
                  <a:lnTo>
                    <a:pt x="1672264" y="2712087"/>
                  </a:lnTo>
                  <a:lnTo>
                    <a:pt x="1668855" y="2707898"/>
                  </a:lnTo>
                  <a:lnTo>
                    <a:pt x="1664380" y="2711559"/>
                  </a:lnTo>
                  <a:lnTo>
                    <a:pt x="1662463" y="2710515"/>
                  </a:lnTo>
                  <a:lnTo>
                    <a:pt x="1657429" y="2702065"/>
                  </a:lnTo>
                  <a:lnTo>
                    <a:pt x="1652620" y="2699679"/>
                  </a:lnTo>
                  <a:lnTo>
                    <a:pt x="1649269" y="2701507"/>
                  </a:lnTo>
                  <a:lnTo>
                    <a:pt x="1652803" y="2708430"/>
                  </a:lnTo>
                  <a:lnTo>
                    <a:pt x="1655979" y="2711001"/>
                  </a:lnTo>
                  <a:lnTo>
                    <a:pt x="1654749" y="2721069"/>
                  </a:lnTo>
                  <a:lnTo>
                    <a:pt x="1653466" y="2724346"/>
                  </a:lnTo>
                  <a:lnTo>
                    <a:pt x="1650490" y="2727240"/>
                  </a:lnTo>
                  <a:lnTo>
                    <a:pt x="1645844" y="2725698"/>
                  </a:lnTo>
                  <a:lnTo>
                    <a:pt x="1643494" y="2728187"/>
                  </a:lnTo>
                  <a:lnTo>
                    <a:pt x="1640727" y="2725565"/>
                  </a:lnTo>
                  <a:lnTo>
                    <a:pt x="1637972" y="2721141"/>
                  </a:lnTo>
                  <a:lnTo>
                    <a:pt x="1634905" y="2713859"/>
                  </a:lnTo>
                  <a:lnTo>
                    <a:pt x="1643010" y="2672871"/>
                  </a:lnTo>
                  <a:lnTo>
                    <a:pt x="1650511" y="2646754"/>
                  </a:lnTo>
                  <a:lnTo>
                    <a:pt x="1651370" y="2616961"/>
                  </a:lnTo>
                  <a:lnTo>
                    <a:pt x="1651928" y="2612546"/>
                  </a:lnTo>
                  <a:lnTo>
                    <a:pt x="1651295" y="2604629"/>
                  </a:lnTo>
                  <a:lnTo>
                    <a:pt x="1641235" y="2587423"/>
                  </a:lnTo>
                  <a:lnTo>
                    <a:pt x="1596758" y="2545437"/>
                  </a:lnTo>
                  <a:lnTo>
                    <a:pt x="1562287" y="2495718"/>
                  </a:lnTo>
                  <a:lnTo>
                    <a:pt x="1532429" y="2477067"/>
                  </a:lnTo>
                  <a:lnTo>
                    <a:pt x="1509776" y="2481164"/>
                  </a:lnTo>
                  <a:lnTo>
                    <a:pt x="1505854" y="2484913"/>
                  </a:lnTo>
                  <a:lnTo>
                    <a:pt x="1504171" y="2489813"/>
                  </a:lnTo>
                  <a:lnTo>
                    <a:pt x="1505592" y="2495359"/>
                  </a:lnTo>
                  <a:lnTo>
                    <a:pt x="1503533" y="2497669"/>
                  </a:lnTo>
                  <a:lnTo>
                    <a:pt x="1497453" y="2497377"/>
                  </a:lnTo>
                  <a:lnTo>
                    <a:pt x="1489265" y="2498667"/>
                  </a:lnTo>
                  <a:lnTo>
                    <a:pt x="1467883" y="2511757"/>
                  </a:lnTo>
                  <a:lnTo>
                    <a:pt x="1460340" y="2511275"/>
                  </a:lnTo>
                  <a:lnTo>
                    <a:pt x="1453489" y="2514665"/>
                  </a:lnTo>
                  <a:lnTo>
                    <a:pt x="1448359" y="2517205"/>
                  </a:lnTo>
                  <a:lnTo>
                    <a:pt x="1434982" y="2518588"/>
                  </a:lnTo>
                  <a:lnTo>
                    <a:pt x="1423639" y="2521491"/>
                  </a:lnTo>
                  <a:lnTo>
                    <a:pt x="1418739" y="2519919"/>
                  </a:lnTo>
                  <a:lnTo>
                    <a:pt x="1415542" y="2512330"/>
                  </a:lnTo>
                  <a:lnTo>
                    <a:pt x="1415542" y="2504475"/>
                  </a:lnTo>
                  <a:lnTo>
                    <a:pt x="1418134" y="2510497"/>
                  </a:lnTo>
                  <a:lnTo>
                    <a:pt x="1422147" y="2515208"/>
                  </a:lnTo>
                  <a:lnTo>
                    <a:pt x="1423985" y="2513324"/>
                  </a:lnTo>
                  <a:lnTo>
                    <a:pt x="1424673" y="2509155"/>
                  </a:lnTo>
                  <a:lnTo>
                    <a:pt x="1420681" y="2500987"/>
                  </a:lnTo>
                  <a:lnTo>
                    <a:pt x="1407820" y="2490494"/>
                  </a:lnTo>
                  <a:lnTo>
                    <a:pt x="1393185" y="2475168"/>
                  </a:lnTo>
                  <a:lnTo>
                    <a:pt x="1397648" y="2475675"/>
                  </a:lnTo>
                  <a:lnTo>
                    <a:pt x="1398778" y="2472392"/>
                  </a:lnTo>
                  <a:lnTo>
                    <a:pt x="1394240" y="2468085"/>
                  </a:lnTo>
                  <a:lnTo>
                    <a:pt x="1396156" y="2463108"/>
                  </a:lnTo>
                  <a:lnTo>
                    <a:pt x="1399353" y="2457879"/>
                  </a:lnTo>
                  <a:lnTo>
                    <a:pt x="1393177" y="2458663"/>
                  </a:lnTo>
                  <a:lnTo>
                    <a:pt x="1387634" y="2462324"/>
                  </a:lnTo>
                  <a:lnTo>
                    <a:pt x="1387451" y="2466846"/>
                  </a:lnTo>
                  <a:lnTo>
                    <a:pt x="1386355" y="2470441"/>
                  </a:lnTo>
                  <a:lnTo>
                    <a:pt x="1383371" y="2469919"/>
                  </a:lnTo>
                  <a:lnTo>
                    <a:pt x="1377833" y="2465469"/>
                  </a:lnTo>
                  <a:lnTo>
                    <a:pt x="1350567" y="2453081"/>
                  </a:lnTo>
                  <a:lnTo>
                    <a:pt x="1326731" y="2446096"/>
                  </a:lnTo>
                  <a:lnTo>
                    <a:pt x="1345025" y="2442952"/>
                  </a:lnTo>
                  <a:lnTo>
                    <a:pt x="1354947" y="2445395"/>
                  </a:lnTo>
                  <a:lnTo>
                    <a:pt x="1353763" y="2441646"/>
                  </a:lnTo>
                  <a:lnTo>
                    <a:pt x="1351375" y="2439265"/>
                  </a:lnTo>
                  <a:lnTo>
                    <a:pt x="1343549" y="2436249"/>
                  </a:lnTo>
                  <a:lnTo>
                    <a:pt x="1333581" y="2437396"/>
                  </a:lnTo>
                  <a:lnTo>
                    <a:pt x="1327285" y="2435977"/>
                  </a:lnTo>
                  <a:lnTo>
                    <a:pt x="1320846" y="2438968"/>
                  </a:lnTo>
                  <a:lnTo>
                    <a:pt x="1313791" y="2443413"/>
                  </a:lnTo>
                  <a:lnTo>
                    <a:pt x="1307511" y="2445702"/>
                  </a:lnTo>
                  <a:lnTo>
                    <a:pt x="1282933" y="2448902"/>
                  </a:lnTo>
                  <a:lnTo>
                    <a:pt x="1263001" y="2452374"/>
                  </a:lnTo>
                  <a:lnTo>
                    <a:pt x="1266197" y="2448708"/>
                  </a:lnTo>
                  <a:lnTo>
                    <a:pt x="1269606" y="2446352"/>
                  </a:lnTo>
                  <a:lnTo>
                    <a:pt x="1281383" y="2442768"/>
                  </a:lnTo>
                  <a:lnTo>
                    <a:pt x="1283146" y="2435317"/>
                  </a:lnTo>
                  <a:lnTo>
                    <a:pt x="1280379" y="2428142"/>
                  </a:lnTo>
                  <a:lnTo>
                    <a:pt x="1277278" y="2429863"/>
                  </a:lnTo>
                  <a:lnTo>
                    <a:pt x="1274023" y="2435470"/>
                  </a:lnTo>
                  <a:lnTo>
                    <a:pt x="1270031" y="2431430"/>
                  </a:lnTo>
                  <a:lnTo>
                    <a:pt x="1265610" y="2431450"/>
                  </a:lnTo>
                  <a:lnTo>
                    <a:pt x="1264410" y="2440371"/>
                  </a:lnTo>
                  <a:lnTo>
                    <a:pt x="1258742" y="2446352"/>
                  </a:lnTo>
                  <a:lnTo>
                    <a:pt x="1256184" y="2452374"/>
                  </a:lnTo>
                  <a:lnTo>
                    <a:pt x="1239565" y="2457091"/>
                  </a:lnTo>
                  <a:lnTo>
                    <a:pt x="1237435" y="2455519"/>
                  </a:lnTo>
                  <a:lnTo>
                    <a:pt x="1242298" y="2449799"/>
                  </a:lnTo>
                  <a:lnTo>
                    <a:pt x="1241911" y="2446618"/>
                  </a:lnTo>
                  <a:lnTo>
                    <a:pt x="1236364" y="2449348"/>
                  </a:lnTo>
                  <a:lnTo>
                    <a:pt x="1227063" y="2460189"/>
                  </a:lnTo>
                  <a:lnTo>
                    <a:pt x="1194317" y="2463738"/>
                  </a:lnTo>
                  <a:lnTo>
                    <a:pt x="1196105" y="2461275"/>
                  </a:lnTo>
                  <a:lnTo>
                    <a:pt x="1203018" y="2460783"/>
                  </a:lnTo>
                  <a:lnTo>
                    <a:pt x="1212724" y="2457352"/>
                  </a:lnTo>
                  <a:lnTo>
                    <a:pt x="1210761" y="2451576"/>
                  </a:lnTo>
                  <a:lnTo>
                    <a:pt x="1207019" y="2445226"/>
                  </a:lnTo>
                  <a:lnTo>
                    <a:pt x="1203564" y="2444519"/>
                  </a:lnTo>
                  <a:lnTo>
                    <a:pt x="1201285" y="2440796"/>
                  </a:lnTo>
                  <a:lnTo>
                    <a:pt x="1201397" y="2429064"/>
                  </a:lnTo>
                  <a:lnTo>
                    <a:pt x="1199189" y="2422207"/>
                  </a:lnTo>
                  <a:lnTo>
                    <a:pt x="1193859" y="2415150"/>
                  </a:lnTo>
                  <a:lnTo>
                    <a:pt x="1192058" y="2416508"/>
                  </a:lnTo>
                  <a:lnTo>
                    <a:pt x="1188137" y="2428572"/>
                  </a:lnTo>
                  <a:lnTo>
                    <a:pt x="1184878" y="2444396"/>
                  </a:lnTo>
                  <a:lnTo>
                    <a:pt x="1183266" y="2449507"/>
                  </a:lnTo>
                  <a:lnTo>
                    <a:pt x="1173556" y="2449865"/>
                  </a:lnTo>
                  <a:lnTo>
                    <a:pt x="1164963" y="2448785"/>
                  </a:lnTo>
                  <a:lnTo>
                    <a:pt x="1135759" y="2450684"/>
                  </a:lnTo>
                  <a:lnTo>
                    <a:pt x="1124849" y="2445323"/>
                  </a:lnTo>
                  <a:lnTo>
                    <a:pt x="1120324" y="2444294"/>
                  </a:lnTo>
                  <a:lnTo>
                    <a:pt x="1117569" y="2444416"/>
                  </a:lnTo>
                  <a:lnTo>
                    <a:pt x="1104868" y="2449333"/>
                  </a:lnTo>
                  <a:lnTo>
                    <a:pt x="1090395" y="2453096"/>
                  </a:lnTo>
                  <a:lnTo>
                    <a:pt x="1086986" y="2451914"/>
                  </a:lnTo>
                  <a:lnTo>
                    <a:pt x="1082123" y="2451739"/>
                  </a:lnTo>
                  <a:lnTo>
                    <a:pt x="1071630" y="2464552"/>
                  </a:lnTo>
                  <a:lnTo>
                    <a:pt x="1059257" y="2470549"/>
                  </a:lnTo>
                  <a:lnTo>
                    <a:pt x="1028041" y="2459769"/>
                  </a:lnTo>
                  <a:lnTo>
                    <a:pt x="1020277" y="2451099"/>
                  </a:lnTo>
                  <a:lnTo>
                    <a:pt x="1013385" y="2449246"/>
                  </a:lnTo>
                  <a:lnTo>
                    <a:pt x="1004908" y="2448175"/>
                  </a:lnTo>
                  <a:lnTo>
                    <a:pt x="995803" y="2458842"/>
                  </a:lnTo>
                  <a:lnTo>
                    <a:pt x="988885" y="2473237"/>
                  </a:lnTo>
                  <a:lnTo>
                    <a:pt x="999816" y="2481128"/>
                  </a:lnTo>
                  <a:lnTo>
                    <a:pt x="1009172" y="2484902"/>
                  </a:lnTo>
                  <a:lnTo>
                    <a:pt x="1024632" y="2481738"/>
                  </a:lnTo>
                  <a:lnTo>
                    <a:pt x="1033179" y="2474753"/>
                  </a:lnTo>
                  <a:lnTo>
                    <a:pt x="1040159" y="2474983"/>
                  </a:lnTo>
                  <a:lnTo>
                    <a:pt x="1043497" y="2473565"/>
                  </a:lnTo>
                  <a:lnTo>
                    <a:pt x="1046543" y="2469919"/>
                  </a:lnTo>
                  <a:lnTo>
                    <a:pt x="1052511" y="2472797"/>
                  </a:lnTo>
                  <a:lnTo>
                    <a:pt x="1052723" y="2475680"/>
                  </a:lnTo>
                  <a:lnTo>
                    <a:pt x="1048485" y="2479741"/>
                  </a:lnTo>
                  <a:lnTo>
                    <a:pt x="1043147" y="2483161"/>
                  </a:lnTo>
                  <a:lnTo>
                    <a:pt x="1039909" y="2487192"/>
                  </a:lnTo>
                  <a:lnTo>
                    <a:pt x="1046001" y="2495313"/>
                  </a:lnTo>
                  <a:lnTo>
                    <a:pt x="1055569" y="2498043"/>
                  </a:lnTo>
                  <a:lnTo>
                    <a:pt x="1059170" y="2496865"/>
                  </a:lnTo>
                  <a:lnTo>
                    <a:pt x="1061399" y="2487734"/>
                  </a:lnTo>
                  <a:lnTo>
                    <a:pt x="1067283" y="2481856"/>
                  </a:lnTo>
                  <a:lnTo>
                    <a:pt x="1075280" y="2483126"/>
                  </a:lnTo>
                  <a:lnTo>
                    <a:pt x="1074143" y="2486813"/>
                  </a:lnTo>
                  <a:lnTo>
                    <a:pt x="1075264" y="2490295"/>
                  </a:lnTo>
                  <a:lnTo>
                    <a:pt x="1078939" y="2496240"/>
                  </a:lnTo>
                  <a:lnTo>
                    <a:pt x="1078518" y="2504756"/>
                  </a:lnTo>
                  <a:lnTo>
                    <a:pt x="1079231" y="2506810"/>
                  </a:lnTo>
                  <a:lnTo>
                    <a:pt x="1070613" y="2510568"/>
                  </a:lnTo>
                  <a:lnTo>
                    <a:pt x="1064191" y="2511844"/>
                  </a:lnTo>
                  <a:lnTo>
                    <a:pt x="1059053" y="2516765"/>
                  </a:lnTo>
                  <a:lnTo>
                    <a:pt x="1061745" y="2519622"/>
                  </a:lnTo>
                  <a:lnTo>
                    <a:pt x="1056511" y="2522132"/>
                  </a:lnTo>
                  <a:lnTo>
                    <a:pt x="1052973" y="2521128"/>
                  </a:lnTo>
                  <a:lnTo>
                    <a:pt x="1051194" y="2522055"/>
                  </a:lnTo>
                  <a:lnTo>
                    <a:pt x="1050660" y="2525076"/>
                  </a:lnTo>
                  <a:lnTo>
                    <a:pt x="1047956" y="2527882"/>
                  </a:lnTo>
                  <a:lnTo>
                    <a:pt x="1051890" y="2536337"/>
                  </a:lnTo>
                  <a:lnTo>
                    <a:pt x="1059953" y="2541857"/>
                  </a:lnTo>
                  <a:lnTo>
                    <a:pt x="1065642" y="2548776"/>
                  </a:lnTo>
                  <a:lnTo>
                    <a:pt x="1088511" y="2557886"/>
                  </a:lnTo>
                  <a:lnTo>
                    <a:pt x="1094054" y="2557625"/>
                  </a:lnTo>
                  <a:lnTo>
                    <a:pt x="1099509" y="2566796"/>
                  </a:lnTo>
                  <a:lnTo>
                    <a:pt x="1103905" y="2569951"/>
                  </a:lnTo>
                  <a:lnTo>
                    <a:pt x="1108139" y="2571553"/>
                  </a:lnTo>
                  <a:lnTo>
                    <a:pt x="1107655" y="2577862"/>
                  </a:lnTo>
                  <a:lnTo>
                    <a:pt x="1100134" y="2582482"/>
                  </a:lnTo>
                  <a:lnTo>
                    <a:pt x="1098100" y="2587992"/>
                  </a:lnTo>
                  <a:lnTo>
                    <a:pt x="1096208" y="2591090"/>
                  </a:lnTo>
                  <a:lnTo>
                    <a:pt x="1092816" y="2587167"/>
                  </a:lnTo>
                  <a:lnTo>
                    <a:pt x="1089332" y="2584325"/>
                  </a:lnTo>
                  <a:lnTo>
                    <a:pt x="1081269" y="2592969"/>
                  </a:lnTo>
                  <a:lnTo>
                    <a:pt x="1077381" y="2594787"/>
                  </a:lnTo>
                  <a:lnTo>
                    <a:pt x="1079310" y="2585467"/>
                  </a:lnTo>
                  <a:lnTo>
                    <a:pt x="1076264" y="2581816"/>
                  </a:lnTo>
                  <a:lnTo>
                    <a:pt x="1071659" y="2572470"/>
                  </a:lnTo>
                  <a:lnTo>
                    <a:pt x="1064950" y="2566689"/>
                  </a:lnTo>
                  <a:lnTo>
                    <a:pt x="1060224" y="2564773"/>
                  </a:lnTo>
                  <a:lnTo>
                    <a:pt x="1056545" y="2561117"/>
                  </a:lnTo>
                  <a:lnTo>
                    <a:pt x="1052090" y="2559637"/>
                  </a:lnTo>
                  <a:lnTo>
                    <a:pt x="1048289" y="2560016"/>
                  </a:lnTo>
                  <a:lnTo>
                    <a:pt x="1041855" y="2557886"/>
                  </a:lnTo>
                  <a:lnTo>
                    <a:pt x="1041430" y="2552913"/>
                  </a:lnTo>
                  <a:lnTo>
                    <a:pt x="1039646" y="2549190"/>
                  </a:lnTo>
                  <a:lnTo>
                    <a:pt x="1034612" y="2544797"/>
                  </a:lnTo>
                  <a:lnTo>
                    <a:pt x="1010559" y="2536496"/>
                  </a:lnTo>
                  <a:lnTo>
                    <a:pt x="1010413" y="2539932"/>
                  </a:lnTo>
                  <a:lnTo>
                    <a:pt x="1012080" y="2542518"/>
                  </a:lnTo>
                  <a:lnTo>
                    <a:pt x="1015535" y="2544239"/>
                  </a:lnTo>
                  <a:lnTo>
                    <a:pt x="1019669" y="2547588"/>
                  </a:lnTo>
                  <a:lnTo>
                    <a:pt x="1019631" y="2557507"/>
                  </a:lnTo>
                  <a:lnTo>
                    <a:pt x="1017844" y="2561706"/>
                  </a:lnTo>
                  <a:lnTo>
                    <a:pt x="1017077" y="2567687"/>
                  </a:lnTo>
                  <a:lnTo>
                    <a:pt x="1015485" y="2573766"/>
                  </a:lnTo>
                  <a:lnTo>
                    <a:pt x="1012543" y="2578559"/>
                  </a:lnTo>
                  <a:lnTo>
                    <a:pt x="1005975" y="2581826"/>
                  </a:lnTo>
                  <a:lnTo>
                    <a:pt x="1003079" y="2579091"/>
                  </a:lnTo>
                  <a:lnTo>
                    <a:pt x="998395" y="2566002"/>
                  </a:lnTo>
                  <a:lnTo>
                    <a:pt x="991773" y="2561880"/>
                  </a:lnTo>
                  <a:lnTo>
                    <a:pt x="981251" y="2561394"/>
                  </a:lnTo>
                  <a:lnTo>
                    <a:pt x="974104" y="2564353"/>
                  </a:lnTo>
                  <a:lnTo>
                    <a:pt x="966316" y="2577033"/>
                  </a:lnTo>
                  <a:lnTo>
                    <a:pt x="960040" y="2579107"/>
                  </a:lnTo>
                  <a:lnTo>
                    <a:pt x="938558" y="2572537"/>
                  </a:lnTo>
                  <a:lnTo>
                    <a:pt x="914030" y="2562525"/>
                  </a:lnTo>
                  <a:lnTo>
                    <a:pt x="914663" y="2559192"/>
                  </a:lnTo>
                  <a:lnTo>
                    <a:pt x="918522" y="2558121"/>
                  </a:lnTo>
                  <a:lnTo>
                    <a:pt x="925923" y="2559489"/>
                  </a:lnTo>
                  <a:lnTo>
                    <a:pt x="925531" y="2556052"/>
                  </a:lnTo>
                  <a:lnTo>
                    <a:pt x="917968" y="2544868"/>
                  </a:lnTo>
                  <a:lnTo>
                    <a:pt x="916580" y="2539819"/>
                  </a:lnTo>
                  <a:lnTo>
                    <a:pt x="917555" y="2533659"/>
                  </a:lnTo>
                  <a:lnTo>
                    <a:pt x="915088" y="2533797"/>
                  </a:lnTo>
                  <a:lnTo>
                    <a:pt x="910546" y="2538969"/>
                  </a:lnTo>
                  <a:lnTo>
                    <a:pt x="894906" y="2534586"/>
                  </a:lnTo>
                  <a:lnTo>
                    <a:pt x="890589" y="2529347"/>
                  </a:lnTo>
                  <a:lnTo>
                    <a:pt x="881400" y="2514583"/>
                  </a:lnTo>
                  <a:lnTo>
                    <a:pt x="868432" y="2514102"/>
                  </a:lnTo>
                  <a:lnTo>
                    <a:pt x="862564" y="2505151"/>
                  </a:lnTo>
                  <a:lnTo>
                    <a:pt x="851967" y="2508899"/>
                  </a:lnTo>
                  <a:lnTo>
                    <a:pt x="846600" y="2513047"/>
                  </a:lnTo>
                  <a:lnTo>
                    <a:pt x="841883" y="2519474"/>
                  </a:lnTo>
                  <a:lnTo>
                    <a:pt x="843720" y="2522807"/>
                  </a:lnTo>
                  <a:lnTo>
                    <a:pt x="848421" y="2528103"/>
                  </a:lnTo>
                  <a:lnTo>
                    <a:pt x="846275" y="2530658"/>
                  </a:lnTo>
                  <a:lnTo>
                    <a:pt x="831185" y="2534432"/>
                  </a:lnTo>
                  <a:lnTo>
                    <a:pt x="796156" y="2530212"/>
                  </a:lnTo>
                  <a:lnTo>
                    <a:pt x="785913" y="2526269"/>
                  </a:lnTo>
                  <a:lnTo>
                    <a:pt x="772165" y="2517932"/>
                  </a:lnTo>
                  <a:lnTo>
                    <a:pt x="753108" y="2511137"/>
                  </a:lnTo>
                  <a:lnTo>
                    <a:pt x="743932" y="2510041"/>
                  </a:lnTo>
                  <a:lnTo>
                    <a:pt x="734947" y="2511388"/>
                  </a:lnTo>
                  <a:lnTo>
                    <a:pt x="708802" y="2512084"/>
                  </a:lnTo>
                  <a:lnTo>
                    <a:pt x="702735" y="2513892"/>
                  </a:lnTo>
                  <a:lnTo>
                    <a:pt x="697567" y="2516780"/>
                  </a:lnTo>
                  <a:lnTo>
                    <a:pt x="694217" y="2513585"/>
                  </a:lnTo>
                  <a:lnTo>
                    <a:pt x="692667" y="2507880"/>
                  </a:lnTo>
                  <a:lnTo>
                    <a:pt x="695701" y="2506953"/>
                  </a:lnTo>
                  <a:lnTo>
                    <a:pt x="699076" y="2503599"/>
                  </a:lnTo>
                  <a:lnTo>
                    <a:pt x="702122" y="2496967"/>
                  </a:lnTo>
                  <a:lnTo>
                    <a:pt x="702468" y="2492958"/>
                  </a:lnTo>
                  <a:lnTo>
                    <a:pt x="700339" y="2490341"/>
                  </a:lnTo>
                  <a:lnTo>
                    <a:pt x="696288" y="2490080"/>
                  </a:lnTo>
                  <a:lnTo>
                    <a:pt x="687341" y="2507358"/>
                  </a:lnTo>
                  <a:lnTo>
                    <a:pt x="692454" y="2517041"/>
                  </a:lnTo>
                  <a:lnTo>
                    <a:pt x="692104" y="2520534"/>
                  </a:lnTo>
                  <a:lnTo>
                    <a:pt x="674252" y="2522521"/>
                  </a:lnTo>
                  <a:lnTo>
                    <a:pt x="633730" y="2542016"/>
                  </a:lnTo>
                  <a:lnTo>
                    <a:pt x="617928" y="2552529"/>
                  </a:lnTo>
                  <a:lnTo>
                    <a:pt x="618736" y="2548991"/>
                  </a:lnTo>
                  <a:lnTo>
                    <a:pt x="637843" y="2535364"/>
                  </a:lnTo>
                  <a:lnTo>
                    <a:pt x="631096" y="2533280"/>
                  </a:lnTo>
                  <a:lnTo>
                    <a:pt x="620232" y="2536685"/>
                  </a:lnTo>
                  <a:lnTo>
                    <a:pt x="616336" y="2535374"/>
                  </a:lnTo>
                  <a:lnTo>
                    <a:pt x="620936" y="2524108"/>
                  </a:lnTo>
                  <a:lnTo>
                    <a:pt x="619436" y="2514174"/>
                  </a:lnTo>
                  <a:lnTo>
                    <a:pt x="611723" y="2513902"/>
                  </a:lnTo>
                  <a:lnTo>
                    <a:pt x="606810" y="2521835"/>
                  </a:lnTo>
                  <a:lnTo>
                    <a:pt x="603397" y="2521497"/>
                  </a:lnTo>
                  <a:lnTo>
                    <a:pt x="598925" y="2518096"/>
                  </a:lnTo>
                  <a:lnTo>
                    <a:pt x="595462" y="2519172"/>
                  </a:lnTo>
                  <a:lnTo>
                    <a:pt x="598025" y="2537146"/>
                  </a:lnTo>
                  <a:lnTo>
                    <a:pt x="602884" y="2544541"/>
                  </a:lnTo>
                  <a:lnTo>
                    <a:pt x="606947" y="2553968"/>
                  </a:lnTo>
                  <a:lnTo>
                    <a:pt x="595850" y="2565618"/>
                  </a:lnTo>
                  <a:lnTo>
                    <a:pt x="585544" y="2575230"/>
                  </a:lnTo>
                  <a:lnTo>
                    <a:pt x="584427" y="2584520"/>
                  </a:lnTo>
                  <a:lnTo>
                    <a:pt x="574072" y="2596620"/>
                  </a:lnTo>
                  <a:lnTo>
                    <a:pt x="564329" y="2603482"/>
                  </a:lnTo>
                  <a:lnTo>
                    <a:pt x="541438" y="2619613"/>
                  </a:lnTo>
                  <a:lnTo>
                    <a:pt x="534908" y="2623065"/>
                  </a:lnTo>
                  <a:lnTo>
                    <a:pt x="524578" y="2630552"/>
                  </a:lnTo>
                  <a:lnTo>
                    <a:pt x="510326" y="2636164"/>
                  </a:lnTo>
                  <a:lnTo>
                    <a:pt x="496662" y="2645074"/>
                  </a:lnTo>
                  <a:lnTo>
                    <a:pt x="492053" y="2646426"/>
                  </a:lnTo>
                  <a:lnTo>
                    <a:pt x="500779" y="2638883"/>
                  </a:lnTo>
                  <a:lnTo>
                    <a:pt x="511126" y="2631432"/>
                  </a:lnTo>
                  <a:lnTo>
                    <a:pt x="502250" y="2632451"/>
                  </a:lnTo>
                  <a:lnTo>
                    <a:pt x="488569" y="2629000"/>
                  </a:lnTo>
                  <a:lnTo>
                    <a:pt x="480197" y="2628800"/>
                  </a:lnTo>
                  <a:lnTo>
                    <a:pt x="480139" y="2631519"/>
                  </a:lnTo>
                  <a:lnTo>
                    <a:pt x="473771" y="2635360"/>
                  </a:lnTo>
                  <a:lnTo>
                    <a:pt x="467174" y="2629717"/>
                  </a:lnTo>
                  <a:lnTo>
                    <a:pt x="464299" y="2625922"/>
                  </a:lnTo>
                  <a:lnTo>
                    <a:pt x="462936" y="2622645"/>
                  </a:lnTo>
                  <a:lnTo>
                    <a:pt x="460136" y="2621851"/>
                  </a:lnTo>
                  <a:lnTo>
                    <a:pt x="457444" y="2623372"/>
                  </a:lnTo>
                  <a:lnTo>
                    <a:pt x="467291" y="2646452"/>
                  </a:lnTo>
                  <a:lnTo>
                    <a:pt x="471487" y="2647451"/>
                  </a:lnTo>
                  <a:lnTo>
                    <a:pt x="476130" y="2649745"/>
                  </a:lnTo>
                  <a:lnTo>
                    <a:pt x="470350" y="2655122"/>
                  </a:lnTo>
                  <a:lnTo>
                    <a:pt x="464128" y="2659203"/>
                  </a:lnTo>
                  <a:lnTo>
                    <a:pt x="454343" y="2661912"/>
                  </a:lnTo>
                  <a:lnTo>
                    <a:pt x="446051" y="2653488"/>
                  </a:lnTo>
                  <a:lnTo>
                    <a:pt x="444255" y="2664058"/>
                  </a:lnTo>
                  <a:lnTo>
                    <a:pt x="443204" y="2674612"/>
                  </a:lnTo>
                  <a:lnTo>
                    <a:pt x="440421" y="2677321"/>
                  </a:lnTo>
                  <a:lnTo>
                    <a:pt x="435974" y="2681182"/>
                  </a:lnTo>
                  <a:lnTo>
                    <a:pt x="433561" y="2678268"/>
                  </a:lnTo>
                  <a:lnTo>
                    <a:pt x="432415" y="2674187"/>
                  </a:lnTo>
                  <a:lnTo>
                    <a:pt x="429569" y="2677828"/>
                  </a:lnTo>
                  <a:lnTo>
                    <a:pt x="425402" y="2680562"/>
                  </a:lnTo>
                  <a:lnTo>
                    <a:pt x="418526" y="2681110"/>
                  </a:lnTo>
                  <a:lnTo>
                    <a:pt x="413367" y="2682570"/>
                  </a:lnTo>
                  <a:lnTo>
                    <a:pt x="413488" y="2686943"/>
                  </a:lnTo>
                  <a:lnTo>
                    <a:pt x="414667" y="2691337"/>
                  </a:lnTo>
                  <a:lnTo>
                    <a:pt x="423793" y="2687865"/>
                  </a:lnTo>
                  <a:lnTo>
                    <a:pt x="420485" y="2699167"/>
                  </a:lnTo>
                  <a:lnTo>
                    <a:pt x="412092" y="2710335"/>
                  </a:lnTo>
                  <a:lnTo>
                    <a:pt x="405254" y="2712973"/>
                  </a:lnTo>
                  <a:lnTo>
                    <a:pt x="394794" y="2711339"/>
                  </a:lnTo>
                  <a:lnTo>
                    <a:pt x="392210" y="2712461"/>
                  </a:lnTo>
                  <a:lnTo>
                    <a:pt x="389897" y="2714780"/>
                  </a:lnTo>
                  <a:lnTo>
                    <a:pt x="402082" y="2732253"/>
                  </a:lnTo>
                  <a:lnTo>
                    <a:pt x="394252" y="2758605"/>
                  </a:lnTo>
                  <a:lnTo>
                    <a:pt x="389247" y="2768156"/>
                  </a:lnTo>
                  <a:lnTo>
                    <a:pt x="385776" y="2769380"/>
                  </a:lnTo>
                  <a:lnTo>
                    <a:pt x="382013" y="2769656"/>
                  </a:lnTo>
                  <a:lnTo>
                    <a:pt x="368507" y="2761166"/>
                  </a:lnTo>
                  <a:lnTo>
                    <a:pt x="361139" y="2754601"/>
                  </a:lnTo>
                  <a:lnTo>
                    <a:pt x="367632" y="2772467"/>
                  </a:lnTo>
                  <a:lnTo>
                    <a:pt x="385322" y="2777686"/>
                  </a:lnTo>
                  <a:lnTo>
                    <a:pt x="386226" y="2784445"/>
                  </a:lnTo>
                  <a:lnTo>
                    <a:pt x="386126" y="2790222"/>
                  </a:lnTo>
                  <a:lnTo>
                    <a:pt x="382642" y="2797002"/>
                  </a:lnTo>
                  <a:lnTo>
                    <a:pt x="379383" y="2806009"/>
                  </a:lnTo>
                  <a:lnTo>
                    <a:pt x="381788" y="2812283"/>
                  </a:lnTo>
                  <a:lnTo>
                    <a:pt x="384580" y="2827794"/>
                  </a:lnTo>
                  <a:lnTo>
                    <a:pt x="386968" y="2834912"/>
                  </a:lnTo>
                  <a:lnTo>
                    <a:pt x="389593" y="2856507"/>
                  </a:lnTo>
                  <a:lnTo>
                    <a:pt x="392385" y="2865873"/>
                  </a:lnTo>
                  <a:lnTo>
                    <a:pt x="408466" y="2900342"/>
                  </a:lnTo>
                  <a:lnTo>
                    <a:pt x="413888" y="2900608"/>
                  </a:lnTo>
                  <a:lnTo>
                    <a:pt x="414759" y="2904341"/>
                  </a:lnTo>
                  <a:lnTo>
                    <a:pt x="414242" y="2911500"/>
                  </a:lnTo>
                  <a:lnTo>
                    <a:pt x="402674" y="2913585"/>
                  </a:lnTo>
                  <a:lnTo>
                    <a:pt x="397819" y="2916775"/>
                  </a:lnTo>
                  <a:lnTo>
                    <a:pt x="396873" y="2919545"/>
                  </a:lnTo>
                  <a:lnTo>
                    <a:pt x="396156" y="2921041"/>
                  </a:lnTo>
                  <a:lnTo>
                    <a:pt x="394665" y="2920902"/>
                  </a:lnTo>
                  <a:lnTo>
                    <a:pt x="389147" y="2918910"/>
                  </a:lnTo>
                  <a:lnTo>
                    <a:pt x="376604" y="2909119"/>
                  </a:lnTo>
                  <a:lnTo>
                    <a:pt x="358326" y="2903051"/>
                  </a:lnTo>
                  <a:lnTo>
                    <a:pt x="334311" y="2900700"/>
                  </a:lnTo>
                  <a:lnTo>
                    <a:pt x="317904" y="2895800"/>
                  </a:lnTo>
                  <a:lnTo>
                    <a:pt x="309107" y="2888333"/>
                  </a:lnTo>
                  <a:lnTo>
                    <a:pt x="299910" y="2883909"/>
                  </a:lnTo>
                  <a:lnTo>
                    <a:pt x="290317" y="2882516"/>
                  </a:lnTo>
                  <a:lnTo>
                    <a:pt x="282370" y="2878465"/>
                  </a:lnTo>
                  <a:lnTo>
                    <a:pt x="276070" y="2871757"/>
                  </a:lnTo>
                  <a:lnTo>
                    <a:pt x="266856" y="2867476"/>
                  </a:lnTo>
                  <a:lnTo>
                    <a:pt x="254729" y="2865617"/>
                  </a:lnTo>
                  <a:lnTo>
                    <a:pt x="246837" y="2860588"/>
                  </a:lnTo>
                  <a:lnTo>
                    <a:pt x="241348" y="2848293"/>
                  </a:lnTo>
                  <a:lnTo>
                    <a:pt x="241323" y="2848109"/>
                  </a:lnTo>
                  <a:lnTo>
                    <a:pt x="236410" y="2827553"/>
                  </a:lnTo>
                  <a:lnTo>
                    <a:pt x="230222" y="2814674"/>
                  </a:lnTo>
                  <a:lnTo>
                    <a:pt x="218179" y="2798738"/>
                  </a:lnTo>
                  <a:lnTo>
                    <a:pt x="217070" y="2796638"/>
                  </a:lnTo>
                  <a:lnTo>
                    <a:pt x="216970" y="2794016"/>
                  </a:lnTo>
                  <a:lnTo>
                    <a:pt x="218462" y="2784742"/>
                  </a:lnTo>
                  <a:lnTo>
                    <a:pt x="217191" y="2778075"/>
                  </a:lnTo>
                  <a:lnTo>
                    <a:pt x="213378" y="2772642"/>
                  </a:lnTo>
                  <a:lnTo>
                    <a:pt x="212503" y="2766891"/>
                  </a:lnTo>
                  <a:lnTo>
                    <a:pt x="214570" y="2760838"/>
                  </a:lnTo>
                  <a:lnTo>
                    <a:pt x="214703" y="2753566"/>
                  </a:lnTo>
                  <a:lnTo>
                    <a:pt x="212907" y="2745076"/>
                  </a:lnTo>
                  <a:lnTo>
                    <a:pt x="205227" y="2735894"/>
                  </a:lnTo>
                  <a:lnTo>
                    <a:pt x="191663" y="2726031"/>
                  </a:lnTo>
                  <a:lnTo>
                    <a:pt x="180107" y="2711626"/>
                  </a:lnTo>
                  <a:lnTo>
                    <a:pt x="170568" y="2692689"/>
                  </a:lnTo>
                  <a:lnTo>
                    <a:pt x="161133" y="2679569"/>
                  </a:lnTo>
                  <a:lnTo>
                    <a:pt x="151803" y="2672261"/>
                  </a:lnTo>
                  <a:lnTo>
                    <a:pt x="145423" y="2663341"/>
                  </a:lnTo>
                  <a:lnTo>
                    <a:pt x="141989" y="2652807"/>
                  </a:lnTo>
                  <a:lnTo>
                    <a:pt x="140977" y="2646693"/>
                  </a:lnTo>
                  <a:lnTo>
                    <a:pt x="142377" y="2645003"/>
                  </a:lnTo>
                  <a:lnTo>
                    <a:pt x="136643" y="2633291"/>
                  </a:lnTo>
                  <a:lnTo>
                    <a:pt x="123774" y="2611568"/>
                  </a:lnTo>
                  <a:lnTo>
                    <a:pt x="116382" y="2595683"/>
                  </a:lnTo>
                  <a:lnTo>
                    <a:pt x="114477" y="2585641"/>
                  </a:lnTo>
                  <a:lnTo>
                    <a:pt x="106289" y="2573689"/>
                  </a:lnTo>
                  <a:lnTo>
                    <a:pt x="91820" y="2559827"/>
                  </a:lnTo>
                  <a:lnTo>
                    <a:pt x="83952" y="2550809"/>
                  </a:lnTo>
                  <a:lnTo>
                    <a:pt x="82019" y="2544546"/>
                  </a:lnTo>
                  <a:lnTo>
                    <a:pt x="59441" y="2526331"/>
                  </a:lnTo>
                  <a:lnTo>
                    <a:pt x="52882" y="2514952"/>
                  </a:lnTo>
                  <a:lnTo>
                    <a:pt x="47760" y="2511357"/>
                  </a:lnTo>
                  <a:lnTo>
                    <a:pt x="41880" y="2511746"/>
                  </a:lnTo>
                  <a:lnTo>
                    <a:pt x="38863" y="2510656"/>
                  </a:lnTo>
                  <a:lnTo>
                    <a:pt x="38713" y="2508085"/>
                  </a:lnTo>
                  <a:lnTo>
                    <a:pt x="36809" y="2507962"/>
                  </a:lnTo>
                  <a:lnTo>
                    <a:pt x="33146" y="2510297"/>
                  </a:lnTo>
                  <a:lnTo>
                    <a:pt x="21136" y="2510768"/>
                  </a:lnTo>
                  <a:lnTo>
                    <a:pt x="775" y="2509380"/>
                  </a:lnTo>
                  <a:lnTo>
                    <a:pt x="0" y="2509217"/>
                  </a:lnTo>
                  <a:lnTo>
                    <a:pt x="0" y="699813"/>
                  </a:lnTo>
                  <a:lnTo>
                    <a:pt x="1430380" y="699813"/>
                  </a:lnTo>
                  <a:lnTo>
                    <a:pt x="1444880" y="707161"/>
                  </a:lnTo>
                  <a:lnTo>
                    <a:pt x="1461444" y="715554"/>
                  </a:lnTo>
                  <a:lnTo>
                    <a:pt x="1465620" y="729509"/>
                  </a:lnTo>
                  <a:lnTo>
                    <a:pt x="1469687" y="743095"/>
                  </a:lnTo>
                  <a:lnTo>
                    <a:pt x="1479384" y="752958"/>
                  </a:lnTo>
                  <a:lnTo>
                    <a:pt x="1488260" y="761965"/>
                  </a:lnTo>
                  <a:lnTo>
                    <a:pt x="1493399" y="761494"/>
                  </a:lnTo>
                  <a:lnTo>
                    <a:pt x="1498612" y="757689"/>
                  </a:lnTo>
                  <a:lnTo>
                    <a:pt x="1501921" y="755856"/>
                  </a:lnTo>
                  <a:lnTo>
                    <a:pt x="1507467" y="755554"/>
                  </a:lnTo>
                  <a:lnTo>
                    <a:pt x="1519802" y="752297"/>
                  </a:lnTo>
                  <a:lnTo>
                    <a:pt x="1523448" y="753009"/>
                  </a:lnTo>
                  <a:lnTo>
                    <a:pt x="1525520" y="754637"/>
                  </a:lnTo>
                  <a:lnTo>
                    <a:pt x="1525690" y="757187"/>
                  </a:lnTo>
                  <a:lnTo>
                    <a:pt x="1525269" y="759215"/>
                  </a:lnTo>
                  <a:lnTo>
                    <a:pt x="1523361" y="763286"/>
                  </a:lnTo>
                  <a:lnTo>
                    <a:pt x="1526374" y="771045"/>
                  </a:lnTo>
                  <a:lnTo>
                    <a:pt x="1527007" y="779663"/>
                  </a:lnTo>
                  <a:lnTo>
                    <a:pt x="1528662" y="786177"/>
                  </a:lnTo>
                  <a:lnTo>
                    <a:pt x="1533712" y="794514"/>
                  </a:lnTo>
                  <a:lnTo>
                    <a:pt x="1538100" y="801028"/>
                  </a:lnTo>
                  <a:lnTo>
                    <a:pt x="1543626" y="802287"/>
                  </a:lnTo>
                  <a:lnTo>
                    <a:pt x="1556415" y="798493"/>
                  </a:lnTo>
                  <a:lnTo>
                    <a:pt x="1564429" y="797059"/>
                  </a:lnTo>
                  <a:lnTo>
                    <a:pt x="1568979" y="797678"/>
                  </a:lnTo>
                  <a:lnTo>
                    <a:pt x="1576764" y="803777"/>
                  </a:lnTo>
                  <a:lnTo>
                    <a:pt x="1580573" y="807444"/>
                  </a:lnTo>
                  <a:lnTo>
                    <a:pt x="1581481" y="810491"/>
                  </a:lnTo>
                  <a:lnTo>
                    <a:pt x="1570967" y="829111"/>
                  </a:lnTo>
                  <a:lnTo>
                    <a:pt x="1587640" y="838349"/>
                  </a:lnTo>
                  <a:lnTo>
                    <a:pt x="1606247" y="848447"/>
                  </a:lnTo>
                  <a:lnTo>
                    <a:pt x="1628433" y="860486"/>
                  </a:lnTo>
                  <a:lnTo>
                    <a:pt x="1641998" y="867855"/>
                  </a:lnTo>
                  <a:lnTo>
                    <a:pt x="1659862" y="878379"/>
                  </a:lnTo>
                  <a:lnTo>
                    <a:pt x="1662921" y="893373"/>
                  </a:lnTo>
                  <a:lnTo>
                    <a:pt x="1665497" y="906027"/>
                  </a:lnTo>
                  <a:lnTo>
                    <a:pt x="1668780" y="923668"/>
                  </a:lnTo>
                  <a:lnTo>
                    <a:pt x="1672127" y="941663"/>
                  </a:lnTo>
                  <a:lnTo>
                    <a:pt x="1675465" y="959592"/>
                  </a:lnTo>
                  <a:lnTo>
                    <a:pt x="1679002" y="978621"/>
                  </a:lnTo>
                  <a:lnTo>
                    <a:pt x="1682890" y="999524"/>
                  </a:lnTo>
                  <a:lnTo>
                    <a:pt x="1686345" y="1018078"/>
                  </a:lnTo>
                  <a:lnTo>
                    <a:pt x="1690116" y="1038331"/>
                  </a:lnTo>
                  <a:lnTo>
                    <a:pt x="1695130" y="1064688"/>
                  </a:lnTo>
                  <a:lnTo>
                    <a:pt x="1690646" y="1074843"/>
                  </a:lnTo>
                  <a:lnTo>
                    <a:pt x="1680882" y="1096955"/>
                  </a:lnTo>
                  <a:lnTo>
                    <a:pt x="1672056" y="1116942"/>
                  </a:lnTo>
                  <a:lnTo>
                    <a:pt x="1671285" y="1122739"/>
                  </a:lnTo>
                  <a:lnTo>
                    <a:pt x="1665217" y="1151882"/>
                  </a:lnTo>
                  <a:lnTo>
                    <a:pt x="1660354" y="1163921"/>
                  </a:lnTo>
                  <a:lnTo>
                    <a:pt x="1651836" y="1170911"/>
                  </a:lnTo>
                  <a:lnTo>
                    <a:pt x="1643381" y="1177686"/>
                  </a:lnTo>
                  <a:lnTo>
                    <a:pt x="1632834" y="1189039"/>
                  </a:lnTo>
                  <a:lnTo>
                    <a:pt x="1621232" y="1194647"/>
                  </a:lnTo>
                  <a:lnTo>
                    <a:pt x="1615306" y="1197945"/>
                  </a:lnTo>
                  <a:lnTo>
                    <a:pt x="1612202" y="1203147"/>
                  </a:lnTo>
                  <a:lnTo>
                    <a:pt x="1608776" y="1214552"/>
                  </a:lnTo>
                  <a:lnTo>
                    <a:pt x="1609435" y="1231968"/>
                  </a:lnTo>
                  <a:lnTo>
                    <a:pt x="1618990" y="1246957"/>
                  </a:lnTo>
                  <a:lnTo>
                    <a:pt x="1632967" y="1255340"/>
                  </a:lnTo>
                  <a:lnTo>
                    <a:pt x="1648003" y="1263503"/>
                  </a:lnTo>
                  <a:lnTo>
                    <a:pt x="1669422" y="1263538"/>
                  </a:lnTo>
                  <a:lnTo>
                    <a:pt x="1688687" y="1252646"/>
                  </a:lnTo>
                  <a:lnTo>
                    <a:pt x="1709098" y="1241109"/>
                  </a:lnTo>
                  <a:lnTo>
                    <a:pt x="1727296" y="1230821"/>
                  </a:lnTo>
                  <a:lnTo>
                    <a:pt x="1748941" y="1218587"/>
                  </a:lnTo>
                  <a:lnTo>
                    <a:pt x="1768544" y="1207500"/>
                  </a:lnTo>
                  <a:lnTo>
                    <a:pt x="1789830" y="1203516"/>
                  </a:lnTo>
                  <a:lnTo>
                    <a:pt x="1819325" y="1198001"/>
                  </a:lnTo>
                  <a:lnTo>
                    <a:pt x="1856455" y="1191052"/>
                  </a:lnTo>
                  <a:lnTo>
                    <a:pt x="1874533" y="1183140"/>
                  </a:lnTo>
                  <a:lnTo>
                    <a:pt x="1897894" y="1172914"/>
                  </a:lnTo>
                  <a:lnTo>
                    <a:pt x="1924844" y="1161115"/>
                  </a:lnTo>
                  <a:lnTo>
                    <a:pt x="1948101" y="1150935"/>
                  </a:lnTo>
                  <a:lnTo>
                    <a:pt x="1959794" y="1145291"/>
                  </a:lnTo>
                  <a:lnTo>
                    <a:pt x="1968112" y="1138854"/>
                  </a:lnTo>
                  <a:lnTo>
                    <a:pt x="1970175" y="1134092"/>
                  </a:lnTo>
                  <a:lnTo>
                    <a:pt x="1969683" y="1131357"/>
                  </a:lnTo>
                  <a:lnTo>
                    <a:pt x="1967537" y="1128618"/>
                  </a:lnTo>
                  <a:lnTo>
                    <a:pt x="1964570" y="1126595"/>
                  </a:lnTo>
                  <a:lnTo>
                    <a:pt x="1961932" y="1124874"/>
                  </a:lnTo>
                  <a:lnTo>
                    <a:pt x="1960694" y="1122744"/>
                  </a:lnTo>
                  <a:lnTo>
                    <a:pt x="1960448" y="1118084"/>
                  </a:lnTo>
                  <a:lnTo>
                    <a:pt x="1958831" y="1115406"/>
                  </a:lnTo>
                  <a:lnTo>
                    <a:pt x="1957290" y="1113434"/>
                  </a:lnTo>
                  <a:lnTo>
                    <a:pt x="1957873" y="1095398"/>
                  </a:lnTo>
                  <a:lnTo>
                    <a:pt x="1955839" y="1089806"/>
                  </a:lnTo>
                  <a:lnTo>
                    <a:pt x="1948259" y="1075632"/>
                  </a:lnTo>
                  <a:lnTo>
                    <a:pt x="1962715" y="1069276"/>
                  </a:lnTo>
                  <a:lnTo>
                    <a:pt x="1976109" y="1063382"/>
                  </a:lnTo>
                  <a:lnTo>
                    <a:pt x="1986789" y="1059019"/>
                  </a:lnTo>
                  <a:lnTo>
                    <a:pt x="2009163" y="1058333"/>
                  </a:lnTo>
                  <a:lnTo>
                    <a:pt x="2029941" y="1058420"/>
                  </a:lnTo>
                  <a:lnTo>
                    <a:pt x="2058578" y="1058538"/>
                  </a:lnTo>
                  <a:lnTo>
                    <a:pt x="2082706" y="1058635"/>
                  </a:lnTo>
                  <a:lnTo>
                    <a:pt x="2110856" y="1058753"/>
                  </a:lnTo>
                  <a:lnTo>
                    <a:pt x="2127358" y="1058820"/>
                  </a:lnTo>
                  <a:lnTo>
                    <a:pt x="2148982" y="1058615"/>
                  </a:lnTo>
                  <a:lnTo>
                    <a:pt x="2159521" y="1042253"/>
                  </a:lnTo>
                  <a:lnTo>
                    <a:pt x="2168939" y="1027623"/>
                  </a:lnTo>
                  <a:lnTo>
                    <a:pt x="2179311" y="1013643"/>
                  </a:lnTo>
                  <a:lnTo>
                    <a:pt x="2197751" y="997230"/>
                  </a:lnTo>
                  <a:lnTo>
                    <a:pt x="2203106" y="994281"/>
                  </a:lnTo>
                  <a:lnTo>
                    <a:pt x="2206060" y="987808"/>
                  </a:lnTo>
                  <a:lnTo>
                    <a:pt x="2217237" y="981658"/>
                  </a:lnTo>
                  <a:lnTo>
                    <a:pt x="2229551" y="975953"/>
                  </a:lnTo>
                  <a:lnTo>
                    <a:pt x="2234381" y="970602"/>
                  </a:lnTo>
                  <a:lnTo>
                    <a:pt x="2236718" y="967555"/>
                  </a:lnTo>
                  <a:lnTo>
                    <a:pt x="2270060" y="938693"/>
                  </a:lnTo>
                  <a:lnTo>
                    <a:pt x="2288996" y="925363"/>
                  </a:lnTo>
                  <a:lnTo>
                    <a:pt x="2304636" y="917943"/>
                  </a:lnTo>
                  <a:lnTo>
                    <a:pt x="2316542" y="914399"/>
                  </a:lnTo>
                  <a:lnTo>
                    <a:pt x="2324580" y="914906"/>
                  </a:lnTo>
                  <a:lnTo>
                    <a:pt x="2329152" y="91440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3691075" y="1264019"/>
              <a:ext cx="972232" cy="951193"/>
            </a:xfrm>
            <a:custGeom>
              <a:avLst/>
              <a:pathLst>
                <a:path w="972232" h="951193">
                  <a:moveTo>
                    <a:pt x="914400" y="914400"/>
                  </a:moveTo>
                  <a:lnTo>
                    <a:pt x="919884" y="915086"/>
                  </a:lnTo>
                  <a:lnTo>
                    <a:pt x="924601" y="913094"/>
                  </a:lnTo>
                  <a:lnTo>
                    <a:pt x="929068" y="909069"/>
                  </a:lnTo>
                  <a:lnTo>
                    <a:pt x="939440" y="903625"/>
                  </a:lnTo>
                  <a:lnTo>
                    <a:pt x="948279" y="901244"/>
                  </a:lnTo>
                  <a:lnTo>
                    <a:pt x="951063" y="900752"/>
                  </a:lnTo>
                  <a:lnTo>
                    <a:pt x="955276" y="904572"/>
                  </a:lnTo>
                  <a:lnTo>
                    <a:pt x="963635" y="901505"/>
                  </a:lnTo>
                  <a:lnTo>
                    <a:pt x="972232" y="899784"/>
                  </a:lnTo>
                  <a:lnTo>
                    <a:pt x="935044" y="917252"/>
                  </a:lnTo>
                  <a:lnTo>
                    <a:pt x="927439" y="919218"/>
                  </a:lnTo>
                  <a:lnTo>
                    <a:pt x="916558" y="924421"/>
                  </a:lnTo>
                  <a:lnTo>
                    <a:pt x="906273" y="928108"/>
                  </a:lnTo>
                  <a:lnTo>
                    <a:pt x="898868" y="929450"/>
                  </a:lnTo>
                  <a:lnTo>
                    <a:pt x="862047" y="942416"/>
                  </a:lnTo>
                  <a:lnTo>
                    <a:pt x="859125" y="942698"/>
                  </a:lnTo>
                  <a:lnTo>
                    <a:pt x="855967" y="941433"/>
                  </a:lnTo>
                  <a:lnTo>
                    <a:pt x="825638" y="948110"/>
                  </a:lnTo>
                  <a:lnTo>
                    <a:pt x="813190" y="948863"/>
                  </a:lnTo>
                  <a:lnTo>
                    <a:pt x="801855" y="951193"/>
                  </a:lnTo>
                  <a:lnTo>
                    <a:pt x="810240" y="945816"/>
                  </a:lnTo>
                  <a:lnTo>
                    <a:pt x="810423" y="943804"/>
                  </a:lnTo>
                  <a:lnTo>
                    <a:pt x="808419" y="942232"/>
                  </a:lnTo>
                  <a:lnTo>
                    <a:pt x="803935" y="942687"/>
                  </a:lnTo>
                  <a:lnTo>
                    <a:pt x="799342" y="948223"/>
                  </a:lnTo>
                  <a:lnTo>
                    <a:pt x="792012" y="950072"/>
                  </a:lnTo>
                  <a:lnTo>
                    <a:pt x="790550" y="944044"/>
                  </a:lnTo>
                  <a:lnTo>
                    <a:pt x="792996" y="939379"/>
                  </a:lnTo>
                  <a:lnTo>
                    <a:pt x="796309" y="934955"/>
                  </a:lnTo>
                  <a:lnTo>
                    <a:pt x="803589" y="928001"/>
                  </a:lnTo>
                  <a:lnTo>
                    <a:pt x="814003" y="923592"/>
                  </a:lnTo>
                  <a:lnTo>
                    <a:pt x="819295" y="919782"/>
                  </a:lnTo>
                  <a:lnTo>
                    <a:pt x="822962" y="923136"/>
                  </a:lnTo>
                  <a:lnTo>
                    <a:pt x="823767" y="918604"/>
                  </a:lnTo>
                  <a:lnTo>
                    <a:pt x="826588" y="915987"/>
                  </a:lnTo>
                  <a:lnTo>
                    <a:pt x="829655" y="914579"/>
                  </a:lnTo>
                  <a:lnTo>
                    <a:pt x="837031" y="914543"/>
                  </a:lnTo>
                  <a:lnTo>
                    <a:pt x="841002" y="913831"/>
                  </a:lnTo>
                  <a:lnTo>
                    <a:pt x="843873" y="912326"/>
                  </a:lnTo>
                  <a:lnTo>
                    <a:pt x="846820" y="912044"/>
                  </a:lnTo>
                  <a:lnTo>
                    <a:pt x="854887" y="914097"/>
                  </a:lnTo>
                  <a:lnTo>
                    <a:pt x="862768" y="913508"/>
                  </a:lnTo>
                  <a:lnTo>
                    <a:pt x="869131" y="910671"/>
                  </a:lnTo>
                  <a:lnTo>
                    <a:pt x="875744" y="909719"/>
                  </a:lnTo>
                  <a:lnTo>
                    <a:pt x="893238" y="909079"/>
                  </a:lnTo>
                  <a:lnTo>
                    <a:pt x="910624" y="907005"/>
                  </a:lnTo>
                  <a:lnTo>
                    <a:pt x="917575" y="903318"/>
                  </a:lnTo>
                  <a:lnTo>
                    <a:pt x="932177" y="892984"/>
                  </a:lnTo>
                  <a:lnTo>
                    <a:pt x="940578" y="890101"/>
                  </a:lnTo>
                  <a:lnTo>
                    <a:pt x="927497" y="902109"/>
                  </a:lnTo>
                  <a:lnTo>
                    <a:pt x="920467" y="90761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4061078" y="908315"/>
              <a:ext cx="919367" cy="921036"/>
            </a:xfrm>
            <a:custGeom>
              <a:avLst/>
              <a:pathLst>
                <a:path w="919367" h="921036">
                  <a:moveTo>
                    <a:pt x="914400" y="914399"/>
                  </a:moveTo>
                  <a:lnTo>
                    <a:pt x="908953" y="913508"/>
                  </a:lnTo>
                  <a:lnTo>
                    <a:pt x="909065" y="919044"/>
                  </a:lnTo>
                  <a:lnTo>
                    <a:pt x="908457" y="921036"/>
                  </a:lnTo>
                  <a:lnTo>
                    <a:pt x="902423" y="918189"/>
                  </a:lnTo>
                  <a:lnTo>
                    <a:pt x="900210" y="916356"/>
                  </a:lnTo>
                  <a:lnTo>
                    <a:pt x="900402" y="909023"/>
                  </a:lnTo>
                  <a:lnTo>
                    <a:pt x="905732" y="902089"/>
                  </a:lnTo>
                  <a:lnTo>
                    <a:pt x="909795" y="899349"/>
                  </a:lnTo>
                  <a:lnTo>
                    <a:pt x="915033" y="901249"/>
                  </a:lnTo>
                  <a:lnTo>
                    <a:pt x="919054" y="909012"/>
                  </a:lnTo>
                  <a:lnTo>
                    <a:pt x="919367" y="91235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3549827" y="1306246"/>
              <a:ext cx="928781" cy="914399"/>
            </a:xfrm>
            <a:custGeom>
              <a:avLst/>
              <a:pathLst>
                <a:path w="928781" h="914399">
                  <a:moveTo>
                    <a:pt x="914400" y="914399"/>
                  </a:moveTo>
                  <a:lnTo>
                    <a:pt x="918471" y="904342"/>
                  </a:lnTo>
                  <a:lnTo>
                    <a:pt x="925955" y="899743"/>
                  </a:lnTo>
                  <a:lnTo>
                    <a:pt x="928664" y="900701"/>
                  </a:lnTo>
                  <a:lnTo>
                    <a:pt x="928781" y="904255"/>
                  </a:lnTo>
                  <a:lnTo>
                    <a:pt x="927730" y="907292"/>
                  </a:lnTo>
                  <a:lnTo>
                    <a:pt x="922709" y="911972"/>
                  </a:lnTo>
                  <a:lnTo>
                    <a:pt x="918475" y="91396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3844316" y="1221428"/>
              <a:ext cx="937903" cy="914399"/>
            </a:xfrm>
            <a:custGeom>
              <a:avLst/>
              <a:pathLst>
                <a:path w="937903" h="914399">
                  <a:moveTo>
                    <a:pt x="914400" y="914399"/>
                  </a:moveTo>
                  <a:lnTo>
                    <a:pt x="910653" y="911091"/>
                  </a:lnTo>
                  <a:lnTo>
                    <a:pt x="916516" y="909560"/>
                  </a:lnTo>
                  <a:lnTo>
                    <a:pt x="923922" y="901700"/>
                  </a:lnTo>
                  <a:lnTo>
                    <a:pt x="928847" y="900788"/>
                  </a:lnTo>
                  <a:lnTo>
                    <a:pt x="936586" y="905238"/>
                  </a:lnTo>
                  <a:lnTo>
                    <a:pt x="937903" y="90927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3801164" y="1207043"/>
              <a:ext cx="919425" cy="914400"/>
            </a:xfrm>
            <a:custGeom>
              <a:avLst/>
              <a:pathLst>
                <a:path w="919425" h="914400">
                  <a:moveTo>
                    <a:pt x="914400" y="914400"/>
                  </a:moveTo>
                  <a:lnTo>
                    <a:pt x="909678" y="913898"/>
                  </a:lnTo>
                  <a:lnTo>
                    <a:pt x="912074" y="910026"/>
                  </a:lnTo>
                  <a:lnTo>
                    <a:pt x="912987" y="904342"/>
                  </a:lnTo>
                  <a:lnTo>
                    <a:pt x="915316" y="898100"/>
                  </a:lnTo>
                  <a:lnTo>
                    <a:pt x="916658" y="896190"/>
                  </a:lnTo>
                  <a:lnTo>
                    <a:pt x="919425" y="894505"/>
                  </a:lnTo>
                  <a:lnTo>
                    <a:pt x="918625" y="9115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3906637" y="1229606"/>
              <a:ext cx="920984" cy="914399"/>
            </a:xfrm>
            <a:custGeom>
              <a:avLst/>
              <a:pathLst>
                <a:path w="920984" h="914399">
                  <a:moveTo>
                    <a:pt x="914400" y="914399"/>
                  </a:moveTo>
                  <a:lnTo>
                    <a:pt x="899210" y="910533"/>
                  </a:lnTo>
                  <a:lnTo>
                    <a:pt x="911707" y="907256"/>
                  </a:lnTo>
                  <a:lnTo>
                    <a:pt x="913749" y="906114"/>
                  </a:lnTo>
                  <a:lnTo>
                    <a:pt x="915379" y="901295"/>
                  </a:lnTo>
                  <a:lnTo>
                    <a:pt x="915583" y="898878"/>
                  </a:lnTo>
                  <a:lnTo>
                    <a:pt x="920329" y="909243"/>
                  </a:lnTo>
                  <a:lnTo>
                    <a:pt x="920984" y="91271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3429073" y="1797393"/>
              <a:ext cx="915687" cy="914400"/>
            </a:xfrm>
            <a:custGeom>
              <a:avLst/>
              <a:pathLst>
                <a:path w="915687" h="914400">
                  <a:moveTo>
                    <a:pt x="914400" y="914400"/>
                  </a:moveTo>
                  <a:lnTo>
                    <a:pt x="908732" y="902806"/>
                  </a:lnTo>
                  <a:lnTo>
                    <a:pt x="914562" y="906554"/>
                  </a:lnTo>
                  <a:lnTo>
                    <a:pt x="915604" y="909673"/>
                  </a:lnTo>
                  <a:lnTo>
                    <a:pt x="915687" y="91226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3426727" y="1862705"/>
              <a:ext cx="933331" cy="914400"/>
            </a:xfrm>
            <a:custGeom>
              <a:avLst/>
              <a:pathLst>
                <a:path w="933331" h="914400">
                  <a:moveTo>
                    <a:pt x="914400" y="914400"/>
                  </a:moveTo>
                  <a:lnTo>
                    <a:pt x="913391" y="913483"/>
                  </a:lnTo>
                  <a:lnTo>
                    <a:pt x="926509" y="907502"/>
                  </a:lnTo>
                  <a:lnTo>
                    <a:pt x="930647" y="886434"/>
                  </a:lnTo>
                  <a:lnTo>
                    <a:pt x="931214" y="876720"/>
                  </a:lnTo>
                  <a:lnTo>
                    <a:pt x="929247" y="859595"/>
                  </a:lnTo>
                  <a:lnTo>
                    <a:pt x="929314" y="856057"/>
                  </a:lnTo>
                  <a:lnTo>
                    <a:pt x="931448" y="861577"/>
                  </a:lnTo>
                  <a:lnTo>
                    <a:pt x="933331" y="877555"/>
                  </a:lnTo>
                  <a:lnTo>
                    <a:pt x="932623" y="889671"/>
                  </a:lnTo>
                  <a:lnTo>
                    <a:pt x="928818" y="907322"/>
                  </a:lnTo>
                  <a:lnTo>
                    <a:pt x="925847" y="91154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3402370" y="1872563"/>
              <a:ext cx="929910" cy="914400"/>
            </a:xfrm>
            <a:custGeom>
              <a:avLst/>
              <a:pathLst>
                <a:path w="929910" h="914400">
                  <a:moveTo>
                    <a:pt x="914400" y="914400"/>
                  </a:moveTo>
                  <a:lnTo>
                    <a:pt x="912649" y="913954"/>
                  </a:lnTo>
                  <a:lnTo>
                    <a:pt x="922826" y="908603"/>
                  </a:lnTo>
                  <a:lnTo>
                    <a:pt x="929910" y="9069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3354159" y="1923675"/>
              <a:ext cx="941811" cy="914400"/>
            </a:xfrm>
            <a:custGeom>
              <a:avLst/>
              <a:pathLst>
                <a:path w="941811" h="914400">
                  <a:moveTo>
                    <a:pt x="914400" y="914400"/>
                  </a:moveTo>
                  <a:lnTo>
                    <a:pt x="922213" y="901305"/>
                  </a:lnTo>
                  <a:lnTo>
                    <a:pt x="937644" y="884698"/>
                  </a:lnTo>
                  <a:lnTo>
                    <a:pt x="941811" y="882158"/>
                  </a:lnTo>
                  <a:lnTo>
                    <a:pt x="928981" y="896343"/>
                  </a:lnTo>
                  <a:lnTo>
                    <a:pt x="916525" y="91319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2880983" y="2784076"/>
              <a:ext cx="917442" cy="914400"/>
            </a:xfrm>
            <a:custGeom>
              <a:avLst/>
              <a:pathLst>
                <a:path w="917442" h="914400">
                  <a:moveTo>
                    <a:pt x="914400" y="914400"/>
                  </a:moveTo>
                  <a:lnTo>
                    <a:pt x="908245" y="912392"/>
                  </a:lnTo>
                  <a:lnTo>
                    <a:pt x="904882" y="908797"/>
                  </a:lnTo>
                  <a:lnTo>
                    <a:pt x="903431" y="901761"/>
                  </a:lnTo>
                  <a:lnTo>
                    <a:pt x="908790" y="909212"/>
                  </a:lnTo>
                  <a:lnTo>
                    <a:pt x="910712" y="910897"/>
                  </a:lnTo>
                  <a:lnTo>
                    <a:pt x="917442" y="91166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2879929" y="2777147"/>
              <a:ext cx="914520" cy="914399"/>
            </a:xfrm>
            <a:custGeom>
              <a:avLst/>
              <a:pathLst>
                <a:path w="914520" h="914399">
                  <a:moveTo>
                    <a:pt x="914400" y="914399"/>
                  </a:moveTo>
                  <a:lnTo>
                    <a:pt x="910099" y="904081"/>
                  </a:lnTo>
                  <a:lnTo>
                    <a:pt x="907236" y="892677"/>
                  </a:lnTo>
                  <a:lnTo>
                    <a:pt x="911332" y="896369"/>
                  </a:lnTo>
                  <a:lnTo>
                    <a:pt x="914520" y="90823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3008342" y="2938589"/>
              <a:ext cx="942007" cy="914400"/>
            </a:xfrm>
            <a:custGeom>
              <a:avLst/>
              <a:pathLst>
                <a:path w="942007" h="914400">
                  <a:moveTo>
                    <a:pt x="914400" y="914400"/>
                  </a:moveTo>
                  <a:lnTo>
                    <a:pt x="916279" y="909463"/>
                  </a:lnTo>
                  <a:lnTo>
                    <a:pt x="922892" y="898909"/>
                  </a:lnTo>
                  <a:lnTo>
                    <a:pt x="925030" y="893941"/>
                  </a:lnTo>
                  <a:lnTo>
                    <a:pt x="929497" y="890792"/>
                  </a:lnTo>
                  <a:lnTo>
                    <a:pt x="933656" y="885098"/>
                  </a:lnTo>
                  <a:lnTo>
                    <a:pt x="933969" y="878456"/>
                  </a:lnTo>
                  <a:lnTo>
                    <a:pt x="940011" y="873811"/>
                  </a:lnTo>
                  <a:lnTo>
                    <a:pt x="942007" y="873145"/>
                  </a:lnTo>
                  <a:lnTo>
                    <a:pt x="931360" y="89467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2048189" y="2463265"/>
              <a:ext cx="920934" cy="914400"/>
            </a:xfrm>
            <a:custGeom>
              <a:avLst/>
              <a:pathLst>
                <a:path w="920934" h="914400">
                  <a:moveTo>
                    <a:pt x="914400" y="914400"/>
                  </a:moveTo>
                  <a:lnTo>
                    <a:pt x="900285" y="905315"/>
                  </a:lnTo>
                  <a:lnTo>
                    <a:pt x="899398" y="901413"/>
                  </a:lnTo>
                  <a:lnTo>
                    <a:pt x="906361" y="897885"/>
                  </a:lnTo>
                  <a:lnTo>
                    <a:pt x="910611" y="898197"/>
                  </a:lnTo>
                  <a:lnTo>
                    <a:pt x="917333" y="902811"/>
                  </a:lnTo>
                  <a:lnTo>
                    <a:pt x="919792" y="904096"/>
                  </a:lnTo>
                  <a:lnTo>
                    <a:pt x="920934" y="905965"/>
                  </a:lnTo>
                  <a:lnTo>
                    <a:pt x="920284" y="908889"/>
                  </a:lnTo>
                  <a:lnTo>
                    <a:pt x="917571" y="9129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1603955" y="2629736"/>
              <a:ext cx="931152" cy="914399"/>
            </a:xfrm>
            <a:custGeom>
              <a:avLst/>
              <a:pathLst>
                <a:path w="931152" h="914399">
                  <a:moveTo>
                    <a:pt x="914400" y="914399"/>
                  </a:moveTo>
                  <a:lnTo>
                    <a:pt x="918529" y="905812"/>
                  </a:lnTo>
                  <a:lnTo>
                    <a:pt x="919296" y="902370"/>
                  </a:lnTo>
                  <a:lnTo>
                    <a:pt x="926068" y="891504"/>
                  </a:lnTo>
                  <a:lnTo>
                    <a:pt x="929643" y="889886"/>
                  </a:lnTo>
                  <a:lnTo>
                    <a:pt x="931152" y="894510"/>
                  </a:lnTo>
                  <a:lnTo>
                    <a:pt x="924188" y="902145"/>
                  </a:lnTo>
                  <a:lnTo>
                    <a:pt x="916250" y="91414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1624003" y="2603594"/>
              <a:ext cx="948329" cy="914400"/>
            </a:xfrm>
            <a:custGeom>
              <a:avLst/>
              <a:pathLst>
                <a:path w="948329" h="914400">
                  <a:moveTo>
                    <a:pt x="914399" y="914400"/>
                  </a:moveTo>
                  <a:lnTo>
                    <a:pt x="918283" y="908736"/>
                  </a:lnTo>
                  <a:lnTo>
                    <a:pt x="924597" y="905878"/>
                  </a:lnTo>
                  <a:lnTo>
                    <a:pt x="938449" y="894996"/>
                  </a:lnTo>
                  <a:lnTo>
                    <a:pt x="944099" y="894249"/>
                  </a:lnTo>
                  <a:lnTo>
                    <a:pt x="947041" y="890500"/>
                  </a:lnTo>
                  <a:lnTo>
                    <a:pt x="948329" y="889947"/>
                  </a:lnTo>
                  <a:lnTo>
                    <a:pt x="947496" y="894541"/>
                  </a:lnTo>
                  <a:lnTo>
                    <a:pt x="936352" y="901065"/>
                  </a:lnTo>
                  <a:lnTo>
                    <a:pt x="917533" y="91396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1574188" y="2698602"/>
              <a:ext cx="942074" cy="914399"/>
            </a:xfrm>
            <a:custGeom>
              <a:avLst/>
              <a:pathLst>
                <a:path w="942074" h="914399">
                  <a:moveTo>
                    <a:pt x="914399" y="914399"/>
                  </a:moveTo>
                  <a:lnTo>
                    <a:pt x="915133" y="905407"/>
                  </a:lnTo>
                  <a:lnTo>
                    <a:pt x="922063" y="884975"/>
                  </a:lnTo>
                  <a:lnTo>
                    <a:pt x="936144" y="858121"/>
                  </a:lnTo>
                  <a:lnTo>
                    <a:pt x="942074" y="853624"/>
                  </a:lnTo>
                  <a:lnTo>
                    <a:pt x="925830" y="883075"/>
                  </a:lnTo>
                  <a:lnTo>
                    <a:pt x="917062" y="90836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1770069" y="2499988"/>
              <a:ext cx="941882" cy="914399"/>
            </a:xfrm>
            <a:custGeom>
              <a:avLst/>
              <a:pathLst>
                <a:path w="941882" h="914399">
                  <a:moveTo>
                    <a:pt x="914400" y="914399"/>
                  </a:moveTo>
                  <a:lnTo>
                    <a:pt x="933002" y="898269"/>
                  </a:lnTo>
                  <a:lnTo>
                    <a:pt x="936902" y="892902"/>
                  </a:lnTo>
                  <a:lnTo>
                    <a:pt x="941882" y="893137"/>
                  </a:lnTo>
                  <a:lnTo>
                    <a:pt x="933577" y="902176"/>
                  </a:lnTo>
                  <a:lnTo>
                    <a:pt x="918663" y="91339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1591282" y="2817070"/>
              <a:ext cx="915579" cy="914400"/>
            </a:xfrm>
            <a:custGeom>
              <a:avLst/>
              <a:pathLst>
                <a:path w="915579" h="914400">
                  <a:moveTo>
                    <a:pt x="914399" y="914400"/>
                  </a:moveTo>
                  <a:lnTo>
                    <a:pt x="907332" y="891658"/>
                  </a:lnTo>
                  <a:lnTo>
                    <a:pt x="895830" y="840192"/>
                  </a:lnTo>
                  <a:lnTo>
                    <a:pt x="895397" y="810860"/>
                  </a:lnTo>
                  <a:lnTo>
                    <a:pt x="897206" y="800761"/>
                  </a:lnTo>
                  <a:lnTo>
                    <a:pt x="900173" y="842189"/>
                  </a:lnTo>
                  <a:lnTo>
                    <a:pt x="912887" y="894802"/>
                  </a:lnTo>
                  <a:lnTo>
                    <a:pt x="915579" y="90953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3792447" y="1206818"/>
              <a:ext cx="917692" cy="914399"/>
            </a:xfrm>
            <a:custGeom>
              <a:avLst/>
              <a:pathLst>
                <a:path w="917692" h="914399">
                  <a:moveTo>
                    <a:pt x="914400" y="914399"/>
                  </a:moveTo>
                  <a:lnTo>
                    <a:pt x="913516" y="909335"/>
                  </a:lnTo>
                  <a:lnTo>
                    <a:pt x="915175" y="903512"/>
                  </a:lnTo>
                  <a:lnTo>
                    <a:pt x="916854" y="903379"/>
                  </a:lnTo>
                  <a:lnTo>
                    <a:pt x="917692" y="906477"/>
                  </a:lnTo>
                  <a:lnTo>
                    <a:pt x="916766" y="91245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3548581" y="1410001"/>
              <a:ext cx="926668" cy="914400"/>
            </a:xfrm>
            <a:custGeom>
              <a:avLst/>
              <a:pathLst>
                <a:path w="926668" h="914400">
                  <a:moveTo>
                    <a:pt x="914400" y="914400"/>
                  </a:moveTo>
                  <a:lnTo>
                    <a:pt x="914170" y="911347"/>
                  </a:lnTo>
                  <a:lnTo>
                    <a:pt x="926668" y="891637"/>
                  </a:lnTo>
                  <a:lnTo>
                    <a:pt x="924409" y="8985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3452310" y="1583815"/>
              <a:ext cx="938349" cy="914399"/>
            </a:xfrm>
            <a:custGeom>
              <a:avLst/>
              <a:pathLst>
                <a:path w="938349" h="914399">
                  <a:moveTo>
                    <a:pt x="914400" y="914399"/>
                  </a:moveTo>
                  <a:lnTo>
                    <a:pt x="927418" y="893399"/>
                  </a:lnTo>
                  <a:lnTo>
                    <a:pt x="934977" y="875803"/>
                  </a:lnTo>
                  <a:lnTo>
                    <a:pt x="938349" y="869720"/>
                  </a:lnTo>
                  <a:lnTo>
                    <a:pt x="935077" y="882051"/>
                  </a:lnTo>
                  <a:lnTo>
                    <a:pt x="929360" y="893388"/>
                  </a:lnTo>
                  <a:lnTo>
                    <a:pt x="918279" y="91269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3350750" y="1921467"/>
              <a:ext cx="916300" cy="914400"/>
            </a:xfrm>
            <a:custGeom>
              <a:avLst/>
              <a:pathLst>
                <a:path w="916300" h="914400">
                  <a:moveTo>
                    <a:pt x="914400" y="914400"/>
                  </a:moveTo>
                  <a:lnTo>
                    <a:pt x="911045" y="913242"/>
                  </a:lnTo>
                  <a:lnTo>
                    <a:pt x="906423" y="911030"/>
                  </a:lnTo>
                  <a:lnTo>
                    <a:pt x="905402" y="909407"/>
                  </a:lnTo>
                  <a:lnTo>
                    <a:pt x="909811" y="909996"/>
                  </a:lnTo>
                  <a:lnTo>
                    <a:pt x="916300" y="91415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2941412" y="2972602"/>
              <a:ext cx="918238" cy="914400"/>
            </a:xfrm>
            <a:custGeom>
              <a:avLst/>
              <a:pathLst>
                <a:path w="918238" h="914400">
                  <a:moveTo>
                    <a:pt x="914400" y="914400"/>
                  </a:moveTo>
                  <a:lnTo>
                    <a:pt x="913183" y="913734"/>
                  </a:lnTo>
                  <a:lnTo>
                    <a:pt x="913183" y="910590"/>
                  </a:lnTo>
                  <a:lnTo>
                    <a:pt x="909545" y="903630"/>
                  </a:lnTo>
                  <a:lnTo>
                    <a:pt x="909682" y="901807"/>
                  </a:lnTo>
                  <a:lnTo>
                    <a:pt x="918025" y="908618"/>
                  </a:lnTo>
                  <a:lnTo>
                    <a:pt x="918238" y="910446"/>
                  </a:lnTo>
                  <a:lnTo>
                    <a:pt x="916958" y="91224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2985489" y="2954382"/>
              <a:ext cx="919788" cy="914400"/>
            </a:xfrm>
            <a:custGeom>
              <a:avLst/>
              <a:pathLst>
                <a:path w="919788" h="914400">
                  <a:moveTo>
                    <a:pt x="914400" y="914400"/>
                  </a:moveTo>
                  <a:lnTo>
                    <a:pt x="915208" y="912909"/>
                  </a:lnTo>
                  <a:lnTo>
                    <a:pt x="918575" y="909929"/>
                  </a:lnTo>
                  <a:lnTo>
                    <a:pt x="919788" y="911086"/>
                  </a:lnTo>
                  <a:lnTo>
                    <a:pt x="919654" y="912576"/>
                  </a:lnTo>
                  <a:lnTo>
                    <a:pt x="916016" y="91440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3001124" y="2944442"/>
              <a:ext cx="918713" cy="914400"/>
            </a:xfrm>
            <a:custGeom>
              <a:avLst/>
              <a:pathLst>
                <a:path w="918713" h="914400">
                  <a:moveTo>
                    <a:pt x="914399" y="914400"/>
                  </a:moveTo>
                  <a:lnTo>
                    <a:pt x="917767" y="909924"/>
                  </a:lnTo>
                  <a:lnTo>
                    <a:pt x="918713" y="910257"/>
                  </a:lnTo>
                  <a:lnTo>
                    <a:pt x="916691" y="91390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2964865" y="2965976"/>
              <a:ext cx="928014" cy="914400"/>
            </a:xfrm>
            <a:custGeom>
              <a:avLst/>
              <a:pathLst>
                <a:path w="928014" h="914400">
                  <a:moveTo>
                    <a:pt x="914399" y="914400"/>
                  </a:moveTo>
                  <a:lnTo>
                    <a:pt x="910357" y="912576"/>
                  </a:lnTo>
                  <a:lnTo>
                    <a:pt x="914804" y="910093"/>
                  </a:lnTo>
                  <a:lnTo>
                    <a:pt x="928014" y="907440"/>
                  </a:lnTo>
                  <a:lnTo>
                    <a:pt x="923026" y="910753"/>
                  </a:lnTo>
                  <a:lnTo>
                    <a:pt x="918308" y="91191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2932990" y="2333082"/>
              <a:ext cx="918196" cy="914400"/>
            </a:xfrm>
            <a:custGeom>
              <a:avLst/>
              <a:pathLst>
                <a:path w="918196" h="914400">
                  <a:moveTo>
                    <a:pt x="914400" y="914400"/>
                  </a:moveTo>
                  <a:lnTo>
                    <a:pt x="912758" y="905351"/>
                  </a:lnTo>
                  <a:lnTo>
                    <a:pt x="912595" y="896563"/>
                  </a:lnTo>
                  <a:lnTo>
                    <a:pt x="915470" y="891366"/>
                  </a:lnTo>
                  <a:lnTo>
                    <a:pt x="918196" y="88884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2918651" y="2976786"/>
              <a:ext cx="922921" cy="914400"/>
            </a:xfrm>
            <a:custGeom>
              <a:avLst/>
              <a:pathLst>
                <a:path w="922921" h="914400">
                  <a:moveTo>
                    <a:pt x="914400" y="914400"/>
                  </a:moveTo>
                  <a:lnTo>
                    <a:pt x="918858" y="910272"/>
                  </a:lnTo>
                  <a:lnTo>
                    <a:pt x="920304" y="904004"/>
                  </a:lnTo>
                  <a:lnTo>
                    <a:pt x="922921" y="908900"/>
                  </a:lnTo>
                  <a:lnTo>
                    <a:pt x="922871" y="911870"/>
                  </a:lnTo>
                  <a:lnTo>
                    <a:pt x="919929" y="91336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3043338" y="270256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6553" y="896487"/>
                  </a:lnTo>
                  <a:lnTo>
                    <a:pt x="896855" y="868398"/>
                  </a:lnTo>
                  <a:lnTo>
                    <a:pt x="891663" y="846675"/>
                  </a:lnTo>
                  <a:lnTo>
                    <a:pt x="895176" y="852549"/>
                  </a:lnTo>
                  <a:lnTo>
                    <a:pt x="898610" y="864706"/>
                  </a:lnTo>
                  <a:lnTo>
                    <a:pt x="913012" y="90667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2903482" y="2981789"/>
              <a:ext cx="920421" cy="914400"/>
            </a:xfrm>
            <a:custGeom>
              <a:avLst/>
              <a:pathLst>
                <a:path w="920421" h="914400">
                  <a:moveTo>
                    <a:pt x="914400" y="914400"/>
                  </a:moveTo>
                  <a:lnTo>
                    <a:pt x="914212" y="912776"/>
                  </a:lnTo>
                  <a:lnTo>
                    <a:pt x="917946" y="910794"/>
                  </a:lnTo>
                  <a:lnTo>
                    <a:pt x="920421" y="910928"/>
                  </a:lnTo>
                  <a:lnTo>
                    <a:pt x="920329" y="913124"/>
                  </a:lnTo>
                  <a:lnTo>
                    <a:pt x="916566" y="91416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2294601" y="2445040"/>
              <a:ext cx="920454" cy="914400"/>
            </a:xfrm>
            <a:custGeom>
              <a:avLst/>
              <a:pathLst>
                <a:path w="920454" h="914400">
                  <a:moveTo>
                    <a:pt x="914400" y="914400"/>
                  </a:moveTo>
                  <a:lnTo>
                    <a:pt x="914612" y="912305"/>
                  </a:lnTo>
                  <a:lnTo>
                    <a:pt x="918021" y="906810"/>
                  </a:lnTo>
                  <a:lnTo>
                    <a:pt x="920454" y="904675"/>
                  </a:lnTo>
                  <a:lnTo>
                    <a:pt x="919033" y="90891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2326430" y="2387932"/>
              <a:ext cx="915470" cy="914399"/>
            </a:xfrm>
            <a:custGeom>
              <a:avLst/>
              <a:pathLst>
                <a:path w="915470" h="914399">
                  <a:moveTo>
                    <a:pt x="914400" y="914399"/>
                  </a:moveTo>
                  <a:lnTo>
                    <a:pt x="906840" y="912218"/>
                  </a:lnTo>
                  <a:lnTo>
                    <a:pt x="902244" y="910190"/>
                  </a:lnTo>
                  <a:lnTo>
                    <a:pt x="901410" y="908162"/>
                  </a:lnTo>
                  <a:lnTo>
                    <a:pt x="914116" y="911844"/>
                  </a:lnTo>
                  <a:lnTo>
                    <a:pt x="915470" y="9132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2361535" y="2385192"/>
              <a:ext cx="921909" cy="914400"/>
            </a:xfrm>
            <a:custGeom>
              <a:avLst/>
              <a:pathLst>
                <a:path w="921909" h="914400">
                  <a:moveTo>
                    <a:pt x="914399" y="914400"/>
                  </a:moveTo>
                  <a:lnTo>
                    <a:pt x="903269" y="914190"/>
                  </a:lnTo>
                  <a:lnTo>
                    <a:pt x="901006" y="913401"/>
                  </a:lnTo>
                  <a:lnTo>
                    <a:pt x="905473" y="911900"/>
                  </a:lnTo>
                  <a:lnTo>
                    <a:pt x="918663" y="909908"/>
                  </a:lnTo>
                  <a:lnTo>
                    <a:pt x="921909" y="91215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2270973" y="2405466"/>
              <a:ext cx="917454" cy="914400"/>
            </a:xfrm>
            <a:custGeom>
              <a:avLst/>
              <a:pathLst>
                <a:path w="917454" h="914400">
                  <a:moveTo>
                    <a:pt x="914400" y="914400"/>
                  </a:moveTo>
                  <a:lnTo>
                    <a:pt x="910220" y="911972"/>
                  </a:lnTo>
                  <a:lnTo>
                    <a:pt x="904027" y="911752"/>
                  </a:lnTo>
                  <a:lnTo>
                    <a:pt x="906753" y="910088"/>
                  </a:lnTo>
                  <a:lnTo>
                    <a:pt x="908665" y="908464"/>
                  </a:lnTo>
                  <a:lnTo>
                    <a:pt x="909620" y="906718"/>
                  </a:lnTo>
                  <a:lnTo>
                    <a:pt x="917454" y="900655"/>
                  </a:lnTo>
                  <a:lnTo>
                    <a:pt x="915233" y="905105"/>
                  </a:lnTo>
                  <a:lnTo>
                    <a:pt x="914099" y="90952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2302106" y="2432914"/>
              <a:ext cx="918075" cy="914400"/>
            </a:xfrm>
            <a:custGeom>
              <a:avLst/>
              <a:pathLst>
                <a:path w="918075" h="914400">
                  <a:moveTo>
                    <a:pt x="914400" y="914400"/>
                  </a:moveTo>
                  <a:lnTo>
                    <a:pt x="916762" y="898407"/>
                  </a:lnTo>
                  <a:lnTo>
                    <a:pt x="913441" y="884944"/>
                  </a:lnTo>
                  <a:lnTo>
                    <a:pt x="916942" y="890854"/>
                  </a:lnTo>
                  <a:lnTo>
                    <a:pt x="918075" y="897885"/>
                  </a:lnTo>
                  <a:lnTo>
                    <a:pt x="916808" y="91106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2630463" y="2450663"/>
              <a:ext cx="937536" cy="914400"/>
            </a:xfrm>
            <a:custGeom>
              <a:avLst/>
              <a:pathLst>
                <a:path w="937536" h="914400">
                  <a:moveTo>
                    <a:pt x="914400" y="914400"/>
                  </a:moveTo>
                  <a:lnTo>
                    <a:pt x="905140" y="911655"/>
                  </a:lnTo>
                  <a:lnTo>
                    <a:pt x="910895" y="911132"/>
                  </a:lnTo>
                  <a:lnTo>
                    <a:pt x="915058" y="912244"/>
                  </a:lnTo>
                  <a:lnTo>
                    <a:pt x="925601" y="906846"/>
                  </a:lnTo>
                  <a:lnTo>
                    <a:pt x="931131" y="902760"/>
                  </a:lnTo>
                  <a:lnTo>
                    <a:pt x="937536" y="901208"/>
                  </a:lnTo>
                  <a:lnTo>
                    <a:pt x="922963" y="9106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4025599" y="922653"/>
              <a:ext cx="917642" cy="914400"/>
            </a:xfrm>
            <a:custGeom>
              <a:avLst/>
              <a:pathLst>
                <a:path w="917642" h="914400">
                  <a:moveTo>
                    <a:pt x="914400" y="914400"/>
                  </a:moveTo>
                  <a:lnTo>
                    <a:pt x="910941" y="913729"/>
                  </a:lnTo>
                  <a:lnTo>
                    <a:pt x="910828" y="908557"/>
                  </a:lnTo>
                  <a:lnTo>
                    <a:pt x="911874" y="906800"/>
                  </a:lnTo>
                  <a:lnTo>
                    <a:pt x="913070" y="906017"/>
                  </a:lnTo>
                  <a:lnTo>
                    <a:pt x="914845" y="907471"/>
                  </a:lnTo>
                  <a:lnTo>
                    <a:pt x="917642" y="91232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1181082" y="2430835"/>
              <a:ext cx="1327867" cy="1522232"/>
            </a:xfrm>
            <a:custGeom>
              <a:avLst/>
              <a:pathLst>
                <a:path w="1327867" h="1522232">
                  <a:moveTo>
                    <a:pt x="914400" y="914400"/>
                  </a:moveTo>
                  <a:lnTo>
                    <a:pt x="934761" y="915787"/>
                  </a:lnTo>
                  <a:lnTo>
                    <a:pt x="946770" y="915316"/>
                  </a:lnTo>
                  <a:lnTo>
                    <a:pt x="950433" y="912981"/>
                  </a:lnTo>
                  <a:lnTo>
                    <a:pt x="952338" y="913104"/>
                  </a:lnTo>
                  <a:lnTo>
                    <a:pt x="952488" y="915675"/>
                  </a:lnTo>
                  <a:lnTo>
                    <a:pt x="955505" y="916765"/>
                  </a:lnTo>
                  <a:lnTo>
                    <a:pt x="961385" y="916376"/>
                  </a:lnTo>
                  <a:lnTo>
                    <a:pt x="966506" y="919971"/>
                  </a:lnTo>
                  <a:lnTo>
                    <a:pt x="973066" y="931350"/>
                  </a:lnTo>
                  <a:lnTo>
                    <a:pt x="995673" y="949575"/>
                  </a:lnTo>
                  <a:lnTo>
                    <a:pt x="997577" y="955828"/>
                  </a:lnTo>
                  <a:lnTo>
                    <a:pt x="1005445" y="964846"/>
                  </a:lnTo>
                  <a:lnTo>
                    <a:pt x="1019914" y="978708"/>
                  </a:lnTo>
                  <a:lnTo>
                    <a:pt x="1028102" y="990660"/>
                  </a:lnTo>
                  <a:lnTo>
                    <a:pt x="1030007" y="1000702"/>
                  </a:lnTo>
                  <a:lnTo>
                    <a:pt x="1037399" y="1016587"/>
                  </a:lnTo>
                  <a:lnTo>
                    <a:pt x="1050268" y="1038310"/>
                  </a:lnTo>
                  <a:lnTo>
                    <a:pt x="1056002" y="1050022"/>
                  </a:lnTo>
                  <a:lnTo>
                    <a:pt x="1054602" y="1051712"/>
                  </a:lnTo>
                  <a:lnTo>
                    <a:pt x="1055614" y="1057826"/>
                  </a:lnTo>
                  <a:lnTo>
                    <a:pt x="1059048" y="1068360"/>
                  </a:lnTo>
                  <a:lnTo>
                    <a:pt x="1065428" y="1077280"/>
                  </a:lnTo>
                  <a:lnTo>
                    <a:pt x="1074758" y="1084588"/>
                  </a:lnTo>
                  <a:lnTo>
                    <a:pt x="1084193" y="1097708"/>
                  </a:lnTo>
                  <a:lnTo>
                    <a:pt x="1093732" y="1116645"/>
                  </a:lnTo>
                  <a:lnTo>
                    <a:pt x="1105287" y="1131050"/>
                  </a:lnTo>
                  <a:lnTo>
                    <a:pt x="1118852" y="1140913"/>
                  </a:lnTo>
                  <a:lnTo>
                    <a:pt x="1126532" y="1150095"/>
                  </a:lnTo>
                  <a:lnTo>
                    <a:pt x="1128328" y="1158585"/>
                  </a:lnTo>
                  <a:lnTo>
                    <a:pt x="1128195" y="1165857"/>
                  </a:lnTo>
                  <a:lnTo>
                    <a:pt x="1126128" y="1171910"/>
                  </a:lnTo>
                  <a:lnTo>
                    <a:pt x="1127003" y="1177661"/>
                  </a:lnTo>
                  <a:lnTo>
                    <a:pt x="1130816" y="1183094"/>
                  </a:lnTo>
                  <a:lnTo>
                    <a:pt x="1132087" y="1189761"/>
                  </a:lnTo>
                  <a:lnTo>
                    <a:pt x="1130595" y="1199035"/>
                  </a:lnTo>
                  <a:lnTo>
                    <a:pt x="1130699" y="1201662"/>
                  </a:lnTo>
                  <a:lnTo>
                    <a:pt x="1131803" y="1203757"/>
                  </a:lnTo>
                  <a:lnTo>
                    <a:pt x="1143847" y="1219693"/>
                  </a:lnTo>
                  <a:lnTo>
                    <a:pt x="1150035" y="1232572"/>
                  </a:lnTo>
                  <a:lnTo>
                    <a:pt x="1154948" y="1253128"/>
                  </a:lnTo>
                  <a:lnTo>
                    <a:pt x="1154973" y="1253312"/>
                  </a:lnTo>
                  <a:lnTo>
                    <a:pt x="1160461" y="1265607"/>
                  </a:lnTo>
                  <a:lnTo>
                    <a:pt x="1168354" y="1270636"/>
                  </a:lnTo>
                  <a:lnTo>
                    <a:pt x="1180481" y="1272495"/>
                  </a:lnTo>
                  <a:lnTo>
                    <a:pt x="1189695" y="1276776"/>
                  </a:lnTo>
                  <a:lnTo>
                    <a:pt x="1195995" y="1283484"/>
                  </a:lnTo>
                  <a:lnTo>
                    <a:pt x="1203942" y="1287535"/>
                  </a:lnTo>
                  <a:lnTo>
                    <a:pt x="1213535" y="1288928"/>
                  </a:lnTo>
                  <a:lnTo>
                    <a:pt x="1222732" y="1293352"/>
                  </a:lnTo>
                  <a:lnTo>
                    <a:pt x="1231529" y="1300819"/>
                  </a:lnTo>
                  <a:lnTo>
                    <a:pt x="1247936" y="1305719"/>
                  </a:lnTo>
                  <a:lnTo>
                    <a:pt x="1271951" y="1308070"/>
                  </a:lnTo>
                  <a:lnTo>
                    <a:pt x="1290229" y="1314138"/>
                  </a:lnTo>
                  <a:lnTo>
                    <a:pt x="1302772" y="1323929"/>
                  </a:lnTo>
                  <a:lnTo>
                    <a:pt x="1308290" y="1325921"/>
                  </a:lnTo>
                  <a:lnTo>
                    <a:pt x="1309781" y="1326060"/>
                  </a:lnTo>
                  <a:lnTo>
                    <a:pt x="1310498" y="1324564"/>
                  </a:lnTo>
                  <a:lnTo>
                    <a:pt x="1311444" y="1321794"/>
                  </a:lnTo>
                  <a:lnTo>
                    <a:pt x="1316299" y="1318604"/>
                  </a:lnTo>
                  <a:lnTo>
                    <a:pt x="1327867" y="1316519"/>
                  </a:lnTo>
                  <a:lnTo>
                    <a:pt x="1326313" y="1338181"/>
                  </a:lnTo>
                  <a:lnTo>
                    <a:pt x="1321154" y="1355956"/>
                  </a:lnTo>
                  <a:lnTo>
                    <a:pt x="1304156" y="1392908"/>
                  </a:lnTo>
                  <a:lnTo>
                    <a:pt x="1297071" y="1415829"/>
                  </a:lnTo>
                  <a:lnTo>
                    <a:pt x="1283365" y="1481331"/>
                  </a:lnTo>
                  <a:lnTo>
                    <a:pt x="1279352" y="1522232"/>
                  </a:lnTo>
                  <a:lnTo>
                    <a:pt x="913624" y="1522232"/>
                  </a:lnTo>
                  <a:lnTo>
                    <a:pt x="913624" y="91423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3525088" y="625809"/>
              <a:ext cx="1225044" cy="1473583"/>
            </a:xfrm>
            <a:custGeom>
              <a:avLst/>
              <a:pathLst>
                <a:path w="1225044" h="1473583">
                  <a:moveTo>
                    <a:pt x="1217634" y="914400"/>
                  </a:moveTo>
                  <a:lnTo>
                    <a:pt x="1205437" y="922972"/>
                  </a:lnTo>
                  <a:lnTo>
                    <a:pt x="1192452" y="936501"/>
                  </a:lnTo>
                  <a:lnTo>
                    <a:pt x="1161985" y="946733"/>
                  </a:lnTo>
                  <a:lnTo>
                    <a:pt x="1150675" y="949334"/>
                  </a:lnTo>
                  <a:lnTo>
                    <a:pt x="1140236" y="947947"/>
                  </a:lnTo>
                  <a:lnTo>
                    <a:pt x="1127531" y="956273"/>
                  </a:lnTo>
                  <a:lnTo>
                    <a:pt x="1112495" y="961363"/>
                  </a:lnTo>
                  <a:lnTo>
                    <a:pt x="1108057" y="969106"/>
                  </a:lnTo>
                  <a:lnTo>
                    <a:pt x="1071915" y="989846"/>
                  </a:lnTo>
                  <a:lnTo>
                    <a:pt x="1058042" y="992458"/>
                  </a:lnTo>
                  <a:lnTo>
                    <a:pt x="1046236" y="997983"/>
                  </a:lnTo>
                  <a:lnTo>
                    <a:pt x="1042744" y="1007365"/>
                  </a:lnTo>
                  <a:lnTo>
                    <a:pt x="1032205" y="1013023"/>
                  </a:lnTo>
                  <a:lnTo>
                    <a:pt x="1029280" y="1017356"/>
                  </a:lnTo>
                  <a:lnTo>
                    <a:pt x="1020416" y="1030480"/>
                  </a:lnTo>
                  <a:lnTo>
                    <a:pt x="1003939" y="1047431"/>
                  </a:lnTo>
                  <a:lnTo>
                    <a:pt x="983861" y="1050268"/>
                  </a:lnTo>
                  <a:lnTo>
                    <a:pt x="976523" y="1056167"/>
                  </a:lnTo>
                  <a:lnTo>
                    <a:pt x="968026" y="1065687"/>
                  </a:lnTo>
                  <a:lnTo>
                    <a:pt x="956041" y="1072221"/>
                  </a:lnTo>
                  <a:lnTo>
                    <a:pt x="932380" y="1069159"/>
                  </a:lnTo>
                  <a:lnTo>
                    <a:pt x="938134" y="1073163"/>
                  </a:lnTo>
                  <a:lnTo>
                    <a:pt x="959304" y="1079406"/>
                  </a:lnTo>
                  <a:lnTo>
                    <a:pt x="961504" y="1088659"/>
                  </a:lnTo>
                  <a:lnTo>
                    <a:pt x="950899" y="1090871"/>
                  </a:lnTo>
                  <a:lnTo>
                    <a:pt x="928692" y="1103208"/>
                  </a:lnTo>
                  <a:lnTo>
                    <a:pt x="898771" y="1124449"/>
                  </a:lnTo>
                  <a:lnTo>
                    <a:pt x="894199" y="1124951"/>
                  </a:lnTo>
                  <a:lnTo>
                    <a:pt x="886161" y="1124444"/>
                  </a:lnTo>
                  <a:lnTo>
                    <a:pt x="874255" y="1127988"/>
                  </a:lnTo>
                  <a:lnTo>
                    <a:pt x="858616" y="1135408"/>
                  </a:lnTo>
                  <a:lnTo>
                    <a:pt x="839680" y="1148738"/>
                  </a:lnTo>
                  <a:lnTo>
                    <a:pt x="806338" y="1177599"/>
                  </a:lnTo>
                  <a:lnTo>
                    <a:pt x="804000" y="1180646"/>
                  </a:lnTo>
                  <a:lnTo>
                    <a:pt x="799170" y="1185998"/>
                  </a:lnTo>
                  <a:lnTo>
                    <a:pt x="786856" y="1191702"/>
                  </a:lnTo>
                  <a:lnTo>
                    <a:pt x="775679" y="1197852"/>
                  </a:lnTo>
                  <a:lnTo>
                    <a:pt x="772725" y="1204325"/>
                  </a:lnTo>
                  <a:lnTo>
                    <a:pt x="767370" y="1207275"/>
                  </a:lnTo>
                  <a:lnTo>
                    <a:pt x="748930" y="1223687"/>
                  </a:lnTo>
                  <a:lnTo>
                    <a:pt x="738558" y="1237668"/>
                  </a:lnTo>
                  <a:lnTo>
                    <a:pt x="729140" y="1252298"/>
                  </a:lnTo>
                  <a:lnTo>
                    <a:pt x="718601" y="1268659"/>
                  </a:lnTo>
                  <a:lnTo>
                    <a:pt x="696977" y="1268864"/>
                  </a:lnTo>
                  <a:lnTo>
                    <a:pt x="680475" y="1268798"/>
                  </a:lnTo>
                  <a:lnTo>
                    <a:pt x="652326" y="1268680"/>
                  </a:lnTo>
                  <a:lnTo>
                    <a:pt x="628197" y="1268583"/>
                  </a:lnTo>
                  <a:lnTo>
                    <a:pt x="599560" y="1268465"/>
                  </a:lnTo>
                  <a:lnTo>
                    <a:pt x="578782" y="1268378"/>
                  </a:lnTo>
                  <a:lnTo>
                    <a:pt x="556409" y="1269064"/>
                  </a:lnTo>
                  <a:lnTo>
                    <a:pt x="545728" y="1273427"/>
                  </a:lnTo>
                  <a:lnTo>
                    <a:pt x="532335" y="1279321"/>
                  </a:lnTo>
                  <a:lnTo>
                    <a:pt x="517878" y="1285676"/>
                  </a:lnTo>
                  <a:lnTo>
                    <a:pt x="525459" y="1299851"/>
                  </a:lnTo>
                  <a:lnTo>
                    <a:pt x="527492" y="1305443"/>
                  </a:lnTo>
                  <a:lnTo>
                    <a:pt x="526909" y="1323479"/>
                  </a:lnTo>
                  <a:lnTo>
                    <a:pt x="528451" y="1325450"/>
                  </a:lnTo>
                  <a:lnTo>
                    <a:pt x="530068" y="1328129"/>
                  </a:lnTo>
                  <a:lnTo>
                    <a:pt x="530313" y="1332789"/>
                  </a:lnTo>
                  <a:lnTo>
                    <a:pt x="531551" y="1334919"/>
                  </a:lnTo>
                  <a:lnTo>
                    <a:pt x="534189" y="1336639"/>
                  </a:lnTo>
                  <a:lnTo>
                    <a:pt x="537156" y="1338662"/>
                  </a:lnTo>
                  <a:lnTo>
                    <a:pt x="539302" y="1341402"/>
                  </a:lnTo>
                  <a:lnTo>
                    <a:pt x="539794" y="1344137"/>
                  </a:lnTo>
                  <a:lnTo>
                    <a:pt x="537731" y="1348899"/>
                  </a:lnTo>
                  <a:lnTo>
                    <a:pt x="529413" y="1355336"/>
                  </a:lnTo>
                  <a:lnTo>
                    <a:pt x="517720" y="1360979"/>
                  </a:lnTo>
                  <a:lnTo>
                    <a:pt x="494463" y="1371160"/>
                  </a:lnTo>
                  <a:lnTo>
                    <a:pt x="467513" y="1382958"/>
                  </a:lnTo>
                  <a:lnTo>
                    <a:pt x="444152" y="1393185"/>
                  </a:lnTo>
                  <a:lnTo>
                    <a:pt x="426075" y="1401096"/>
                  </a:lnTo>
                  <a:lnTo>
                    <a:pt x="388945" y="1408046"/>
                  </a:lnTo>
                  <a:lnTo>
                    <a:pt x="359449" y="1413561"/>
                  </a:lnTo>
                  <a:lnTo>
                    <a:pt x="338163" y="1417545"/>
                  </a:lnTo>
                  <a:lnTo>
                    <a:pt x="318560" y="1428632"/>
                  </a:lnTo>
                  <a:lnTo>
                    <a:pt x="296916" y="1440865"/>
                  </a:lnTo>
                  <a:lnTo>
                    <a:pt x="278717" y="1451153"/>
                  </a:lnTo>
                  <a:lnTo>
                    <a:pt x="258306" y="1462691"/>
                  </a:lnTo>
                  <a:lnTo>
                    <a:pt x="239041" y="1473583"/>
                  </a:lnTo>
                  <a:lnTo>
                    <a:pt x="217622" y="1473547"/>
                  </a:lnTo>
                  <a:lnTo>
                    <a:pt x="202586" y="1465384"/>
                  </a:lnTo>
                  <a:lnTo>
                    <a:pt x="188610" y="1457002"/>
                  </a:lnTo>
                  <a:lnTo>
                    <a:pt x="179054" y="1442013"/>
                  </a:lnTo>
                  <a:lnTo>
                    <a:pt x="178396" y="1424596"/>
                  </a:lnTo>
                  <a:lnTo>
                    <a:pt x="181821" y="1413192"/>
                  </a:lnTo>
                  <a:lnTo>
                    <a:pt x="184926" y="1407989"/>
                  </a:lnTo>
                  <a:lnTo>
                    <a:pt x="190851" y="1404691"/>
                  </a:lnTo>
                  <a:lnTo>
                    <a:pt x="202453" y="1399084"/>
                  </a:lnTo>
                  <a:lnTo>
                    <a:pt x="213000" y="1387731"/>
                  </a:lnTo>
                  <a:lnTo>
                    <a:pt x="221456" y="1380956"/>
                  </a:lnTo>
                  <a:lnTo>
                    <a:pt x="229973" y="1373966"/>
                  </a:lnTo>
                  <a:lnTo>
                    <a:pt x="234837" y="1361927"/>
                  </a:lnTo>
                  <a:lnTo>
                    <a:pt x="240904" y="1332783"/>
                  </a:lnTo>
                  <a:lnTo>
                    <a:pt x="241675" y="1326987"/>
                  </a:lnTo>
                  <a:lnTo>
                    <a:pt x="250501" y="1307000"/>
                  </a:lnTo>
                  <a:lnTo>
                    <a:pt x="260265" y="1284888"/>
                  </a:lnTo>
                  <a:lnTo>
                    <a:pt x="264749" y="1274733"/>
                  </a:lnTo>
                  <a:lnTo>
                    <a:pt x="259736" y="1248375"/>
                  </a:lnTo>
                  <a:lnTo>
                    <a:pt x="255964" y="1228122"/>
                  </a:lnTo>
                  <a:lnTo>
                    <a:pt x="252510" y="1209569"/>
                  </a:lnTo>
                  <a:lnTo>
                    <a:pt x="248622" y="1188666"/>
                  </a:lnTo>
                  <a:lnTo>
                    <a:pt x="245084" y="1169636"/>
                  </a:lnTo>
                  <a:lnTo>
                    <a:pt x="241746" y="1151708"/>
                  </a:lnTo>
                  <a:lnTo>
                    <a:pt x="238399" y="1133713"/>
                  </a:lnTo>
                  <a:lnTo>
                    <a:pt x="235116" y="1116071"/>
                  </a:lnTo>
                  <a:lnTo>
                    <a:pt x="232540" y="1103418"/>
                  </a:lnTo>
                  <a:lnTo>
                    <a:pt x="229482" y="1088424"/>
                  </a:lnTo>
                  <a:lnTo>
                    <a:pt x="211617" y="1077900"/>
                  </a:lnTo>
                  <a:lnTo>
                    <a:pt x="198052" y="1070531"/>
                  </a:lnTo>
                  <a:lnTo>
                    <a:pt x="175866" y="1058492"/>
                  </a:lnTo>
                  <a:lnTo>
                    <a:pt x="157260" y="1048393"/>
                  </a:lnTo>
                  <a:lnTo>
                    <a:pt x="140586" y="1039155"/>
                  </a:lnTo>
                  <a:lnTo>
                    <a:pt x="151100" y="1020536"/>
                  </a:lnTo>
                  <a:lnTo>
                    <a:pt x="150192" y="1017489"/>
                  </a:lnTo>
                  <a:lnTo>
                    <a:pt x="146383" y="1013822"/>
                  </a:lnTo>
                  <a:lnTo>
                    <a:pt x="138599" y="1007723"/>
                  </a:lnTo>
                  <a:lnTo>
                    <a:pt x="134048" y="1007103"/>
                  </a:lnTo>
                  <a:lnTo>
                    <a:pt x="126035" y="1008537"/>
                  </a:lnTo>
                  <a:lnTo>
                    <a:pt x="113245" y="1012332"/>
                  </a:lnTo>
                  <a:lnTo>
                    <a:pt x="107720" y="1011072"/>
                  </a:lnTo>
                  <a:lnTo>
                    <a:pt x="103331" y="1004558"/>
                  </a:lnTo>
                  <a:lnTo>
                    <a:pt x="98281" y="996221"/>
                  </a:lnTo>
                  <a:lnTo>
                    <a:pt x="96626" y="989708"/>
                  </a:lnTo>
                  <a:lnTo>
                    <a:pt x="95993" y="981089"/>
                  </a:lnTo>
                  <a:lnTo>
                    <a:pt x="92980" y="973331"/>
                  </a:lnTo>
                  <a:lnTo>
                    <a:pt x="94889" y="969260"/>
                  </a:lnTo>
                  <a:lnTo>
                    <a:pt x="95310" y="967232"/>
                  </a:lnTo>
                  <a:lnTo>
                    <a:pt x="95139" y="964682"/>
                  </a:lnTo>
                  <a:lnTo>
                    <a:pt x="93068" y="963053"/>
                  </a:lnTo>
                  <a:lnTo>
                    <a:pt x="89421" y="962342"/>
                  </a:lnTo>
                  <a:lnTo>
                    <a:pt x="77086" y="965598"/>
                  </a:lnTo>
                  <a:lnTo>
                    <a:pt x="71540" y="965901"/>
                  </a:lnTo>
                  <a:lnTo>
                    <a:pt x="68231" y="967734"/>
                  </a:lnTo>
                  <a:lnTo>
                    <a:pt x="63018" y="971539"/>
                  </a:lnTo>
                  <a:lnTo>
                    <a:pt x="57880" y="972010"/>
                  </a:lnTo>
                  <a:lnTo>
                    <a:pt x="49003" y="963002"/>
                  </a:lnTo>
                  <a:lnTo>
                    <a:pt x="39306" y="953139"/>
                  </a:lnTo>
                  <a:lnTo>
                    <a:pt x="35239" y="939553"/>
                  </a:lnTo>
                  <a:lnTo>
                    <a:pt x="31064" y="925599"/>
                  </a:lnTo>
                  <a:lnTo>
                    <a:pt x="14499" y="917206"/>
                  </a:lnTo>
                  <a:lnTo>
                    <a:pt x="0" y="909857"/>
                  </a:lnTo>
                  <a:lnTo>
                    <a:pt x="1225044" y="90985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4152778" y="817178"/>
              <a:ext cx="1099683" cy="926429"/>
            </a:xfrm>
            <a:custGeom>
              <a:avLst/>
              <a:pathLst>
                <a:path w="1099683" h="926429">
                  <a:moveTo>
                    <a:pt x="914400" y="914399"/>
                  </a:moveTo>
                  <a:lnTo>
                    <a:pt x="910795" y="913293"/>
                  </a:lnTo>
                  <a:lnTo>
                    <a:pt x="907690" y="912428"/>
                  </a:lnTo>
                  <a:lnTo>
                    <a:pt x="905890" y="913903"/>
                  </a:lnTo>
                  <a:lnTo>
                    <a:pt x="904186" y="915874"/>
                  </a:lnTo>
                  <a:lnTo>
                    <a:pt x="902085" y="917354"/>
                  </a:lnTo>
                  <a:lnTo>
                    <a:pt x="897676" y="915260"/>
                  </a:lnTo>
                  <a:lnTo>
                    <a:pt x="894872" y="911445"/>
                  </a:lnTo>
                  <a:lnTo>
                    <a:pt x="890367" y="907512"/>
                  </a:lnTo>
                  <a:lnTo>
                    <a:pt x="888663" y="904552"/>
                  </a:lnTo>
                  <a:lnTo>
                    <a:pt x="889567" y="901111"/>
                  </a:lnTo>
                  <a:lnTo>
                    <a:pt x="891567" y="897787"/>
                  </a:lnTo>
                  <a:lnTo>
                    <a:pt x="892472" y="893849"/>
                  </a:lnTo>
                  <a:lnTo>
                    <a:pt x="890267" y="889307"/>
                  </a:lnTo>
                  <a:lnTo>
                    <a:pt x="888263" y="886721"/>
                  </a:lnTo>
                  <a:lnTo>
                    <a:pt x="886862" y="883766"/>
                  </a:lnTo>
                  <a:lnTo>
                    <a:pt x="887363" y="880939"/>
                  </a:lnTo>
                  <a:lnTo>
                    <a:pt x="890167" y="879582"/>
                  </a:lnTo>
                  <a:lnTo>
                    <a:pt x="892772" y="877857"/>
                  </a:lnTo>
                  <a:lnTo>
                    <a:pt x="893672" y="874170"/>
                  </a:lnTo>
                  <a:lnTo>
                    <a:pt x="892067" y="870232"/>
                  </a:lnTo>
                  <a:lnTo>
                    <a:pt x="887463" y="868629"/>
                  </a:lnTo>
                  <a:lnTo>
                    <a:pt x="883658" y="869243"/>
                  </a:lnTo>
                  <a:lnTo>
                    <a:pt x="878149" y="868383"/>
                  </a:lnTo>
                  <a:lnTo>
                    <a:pt x="872844" y="865925"/>
                  </a:lnTo>
                  <a:lnTo>
                    <a:pt x="869339" y="863093"/>
                  </a:lnTo>
                  <a:lnTo>
                    <a:pt x="866635" y="861490"/>
                  </a:lnTo>
                  <a:lnTo>
                    <a:pt x="864530" y="861490"/>
                  </a:lnTo>
                  <a:lnTo>
                    <a:pt x="862026" y="859892"/>
                  </a:lnTo>
                  <a:lnTo>
                    <a:pt x="860526" y="857184"/>
                  </a:lnTo>
                  <a:lnTo>
                    <a:pt x="860726" y="852754"/>
                  </a:lnTo>
                  <a:lnTo>
                    <a:pt x="861426" y="850050"/>
                  </a:lnTo>
                  <a:lnTo>
                    <a:pt x="862826" y="847710"/>
                  </a:lnTo>
                  <a:lnTo>
                    <a:pt x="862926" y="845124"/>
                  </a:lnTo>
                  <a:lnTo>
                    <a:pt x="862326" y="843275"/>
                  </a:lnTo>
                  <a:lnTo>
                    <a:pt x="862230" y="841805"/>
                  </a:lnTo>
                  <a:lnTo>
                    <a:pt x="862626" y="839957"/>
                  </a:lnTo>
                  <a:lnTo>
                    <a:pt x="863530" y="836265"/>
                  </a:lnTo>
                  <a:lnTo>
                    <a:pt x="862026" y="833561"/>
                  </a:lnTo>
                  <a:lnTo>
                    <a:pt x="861872" y="824189"/>
                  </a:lnTo>
                  <a:lnTo>
                    <a:pt x="861576" y="806655"/>
                  </a:lnTo>
                  <a:lnTo>
                    <a:pt x="861355" y="793223"/>
                  </a:lnTo>
                  <a:lnTo>
                    <a:pt x="861076" y="776340"/>
                  </a:lnTo>
                  <a:lnTo>
                    <a:pt x="860913" y="764044"/>
                  </a:lnTo>
                  <a:lnTo>
                    <a:pt x="860688" y="746818"/>
                  </a:lnTo>
                  <a:lnTo>
                    <a:pt x="860476" y="730472"/>
                  </a:lnTo>
                  <a:lnTo>
                    <a:pt x="860213" y="718489"/>
                  </a:lnTo>
                  <a:lnTo>
                    <a:pt x="1083159" y="718489"/>
                  </a:lnTo>
                  <a:lnTo>
                    <a:pt x="1083289" y="718535"/>
                  </a:lnTo>
                  <a:lnTo>
                    <a:pt x="1083432" y="718489"/>
                  </a:lnTo>
                  <a:lnTo>
                    <a:pt x="1099683" y="718489"/>
                  </a:lnTo>
                  <a:lnTo>
                    <a:pt x="1099683" y="873327"/>
                  </a:lnTo>
                  <a:lnTo>
                    <a:pt x="1094794" y="876407"/>
                  </a:lnTo>
                  <a:lnTo>
                    <a:pt x="1075588" y="883869"/>
                  </a:lnTo>
                  <a:lnTo>
                    <a:pt x="1053168" y="898110"/>
                  </a:lnTo>
                  <a:lnTo>
                    <a:pt x="1024197" y="910108"/>
                  </a:lnTo>
                  <a:lnTo>
                    <a:pt x="1018126" y="910154"/>
                  </a:lnTo>
                  <a:lnTo>
                    <a:pt x="1004970" y="900281"/>
                  </a:lnTo>
                  <a:lnTo>
                    <a:pt x="1008650" y="895785"/>
                  </a:lnTo>
                  <a:lnTo>
                    <a:pt x="1012071" y="889691"/>
                  </a:lnTo>
                  <a:lnTo>
                    <a:pt x="1008800" y="891448"/>
                  </a:lnTo>
                  <a:lnTo>
                    <a:pt x="1006678" y="894090"/>
                  </a:lnTo>
                  <a:lnTo>
                    <a:pt x="998744" y="898330"/>
                  </a:lnTo>
                  <a:lnTo>
                    <a:pt x="1005178" y="906539"/>
                  </a:lnTo>
                  <a:lnTo>
                    <a:pt x="1002070" y="909617"/>
                  </a:lnTo>
                  <a:lnTo>
                    <a:pt x="992868" y="913662"/>
                  </a:lnTo>
                  <a:lnTo>
                    <a:pt x="984300" y="919515"/>
                  </a:lnTo>
                  <a:lnTo>
                    <a:pt x="976799" y="923428"/>
                  </a:lnTo>
                  <a:lnTo>
                    <a:pt x="970732" y="918450"/>
                  </a:lnTo>
                  <a:lnTo>
                    <a:pt x="953984" y="924739"/>
                  </a:lnTo>
                  <a:lnTo>
                    <a:pt x="939878" y="926429"/>
                  </a:lnTo>
                  <a:lnTo>
                    <a:pt x="936827" y="923243"/>
                  </a:lnTo>
                  <a:lnTo>
                    <a:pt x="935932" y="918215"/>
                  </a:lnTo>
                  <a:lnTo>
                    <a:pt x="930993" y="917001"/>
                  </a:lnTo>
                  <a:lnTo>
                    <a:pt x="921817" y="918389"/>
                  </a:lnTo>
                  <a:lnTo>
                    <a:pt x="918338" y="91571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3935445" y="627048"/>
              <a:ext cx="919173" cy="1123210"/>
            </a:xfrm>
            <a:custGeom>
              <a:avLst/>
              <a:pathLst>
                <a:path w="919173" h="1123210">
                  <a:moveTo>
                    <a:pt x="914400" y="914400"/>
                  </a:moveTo>
                  <a:lnTo>
                    <a:pt x="901239" y="930336"/>
                  </a:lnTo>
                  <a:lnTo>
                    <a:pt x="889634" y="944388"/>
                  </a:lnTo>
                  <a:lnTo>
                    <a:pt x="887029" y="958808"/>
                  </a:lnTo>
                  <a:lnTo>
                    <a:pt x="884558" y="972481"/>
                  </a:lnTo>
                  <a:lnTo>
                    <a:pt x="874957" y="982887"/>
                  </a:lnTo>
                  <a:lnTo>
                    <a:pt x="869102" y="992427"/>
                  </a:lnTo>
                  <a:lnTo>
                    <a:pt x="866489" y="1003007"/>
                  </a:lnTo>
                  <a:lnTo>
                    <a:pt x="864305" y="1012721"/>
                  </a:lnTo>
                  <a:lnTo>
                    <a:pt x="864139" y="1020853"/>
                  </a:lnTo>
                  <a:lnTo>
                    <a:pt x="865785" y="1025119"/>
                  </a:lnTo>
                  <a:lnTo>
                    <a:pt x="865010" y="1028586"/>
                  </a:lnTo>
                  <a:lnTo>
                    <a:pt x="861834" y="1032575"/>
                  </a:lnTo>
                  <a:lnTo>
                    <a:pt x="855483" y="1039514"/>
                  </a:lnTo>
                  <a:lnTo>
                    <a:pt x="854354" y="1046191"/>
                  </a:lnTo>
                  <a:lnTo>
                    <a:pt x="850470" y="1049484"/>
                  </a:lnTo>
                  <a:lnTo>
                    <a:pt x="839394" y="1056075"/>
                  </a:lnTo>
                  <a:lnTo>
                    <a:pt x="830359" y="1065789"/>
                  </a:lnTo>
                  <a:lnTo>
                    <a:pt x="829917" y="1071289"/>
                  </a:lnTo>
                  <a:lnTo>
                    <a:pt x="831222" y="1075857"/>
                  </a:lnTo>
                  <a:lnTo>
                    <a:pt x="831422" y="1078694"/>
                  </a:lnTo>
                  <a:lnTo>
                    <a:pt x="829617" y="1080671"/>
                  </a:lnTo>
                  <a:lnTo>
                    <a:pt x="826000" y="1080542"/>
                  </a:lnTo>
                  <a:lnTo>
                    <a:pt x="822087" y="1081162"/>
                  </a:lnTo>
                  <a:lnTo>
                    <a:pt x="818791" y="1085213"/>
                  </a:lnTo>
                  <a:lnTo>
                    <a:pt x="818874" y="1091030"/>
                  </a:lnTo>
                  <a:lnTo>
                    <a:pt x="816466" y="1095224"/>
                  </a:lnTo>
                  <a:lnTo>
                    <a:pt x="813653" y="1096090"/>
                  </a:lnTo>
                  <a:lnTo>
                    <a:pt x="811244" y="1093125"/>
                  </a:lnTo>
                  <a:lnTo>
                    <a:pt x="808348" y="1088680"/>
                  </a:lnTo>
                  <a:lnTo>
                    <a:pt x="804956" y="1088244"/>
                  </a:lnTo>
                  <a:lnTo>
                    <a:pt x="799805" y="1091194"/>
                  </a:lnTo>
                  <a:lnTo>
                    <a:pt x="793454" y="1096049"/>
                  </a:lnTo>
                  <a:lnTo>
                    <a:pt x="787741" y="1096310"/>
                  </a:lnTo>
                  <a:lnTo>
                    <a:pt x="777015" y="1093191"/>
                  </a:lnTo>
                  <a:lnTo>
                    <a:pt x="769184" y="1102603"/>
                  </a:lnTo>
                  <a:lnTo>
                    <a:pt x="760779" y="1122821"/>
                  </a:lnTo>
                  <a:lnTo>
                    <a:pt x="725266" y="1122872"/>
                  </a:lnTo>
                  <a:lnTo>
                    <a:pt x="689753" y="1122923"/>
                  </a:lnTo>
                  <a:lnTo>
                    <a:pt x="654236" y="1122974"/>
                  </a:lnTo>
                  <a:lnTo>
                    <a:pt x="618723" y="1123026"/>
                  </a:lnTo>
                  <a:lnTo>
                    <a:pt x="583210" y="1123072"/>
                  </a:lnTo>
                  <a:lnTo>
                    <a:pt x="547696" y="1123123"/>
                  </a:lnTo>
                  <a:lnTo>
                    <a:pt x="512183" y="1123174"/>
                  </a:lnTo>
                  <a:lnTo>
                    <a:pt x="492310" y="1123205"/>
                  </a:lnTo>
                  <a:lnTo>
                    <a:pt x="488414" y="1123210"/>
                  </a:lnTo>
                  <a:lnTo>
                    <a:pt x="500582" y="1119251"/>
                  </a:lnTo>
                  <a:lnTo>
                    <a:pt x="525952" y="1103868"/>
                  </a:lnTo>
                  <a:lnTo>
                    <a:pt x="544663" y="1098297"/>
                  </a:lnTo>
                  <a:lnTo>
                    <a:pt x="568999" y="1082140"/>
                  </a:lnTo>
                  <a:lnTo>
                    <a:pt x="586627" y="1079032"/>
                  </a:lnTo>
                  <a:lnTo>
                    <a:pt x="589981" y="1075478"/>
                  </a:lnTo>
                  <a:lnTo>
                    <a:pt x="592936" y="1062076"/>
                  </a:lnTo>
                  <a:lnTo>
                    <a:pt x="594549" y="1057299"/>
                  </a:lnTo>
                  <a:lnTo>
                    <a:pt x="602779" y="1044138"/>
                  </a:lnTo>
                  <a:lnTo>
                    <a:pt x="612663" y="1033036"/>
                  </a:lnTo>
                  <a:lnTo>
                    <a:pt x="620640" y="1017683"/>
                  </a:lnTo>
                  <a:lnTo>
                    <a:pt x="635116" y="1007872"/>
                  </a:lnTo>
                  <a:lnTo>
                    <a:pt x="657007" y="999668"/>
                  </a:lnTo>
                  <a:lnTo>
                    <a:pt x="677255" y="981750"/>
                  </a:lnTo>
                  <a:lnTo>
                    <a:pt x="688353" y="976286"/>
                  </a:lnTo>
                  <a:lnTo>
                    <a:pt x="699108" y="972373"/>
                  </a:lnTo>
                  <a:lnTo>
                    <a:pt x="703626" y="965091"/>
                  </a:lnTo>
                  <a:lnTo>
                    <a:pt x="710276" y="960928"/>
                  </a:lnTo>
                  <a:lnTo>
                    <a:pt x="728058" y="952463"/>
                  </a:lnTo>
                  <a:lnTo>
                    <a:pt x="747656" y="950174"/>
                  </a:lnTo>
                  <a:lnTo>
                    <a:pt x="767463" y="943148"/>
                  </a:lnTo>
                  <a:lnTo>
                    <a:pt x="782657" y="939425"/>
                  </a:lnTo>
                  <a:lnTo>
                    <a:pt x="791975" y="932835"/>
                  </a:lnTo>
                  <a:lnTo>
                    <a:pt x="805522" y="929363"/>
                  </a:lnTo>
                  <a:lnTo>
                    <a:pt x="845957" y="910451"/>
                  </a:lnTo>
                  <a:lnTo>
                    <a:pt x="848279" y="908618"/>
                  </a:lnTo>
                  <a:lnTo>
                    <a:pt x="919173" y="9086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4330652" y="969750"/>
              <a:ext cx="921809" cy="936332"/>
            </a:xfrm>
            <a:custGeom>
              <a:avLst/>
              <a:pathLst>
                <a:path w="921809" h="936332">
                  <a:moveTo>
                    <a:pt x="914400" y="914400"/>
                  </a:moveTo>
                  <a:lnTo>
                    <a:pt x="907124" y="913959"/>
                  </a:lnTo>
                  <a:lnTo>
                    <a:pt x="901760" y="914446"/>
                  </a:lnTo>
                  <a:lnTo>
                    <a:pt x="893680" y="920596"/>
                  </a:lnTo>
                  <a:lnTo>
                    <a:pt x="892426" y="933024"/>
                  </a:lnTo>
                  <a:lnTo>
                    <a:pt x="888859" y="931380"/>
                  </a:lnTo>
                  <a:lnTo>
                    <a:pt x="885237" y="931785"/>
                  </a:lnTo>
                  <a:lnTo>
                    <a:pt x="883366" y="935687"/>
                  </a:lnTo>
                  <a:lnTo>
                    <a:pt x="880699" y="936332"/>
                  </a:lnTo>
                  <a:lnTo>
                    <a:pt x="873636" y="932640"/>
                  </a:lnTo>
                  <a:lnTo>
                    <a:pt x="865318" y="934658"/>
                  </a:lnTo>
                  <a:lnTo>
                    <a:pt x="858813" y="931857"/>
                  </a:lnTo>
                  <a:lnTo>
                    <a:pt x="850520" y="913647"/>
                  </a:lnTo>
                  <a:lnTo>
                    <a:pt x="846115" y="907266"/>
                  </a:lnTo>
                  <a:lnTo>
                    <a:pt x="838306" y="905207"/>
                  </a:lnTo>
                  <a:lnTo>
                    <a:pt x="836281" y="909058"/>
                  </a:lnTo>
                  <a:lnTo>
                    <a:pt x="833251" y="912827"/>
                  </a:lnTo>
                  <a:lnTo>
                    <a:pt x="825734" y="905315"/>
                  </a:lnTo>
                  <a:lnTo>
                    <a:pt x="820033" y="877432"/>
                  </a:lnTo>
                  <a:lnTo>
                    <a:pt x="819987" y="870703"/>
                  </a:lnTo>
                  <a:lnTo>
                    <a:pt x="827967" y="847249"/>
                  </a:lnTo>
                  <a:lnTo>
                    <a:pt x="847728" y="826135"/>
                  </a:lnTo>
                  <a:lnTo>
                    <a:pt x="841419" y="825429"/>
                  </a:lnTo>
                  <a:lnTo>
                    <a:pt x="823971" y="840069"/>
                  </a:lnTo>
                  <a:lnTo>
                    <a:pt x="825771" y="836526"/>
                  </a:lnTo>
                  <a:lnTo>
                    <a:pt x="828730" y="832834"/>
                  </a:lnTo>
                  <a:lnTo>
                    <a:pt x="834614" y="826878"/>
                  </a:lnTo>
                  <a:lnTo>
                    <a:pt x="843544" y="821281"/>
                  </a:lnTo>
                  <a:lnTo>
                    <a:pt x="855437" y="818019"/>
                  </a:lnTo>
                  <a:lnTo>
                    <a:pt x="863618" y="817522"/>
                  </a:lnTo>
                  <a:lnTo>
                    <a:pt x="869256" y="814429"/>
                  </a:lnTo>
                  <a:lnTo>
                    <a:pt x="877428" y="808950"/>
                  </a:lnTo>
                  <a:lnTo>
                    <a:pt x="878945" y="806041"/>
                  </a:lnTo>
                  <a:lnTo>
                    <a:pt x="871698" y="809385"/>
                  </a:lnTo>
                  <a:lnTo>
                    <a:pt x="859659" y="812678"/>
                  </a:lnTo>
                  <a:lnTo>
                    <a:pt x="862747" y="808361"/>
                  </a:lnTo>
                  <a:lnTo>
                    <a:pt x="865760" y="806051"/>
                  </a:lnTo>
                  <a:lnTo>
                    <a:pt x="921809" y="773112"/>
                  </a:lnTo>
                  <a:lnTo>
                    <a:pt x="921809" y="90869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4225054" y="914153"/>
              <a:ext cx="924109" cy="914400"/>
            </a:xfrm>
            <a:custGeom>
              <a:avLst/>
              <a:pathLst>
                <a:path w="924109" h="914400">
                  <a:moveTo>
                    <a:pt x="914400" y="914400"/>
                  </a:moveTo>
                  <a:lnTo>
                    <a:pt x="915441" y="910805"/>
                  </a:lnTo>
                  <a:lnTo>
                    <a:pt x="920684" y="901638"/>
                  </a:lnTo>
                  <a:lnTo>
                    <a:pt x="924109" y="900271"/>
                  </a:lnTo>
                  <a:lnTo>
                    <a:pt x="918696" y="91073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4176156" y="875182"/>
              <a:ext cx="927343" cy="914400"/>
            </a:xfrm>
            <a:custGeom>
              <a:avLst/>
              <a:pathLst>
                <a:path w="927343" h="914400">
                  <a:moveTo>
                    <a:pt x="914400" y="914400"/>
                  </a:moveTo>
                  <a:lnTo>
                    <a:pt x="918867" y="900240"/>
                  </a:lnTo>
                  <a:lnTo>
                    <a:pt x="922501" y="895893"/>
                  </a:lnTo>
                  <a:lnTo>
                    <a:pt x="927343" y="897357"/>
                  </a:lnTo>
                  <a:lnTo>
                    <a:pt x="926664" y="905914"/>
                  </a:lnTo>
                  <a:lnTo>
                    <a:pt x="925884" y="90885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3600379" y="789161"/>
              <a:ext cx="928693" cy="915209"/>
            </a:xfrm>
            <a:custGeom>
              <a:avLst/>
              <a:pathLst>
                <a:path w="928693" h="915209">
                  <a:moveTo>
                    <a:pt x="914400" y="914400"/>
                  </a:moveTo>
                  <a:lnTo>
                    <a:pt x="903152" y="912459"/>
                  </a:lnTo>
                  <a:lnTo>
                    <a:pt x="890788" y="915152"/>
                  </a:lnTo>
                  <a:lnTo>
                    <a:pt x="887346" y="915209"/>
                  </a:lnTo>
                  <a:lnTo>
                    <a:pt x="896530" y="907415"/>
                  </a:lnTo>
                  <a:lnTo>
                    <a:pt x="910653" y="902621"/>
                  </a:lnTo>
                  <a:lnTo>
                    <a:pt x="924734" y="887965"/>
                  </a:lnTo>
                  <a:lnTo>
                    <a:pt x="928693" y="887592"/>
                  </a:lnTo>
                  <a:lnTo>
                    <a:pt x="923334" y="904194"/>
                  </a:lnTo>
                  <a:lnTo>
                    <a:pt x="922242" y="910129"/>
                  </a:lnTo>
                  <a:lnTo>
                    <a:pt x="920975" y="91230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3585669" y="777020"/>
              <a:ext cx="935186" cy="914400"/>
            </a:xfrm>
            <a:custGeom>
              <a:avLst/>
              <a:pathLst>
                <a:path w="935186" h="914400">
                  <a:moveTo>
                    <a:pt x="914400" y="914400"/>
                  </a:moveTo>
                  <a:lnTo>
                    <a:pt x="910832" y="913488"/>
                  </a:lnTo>
                  <a:lnTo>
                    <a:pt x="922188" y="903185"/>
                  </a:lnTo>
                  <a:lnTo>
                    <a:pt x="935186" y="900809"/>
                  </a:lnTo>
                  <a:lnTo>
                    <a:pt x="924693" y="91223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3816037" y="640685"/>
              <a:ext cx="939224" cy="914400"/>
            </a:xfrm>
            <a:custGeom>
              <a:avLst/>
              <a:pathLst>
                <a:path w="939224" h="914400">
                  <a:moveTo>
                    <a:pt x="914400" y="914400"/>
                  </a:moveTo>
                  <a:lnTo>
                    <a:pt x="916250" y="910759"/>
                  </a:lnTo>
                  <a:lnTo>
                    <a:pt x="926843" y="904270"/>
                  </a:lnTo>
                  <a:lnTo>
                    <a:pt x="934627" y="900634"/>
                  </a:lnTo>
                  <a:lnTo>
                    <a:pt x="939224" y="900711"/>
                  </a:lnTo>
                  <a:lnTo>
                    <a:pt x="931739" y="908664"/>
                  </a:lnTo>
                  <a:lnTo>
                    <a:pt x="922159" y="91354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3257925" y="3014906"/>
              <a:ext cx="924784" cy="938161"/>
            </a:xfrm>
            <a:custGeom>
              <a:avLst/>
              <a:pathLst>
                <a:path w="924784" h="938161">
                  <a:moveTo>
                    <a:pt x="914400" y="914400"/>
                  </a:moveTo>
                  <a:lnTo>
                    <a:pt x="905940" y="921016"/>
                  </a:lnTo>
                  <a:lnTo>
                    <a:pt x="912087" y="925737"/>
                  </a:lnTo>
                  <a:lnTo>
                    <a:pt x="917879" y="915470"/>
                  </a:lnTo>
                  <a:lnTo>
                    <a:pt x="922476" y="923812"/>
                  </a:lnTo>
                  <a:lnTo>
                    <a:pt x="924784" y="938161"/>
                  </a:lnTo>
                  <a:lnTo>
                    <a:pt x="898674" y="938161"/>
                  </a:lnTo>
                  <a:lnTo>
                    <a:pt x="897664" y="933926"/>
                  </a:lnTo>
                  <a:lnTo>
                    <a:pt x="892388" y="928625"/>
                  </a:lnTo>
                  <a:lnTo>
                    <a:pt x="885062" y="915106"/>
                  </a:lnTo>
                  <a:lnTo>
                    <a:pt x="889317" y="911619"/>
                  </a:lnTo>
                  <a:lnTo>
                    <a:pt x="894989" y="912781"/>
                  </a:lnTo>
                  <a:lnTo>
                    <a:pt x="897893" y="911153"/>
                  </a:lnTo>
                  <a:lnTo>
                    <a:pt x="905757" y="909852"/>
                  </a:lnTo>
                  <a:lnTo>
                    <a:pt x="910532" y="908003"/>
                  </a:lnTo>
                  <a:lnTo>
                    <a:pt x="914266" y="9119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3292893" y="2839878"/>
              <a:ext cx="932164" cy="914400"/>
            </a:xfrm>
            <a:custGeom>
              <a:avLst/>
              <a:pathLst>
                <a:path w="932164" h="914400">
                  <a:moveTo>
                    <a:pt x="914400" y="914400"/>
                  </a:moveTo>
                  <a:lnTo>
                    <a:pt x="906990" y="903897"/>
                  </a:lnTo>
                  <a:lnTo>
                    <a:pt x="901023" y="900844"/>
                  </a:lnTo>
                  <a:lnTo>
                    <a:pt x="910345" y="893419"/>
                  </a:lnTo>
                  <a:lnTo>
                    <a:pt x="914370" y="887038"/>
                  </a:lnTo>
                  <a:lnTo>
                    <a:pt x="914287" y="873120"/>
                  </a:lnTo>
                  <a:lnTo>
                    <a:pt x="916562" y="865495"/>
                  </a:lnTo>
                  <a:lnTo>
                    <a:pt x="915791" y="858894"/>
                  </a:lnTo>
                  <a:lnTo>
                    <a:pt x="917846" y="852155"/>
                  </a:lnTo>
                  <a:lnTo>
                    <a:pt x="915066" y="844586"/>
                  </a:lnTo>
                  <a:lnTo>
                    <a:pt x="907274" y="838584"/>
                  </a:lnTo>
                  <a:lnTo>
                    <a:pt x="891855" y="814711"/>
                  </a:lnTo>
                  <a:lnTo>
                    <a:pt x="867497" y="808914"/>
                  </a:lnTo>
                  <a:lnTo>
                    <a:pt x="854887" y="808673"/>
                  </a:lnTo>
                  <a:lnTo>
                    <a:pt x="861817" y="804843"/>
                  </a:lnTo>
                  <a:lnTo>
                    <a:pt x="868218" y="805309"/>
                  </a:lnTo>
                  <a:lnTo>
                    <a:pt x="878070" y="807587"/>
                  </a:lnTo>
                  <a:lnTo>
                    <a:pt x="889867" y="808688"/>
                  </a:lnTo>
                  <a:lnTo>
                    <a:pt x="897076" y="815714"/>
                  </a:lnTo>
                  <a:lnTo>
                    <a:pt x="903961" y="825029"/>
                  </a:lnTo>
                  <a:lnTo>
                    <a:pt x="910178" y="828798"/>
                  </a:lnTo>
                  <a:lnTo>
                    <a:pt x="912737" y="831195"/>
                  </a:lnTo>
                  <a:lnTo>
                    <a:pt x="912449" y="833899"/>
                  </a:lnTo>
                  <a:lnTo>
                    <a:pt x="913483" y="836439"/>
                  </a:lnTo>
                  <a:lnTo>
                    <a:pt x="921596" y="840797"/>
                  </a:lnTo>
                  <a:lnTo>
                    <a:pt x="929768" y="847833"/>
                  </a:lnTo>
                  <a:lnTo>
                    <a:pt x="932164" y="868465"/>
                  </a:lnTo>
                  <a:lnTo>
                    <a:pt x="921155" y="878230"/>
                  </a:lnTo>
                  <a:lnTo>
                    <a:pt x="919129" y="908106"/>
                  </a:lnTo>
                  <a:lnTo>
                    <a:pt x="916175" y="91348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3250254" y="2977175"/>
              <a:ext cx="915333" cy="945745"/>
            </a:xfrm>
            <a:custGeom>
              <a:avLst/>
              <a:pathLst>
                <a:path w="915333" h="945745">
                  <a:moveTo>
                    <a:pt x="914399" y="914400"/>
                  </a:moveTo>
                  <a:lnTo>
                    <a:pt x="915333" y="923899"/>
                  </a:lnTo>
                  <a:lnTo>
                    <a:pt x="914470" y="927284"/>
                  </a:lnTo>
                  <a:lnTo>
                    <a:pt x="905236" y="933634"/>
                  </a:lnTo>
                  <a:lnTo>
                    <a:pt x="902865" y="937182"/>
                  </a:lnTo>
                  <a:lnTo>
                    <a:pt x="894159" y="940762"/>
                  </a:lnTo>
                  <a:lnTo>
                    <a:pt x="888892" y="945745"/>
                  </a:lnTo>
                  <a:lnTo>
                    <a:pt x="886254" y="937648"/>
                  </a:lnTo>
                  <a:lnTo>
                    <a:pt x="881141" y="932645"/>
                  </a:lnTo>
                  <a:lnTo>
                    <a:pt x="880282" y="924139"/>
                  </a:lnTo>
                  <a:lnTo>
                    <a:pt x="876374" y="927012"/>
                  </a:lnTo>
                  <a:lnTo>
                    <a:pt x="870740" y="925261"/>
                  </a:lnTo>
                  <a:lnTo>
                    <a:pt x="861447" y="918819"/>
                  </a:lnTo>
                  <a:lnTo>
                    <a:pt x="855575" y="910072"/>
                  </a:lnTo>
                  <a:lnTo>
                    <a:pt x="863801" y="908557"/>
                  </a:lnTo>
                  <a:lnTo>
                    <a:pt x="865501" y="913990"/>
                  </a:lnTo>
                  <a:lnTo>
                    <a:pt x="872011" y="907322"/>
                  </a:lnTo>
                  <a:lnTo>
                    <a:pt x="870531" y="903809"/>
                  </a:lnTo>
                  <a:lnTo>
                    <a:pt x="869356" y="903359"/>
                  </a:lnTo>
                  <a:lnTo>
                    <a:pt x="867222" y="896825"/>
                  </a:lnTo>
                  <a:lnTo>
                    <a:pt x="877015" y="879710"/>
                  </a:lnTo>
                  <a:lnTo>
                    <a:pt x="879128" y="868670"/>
                  </a:lnTo>
                  <a:lnTo>
                    <a:pt x="874686" y="850956"/>
                  </a:lnTo>
                  <a:lnTo>
                    <a:pt x="878832" y="849794"/>
                  </a:lnTo>
                  <a:lnTo>
                    <a:pt x="889884" y="856006"/>
                  </a:lnTo>
                  <a:lnTo>
                    <a:pt x="894834" y="862120"/>
                  </a:lnTo>
                  <a:lnTo>
                    <a:pt x="894997" y="870513"/>
                  </a:lnTo>
                  <a:lnTo>
                    <a:pt x="899643" y="877012"/>
                  </a:lnTo>
                  <a:lnTo>
                    <a:pt x="906369" y="892579"/>
                  </a:lnTo>
                  <a:lnTo>
                    <a:pt x="914587" y="90170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3196855" y="2755716"/>
              <a:ext cx="952742" cy="935088"/>
            </a:xfrm>
            <a:custGeom>
              <a:avLst/>
              <a:pathLst>
                <a:path w="952742" h="935088">
                  <a:moveTo>
                    <a:pt x="914399" y="914400"/>
                  </a:moveTo>
                  <a:lnTo>
                    <a:pt x="919938" y="913954"/>
                  </a:lnTo>
                  <a:lnTo>
                    <a:pt x="923259" y="911808"/>
                  </a:lnTo>
                  <a:lnTo>
                    <a:pt x="938557" y="912684"/>
                  </a:lnTo>
                  <a:lnTo>
                    <a:pt x="950909" y="909545"/>
                  </a:lnTo>
                  <a:lnTo>
                    <a:pt x="952742" y="915116"/>
                  </a:lnTo>
                  <a:lnTo>
                    <a:pt x="952430" y="918025"/>
                  </a:lnTo>
                  <a:lnTo>
                    <a:pt x="926164" y="920755"/>
                  </a:lnTo>
                  <a:lnTo>
                    <a:pt x="902069" y="928933"/>
                  </a:lnTo>
                  <a:lnTo>
                    <a:pt x="888863" y="934473"/>
                  </a:lnTo>
                  <a:lnTo>
                    <a:pt x="882658" y="935088"/>
                  </a:lnTo>
                  <a:lnTo>
                    <a:pt x="877915" y="932174"/>
                  </a:lnTo>
                  <a:lnTo>
                    <a:pt x="862005" y="915285"/>
                  </a:lnTo>
                  <a:lnTo>
                    <a:pt x="866260" y="916970"/>
                  </a:lnTo>
                  <a:lnTo>
                    <a:pt x="878015" y="926516"/>
                  </a:lnTo>
                  <a:lnTo>
                    <a:pt x="885316" y="924774"/>
                  </a:lnTo>
                  <a:lnTo>
                    <a:pt x="892080" y="918466"/>
                  </a:lnTo>
                  <a:lnTo>
                    <a:pt x="893113" y="913698"/>
                  </a:lnTo>
                  <a:lnTo>
                    <a:pt x="892105" y="911440"/>
                  </a:lnTo>
                  <a:lnTo>
                    <a:pt x="895164" y="903912"/>
                  </a:lnTo>
                  <a:lnTo>
                    <a:pt x="904061" y="91113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3274623" y="2934513"/>
              <a:ext cx="930731" cy="914399"/>
            </a:xfrm>
            <a:custGeom>
              <a:avLst/>
              <a:pathLst>
                <a:path w="930731" h="914399">
                  <a:moveTo>
                    <a:pt x="914400" y="914399"/>
                  </a:moveTo>
                  <a:lnTo>
                    <a:pt x="907511" y="912254"/>
                  </a:lnTo>
                  <a:lnTo>
                    <a:pt x="905744" y="910528"/>
                  </a:lnTo>
                  <a:lnTo>
                    <a:pt x="908695" y="907630"/>
                  </a:lnTo>
                  <a:lnTo>
                    <a:pt x="915187" y="905213"/>
                  </a:lnTo>
                  <a:lnTo>
                    <a:pt x="925613" y="904972"/>
                  </a:lnTo>
                  <a:lnTo>
                    <a:pt x="930181" y="907829"/>
                  </a:lnTo>
                  <a:lnTo>
                    <a:pt x="930731" y="909079"/>
                  </a:lnTo>
                  <a:lnTo>
                    <a:pt x="924038" y="9122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3529059" y="3038667"/>
              <a:ext cx="918648" cy="914399"/>
            </a:xfrm>
            <a:custGeom>
              <a:avLst/>
              <a:pathLst>
                <a:path w="918648" h="914399">
                  <a:moveTo>
                    <a:pt x="914400" y="914399"/>
                  </a:moveTo>
                  <a:lnTo>
                    <a:pt x="908748" y="914399"/>
                  </a:lnTo>
                  <a:lnTo>
                    <a:pt x="910331" y="903379"/>
                  </a:lnTo>
                  <a:lnTo>
                    <a:pt x="915015" y="901116"/>
                  </a:lnTo>
                  <a:lnTo>
                    <a:pt x="916852" y="901239"/>
                  </a:lnTo>
                  <a:lnTo>
                    <a:pt x="918648" y="90726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3357943" y="2894503"/>
              <a:ext cx="945916" cy="990455"/>
            </a:xfrm>
            <a:custGeom>
              <a:avLst/>
              <a:pathLst>
                <a:path w="945916" h="990455">
                  <a:moveTo>
                    <a:pt x="914400" y="914400"/>
                  </a:moveTo>
                  <a:lnTo>
                    <a:pt x="926384" y="918865"/>
                  </a:lnTo>
                  <a:lnTo>
                    <a:pt x="939340" y="933675"/>
                  </a:lnTo>
                  <a:lnTo>
                    <a:pt x="944920" y="938949"/>
                  </a:lnTo>
                  <a:lnTo>
                    <a:pt x="945916" y="943753"/>
                  </a:lnTo>
                  <a:lnTo>
                    <a:pt x="943733" y="965680"/>
                  </a:lnTo>
                  <a:lnTo>
                    <a:pt x="940820" y="978882"/>
                  </a:lnTo>
                  <a:lnTo>
                    <a:pt x="941257" y="990455"/>
                  </a:lnTo>
                  <a:lnTo>
                    <a:pt x="938215" y="987029"/>
                  </a:lnTo>
                  <a:lnTo>
                    <a:pt x="935140" y="979450"/>
                  </a:lnTo>
                  <a:lnTo>
                    <a:pt x="930097" y="975093"/>
                  </a:lnTo>
                  <a:lnTo>
                    <a:pt x="928418" y="972809"/>
                  </a:lnTo>
                  <a:lnTo>
                    <a:pt x="937482" y="972307"/>
                  </a:lnTo>
                  <a:lnTo>
                    <a:pt x="938286" y="960375"/>
                  </a:lnTo>
                  <a:lnTo>
                    <a:pt x="942707" y="950963"/>
                  </a:lnTo>
                  <a:lnTo>
                    <a:pt x="942037" y="941172"/>
                  </a:lnTo>
                  <a:lnTo>
                    <a:pt x="931460" y="930392"/>
                  </a:lnTo>
                  <a:lnTo>
                    <a:pt x="924209" y="920903"/>
                  </a:lnTo>
                  <a:lnTo>
                    <a:pt x="913062" y="917866"/>
                  </a:lnTo>
                  <a:lnTo>
                    <a:pt x="902752" y="908418"/>
                  </a:lnTo>
                  <a:lnTo>
                    <a:pt x="896601" y="907256"/>
                  </a:lnTo>
                  <a:lnTo>
                    <a:pt x="889100" y="908920"/>
                  </a:lnTo>
                  <a:lnTo>
                    <a:pt x="891809" y="903287"/>
                  </a:lnTo>
                  <a:lnTo>
                    <a:pt x="893684" y="895836"/>
                  </a:lnTo>
                  <a:lnTo>
                    <a:pt x="895059" y="894443"/>
                  </a:lnTo>
                  <a:lnTo>
                    <a:pt x="900352" y="90257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3458860" y="3023023"/>
              <a:ext cx="914400" cy="915460"/>
            </a:xfrm>
            <a:custGeom>
              <a:avLst/>
              <a:pathLst>
                <a:path w="914400" h="915460">
                  <a:moveTo>
                    <a:pt x="914400" y="914400"/>
                  </a:moveTo>
                  <a:lnTo>
                    <a:pt x="908682" y="913319"/>
                  </a:lnTo>
                  <a:lnTo>
                    <a:pt x="900243" y="915403"/>
                  </a:lnTo>
                  <a:lnTo>
                    <a:pt x="897206" y="915460"/>
                  </a:lnTo>
                  <a:lnTo>
                    <a:pt x="899097" y="911808"/>
                  </a:lnTo>
                  <a:lnTo>
                    <a:pt x="904957" y="906872"/>
                  </a:lnTo>
                  <a:lnTo>
                    <a:pt x="905252" y="902171"/>
                  </a:lnTo>
                  <a:lnTo>
                    <a:pt x="898001" y="895391"/>
                  </a:lnTo>
                  <a:lnTo>
                    <a:pt x="889563" y="878522"/>
                  </a:lnTo>
                  <a:lnTo>
                    <a:pt x="885612" y="874523"/>
                  </a:lnTo>
                  <a:lnTo>
                    <a:pt x="883737" y="868183"/>
                  </a:lnTo>
                  <a:lnTo>
                    <a:pt x="876657" y="861383"/>
                  </a:lnTo>
                  <a:lnTo>
                    <a:pt x="878136" y="857747"/>
                  </a:lnTo>
                  <a:lnTo>
                    <a:pt x="879591" y="856892"/>
                  </a:lnTo>
                  <a:lnTo>
                    <a:pt x="884379" y="858638"/>
                  </a:lnTo>
                  <a:lnTo>
                    <a:pt x="895222" y="882901"/>
                  </a:lnTo>
                  <a:lnTo>
                    <a:pt x="895930" y="885226"/>
                  </a:lnTo>
                  <a:lnTo>
                    <a:pt x="913833" y="90906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t3925"/>
            <p:cNvSpPr/>
            <p:nvPr/>
          </p:nvSpPr>
          <p:spPr>
            <a:xfrm>
              <a:off x="4517981" y="2123210"/>
              <a:ext cx="63202" cy="63202"/>
            </a:xfrm>
            <a:prstGeom prst="ellipse">
              <a:avLst/>
            </a:prstGeom>
            <a:solidFill>
              <a:srgbClr val="3FA1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t3926"/>
            <p:cNvSpPr/>
            <p:nvPr/>
          </p:nvSpPr>
          <p:spPr>
            <a:xfrm>
              <a:off x="2804077" y="3308464"/>
              <a:ext cx="63202" cy="63202"/>
            </a:xfrm>
            <a:prstGeom prst="ellipse">
              <a:avLst/>
            </a:prstGeom>
            <a:solidFill>
              <a:srgbClr val="6DD1B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t3927"/>
            <p:cNvSpPr/>
            <p:nvPr/>
          </p:nvSpPr>
          <p:spPr>
            <a:xfrm>
              <a:off x="4310750" y="2493405"/>
              <a:ext cx="63202" cy="63202"/>
            </a:xfrm>
            <a:prstGeom prst="ellipse">
              <a:avLst/>
            </a:prstGeom>
            <a:solidFill>
              <a:srgbClr val="A6E3C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t3928"/>
            <p:cNvSpPr/>
            <p:nvPr/>
          </p:nvSpPr>
          <p:spPr>
            <a:xfrm>
              <a:off x="3230764" y="3253112"/>
              <a:ext cx="63202" cy="63202"/>
            </a:xfrm>
            <a:prstGeom prst="ellipse">
              <a:avLst/>
            </a:prstGeom>
            <a:solidFill>
              <a:srgbClr val="6ED2B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t3929"/>
            <p:cNvSpPr/>
            <p:nvPr/>
          </p:nvSpPr>
          <p:spPr>
            <a:xfrm>
              <a:off x="4374836" y="2340602"/>
              <a:ext cx="63202" cy="63202"/>
            </a:xfrm>
            <a:prstGeom prst="ellipse">
              <a:avLst/>
            </a:prstGeom>
            <a:solidFill>
              <a:srgbClr val="BFEBD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t3930"/>
            <p:cNvSpPr/>
            <p:nvPr/>
          </p:nvSpPr>
          <p:spPr>
            <a:xfrm>
              <a:off x="3085609" y="3352656"/>
              <a:ext cx="63202" cy="63202"/>
            </a:xfrm>
            <a:prstGeom prst="ellipse">
              <a:avLst/>
            </a:prstGeom>
            <a:solidFill>
              <a:srgbClr val="6AD1B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t3931"/>
            <p:cNvSpPr/>
            <p:nvPr/>
          </p:nvSpPr>
          <p:spPr>
            <a:xfrm>
              <a:off x="4671421" y="2079945"/>
              <a:ext cx="63202" cy="63202"/>
            </a:xfrm>
            <a:prstGeom prst="ellipse">
              <a:avLst/>
            </a:prstGeom>
            <a:solidFill>
              <a:srgbClr val="53BB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t3932"/>
            <p:cNvSpPr/>
            <p:nvPr/>
          </p:nvSpPr>
          <p:spPr>
            <a:xfrm>
              <a:off x="3531947" y="3324123"/>
              <a:ext cx="63202" cy="63202"/>
            </a:xfrm>
            <a:prstGeom prst="ellipse">
              <a:avLst/>
            </a:prstGeom>
            <a:solidFill>
              <a:srgbClr val="58C2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t3933"/>
            <p:cNvSpPr/>
            <p:nvPr/>
          </p:nvSpPr>
          <p:spPr>
            <a:xfrm>
              <a:off x="4116343" y="2877034"/>
              <a:ext cx="63202" cy="63202"/>
            </a:xfrm>
            <a:prstGeom prst="ellipse">
              <a:avLst/>
            </a:prstGeom>
            <a:solidFill>
              <a:srgbClr val="AFE6C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t3934"/>
            <p:cNvSpPr/>
            <p:nvPr/>
          </p:nvSpPr>
          <p:spPr>
            <a:xfrm>
              <a:off x="3861999" y="3080650"/>
              <a:ext cx="63202" cy="63202"/>
            </a:xfrm>
            <a:prstGeom prst="ellipse">
              <a:avLst/>
            </a:prstGeom>
            <a:solidFill>
              <a:srgbClr val="99DFC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t3935"/>
            <p:cNvSpPr/>
            <p:nvPr/>
          </p:nvSpPr>
          <p:spPr>
            <a:xfrm>
              <a:off x="2668745" y="3339664"/>
              <a:ext cx="63202" cy="63202"/>
            </a:xfrm>
            <a:prstGeom prst="ellipse">
              <a:avLst/>
            </a:prstGeom>
            <a:solidFill>
              <a:srgbClr val="8EDBB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t3936"/>
            <p:cNvSpPr/>
            <p:nvPr/>
          </p:nvSpPr>
          <p:spPr>
            <a:xfrm>
              <a:off x="3949423" y="3003555"/>
              <a:ext cx="63202" cy="63202"/>
            </a:xfrm>
            <a:prstGeom prst="ellipse">
              <a:avLst/>
            </a:prstGeom>
            <a:solidFill>
              <a:srgbClr val="83D8B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t3937"/>
            <p:cNvSpPr/>
            <p:nvPr/>
          </p:nvSpPr>
          <p:spPr>
            <a:xfrm>
              <a:off x="4323294" y="2302728"/>
              <a:ext cx="63202" cy="63202"/>
            </a:xfrm>
            <a:prstGeom prst="ellipse">
              <a:avLst/>
            </a:prstGeom>
            <a:solidFill>
              <a:srgbClr val="99DFC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t3938"/>
            <p:cNvSpPr/>
            <p:nvPr/>
          </p:nvSpPr>
          <p:spPr>
            <a:xfrm>
              <a:off x="3495127" y="3324813"/>
              <a:ext cx="63202" cy="63202"/>
            </a:xfrm>
            <a:prstGeom prst="ellipse">
              <a:avLst/>
            </a:prstGeom>
            <a:solidFill>
              <a:srgbClr val="59C3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t3939"/>
            <p:cNvSpPr/>
            <p:nvPr/>
          </p:nvSpPr>
          <p:spPr>
            <a:xfrm>
              <a:off x="3130118" y="3329566"/>
              <a:ext cx="63202" cy="63202"/>
            </a:xfrm>
            <a:prstGeom prst="ellipse">
              <a:avLst/>
            </a:prstGeom>
            <a:solidFill>
              <a:srgbClr val="85D9B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t3940"/>
            <p:cNvSpPr/>
            <p:nvPr/>
          </p:nvSpPr>
          <p:spPr>
            <a:xfrm>
              <a:off x="4198713" y="2417858"/>
              <a:ext cx="63202" cy="63202"/>
            </a:xfrm>
            <a:prstGeom prst="ellipse">
              <a:avLst/>
            </a:prstGeom>
            <a:solidFill>
              <a:srgbClr val="A4E2C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t3941"/>
            <p:cNvSpPr/>
            <p:nvPr/>
          </p:nvSpPr>
          <p:spPr>
            <a:xfrm>
              <a:off x="3824350" y="3139769"/>
              <a:ext cx="63202" cy="63202"/>
            </a:xfrm>
            <a:prstGeom prst="ellipse">
              <a:avLst/>
            </a:prstGeom>
            <a:solidFill>
              <a:srgbClr val="72D3B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t3942"/>
            <p:cNvSpPr/>
            <p:nvPr/>
          </p:nvSpPr>
          <p:spPr>
            <a:xfrm>
              <a:off x="2941545" y="3353078"/>
              <a:ext cx="63202" cy="63202"/>
            </a:xfrm>
            <a:prstGeom prst="ellipse">
              <a:avLst/>
            </a:prstGeom>
            <a:solidFill>
              <a:srgbClr val="81D7B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t3943"/>
            <p:cNvSpPr/>
            <p:nvPr/>
          </p:nvSpPr>
          <p:spPr>
            <a:xfrm>
              <a:off x="4020756" y="2922673"/>
              <a:ext cx="63202" cy="63202"/>
            </a:xfrm>
            <a:prstGeom prst="ellipse">
              <a:avLst/>
            </a:prstGeom>
            <a:solidFill>
              <a:srgbClr val="5FCC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t3944"/>
            <p:cNvSpPr/>
            <p:nvPr/>
          </p:nvSpPr>
          <p:spPr>
            <a:xfrm>
              <a:off x="4801364" y="1841625"/>
              <a:ext cx="63202" cy="63202"/>
            </a:xfrm>
            <a:prstGeom prst="ellipse">
              <a:avLst/>
            </a:prstGeom>
            <a:solidFill>
              <a:srgbClr val="51B8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t3945"/>
            <p:cNvSpPr/>
            <p:nvPr/>
          </p:nvSpPr>
          <p:spPr>
            <a:xfrm>
              <a:off x="2752856" y="3314756"/>
              <a:ext cx="63202" cy="63202"/>
            </a:xfrm>
            <a:prstGeom prst="ellipse">
              <a:avLst/>
            </a:prstGeom>
            <a:solidFill>
              <a:srgbClr val="71D3B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t3946"/>
            <p:cNvSpPr/>
            <p:nvPr/>
          </p:nvSpPr>
          <p:spPr>
            <a:xfrm>
              <a:off x="5143149" y="1843604"/>
              <a:ext cx="63202" cy="63202"/>
            </a:xfrm>
            <a:prstGeom prst="ellipse">
              <a:avLst/>
            </a:prstGeom>
            <a:solidFill>
              <a:srgbClr val="3692A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t3947"/>
            <p:cNvSpPr/>
            <p:nvPr/>
          </p:nvSpPr>
          <p:spPr>
            <a:xfrm>
              <a:off x="3830102" y="3143517"/>
              <a:ext cx="63202" cy="63202"/>
            </a:xfrm>
            <a:prstGeom prst="ellipse">
              <a:avLst/>
            </a:prstGeom>
            <a:solidFill>
              <a:srgbClr val="72D3B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t3948"/>
            <p:cNvSpPr/>
            <p:nvPr/>
          </p:nvSpPr>
          <p:spPr>
            <a:xfrm>
              <a:off x="4722739" y="1954852"/>
              <a:ext cx="63202" cy="63202"/>
            </a:xfrm>
            <a:prstGeom prst="ellipse">
              <a:avLst/>
            </a:prstGeom>
            <a:solidFill>
              <a:srgbClr val="56BE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t3949"/>
            <p:cNvSpPr/>
            <p:nvPr/>
          </p:nvSpPr>
          <p:spPr>
            <a:xfrm>
              <a:off x="3853490" y="3083509"/>
              <a:ext cx="63202" cy="63202"/>
            </a:xfrm>
            <a:prstGeom prst="ellipse">
              <a:avLst/>
            </a:prstGeom>
            <a:solidFill>
              <a:srgbClr val="80D7B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t3950"/>
            <p:cNvSpPr/>
            <p:nvPr/>
          </p:nvSpPr>
          <p:spPr>
            <a:xfrm>
              <a:off x="2556116" y="3429218"/>
              <a:ext cx="63202" cy="63202"/>
            </a:xfrm>
            <a:prstGeom prst="ellipse">
              <a:avLst/>
            </a:prstGeom>
            <a:solidFill>
              <a:srgbClr val="60CE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t3951"/>
            <p:cNvSpPr/>
            <p:nvPr/>
          </p:nvSpPr>
          <p:spPr>
            <a:xfrm>
              <a:off x="4123017" y="2857995"/>
              <a:ext cx="63202" cy="63202"/>
            </a:xfrm>
            <a:prstGeom prst="ellipse">
              <a:avLst/>
            </a:prstGeom>
            <a:solidFill>
              <a:srgbClr val="99DFC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t3952"/>
            <p:cNvSpPr/>
            <p:nvPr/>
          </p:nvSpPr>
          <p:spPr>
            <a:xfrm>
              <a:off x="2474979" y="3491892"/>
              <a:ext cx="63202" cy="63202"/>
            </a:xfrm>
            <a:prstGeom prst="ellipse">
              <a:avLst/>
            </a:prstGeom>
            <a:solidFill>
              <a:srgbClr val="40A3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t3953"/>
            <p:cNvSpPr/>
            <p:nvPr/>
          </p:nvSpPr>
          <p:spPr>
            <a:xfrm>
              <a:off x="4834075" y="1821367"/>
              <a:ext cx="63202" cy="63202"/>
            </a:xfrm>
            <a:prstGeom prst="ellipse">
              <a:avLst/>
            </a:prstGeom>
            <a:solidFill>
              <a:srgbClr val="395D9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t3954"/>
            <p:cNvSpPr/>
            <p:nvPr/>
          </p:nvSpPr>
          <p:spPr>
            <a:xfrm>
              <a:off x="4227828" y="2542459"/>
              <a:ext cx="63202" cy="63202"/>
            </a:xfrm>
            <a:prstGeom prst="ellipse">
              <a:avLst/>
            </a:prstGeom>
            <a:solidFill>
              <a:srgbClr val="D3F1D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t3955"/>
            <p:cNvSpPr/>
            <p:nvPr/>
          </p:nvSpPr>
          <p:spPr>
            <a:xfrm>
              <a:off x="3818102" y="3246059"/>
              <a:ext cx="63202" cy="63202"/>
            </a:xfrm>
            <a:prstGeom prst="ellipse">
              <a:avLst/>
            </a:prstGeom>
            <a:solidFill>
              <a:srgbClr val="46A9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t3956"/>
            <p:cNvSpPr/>
            <p:nvPr/>
          </p:nvSpPr>
          <p:spPr>
            <a:xfrm>
              <a:off x="3009462" y="3371921"/>
              <a:ext cx="63202" cy="63202"/>
            </a:xfrm>
            <a:prstGeom prst="ellipse">
              <a:avLst/>
            </a:prstGeom>
            <a:solidFill>
              <a:srgbClr val="76D4B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t3957"/>
            <p:cNvSpPr/>
            <p:nvPr/>
          </p:nvSpPr>
          <p:spPr>
            <a:xfrm>
              <a:off x="4716341" y="1923178"/>
              <a:ext cx="63202" cy="63202"/>
            </a:xfrm>
            <a:prstGeom prst="ellipse">
              <a:avLst/>
            </a:prstGeom>
            <a:solidFill>
              <a:srgbClr val="54BC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t3958"/>
            <p:cNvSpPr/>
            <p:nvPr/>
          </p:nvSpPr>
          <p:spPr>
            <a:xfrm>
              <a:off x="2447878" y="3464791"/>
              <a:ext cx="117405" cy="117405"/>
            </a:xfrm>
            <a:prstGeom prst="ellipse">
              <a:avLst/>
            </a:prstGeom>
            <a:solidFill>
              <a:srgbClr val="3A76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t3959"/>
            <p:cNvSpPr/>
            <p:nvPr/>
          </p:nvSpPr>
          <p:spPr>
            <a:xfrm>
              <a:off x="4806974" y="1794266"/>
              <a:ext cx="117405" cy="117405"/>
            </a:xfrm>
            <a:prstGeom prst="ellipse">
              <a:avLst/>
            </a:prstGeom>
            <a:solidFill>
              <a:srgbClr val="3A579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t3960"/>
            <p:cNvSpPr/>
            <p:nvPr/>
          </p:nvSpPr>
          <p:spPr>
            <a:xfrm>
              <a:off x="3791000" y="3218958"/>
              <a:ext cx="117405" cy="117405"/>
            </a:xfrm>
            <a:prstGeom prst="ellipse">
              <a:avLst/>
            </a:prstGeom>
            <a:solidFill>
              <a:srgbClr val="4BB0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t3961"/>
            <p:cNvSpPr/>
            <p:nvPr/>
          </p:nvSpPr>
          <p:spPr>
            <a:xfrm>
              <a:off x="2982361" y="3344820"/>
              <a:ext cx="117405" cy="117405"/>
            </a:xfrm>
            <a:prstGeom prst="ellipse">
              <a:avLst/>
            </a:prstGeom>
            <a:solidFill>
              <a:srgbClr val="56BE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t3962"/>
            <p:cNvSpPr/>
            <p:nvPr/>
          </p:nvSpPr>
          <p:spPr>
            <a:xfrm>
              <a:off x="4689240" y="1896077"/>
              <a:ext cx="117405" cy="117405"/>
            </a:xfrm>
            <a:prstGeom prst="ellipse">
              <a:avLst/>
            </a:prstGeom>
            <a:solidFill>
              <a:srgbClr val="4FB5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l3963"/>
            <p:cNvSpPr/>
            <p:nvPr/>
          </p:nvSpPr>
          <p:spPr>
            <a:xfrm>
              <a:off x="4771120" y="1750878"/>
              <a:ext cx="85348" cy="92148"/>
            </a:xfrm>
            <a:custGeom>
              <a:avLst/>
              <a:pathLst>
                <a:path w="85348" h="92148">
                  <a:moveTo>
                    <a:pt x="0" y="0"/>
                  </a:moveTo>
                  <a:lnTo>
                    <a:pt x="85348" y="92148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g3964"/>
            <p:cNvSpPr/>
            <p:nvPr/>
          </p:nvSpPr>
          <p:spPr>
            <a:xfrm>
              <a:off x="1981265" y="3273010"/>
              <a:ext cx="558515" cy="191749"/>
            </a:xfrm>
            <a:custGeom>
              <a:avLst/>
              <a:pathLst>
                <a:path w="558515" h="191749">
                  <a:moveTo>
                    <a:pt x="27431" y="191749"/>
                  </a:moveTo>
                  <a:lnTo>
                    <a:pt x="531083" y="191749"/>
                  </a:lnTo>
                  <a:lnTo>
                    <a:pt x="529978" y="191727"/>
                  </a:lnTo>
                  <a:lnTo>
                    <a:pt x="534390" y="191549"/>
                  </a:lnTo>
                  <a:lnTo>
                    <a:pt x="538715" y="190666"/>
                  </a:lnTo>
                  <a:lnTo>
                    <a:pt x="542843" y="189101"/>
                  </a:lnTo>
                  <a:lnTo>
                    <a:pt x="546666" y="186893"/>
                  </a:lnTo>
                  <a:lnTo>
                    <a:pt x="550086" y="184101"/>
                  </a:lnTo>
                  <a:lnTo>
                    <a:pt x="553013" y="180797"/>
                  </a:lnTo>
                  <a:lnTo>
                    <a:pt x="555373" y="177065"/>
                  </a:lnTo>
                  <a:lnTo>
                    <a:pt x="557103" y="173004"/>
                  </a:lnTo>
                  <a:lnTo>
                    <a:pt x="558160" y="168718"/>
                  </a:lnTo>
                  <a:lnTo>
                    <a:pt x="558515" y="164317"/>
                  </a:lnTo>
                  <a:lnTo>
                    <a:pt x="558515" y="27431"/>
                  </a:lnTo>
                  <a:lnTo>
                    <a:pt x="558160" y="23031"/>
                  </a:lnTo>
                  <a:lnTo>
                    <a:pt x="557103" y="18745"/>
                  </a:lnTo>
                  <a:lnTo>
                    <a:pt x="555373" y="14683"/>
                  </a:lnTo>
                  <a:lnTo>
                    <a:pt x="553013" y="10952"/>
                  </a:lnTo>
                  <a:lnTo>
                    <a:pt x="550086" y="7647"/>
                  </a:lnTo>
                  <a:lnTo>
                    <a:pt x="546666" y="4855"/>
                  </a:lnTo>
                  <a:lnTo>
                    <a:pt x="542843" y="2648"/>
                  </a:lnTo>
                  <a:lnTo>
                    <a:pt x="538715" y="1083"/>
                  </a:lnTo>
                  <a:lnTo>
                    <a:pt x="534390" y="200"/>
                  </a:lnTo>
                  <a:lnTo>
                    <a:pt x="53108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tx3965"/>
            <p:cNvSpPr/>
            <p:nvPr/>
          </p:nvSpPr>
          <p:spPr>
            <a:xfrm>
              <a:off x="2026985" y="3318730"/>
              <a:ext cx="46707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W1_TX</a:t>
              </a:r>
            </a:p>
          </p:txBody>
        </p:sp>
        <p:sp>
          <p:nvSpPr>
            <p:cNvPr id="3966" name="pg3966"/>
            <p:cNvSpPr/>
            <p:nvPr/>
          </p:nvSpPr>
          <p:spPr>
            <a:xfrm>
              <a:off x="4435015" y="1559128"/>
              <a:ext cx="589605" cy="191749"/>
            </a:xfrm>
            <a:custGeom>
              <a:avLst/>
              <a:pathLst>
                <a:path w="589605" h="191749">
                  <a:moveTo>
                    <a:pt x="27431" y="191749"/>
                  </a:moveTo>
                  <a:lnTo>
                    <a:pt x="562173" y="191749"/>
                  </a:lnTo>
                  <a:lnTo>
                    <a:pt x="561068" y="191727"/>
                  </a:lnTo>
                  <a:lnTo>
                    <a:pt x="565479" y="191549"/>
                  </a:lnTo>
                  <a:lnTo>
                    <a:pt x="569805" y="190666"/>
                  </a:lnTo>
                  <a:lnTo>
                    <a:pt x="573933" y="189101"/>
                  </a:lnTo>
                  <a:lnTo>
                    <a:pt x="577756" y="186893"/>
                  </a:lnTo>
                  <a:lnTo>
                    <a:pt x="581175" y="184101"/>
                  </a:lnTo>
                  <a:lnTo>
                    <a:pt x="584103" y="180797"/>
                  </a:lnTo>
                  <a:lnTo>
                    <a:pt x="586462" y="177065"/>
                  </a:lnTo>
                  <a:lnTo>
                    <a:pt x="588193" y="173004"/>
                  </a:lnTo>
                  <a:lnTo>
                    <a:pt x="589249" y="168718"/>
                  </a:lnTo>
                  <a:lnTo>
                    <a:pt x="589605" y="164317"/>
                  </a:lnTo>
                  <a:lnTo>
                    <a:pt x="589605" y="27432"/>
                  </a:lnTo>
                  <a:lnTo>
                    <a:pt x="589249" y="23031"/>
                  </a:lnTo>
                  <a:lnTo>
                    <a:pt x="588193" y="18745"/>
                  </a:lnTo>
                  <a:lnTo>
                    <a:pt x="586462" y="14683"/>
                  </a:lnTo>
                  <a:lnTo>
                    <a:pt x="584103" y="10952"/>
                  </a:lnTo>
                  <a:lnTo>
                    <a:pt x="581175" y="7647"/>
                  </a:lnTo>
                  <a:lnTo>
                    <a:pt x="577756" y="4855"/>
                  </a:lnTo>
                  <a:lnTo>
                    <a:pt x="573933" y="2648"/>
                  </a:lnTo>
                  <a:lnTo>
                    <a:pt x="569805" y="1083"/>
                  </a:lnTo>
                  <a:lnTo>
                    <a:pt x="565479" y="200"/>
                  </a:lnTo>
                  <a:lnTo>
                    <a:pt x="56217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tx3967"/>
            <p:cNvSpPr/>
            <p:nvPr/>
          </p:nvSpPr>
          <p:spPr>
            <a:xfrm>
              <a:off x="4480735" y="1604848"/>
              <a:ext cx="49816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W6_ME</a:t>
              </a:r>
            </a:p>
          </p:txBody>
        </p:sp>
        <p:sp>
          <p:nvSpPr>
            <p:cNvPr id="3968" name="pg3968"/>
            <p:cNvSpPr/>
            <p:nvPr/>
          </p:nvSpPr>
          <p:spPr>
            <a:xfrm>
              <a:off x="3273607" y="3027145"/>
              <a:ext cx="542970" cy="191749"/>
            </a:xfrm>
            <a:custGeom>
              <a:avLst/>
              <a:pathLst>
                <a:path w="542970" h="191749">
                  <a:moveTo>
                    <a:pt x="27432" y="191749"/>
                  </a:moveTo>
                  <a:lnTo>
                    <a:pt x="515538" y="191749"/>
                  </a:lnTo>
                  <a:lnTo>
                    <a:pt x="514434" y="191727"/>
                  </a:lnTo>
                  <a:lnTo>
                    <a:pt x="518845" y="191549"/>
                  </a:lnTo>
                  <a:lnTo>
                    <a:pt x="523170" y="190666"/>
                  </a:lnTo>
                  <a:lnTo>
                    <a:pt x="527298" y="189101"/>
                  </a:lnTo>
                  <a:lnTo>
                    <a:pt x="531121" y="186893"/>
                  </a:lnTo>
                  <a:lnTo>
                    <a:pt x="534541" y="184101"/>
                  </a:lnTo>
                  <a:lnTo>
                    <a:pt x="537469" y="180797"/>
                  </a:lnTo>
                  <a:lnTo>
                    <a:pt x="539828" y="177065"/>
                  </a:lnTo>
                  <a:lnTo>
                    <a:pt x="541558" y="173004"/>
                  </a:lnTo>
                  <a:lnTo>
                    <a:pt x="542615" y="168718"/>
                  </a:lnTo>
                  <a:lnTo>
                    <a:pt x="542970" y="164317"/>
                  </a:lnTo>
                  <a:lnTo>
                    <a:pt x="542970" y="27431"/>
                  </a:lnTo>
                  <a:lnTo>
                    <a:pt x="542615" y="23031"/>
                  </a:lnTo>
                  <a:lnTo>
                    <a:pt x="541558" y="18745"/>
                  </a:lnTo>
                  <a:lnTo>
                    <a:pt x="539828" y="14683"/>
                  </a:lnTo>
                  <a:lnTo>
                    <a:pt x="537469" y="10952"/>
                  </a:lnTo>
                  <a:lnTo>
                    <a:pt x="534541" y="7647"/>
                  </a:lnTo>
                  <a:lnTo>
                    <a:pt x="531121" y="4855"/>
                  </a:lnTo>
                  <a:lnTo>
                    <a:pt x="527298" y="2648"/>
                  </a:lnTo>
                  <a:lnTo>
                    <a:pt x="523170" y="1083"/>
                  </a:lnTo>
                  <a:lnTo>
                    <a:pt x="518845" y="200"/>
                  </a:lnTo>
                  <a:lnTo>
                    <a:pt x="515538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tx3969"/>
            <p:cNvSpPr/>
            <p:nvPr/>
          </p:nvSpPr>
          <p:spPr>
            <a:xfrm>
              <a:off x="3319327" y="3072865"/>
              <a:ext cx="451530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W3_FL</a:t>
              </a:r>
            </a:p>
          </p:txBody>
        </p:sp>
        <p:sp>
          <p:nvSpPr>
            <p:cNvPr id="3970" name="pg3970"/>
            <p:cNvSpPr/>
            <p:nvPr/>
          </p:nvSpPr>
          <p:spPr>
            <a:xfrm>
              <a:off x="2630895" y="3152804"/>
              <a:ext cx="550834" cy="191749"/>
            </a:xfrm>
            <a:custGeom>
              <a:avLst/>
              <a:pathLst>
                <a:path w="550834" h="191749">
                  <a:moveTo>
                    <a:pt x="27431" y="191749"/>
                  </a:moveTo>
                  <a:lnTo>
                    <a:pt x="523402" y="191749"/>
                  </a:lnTo>
                  <a:lnTo>
                    <a:pt x="522297" y="191727"/>
                  </a:lnTo>
                  <a:lnTo>
                    <a:pt x="526709" y="191549"/>
                  </a:lnTo>
                  <a:lnTo>
                    <a:pt x="531034" y="190666"/>
                  </a:lnTo>
                  <a:lnTo>
                    <a:pt x="535162" y="189101"/>
                  </a:lnTo>
                  <a:lnTo>
                    <a:pt x="538985" y="186893"/>
                  </a:lnTo>
                  <a:lnTo>
                    <a:pt x="542405" y="184101"/>
                  </a:lnTo>
                  <a:lnTo>
                    <a:pt x="545332" y="180797"/>
                  </a:lnTo>
                  <a:lnTo>
                    <a:pt x="547692" y="177065"/>
                  </a:lnTo>
                  <a:lnTo>
                    <a:pt x="549422" y="173004"/>
                  </a:lnTo>
                  <a:lnTo>
                    <a:pt x="550479" y="168718"/>
                  </a:lnTo>
                  <a:lnTo>
                    <a:pt x="550834" y="164317"/>
                  </a:lnTo>
                  <a:lnTo>
                    <a:pt x="550834" y="27432"/>
                  </a:lnTo>
                  <a:lnTo>
                    <a:pt x="550479" y="23031"/>
                  </a:lnTo>
                  <a:lnTo>
                    <a:pt x="549422" y="18745"/>
                  </a:lnTo>
                  <a:lnTo>
                    <a:pt x="547692" y="14683"/>
                  </a:lnTo>
                  <a:lnTo>
                    <a:pt x="545332" y="10952"/>
                  </a:lnTo>
                  <a:lnTo>
                    <a:pt x="542405" y="7647"/>
                  </a:lnTo>
                  <a:lnTo>
                    <a:pt x="538985" y="4855"/>
                  </a:lnTo>
                  <a:lnTo>
                    <a:pt x="535162" y="2648"/>
                  </a:lnTo>
                  <a:lnTo>
                    <a:pt x="531034" y="1083"/>
                  </a:lnTo>
                  <a:lnTo>
                    <a:pt x="526709" y="200"/>
                  </a:lnTo>
                  <a:lnTo>
                    <a:pt x="523402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tx3971"/>
            <p:cNvSpPr/>
            <p:nvPr/>
          </p:nvSpPr>
          <p:spPr>
            <a:xfrm>
              <a:off x="2676615" y="3198524"/>
              <a:ext cx="459394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W2_LA</a:t>
              </a:r>
            </a:p>
          </p:txBody>
        </p:sp>
        <p:sp>
          <p:nvSpPr>
            <p:cNvPr id="3972" name="pg3972"/>
            <p:cNvSpPr/>
            <p:nvPr/>
          </p:nvSpPr>
          <p:spPr>
            <a:xfrm>
              <a:off x="4073571" y="1842433"/>
              <a:ext cx="581741" cy="191749"/>
            </a:xfrm>
            <a:custGeom>
              <a:avLst/>
              <a:pathLst>
                <a:path w="581741" h="191749">
                  <a:moveTo>
                    <a:pt x="27432" y="191749"/>
                  </a:moveTo>
                  <a:lnTo>
                    <a:pt x="554309" y="191749"/>
                  </a:lnTo>
                  <a:lnTo>
                    <a:pt x="553204" y="191727"/>
                  </a:lnTo>
                  <a:lnTo>
                    <a:pt x="557615" y="191549"/>
                  </a:lnTo>
                  <a:lnTo>
                    <a:pt x="561941" y="190666"/>
                  </a:lnTo>
                  <a:lnTo>
                    <a:pt x="566069" y="189101"/>
                  </a:lnTo>
                  <a:lnTo>
                    <a:pt x="569892" y="186893"/>
                  </a:lnTo>
                  <a:lnTo>
                    <a:pt x="573312" y="184101"/>
                  </a:lnTo>
                  <a:lnTo>
                    <a:pt x="576239" y="180797"/>
                  </a:lnTo>
                  <a:lnTo>
                    <a:pt x="578599" y="177065"/>
                  </a:lnTo>
                  <a:lnTo>
                    <a:pt x="580329" y="173004"/>
                  </a:lnTo>
                  <a:lnTo>
                    <a:pt x="581386" y="168718"/>
                  </a:lnTo>
                  <a:lnTo>
                    <a:pt x="581741" y="164317"/>
                  </a:lnTo>
                  <a:lnTo>
                    <a:pt x="581741" y="27432"/>
                  </a:lnTo>
                  <a:lnTo>
                    <a:pt x="581386" y="23031"/>
                  </a:lnTo>
                  <a:lnTo>
                    <a:pt x="580329" y="18745"/>
                  </a:lnTo>
                  <a:lnTo>
                    <a:pt x="578599" y="14683"/>
                  </a:lnTo>
                  <a:lnTo>
                    <a:pt x="576239" y="10952"/>
                  </a:lnTo>
                  <a:lnTo>
                    <a:pt x="573312" y="7647"/>
                  </a:lnTo>
                  <a:lnTo>
                    <a:pt x="569892" y="4855"/>
                  </a:lnTo>
                  <a:lnTo>
                    <a:pt x="566069" y="2648"/>
                  </a:lnTo>
                  <a:lnTo>
                    <a:pt x="561941" y="1083"/>
                  </a:lnTo>
                  <a:lnTo>
                    <a:pt x="557615" y="200"/>
                  </a:lnTo>
                  <a:lnTo>
                    <a:pt x="554309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tx3973"/>
            <p:cNvSpPr/>
            <p:nvPr/>
          </p:nvSpPr>
          <p:spPr>
            <a:xfrm>
              <a:off x="4119291" y="1888153"/>
              <a:ext cx="49030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W5_NH</a:t>
              </a:r>
            </a:p>
          </p:txBody>
        </p:sp>
        <p:sp>
          <p:nvSpPr>
            <p:cNvPr id="3974" name="rc3974"/>
            <p:cNvSpPr/>
            <p:nvPr/>
          </p:nvSpPr>
          <p:spPr>
            <a:xfrm>
              <a:off x="4155229" y="2281426"/>
              <a:ext cx="434719" cy="411073"/>
            </a:xfrm>
            <a:prstGeom prst="rect">
              <a:avLst/>
            </a:prstGeom>
            <a:noFill/>
            <a:ln w="13550" cap="flat">
              <a:solidFill>
                <a:srgbClr val="000000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975" name="pl3975"/>
            <p:cNvSpPr/>
            <p:nvPr/>
          </p:nvSpPr>
          <p:spPr>
            <a:xfrm>
              <a:off x="3340740" y="1535667"/>
              <a:ext cx="814489" cy="745758"/>
            </a:xfrm>
            <a:custGeom>
              <a:avLst/>
              <a:pathLst>
                <a:path w="814489" h="745758">
                  <a:moveTo>
                    <a:pt x="0" y="0"/>
                  </a:moveTo>
                  <a:lnTo>
                    <a:pt x="814489" y="745758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l3976"/>
            <p:cNvSpPr/>
            <p:nvPr/>
          </p:nvSpPr>
          <p:spPr>
            <a:xfrm>
              <a:off x="3340740" y="2692500"/>
              <a:ext cx="814489" cy="44001"/>
            </a:xfrm>
            <a:custGeom>
              <a:avLst/>
              <a:pathLst>
                <a:path w="814489" h="44001">
                  <a:moveTo>
                    <a:pt x="0" y="44001"/>
                  </a:moveTo>
                  <a:lnTo>
                    <a:pt x="81448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rc3977"/>
            <p:cNvSpPr/>
            <p:nvPr/>
          </p:nvSpPr>
          <p:spPr>
            <a:xfrm>
              <a:off x="1935545" y="1386057"/>
              <a:ext cx="3501561" cy="271461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tx3978"/>
            <p:cNvSpPr/>
            <p:nvPr/>
          </p:nvSpPr>
          <p:spPr>
            <a:xfrm>
              <a:off x="1623192" y="380768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3979" name="tx3979"/>
            <p:cNvSpPr/>
            <p:nvPr/>
          </p:nvSpPr>
          <p:spPr>
            <a:xfrm>
              <a:off x="1747550" y="378921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0" name="tx3980"/>
            <p:cNvSpPr/>
            <p:nvPr/>
          </p:nvSpPr>
          <p:spPr>
            <a:xfrm>
              <a:off x="1792265" y="380768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1" name="tx3981"/>
            <p:cNvSpPr/>
            <p:nvPr/>
          </p:nvSpPr>
          <p:spPr>
            <a:xfrm>
              <a:off x="1623192" y="328330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3982" name="tx3982"/>
            <p:cNvSpPr/>
            <p:nvPr/>
          </p:nvSpPr>
          <p:spPr>
            <a:xfrm>
              <a:off x="1747550" y="326483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3" name="tx3983"/>
            <p:cNvSpPr/>
            <p:nvPr/>
          </p:nvSpPr>
          <p:spPr>
            <a:xfrm>
              <a:off x="1792265" y="3283301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4" name="tx3984"/>
            <p:cNvSpPr/>
            <p:nvPr/>
          </p:nvSpPr>
          <p:spPr>
            <a:xfrm>
              <a:off x="1623192" y="275891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35</a:t>
              </a:r>
            </a:p>
          </p:txBody>
        </p:sp>
        <p:sp>
          <p:nvSpPr>
            <p:cNvPr id="3985" name="tx3985"/>
            <p:cNvSpPr/>
            <p:nvPr/>
          </p:nvSpPr>
          <p:spPr>
            <a:xfrm>
              <a:off x="1747550" y="2740448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6" name="tx3986"/>
            <p:cNvSpPr/>
            <p:nvPr/>
          </p:nvSpPr>
          <p:spPr>
            <a:xfrm>
              <a:off x="1792265" y="2758919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7" name="tx3987"/>
            <p:cNvSpPr/>
            <p:nvPr/>
          </p:nvSpPr>
          <p:spPr>
            <a:xfrm>
              <a:off x="1623192" y="223453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3988" name="tx3988"/>
            <p:cNvSpPr/>
            <p:nvPr/>
          </p:nvSpPr>
          <p:spPr>
            <a:xfrm>
              <a:off x="1747550" y="2216066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9" name="tx3989"/>
            <p:cNvSpPr/>
            <p:nvPr/>
          </p:nvSpPr>
          <p:spPr>
            <a:xfrm>
              <a:off x="1792265" y="2234537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90" name="tx3990"/>
            <p:cNvSpPr/>
            <p:nvPr/>
          </p:nvSpPr>
          <p:spPr>
            <a:xfrm>
              <a:off x="1623192" y="170997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45</a:t>
              </a:r>
            </a:p>
          </p:txBody>
        </p:sp>
        <p:sp>
          <p:nvSpPr>
            <p:cNvPr id="3991" name="tx3991"/>
            <p:cNvSpPr/>
            <p:nvPr/>
          </p:nvSpPr>
          <p:spPr>
            <a:xfrm>
              <a:off x="1747550" y="169150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92" name="tx3992"/>
            <p:cNvSpPr/>
            <p:nvPr/>
          </p:nvSpPr>
          <p:spPr>
            <a:xfrm>
              <a:off x="1792265" y="170997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93" name="pl3993"/>
            <p:cNvSpPr/>
            <p:nvPr/>
          </p:nvSpPr>
          <p:spPr>
            <a:xfrm>
              <a:off x="1900750" y="384819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l3994"/>
            <p:cNvSpPr/>
            <p:nvPr/>
          </p:nvSpPr>
          <p:spPr>
            <a:xfrm>
              <a:off x="1900750" y="332380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l3995"/>
            <p:cNvSpPr/>
            <p:nvPr/>
          </p:nvSpPr>
          <p:spPr>
            <a:xfrm>
              <a:off x="1900750" y="279942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l3996"/>
            <p:cNvSpPr/>
            <p:nvPr/>
          </p:nvSpPr>
          <p:spPr>
            <a:xfrm>
              <a:off x="1900750" y="227504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l3997"/>
            <p:cNvSpPr/>
            <p:nvPr/>
          </p:nvSpPr>
          <p:spPr>
            <a:xfrm>
              <a:off x="1900750" y="175066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tx3998"/>
            <p:cNvSpPr/>
            <p:nvPr/>
          </p:nvSpPr>
          <p:spPr>
            <a:xfrm rot="-5400000">
              <a:off x="1260265" y="2693346"/>
              <a:ext cx="4973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3999" name="pl3999"/>
            <p:cNvSpPr/>
            <p:nvPr/>
          </p:nvSpPr>
          <p:spPr>
            <a:xfrm>
              <a:off x="2265396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l4000"/>
            <p:cNvSpPr/>
            <p:nvPr/>
          </p:nvSpPr>
          <p:spPr>
            <a:xfrm>
              <a:off x="2692120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l4001"/>
            <p:cNvSpPr/>
            <p:nvPr/>
          </p:nvSpPr>
          <p:spPr>
            <a:xfrm>
              <a:off x="3118843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l4002"/>
            <p:cNvSpPr/>
            <p:nvPr/>
          </p:nvSpPr>
          <p:spPr>
            <a:xfrm>
              <a:off x="3545567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l4003"/>
            <p:cNvSpPr/>
            <p:nvPr/>
          </p:nvSpPr>
          <p:spPr>
            <a:xfrm>
              <a:off x="3972290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l4004"/>
            <p:cNvSpPr/>
            <p:nvPr/>
          </p:nvSpPr>
          <p:spPr>
            <a:xfrm>
              <a:off x="4399014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l4005"/>
            <p:cNvSpPr/>
            <p:nvPr/>
          </p:nvSpPr>
          <p:spPr>
            <a:xfrm>
              <a:off x="4825737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l4006"/>
            <p:cNvSpPr/>
            <p:nvPr/>
          </p:nvSpPr>
          <p:spPr>
            <a:xfrm>
              <a:off x="5252461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tx4007"/>
            <p:cNvSpPr/>
            <p:nvPr/>
          </p:nvSpPr>
          <p:spPr>
            <a:xfrm>
              <a:off x="2097055" y="4163666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4008" name="tx4008"/>
            <p:cNvSpPr/>
            <p:nvPr/>
          </p:nvSpPr>
          <p:spPr>
            <a:xfrm>
              <a:off x="2283593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9" name="tx4009"/>
            <p:cNvSpPr/>
            <p:nvPr/>
          </p:nvSpPr>
          <p:spPr>
            <a:xfrm>
              <a:off x="2328307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0" name="tx4010"/>
            <p:cNvSpPr/>
            <p:nvPr/>
          </p:nvSpPr>
          <p:spPr>
            <a:xfrm>
              <a:off x="2539323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95</a:t>
              </a:r>
            </a:p>
          </p:txBody>
        </p:sp>
        <p:sp>
          <p:nvSpPr>
            <p:cNvPr id="4011" name="tx4011"/>
            <p:cNvSpPr/>
            <p:nvPr/>
          </p:nvSpPr>
          <p:spPr>
            <a:xfrm>
              <a:off x="2694771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2" name="tx4012"/>
            <p:cNvSpPr/>
            <p:nvPr/>
          </p:nvSpPr>
          <p:spPr>
            <a:xfrm>
              <a:off x="2739486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3" name="tx4013"/>
            <p:cNvSpPr/>
            <p:nvPr/>
          </p:nvSpPr>
          <p:spPr>
            <a:xfrm>
              <a:off x="2966047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90</a:t>
              </a:r>
            </a:p>
          </p:txBody>
        </p:sp>
        <p:sp>
          <p:nvSpPr>
            <p:cNvPr id="4014" name="tx4014"/>
            <p:cNvSpPr/>
            <p:nvPr/>
          </p:nvSpPr>
          <p:spPr>
            <a:xfrm>
              <a:off x="3121495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5" name="tx4015"/>
            <p:cNvSpPr/>
            <p:nvPr/>
          </p:nvSpPr>
          <p:spPr>
            <a:xfrm>
              <a:off x="3166209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6" name="tx4016"/>
            <p:cNvSpPr/>
            <p:nvPr/>
          </p:nvSpPr>
          <p:spPr>
            <a:xfrm>
              <a:off x="3392771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85</a:t>
              </a:r>
            </a:p>
          </p:txBody>
        </p:sp>
        <p:sp>
          <p:nvSpPr>
            <p:cNvPr id="4017" name="tx4017"/>
            <p:cNvSpPr/>
            <p:nvPr/>
          </p:nvSpPr>
          <p:spPr>
            <a:xfrm>
              <a:off x="3548219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8" name="tx4018"/>
            <p:cNvSpPr/>
            <p:nvPr/>
          </p:nvSpPr>
          <p:spPr>
            <a:xfrm>
              <a:off x="3592933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9" name="tx4019"/>
            <p:cNvSpPr/>
            <p:nvPr/>
          </p:nvSpPr>
          <p:spPr>
            <a:xfrm>
              <a:off x="3819494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80</a:t>
              </a:r>
            </a:p>
          </p:txBody>
        </p:sp>
        <p:sp>
          <p:nvSpPr>
            <p:cNvPr id="4020" name="tx4020"/>
            <p:cNvSpPr/>
            <p:nvPr/>
          </p:nvSpPr>
          <p:spPr>
            <a:xfrm>
              <a:off x="3974942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1" name="tx4021"/>
            <p:cNvSpPr/>
            <p:nvPr/>
          </p:nvSpPr>
          <p:spPr>
            <a:xfrm>
              <a:off x="4019656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2" name="tx4022"/>
            <p:cNvSpPr/>
            <p:nvPr/>
          </p:nvSpPr>
          <p:spPr>
            <a:xfrm>
              <a:off x="4246218" y="4163300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75</a:t>
              </a:r>
            </a:p>
          </p:txBody>
        </p:sp>
        <p:sp>
          <p:nvSpPr>
            <p:cNvPr id="4023" name="tx4023"/>
            <p:cNvSpPr/>
            <p:nvPr/>
          </p:nvSpPr>
          <p:spPr>
            <a:xfrm>
              <a:off x="4401666" y="414483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4" name="tx4024"/>
            <p:cNvSpPr/>
            <p:nvPr/>
          </p:nvSpPr>
          <p:spPr>
            <a:xfrm>
              <a:off x="4446380" y="4163300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5" name="tx4025"/>
            <p:cNvSpPr/>
            <p:nvPr/>
          </p:nvSpPr>
          <p:spPr>
            <a:xfrm>
              <a:off x="4672941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70</a:t>
              </a:r>
            </a:p>
          </p:txBody>
        </p:sp>
        <p:sp>
          <p:nvSpPr>
            <p:cNvPr id="4026" name="tx4026"/>
            <p:cNvSpPr/>
            <p:nvPr/>
          </p:nvSpPr>
          <p:spPr>
            <a:xfrm>
              <a:off x="4828389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7" name="tx4027"/>
            <p:cNvSpPr/>
            <p:nvPr/>
          </p:nvSpPr>
          <p:spPr>
            <a:xfrm>
              <a:off x="4873103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8" name="tx4028"/>
            <p:cNvSpPr/>
            <p:nvPr/>
          </p:nvSpPr>
          <p:spPr>
            <a:xfrm>
              <a:off x="5099665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65</a:t>
              </a:r>
            </a:p>
          </p:txBody>
        </p:sp>
        <p:sp>
          <p:nvSpPr>
            <p:cNvPr id="4029" name="tx4029"/>
            <p:cNvSpPr/>
            <p:nvPr/>
          </p:nvSpPr>
          <p:spPr>
            <a:xfrm>
              <a:off x="5255113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30" name="tx4030"/>
            <p:cNvSpPr/>
            <p:nvPr/>
          </p:nvSpPr>
          <p:spPr>
            <a:xfrm>
              <a:off x="5299827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31" name="tx4031"/>
            <p:cNvSpPr/>
            <p:nvPr/>
          </p:nvSpPr>
          <p:spPr>
            <a:xfrm>
              <a:off x="3379362" y="4303342"/>
              <a:ext cx="6139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4032" name="rc4032"/>
            <p:cNvSpPr/>
            <p:nvPr/>
          </p:nvSpPr>
          <p:spPr>
            <a:xfrm>
              <a:off x="5576285" y="1950162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33" name="tx4033"/>
            <p:cNvSpPr/>
            <p:nvPr/>
          </p:nvSpPr>
          <p:spPr>
            <a:xfrm>
              <a:off x="5645874" y="2034473"/>
              <a:ext cx="59801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4034" name="tx4034"/>
            <p:cNvSpPr/>
            <p:nvPr/>
          </p:nvSpPr>
          <p:spPr>
            <a:xfrm>
              <a:off x="5645874" y="2185349"/>
              <a:ext cx="3703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4035" name="pic40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45874" y="2369695"/>
              <a:ext cx="219455" cy="1097280"/>
            </a:xfrm>
            <a:prstGeom prst="rect">
              <a:avLst/>
            </a:prstGeom>
          </p:spPr>
        </p:pic>
        <p:sp>
          <p:nvSpPr>
            <p:cNvPr id="4036" name="pl4036"/>
            <p:cNvSpPr/>
            <p:nvPr/>
          </p:nvSpPr>
          <p:spPr>
            <a:xfrm>
              <a:off x="5821439" y="346514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l4037"/>
            <p:cNvSpPr/>
            <p:nvPr/>
          </p:nvSpPr>
          <p:spPr>
            <a:xfrm>
              <a:off x="5821439" y="3282876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l4038"/>
            <p:cNvSpPr/>
            <p:nvPr/>
          </p:nvSpPr>
          <p:spPr>
            <a:xfrm>
              <a:off x="5821439" y="3100606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l4039"/>
            <p:cNvSpPr/>
            <p:nvPr/>
          </p:nvSpPr>
          <p:spPr>
            <a:xfrm>
              <a:off x="5821439" y="291833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l4040"/>
            <p:cNvSpPr/>
            <p:nvPr/>
          </p:nvSpPr>
          <p:spPr>
            <a:xfrm>
              <a:off x="5821439" y="273606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l4041"/>
            <p:cNvSpPr/>
            <p:nvPr/>
          </p:nvSpPr>
          <p:spPr>
            <a:xfrm>
              <a:off x="5821439" y="255379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l4042"/>
            <p:cNvSpPr/>
            <p:nvPr/>
          </p:nvSpPr>
          <p:spPr>
            <a:xfrm>
              <a:off x="5821439" y="237152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l4043"/>
            <p:cNvSpPr/>
            <p:nvPr/>
          </p:nvSpPr>
          <p:spPr>
            <a:xfrm>
              <a:off x="5645874" y="346514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l4044"/>
            <p:cNvSpPr/>
            <p:nvPr/>
          </p:nvSpPr>
          <p:spPr>
            <a:xfrm>
              <a:off x="5645874" y="3282876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l4045"/>
            <p:cNvSpPr/>
            <p:nvPr/>
          </p:nvSpPr>
          <p:spPr>
            <a:xfrm>
              <a:off x="5645874" y="3100606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pl4046"/>
            <p:cNvSpPr/>
            <p:nvPr/>
          </p:nvSpPr>
          <p:spPr>
            <a:xfrm>
              <a:off x="5645874" y="291833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" name="pl4047"/>
            <p:cNvSpPr/>
            <p:nvPr/>
          </p:nvSpPr>
          <p:spPr>
            <a:xfrm>
              <a:off x="5645874" y="273606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" name="pl4048"/>
            <p:cNvSpPr/>
            <p:nvPr/>
          </p:nvSpPr>
          <p:spPr>
            <a:xfrm>
              <a:off x="5645874" y="255379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" name="pl4049"/>
            <p:cNvSpPr/>
            <p:nvPr/>
          </p:nvSpPr>
          <p:spPr>
            <a:xfrm>
              <a:off x="5645874" y="237152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" name="tx4050"/>
            <p:cNvSpPr/>
            <p:nvPr/>
          </p:nvSpPr>
          <p:spPr>
            <a:xfrm>
              <a:off x="5934919" y="3425142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051" name="tx4051"/>
            <p:cNvSpPr/>
            <p:nvPr/>
          </p:nvSpPr>
          <p:spPr>
            <a:xfrm>
              <a:off x="5934919" y="3242871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0.01</a:t>
              </a:r>
            </a:p>
          </p:txBody>
        </p:sp>
        <p:sp>
          <p:nvSpPr>
            <p:cNvPr id="4052" name="tx4052"/>
            <p:cNvSpPr/>
            <p:nvPr/>
          </p:nvSpPr>
          <p:spPr>
            <a:xfrm>
              <a:off x="5934919" y="3060601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0.02</a:t>
              </a:r>
            </a:p>
          </p:txBody>
        </p:sp>
        <p:sp>
          <p:nvSpPr>
            <p:cNvPr id="4053" name="tx4053"/>
            <p:cNvSpPr/>
            <p:nvPr/>
          </p:nvSpPr>
          <p:spPr>
            <a:xfrm>
              <a:off x="5934919" y="2878330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0.03</a:t>
              </a:r>
            </a:p>
          </p:txBody>
        </p:sp>
        <p:sp>
          <p:nvSpPr>
            <p:cNvPr id="4054" name="tx4054"/>
            <p:cNvSpPr/>
            <p:nvPr/>
          </p:nvSpPr>
          <p:spPr>
            <a:xfrm>
              <a:off x="5934919" y="2696060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0.04</a:t>
              </a:r>
            </a:p>
          </p:txBody>
        </p:sp>
        <p:sp>
          <p:nvSpPr>
            <p:cNvPr id="4055" name="tx4055"/>
            <p:cNvSpPr/>
            <p:nvPr/>
          </p:nvSpPr>
          <p:spPr>
            <a:xfrm>
              <a:off x="5934919" y="2513790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0.05</a:t>
              </a:r>
            </a:p>
          </p:txBody>
        </p:sp>
        <p:sp>
          <p:nvSpPr>
            <p:cNvPr id="4056" name="tx4056"/>
            <p:cNvSpPr/>
            <p:nvPr/>
          </p:nvSpPr>
          <p:spPr>
            <a:xfrm>
              <a:off x="5934919" y="2331519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0.06</a:t>
              </a:r>
            </a:p>
          </p:txBody>
        </p:sp>
        <p:sp>
          <p:nvSpPr>
            <p:cNvPr id="4057" name="tx4057"/>
            <p:cNvSpPr/>
            <p:nvPr/>
          </p:nvSpPr>
          <p:spPr>
            <a:xfrm>
              <a:off x="1935545" y="1056412"/>
              <a:ext cx="1397477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(B) Predicted </a:t>
              </a:r>
            </a:p>
          </p:txBody>
        </p:sp>
        <p:sp>
          <p:nvSpPr>
            <p:cNvPr id="4058" name="tx4058"/>
            <p:cNvSpPr/>
            <p:nvPr/>
          </p:nvSpPr>
          <p:spPr>
            <a:xfrm>
              <a:off x="3333022" y="1056412"/>
              <a:ext cx="127101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</a:t>
              </a:r>
            </a:p>
          </p:txBody>
        </p:sp>
        <p:sp>
          <p:nvSpPr>
            <p:cNvPr id="4059" name="tx4059"/>
            <p:cNvSpPr/>
            <p:nvPr/>
          </p:nvSpPr>
          <p:spPr>
            <a:xfrm>
              <a:off x="3460124" y="1056412"/>
              <a:ext cx="15243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4060" name="tx4060"/>
            <p:cNvSpPr/>
            <p:nvPr/>
          </p:nvSpPr>
          <p:spPr>
            <a:xfrm>
              <a:off x="3612554" y="1056412"/>
              <a:ext cx="15243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</a:t>
              </a:r>
            </a:p>
          </p:txBody>
        </p:sp>
        <p:sp>
          <p:nvSpPr>
            <p:cNvPr id="4061" name="tx4061"/>
            <p:cNvSpPr/>
            <p:nvPr/>
          </p:nvSpPr>
          <p:spPr>
            <a:xfrm>
              <a:off x="3764985" y="1147116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4062" name="tx4062"/>
            <p:cNvSpPr/>
            <p:nvPr/>
          </p:nvSpPr>
          <p:spPr>
            <a:xfrm>
              <a:off x="3853956" y="1147116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4063" name="tx4063"/>
            <p:cNvSpPr/>
            <p:nvPr/>
          </p:nvSpPr>
          <p:spPr>
            <a:xfrm>
              <a:off x="3898396" y="1147116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4064" name="tx4064"/>
            <p:cNvSpPr/>
            <p:nvPr/>
          </p:nvSpPr>
          <p:spPr>
            <a:xfrm>
              <a:off x="3942836" y="1147116"/>
              <a:ext cx="80010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4065" name="tx4065"/>
            <p:cNvSpPr/>
            <p:nvPr/>
          </p:nvSpPr>
          <p:spPr>
            <a:xfrm>
              <a:off x="4022846" y="1147116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4066" name="tx4066"/>
            <p:cNvSpPr/>
            <p:nvPr/>
          </p:nvSpPr>
          <p:spPr>
            <a:xfrm>
              <a:off x="4111817" y="1147116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  <p:sp>
          <p:nvSpPr>
            <p:cNvPr id="4067" name="tx4067"/>
            <p:cNvSpPr/>
            <p:nvPr/>
          </p:nvSpPr>
          <p:spPr>
            <a:xfrm>
              <a:off x="4156257" y="1056412"/>
              <a:ext cx="1359621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 to York River</a:t>
              </a:r>
            </a:p>
          </p:txBody>
        </p:sp>
        <p:sp>
          <p:nvSpPr>
            <p:cNvPr id="4068" name="rc4068"/>
            <p:cNvSpPr/>
            <p:nvPr/>
          </p:nvSpPr>
          <p:spPr>
            <a:xfrm>
              <a:off x="2097741" y="1521787"/>
              <a:ext cx="1251309" cy="1221576"/>
            </a:xfrm>
            <a:prstGeom prst="rect">
              <a:avLst/>
            </a:prstGeom>
            <a:noFill/>
          </p:spPr>
          <p:txBody>
            <a:bodyPr/>
            <a:lstStyle/>
            <a:p/>
          </p:txBody>
        </p:sp>
        <p:sp>
          <p:nvSpPr>
            <p:cNvPr id="4069" name="rc4069"/>
            <p:cNvSpPr/>
            <p:nvPr/>
          </p:nvSpPr>
          <p:spPr>
            <a:xfrm>
              <a:off x="2097741" y="1521787"/>
              <a:ext cx="1251309" cy="1221576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70" name="pl4070"/>
            <p:cNvSpPr/>
            <p:nvPr/>
          </p:nvSpPr>
          <p:spPr>
            <a:xfrm>
              <a:off x="2122566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l4071"/>
            <p:cNvSpPr/>
            <p:nvPr/>
          </p:nvSpPr>
          <p:spPr>
            <a:xfrm>
              <a:off x="2345893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l4072"/>
            <p:cNvSpPr/>
            <p:nvPr/>
          </p:nvSpPr>
          <p:spPr>
            <a:xfrm>
              <a:off x="2569219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l4073"/>
            <p:cNvSpPr/>
            <p:nvPr/>
          </p:nvSpPr>
          <p:spPr>
            <a:xfrm>
              <a:off x="2792545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l4074"/>
            <p:cNvSpPr/>
            <p:nvPr/>
          </p:nvSpPr>
          <p:spPr>
            <a:xfrm>
              <a:off x="3015871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l4075"/>
            <p:cNvSpPr/>
            <p:nvPr/>
          </p:nvSpPr>
          <p:spPr>
            <a:xfrm>
              <a:off x="3239198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l4076"/>
            <p:cNvSpPr/>
            <p:nvPr/>
          </p:nvSpPr>
          <p:spPr>
            <a:xfrm>
              <a:off x="2097741" y="2693378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l4077"/>
            <p:cNvSpPr/>
            <p:nvPr/>
          </p:nvSpPr>
          <p:spPr>
            <a:xfrm>
              <a:off x="2097741" y="2410053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l4078"/>
            <p:cNvSpPr/>
            <p:nvPr/>
          </p:nvSpPr>
          <p:spPr>
            <a:xfrm>
              <a:off x="2097741" y="2126728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l4079"/>
            <p:cNvSpPr/>
            <p:nvPr/>
          </p:nvSpPr>
          <p:spPr>
            <a:xfrm>
              <a:off x="2097741" y="1843402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l4080"/>
            <p:cNvSpPr/>
            <p:nvPr/>
          </p:nvSpPr>
          <p:spPr>
            <a:xfrm>
              <a:off x="2097741" y="1560077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1747014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1771570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1796127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1820683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1845240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1869796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1894352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2017134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2041690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2066247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2090803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2115359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1722458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1747014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1771570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1796127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1820683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1845240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1869796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1894352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2017134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2041690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2066247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2090803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2115359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1599676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1624232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1648789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1673345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1697901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1722458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1747014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1771570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B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1796127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1820683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1845240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1869796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1992578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6E3CA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2017134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2041690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2066247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2090803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2115359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157512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1599676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1624232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1648789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1673345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1697901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1722458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1747014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177157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1796127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1820683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184524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1968021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1992578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2017134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204169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2066247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8A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2090803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2115359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1526007" y="75816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1550563" y="75816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1575120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1599676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B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1624232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1648789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1673345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1697901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1722458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1747014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1771570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1796127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1943465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1968021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1992578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2017134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2041690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2066247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1476894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1501451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1526007" y="78931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1550563" y="78931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157512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1599676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1624232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1648789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1673345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1697901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1722458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1747014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177157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1796127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5CD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1820683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184524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1869796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1918909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1943465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1968021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1992578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2017134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204169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2066247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1476894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1501451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1526007" y="82046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1550563" y="82046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157512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1599676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1624232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1648789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1673345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1697901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1722458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1747014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177157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1796127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1820683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184524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1869796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1894352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1918909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1943465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1968021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1992578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2017134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204169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1476894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1501451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1526007" y="85162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BE4CB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1550563" y="85162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1575120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1599676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1624232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1648789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1673345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1697901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1722458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1747014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1771570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1796127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1820683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1845240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1869796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1894352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1918909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1943465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1968021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DEAD5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1992578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2017134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1403225" y="882775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1427782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1476894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1501451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1526007" y="882775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1550563" y="882775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1575120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1599676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1624232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1648789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1722458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1747014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1771570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1796127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1820683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5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1845240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3ECD8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1869796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BEEA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1894352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1918909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1943465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1968021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1992578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1378669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1403225" y="91392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1427782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1452338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1476894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1501451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1526007" y="91392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1550563" y="91392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1575120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1599676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1624232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1648789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1747014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1771570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5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1796127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1820683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FEBD6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1845240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1869796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1894352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5EDD9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1918909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4EDD8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1943465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1968021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1354113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1378669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1403225" y="945083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1427782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1452338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1476894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1501451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1526007" y="945083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1550563" y="945083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1575120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1599676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1624232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1648789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1747014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1771570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1796127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1820683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1845240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1869796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1894352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1918909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1943465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1329556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1354113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1378669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1403225" y="97623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1427782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1452338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1476894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1501451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1526007" y="97623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1550563" y="97623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1575120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1599676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1624232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1648789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1673345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1771570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1796127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1820683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1845240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1869796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1894352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1918909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1329556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1354113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1378669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1403225" y="1007390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1427782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1452338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1476894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1501451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1526007" y="1007390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1550563" y="1007390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1575120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1599676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1624232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1648789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1673345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1771570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1796127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1820683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1845240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1869796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1894352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130500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1329556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1354113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1378669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1403225" y="103854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1427782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1452338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1476894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1501451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1526007" y="103854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1550563" y="103854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BE4CB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157512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1599676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1624232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1648789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1673345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1697901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177157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1796127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1820683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184524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1869796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1894352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1305000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1329556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1354113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1378669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1403225" y="106969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1427782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1452338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1476894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1501451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1526007" y="106969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1550563" y="106969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1575120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1599676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1624232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1648789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1673345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1697901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1722458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1796127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1820683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6CF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1845240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1869796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1894352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130500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1329556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1354113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1378669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1403225" y="110085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1427782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1452338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1476894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1501451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1526007" y="110085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1550563" y="110085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157512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4E2C9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1599676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1624232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1648789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1673345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B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1697901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1722458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177157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1796127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1820683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184524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1869796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1894352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1329556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1354113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1378669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1403225" y="113200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1427782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1452338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1476894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1501451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1526007" y="113200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1550563" y="113200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1575120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1599676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1624232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1648789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1673345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1697901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1722458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1747014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1771570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1796127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1820683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1845240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1869796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1894352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1354113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1378669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1403225" y="1163158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1427782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1452338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1476894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1501451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1526007" y="1163158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1550563" y="1163158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1575120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1599676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1624232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91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1648789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1673345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1697901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1722458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1747014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1771570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1796127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1820683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1845240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1869796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1354113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1378669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1403225" y="119431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1427782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1452338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1476894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1501451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1526007" y="119431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1550563" y="119431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1575120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1599676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1624232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1648789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1673345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1697901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1722458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1747014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1771570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1796127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1820683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1845240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1403225" y="122546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1427782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1452338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1476894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1501451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1526007" y="122546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1550563" y="122546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1575120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1599676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1624232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1648789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1673345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1697901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1722458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1747014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1771570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1796127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1820683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1427782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1452338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1476894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1501451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4E2C9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1526007" y="125661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1550563" y="125661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0E1C7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1575120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1599676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1624232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1648789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1673345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1697901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1722458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A4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1747014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1771570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1796127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1452338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1476894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1501451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1526007" y="128777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1550563" y="128777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1575120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C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1599676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5CD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1624232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1648789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1673345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1697901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1722458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1747014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1771570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5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1796127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1354113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A6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1378669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1403225" y="131892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1427782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1452338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A8E4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1476894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1501451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1526007" y="131892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1550563" y="131892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1575120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1599676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8D0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1624232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1648789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1673345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1697901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1722458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1747014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1771570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1329556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1354113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1378669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1403225" y="135008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1427782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1452338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1476894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DEAD5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1501451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FEBD6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1526007" y="135008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1550563" y="135008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1575120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DEAD5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1599676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1624232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1648789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1673345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1697901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8D0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1722458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A6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1747014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1771570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1329556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1354113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1378669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1403225" y="1381234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1427782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1452338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1476894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B9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1501451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1526007" y="1381234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FF0DE">
                <a:alpha val="100000"/>
              </a:srgbClr>
            </a:solidFill>
            <a:ln w="5420" cap="flat">
              <a:solidFill>
                <a:srgbClr val="CAEF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1550563" y="1381234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FF0DD">
                <a:alpha val="100000"/>
              </a:srgbClr>
            </a:solidFill>
            <a:ln w="5420" cap="flat">
              <a:solidFill>
                <a:srgbClr val="C9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1575120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1599676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1624232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5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1648789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1673345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1697901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1722458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1747014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1329556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1354113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1378669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1403225" y="141238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1427782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1452338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5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1476894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1501451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1526007" y="141238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1550563" y="141238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EF0DD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1575120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1599676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1624232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1648789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1673345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1697901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1722458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1354113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1378669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1403225" y="1443542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2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1427782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1452338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1476894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DEAD5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1501451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1526007" y="1443542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1550563" y="1443542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1575120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1599676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3ECD8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1624232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1648789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1673345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1697901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AD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1427782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1452338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1476894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1501451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1526007" y="147469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1550563" y="147469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4ECD8">
                <a:alpha val="100000"/>
              </a:srgbClr>
            </a:solidFill>
            <a:ln w="5420" cap="flat">
              <a:solidFill>
                <a:srgbClr val="BB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1575120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1599676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1624232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FEBD6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1648789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DEAD5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1673345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1697901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1476894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1501451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1526007" y="150584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1550563" y="150584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B7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1575120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1599676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B5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1624232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1648789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1673345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9D3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1697901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AD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1501451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3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1526007" y="153700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1550563" y="153700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1575120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1599676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B3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1624232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1648789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1673345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1697901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1526007" y="156815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1550563" y="156815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1575120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2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1599676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1624232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1648789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1673345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1697901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1722458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1599676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1624232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1648789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1673345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1697901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1722458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1476894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1575120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1599676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9E9D2">
                <a:alpha val="100000"/>
              </a:srgbClr>
            </a:solidFill>
            <a:ln w="5420" cap="flat">
              <a:solidFill>
                <a:srgbClr val="ACE5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1624232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1648789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1673345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1697901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1722458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8D0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1452338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1476894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1501451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1526007" y="166161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1550563" y="166161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1575120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2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1599676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1624232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1648789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1673345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8D1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1697901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1722458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5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1427782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1452338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1476894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1501451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1526007" y="169277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5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1550563" y="169277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1575120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1599676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1624232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1648789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1673345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1697901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1722458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1747014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1427782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1452338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1476894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1501451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1526007" y="172392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1550563" y="172392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3E7D0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1575120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1599676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3E7CF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1624232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1648789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1673345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6CF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1697901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1722458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1747014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1771570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1427782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1452338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1476894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1501451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1526007" y="175507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2E6CF">
                <a:alpha val="100000"/>
              </a:srgbClr>
            </a:solidFill>
            <a:ln w="5420" cap="flat">
              <a:solidFill>
                <a:srgbClr val="A2E1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1550563" y="175507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2E6CF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1575120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1599676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1624232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1648789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1E6CE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1673345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1697901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1722458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h4722"/>
            <p:cNvSpPr/>
            <p:nvPr/>
          </p:nvSpPr>
          <p:spPr>
            <a:xfrm>
              <a:off x="1747014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h4723"/>
            <p:cNvSpPr/>
            <p:nvPr/>
          </p:nvSpPr>
          <p:spPr>
            <a:xfrm>
              <a:off x="1771570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h4724"/>
            <p:cNvSpPr/>
            <p:nvPr/>
          </p:nvSpPr>
          <p:spPr>
            <a:xfrm>
              <a:off x="2090545" y="667480"/>
              <a:ext cx="914894" cy="952624"/>
            </a:xfrm>
            <a:custGeom>
              <a:avLst/>
              <a:pathLst>
                <a:path w="914894" h="952624">
                  <a:moveTo>
                    <a:pt x="914400" y="914400"/>
                  </a:moveTo>
                  <a:lnTo>
                    <a:pt x="907475" y="952624"/>
                  </a:lnTo>
                  <a:lnTo>
                    <a:pt x="906570" y="941017"/>
                  </a:lnTo>
                  <a:lnTo>
                    <a:pt x="909475" y="909833"/>
                  </a:lnTo>
                  <a:lnTo>
                    <a:pt x="914894" y="90983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h4725"/>
            <p:cNvSpPr/>
            <p:nvPr/>
          </p:nvSpPr>
          <p:spPr>
            <a:xfrm>
              <a:off x="2075202" y="663205"/>
              <a:ext cx="914531" cy="1196881"/>
            </a:xfrm>
            <a:custGeom>
              <a:avLst/>
              <a:pathLst>
                <a:path w="914531" h="1196881">
                  <a:moveTo>
                    <a:pt x="914400" y="914400"/>
                  </a:moveTo>
                  <a:lnTo>
                    <a:pt x="901336" y="974329"/>
                  </a:lnTo>
                  <a:lnTo>
                    <a:pt x="883376" y="1006273"/>
                  </a:lnTo>
                  <a:lnTo>
                    <a:pt x="866834" y="1028366"/>
                  </a:lnTo>
                  <a:lnTo>
                    <a:pt x="849768" y="1024714"/>
                  </a:lnTo>
                  <a:lnTo>
                    <a:pt x="853606" y="1042269"/>
                  </a:lnTo>
                  <a:lnTo>
                    <a:pt x="848917" y="1051414"/>
                  </a:lnTo>
                  <a:lnTo>
                    <a:pt x="844904" y="1070491"/>
                  </a:lnTo>
                  <a:lnTo>
                    <a:pt x="834730" y="1083136"/>
                  </a:lnTo>
                  <a:lnTo>
                    <a:pt x="825167" y="1081918"/>
                  </a:lnTo>
                  <a:lnTo>
                    <a:pt x="811427" y="1090634"/>
                  </a:lnTo>
                  <a:lnTo>
                    <a:pt x="806008" y="1097302"/>
                  </a:lnTo>
                  <a:lnTo>
                    <a:pt x="805604" y="1110071"/>
                  </a:lnTo>
                  <a:lnTo>
                    <a:pt x="796412" y="1121304"/>
                  </a:lnTo>
                  <a:lnTo>
                    <a:pt x="763240" y="1179657"/>
                  </a:lnTo>
                  <a:lnTo>
                    <a:pt x="734441" y="1196881"/>
                  </a:lnTo>
                  <a:lnTo>
                    <a:pt x="727549" y="1194377"/>
                  </a:lnTo>
                  <a:lnTo>
                    <a:pt x="735139" y="1166833"/>
                  </a:lnTo>
                  <a:lnTo>
                    <a:pt x="740340" y="1138985"/>
                  </a:lnTo>
                  <a:lnTo>
                    <a:pt x="722860" y="1126866"/>
                  </a:lnTo>
                  <a:lnTo>
                    <a:pt x="706133" y="1120461"/>
                  </a:lnTo>
                  <a:lnTo>
                    <a:pt x="686940" y="1121304"/>
                  </a:lnTo>
                  <a:lnTo>
                    <a:pt x="665742" y="1099654"/>
                  </a:lnTo>
                  <a:lnTo>
                    <a:pt x="638415" y="1083911"/>
                  </a:lnTo>
                  <a:lnTo>
                    <a:pt x="600271" y="1041315"/>
                  </a:lnTo>
                  <a:lnTo>
                    <a:pt x="601383" y="1029500"/>
                  </a:lnTo>
                  <a:lnTo>
                    <a:pt x="600423" y="1009676"/>
                  </a:lnTo>
                  <a:lnTo>
                    <a:pt x="612015" y="978355"/>
                  </a:lnTo>
                  <a:lnTo>
                    <a:pt x="623127" y="956456"/>
                  </a:lnTo>
                  <a:lnTo>
                    <a:pt x="638469" y="945112"/>
                  </a:lnTo>
                  <a:lnTo>
                    <a:pt x="682993" y="933560"/>
                  </a:lnTo>
                  <a:lnTo>
                    <a:pt x="694159" y="916184"/>
                  </a:lnTo>
                  <a:lnTo>
                    <a:pt x="695098" y="914108"/>
                  </a:lnTo>
                  <a:lnTo>
                    <a:pt x="914531" y="91410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h4726"/>
            <p:cNvSpPr/>
            <p:nvPr/>
          </p:nvSpPr>
          <p:spPr>
            <a:xfrm>
              <a:off x="1839521" y="675490"/>
              <a:ext cx="945009" cy="2012347"/>
            </a:xfrm>
            <a:custGeom>
              <a:avLst/>
              <a:pathLst>
                <a:path w="945009" h="2012347">
                  <a:moveTo>
                    <a:pt x="914400" y="914400"/>
                  </a:moveTo>
                  <a:lnTo>
                    <a:pt x="881359" y="922921"/>
                  </a:lnTo>
                  <a:lnTo>
                    <a:pt x="863551" y="932301"/>
                  </a:lnTo>
                  <a:lnTo>
                    <a:pt x="849310" y="946647"/>
                  </a:lnTo>
                  <a:lnTo>
                    <a:pt x="840881" y="964659"/>
                  </a:lnTo>
                  <a:lnTo>
                    <a:pt x="821798" y="986365"/>
                  </a:lnTo>
                  <a:lnTo>
                    <a:pt x="823139" y="1000905"/>
                  </a:lnTo>
                  <a:lnTo>
                    <a:pt x="826334" y="1011239"/>
                  </a:lnTo>
                  <a:lnTo>
                    <a:pt x="824862" y="1032779"/>
                  </a:lnTo>
                  <a:lnTo>
                    <a:pt x="836933" y="1053780"/>
                  </a:lnTo>
                  <a:lnTo>
                    <a:pt x="860869" y="1088185"/>
                  </a:lnTo>
                  <a:lnTo>
                    <a:pt x="865438" y="1141627"/>
                  </a:lnTo>
                  <a:lnTo>
                    <a:pt x="883703" y="1177389"/>
                  </a:lnTo>
                  <a:lnTo>
                    <a:pt x="911695" y="1219085"/>
                  </a:lnTo>
                  <a:lnTo>
                    <a:pt x="933221" y="1230941"/>
                  </a:lnTo>
                  <a:lnTo>
                    <a:pt x="934268" y="1246449"/>
                  </a:lnTo>
                  <a:lnTo>
                    <a:pt x="924334" y="1272056"/>
                  </a:lnTo>
                  <a:lnTo>
                    <a:pt x="911237" y="1283760"/>
                  </a:lnTo>
                  <a:lnTo>
                    <a:pt x="928270" y="1281422"/>
                  </a:lnTo>
                  <a:lnTo>
                    <a:pt x="936754" y="1287274"/>
                  </a:lnTo>
                  <a:lnTo>
                    <a:pt x="945009" y="1308634"/>
                  </a:lnTo>
                  <a:lnTo>
                    <a:pt x="944365" y="1330437"/>
                  </a:lnTo>
                  <a:lnTo>
                    <a:pt x="941574" y="1342722"/>
                  </a:lnTo>
                  <a:lnTo>
                    <a:pt x="936416" y="1347619"/>
                  </a:lnTo>
                  <a:lnTo>
                    <a:pt x="936634" y="1335071"/>
                  </a:lnTo>
                  <a:lnTo>
                    <a:pt x="932981" y="1330713"/>
                  </a:lnTo>
                  <a:lnTo>
                    <a:pt x="926951" y="1336150"/>
                  </a:lnTo>
                  <a:lnTo>
                    <a:pt x="923047" y="1342348"/>
                  </a:lnTo>
                  <a:lnTo>
                    <a:pt x="921422" y="1366766"/>
                  </a:lnTo>
                  <a:lnTo>
                    <a:pt x="917289" y="1378967"/>
                  </a:lnTo>
                  <a:lnTo>
                    <a:pt x="902677" y="1382592"/>
                  </a:lnTo>
                  <a:lnTo>
                    <a:pt x="887858" y="1414632"/>
                  </a:lnTo>
                  <a:lnTo>
                    <a:pt x="874074" y="1432810"/>
                  </a:lnTo>
                  <a:lnTo>
                    <a:pt x="819835" y="1555727"/>
                  </a:lnTo>
                  <a:lnTo>
                    <a:pt x="821907" y="1576271"/>
                  </a:lnTo>
                  <a:lnTo>
                    <a:pt x="811983" y="1582884"/>
                  </a:lnTo>
                  <a:lnTo>
                    <a:pt x="796957" y="1588266"/>
                  </a:lnTo>
                  <a:lnTo>
                    <a:pt x="781756" y="1600550"/>
                  </a:lnTo>
                  <a:lnTo>
                    <a:pt x="771669" y="1614094"/>
                  </a:lnTo>
                  <a:lnTo>
                    <a:pt x="762302" y="1650520"/>
                  </a:lnTo>
                  <a:lnTo>
                    <a:pt x="744353" y="1691524"/>
                  </a:lnTo>
                  <a:lnTo>
                    <a:pt x="733154" y="1674439"/>
                  </a:lnTo>
                  <a:lnTo>
                    <a:pt x="730286" y="1659816"/>
                  </a:lnTo>
                  <a:lnTo>
                    <a:pt x="735270" y="1621675"/>
                  </a:lnTo>
                  <a:lnTo>
                    <a:pt x="754680" y="1559145"/>
                  </a:lnTo>
                  <a:lnTo>
                    <a:pt x="776064" y="1520270"/>
                  </a:lnTo>
                  <a:lnTo>
                    <a:pt x="792377" y="1501843"/>
                  </a:lnTo>
                  <a:lnTo>
                    <a:pt x="805790" y="1464283"/>
                  </a:lnTo>
                  <a:lnTo>
                    <a:pt x="788844" y="1458680"/>
                  </a:lnTo>
                  <a:lnTo>
                    <a:pt x="763011" y="1459289"/>
                  </a:lnTo>
                  <a:lnTo>
                    <a:pt x="767874" y="1441955"/>
                  </a:lnTo>
                  <a:lnTo>
                    <a:pt x="775409" y="1426682"/>
                  </a:lnTo>
                  <a:lnTo>
                    <a:pt x="761942" y="1411464"/>
                  </a:lnTo>
                  <a:lnTo>
                    <a:pt x="753971" y="1409527"/>
                  </a:lnTo>
                  <a:lnTo>
                    <a:pt x="745760" y="1403288"/>
                  </a:lnTo>
                  <a:lnTo>
                    <a:pt x="755389" y="1390616"/>
                  </a:lnTo>
                  <a:lnTo>
                    <a:pt x="760088" y="1377224"/>
                  </a:lnTo>
                  <a:lnTo>
                    <a:pt x="757221" y="1360927"/>
                  </a:lnTo>
                  <a:lnTo>
                    <a:pt x="761255" y="1348656"/>
                  </a:lnTo>
                  <a:lnTo>
                    <a:pt x="754527" y="1350510"/>
                  </a:lnTo>
                  <a:lnTo>
                    <a:pt x="743710" y="1363501"/>
                  </a:lnTo>
                  <a:lnTo>
                    <a:pt x="736982" y="1368688"/>
                  </a:lnTo>
                  <a:lnTo>
                    <a:pt x="732881" y="1357192"/>
                  </a:lnTo>
                  <a:lnTo>
                    <a:pt x="728203" y="1359793"/>
                  </a:lnTo>
                  <a:lnTo>
                    <a:pt x="725161" y="1367692"/>
                  </a:lnTo>
                  <a:lnTo>
                    <a:pt x="718258" y="1372036"/>
                  </a:lnTo>
                  <a:lnTo>
                    <a:pt x="703679" y="1361232"/>
                  </a:lnTo>
                  <a:lnTo>
                    <a:pt x="682426" y="1348864"/>
                  </a:lnTo>
                  <a:lnTo>
                    <a:pt x="670594" y="1327587"/>
                  </a:lnTo>
                  <a:lnTo>
                    <a:pt x="663844" y="1311097"/>
                  </a:lnTo>
                  <a:lnTo>
                    <a:pt x="670703" y="1281256"/>
                  </a:lnTo>
                  <a:lnTo>
                    <a:pt x="685392" y="1275958"/>
                  </a:lnTo>
                  <a:lnTo>
                    <a:pt x="704475" y="1280800"/>
                  </a:lnTo>
                  <a:lnTo>
                    <a:pt x="729490" y="1280758"/>
                  </a:lnTo>
                  <a:lnTo>
                    <a:pt x="725913" y="1274131"/>
                  </a:lnTo>
                  <a:lnTo>
                    <a:pt x="716983" y="1275224"/>
                  </a:lnTo>
                  <a:lnTo>
                    <a:pt x="690615" y="1251014"/>
                  </a:lnTo>
                  <a:lnTo>
                    <a:pt x="682131" y="1236392"/>
                  </a:lnTo>
                  <a:lnTo>
                    <a:pt x="667541" y="1232380"/>
                  </a:lnTo>
                  <a:lnTo>
                    <a:pt x="660889" y="1246435"/>
                  </a:lnTo>
                  <a:lnTo>
                    <a:pt x="653507" y="1250170"/>
                  </a:lnTo>
                  <a:lnTo>
                    <a:pt x="662623" y="1219417"/>
                  </a:lnTo>
                  <a:lnTo>
                    <a:pt x="674542" y="1218158"/>
                  </a:lnTo>
                  <a:lnTo>
                    <a:pt x="692142" y="1209636"/>
                  </a:lnTo>
                  <a:lnTo>
                    <a:pt x="687028" y="1191831"/>
                  </a:lnTo>
                  <a:lnTo>
                    <a:pt x="675916" y="1184043"/>
                  </a:lnTo>
                  <a:lnTo>
                    <a:pt x="655851" y="1193810"/>
                  </a:lnTo>
                  <a:lnTo>
                    <a:pt x="656091" y="1181290"/>
                  </a:lnTo>
                  <a:lnTo>
                    <a:pt x="659853" y="1165256"/>
                  </a:lnTo>
                  <a:lnTo>
                    <a:pt x="674978" y="1165311"/>
                  </a:lnTo>
                  <a:lnTo>
                    <a:pt x="688227" y="1170541"/>
                  </a:lnTo>
                  <a:lnTo>
                    <a:pt x="699503" y="1144643"/>
                  </a:lnTo>
                  <a:lnTo>
                    <a:pt x="700004" y="1133077"/>
                  </a:lnTo>
                  <a:lnTo>
                    <a:pt x="681270" y="1149886"/>
                  </a:lnTo>
                  <a:lnTo>
                    <a:pt x="677061" y="1113626"/>
                  </a:lnTo>
                  <a:lnTo>
                    <a:pt x="695501" y="1078654"/>
                  </a:lnTo>
                  <a:lnTo>
                    <a:pt x="713090" y="1063408"/>
                  </a:lnTo>
                  <a:lnTo>
                    <a:pt x="735062" y="1063851"/>
                  </a:lnTo>
                  <a:lnTo>
                    <a:pt x="757395" y="1061388"/>
                  </a:lnTo>
                  <a:lnTo>
                    <a:pt x="743383" y="1054983"/>
                  </a:lnTo>
                  <a:lnTo>
                    <a:pt x="728999" y="1051511"/>
                  </a:lnTo>
                  <a:lnTo>
                    <a:pt x="739806" y="1037690"/>
                  </a:lnTo>
                  <a:lnTo>
                    <a:pt x="749020" y="1035214"/>
                  </a:lnTo>
                  <a:lnTo>
                    <a:pt x="758071" y="1023164"/>
                  </a:lnTo>
                  <a:lnTo>
                    <a:pt x="736306" y="1024949"/>
                  </a:lnTo>
                  <a:lnTo>
                    <a:pt x="738868" y="1002150"/>
                  </a:lnTo>
                  <a:lnTo>
                    <a:pt x="728291" y="1006785"/>
                  </a:lnTo>
                  <a:lnTo>
                    <a:pt x="715630" y="1008929"/>
                  </a:lnTo>
                  <a:lnTo>
                    <a:pt x="710702" y="1018599"/>
                  </a:lnTo>
                  <a:lnTo>
                    <a:pt x="711672" y="1034661"/>
                  </a:lnTo>
                  <a:lnTo>
                    <a:pt x="707975" y="1045202"/>
                  </a:lnTo>
                  <a:lnTo>
                    <a:pt x="698129" y="1053669"/>
                  </a:lnTo>
                  <a:lnTo>
                    <a:pt x="681499" y="1060268"/>
                  </a:lnTo>
                  <a:lnTo>
                    <a:pt x="679885" y="1048827"/>
                  </a:lnTo>
                  <a:lnTo>
                    <a:pt x="674389" y="1043639"/>
                  </a:lnTo>
                  <a:lnTo>
                    <a:pt x="672339" y="1068139"/>
                  </a:lnTo>
                  <a:lnTo>
                    <a:pt x="667977" y="1076468"/>
                  </a:lnTo>
                  <a:lnTo>
                    <a:pt x="655819" y="1053475"/>
                  </a:lnTo>
                  <a:lnTo>
                    <a:pt x="652166" y="1058110"/>
                  </a:lnTo>
                  <a:lnTo>
                    <a:pt x="652635" y="1064639"/>
                  </a:lnTo>
                  <a:lnTo>
                    <a:pt x="649527" y="1075928"/>
                  </a:lnTo>
                  <a:lnTo>
                    <a:pt x="639102" y="1081808"/>
                  </a:lnTo>
                  <a:lnTo>
                    <a:pt x="639745" y="1096278"/>
                  </a:lnTo>
                  <a:lnTo>
                    <a:pt x="635700" y="1104164"/>
                  </a:lnTo>
                  <a:lnTo>
                    <a:pt x="602310" y="1091602"/>
                  </a:lnTo>
                  <a:lnTo>
                    <a:pt x="601525" y="1095863"/>
                  </a:lnTo>
                  <a:lnTo>
                    <a:pt x="620411" y="1122951"/>
                  </a:lnTo>
                  <a:lnTo>
                    <a:pt x="634206" y="1132206"/>
                  </a:lnTo>
                  <a:lnTo>
                    <a:pt x="635885" y="1146981"/>
                  </a:lnTo>
                  <a:lnTo>
                    <a:pt x="624043" y="1159238"/>
                  </a:lnTo>
                  <a:lnTo>
                    <a:pt x="607708" y="1148655"/>
                  </a:lnTo>
                  <a:lnTo>
                    <a:pt x="604960" y="1149430"/>
                  </a:lnTo>
                  <a:lnTo>
                    <a:pt x="613836" y="1167580"/>
                  </a:lnTo>
                  <a:lnTo>
                    <a:pt x="619430" y="1183434"/>
                  </a:lnTo>
                  <a:lnTo>
                    <a:pt x="613672" y="1196715"/>
                  </a:lnTo>
                  <a:lnTo>
                    <a:pt x="614567" y="1213067"/>
                  </a:lnTo>
                  <a:lnTo>
                    <a:pt x="613323" y="1227897"/>
                  </a:lnTo>
                  <a:lnTo>
                    <a:pt x="609801" y="1240832"/>
                  </a:lnTo>
                  <a:lnTo>
                    <a:pt x="617740" y="1300458"/>
                  </a:lnTo>
                  <a:lnTo>
                    <a:pt x="627303" y="1316672"/>
                  </a:lnTo>
                  <a:lnTo>
                    <a:pt x="636703" y="1332180"/>
                  </a:lnTo>
                  <a:lnTo>
                    <a:pt x="641686" y="1346692"/>
                  </a:lnTo>
                  <a:lnTo>
                    <a:pt x="631709" y="1348809"/>
                  </a:lnTo>
                  <a:lnTo>
                    <a:pt x="615821" y="1336870"/>
                  </a:lnTo>
                  <a:lnTo>
                    <a:pt x="601863" y="1327767"/>
                  </a:lnTo>
                  <a:lnTo>
                    <a:pt x="585233" y="1298660"/>
                  </a:lnTo>
                  <a:lnTo>
                    <a:pt x="582485" y="1287039"/>
                  </a:lnTo>
                  <a:lnTo>
                    <a:pt x="578429" y="1277853"/>
                  </a:lnTo>
                  <a:lnTo>
                    <a:pt x="580392" y="1298950"/>
                  </a:lnTo>
                  <a:lnTo>
                    <a:pt x="586324" y="1322510"/>
                  </a:lnTo>
                  <a:lnTo>
                    <a:pt x="638404" y="1375232"/>
                  </a:lnTo>
                  <a:lnTo>
                    <a:pt x="648022" y="1395458"/>
                  </a:lnTo>
                  <a:lnTo>
                    <a:pt x="655350" y="1411353"/>
                  </a:lnTo>
                  <a:lnTo>
                    <a:pt x="653507" y="1426585"/>
                  </a:lnTo>
                  <a:lnTo>
                    <a:pt x="639931" y="1415808"/>
                  </a:lnTo>
                  <a:lnTo>
                    <a:pt x="628219" y="1402071"/>
                  </a:lnTo>
                  <a:lnTo>
                    <a:pt x="597130" y="1386548"/>
                  </a:lnTo>
                  <a:lnTo>
                    <a:pt x="557928" y="1376740"/>
                  </a:lnTo>
                  <a:lnTo>
                    <a:pt x="535824" y="1340660"/>
                  </a:lnTo>
                  <a:lnTo>
                    <a:pt x="535901" y="1355712"/>
                  </a:lnTo>
                  <a:lnTo>
                    <a:pt x="530994" y="1368481"/>
                  </a:lnTo>
                  <a:lnTo>
                    <a:pt x="517483" y="1352917"/>
                  </a:lnTo>
                  <a:lnTo>
                    <a:pt x="508966" y="1339637"/>
                  </a:lnTo>
                  <a:lnTo>
                    <a:pt x="506109" y="1325083"/>
                  </a:lnTo>
                  <a:lnTo>
                    <a:pt x="489240" y="1326079"/>
                  </a:lnTo>
                  <a:lnTo>
                    <a:pt x="471553" y="1338723"/>
                  </a:lnTo>
                  <a:lnTo>
                    <a:pt x="454443" y="1335721"/>
                  </a:lnTo>
                  <a:lnTo>
                    <a:pt x="452415" y="1311041"/>
                  </a:lnTo>
                  <a:lnTo>
                    <a:pt x="457039" y="1297968"/>
                  </a:lnTo>
                  <a:lnTo>
                    <a:pt x="476242" y="1267048"/>
                  </a:lnTo>
                  <a:lnTo>
                    <a:pt x="494332" y="1251263"/>
                  </a:lnTo>
                  <a:lnTo>
                    <a:pt x="502315" y="1230886"/>
                  </a:lnTo>
                  <a:lnTo>
                    <a:pt x="499588" y="1199288"/>
                  </a:lnTo>
                  <a:lnTo>
                    <a:pt x="496186" y="1231439"/>
                  </a:lnTo>
                  <a:lnTo>
                    <a:pt x="485849" y="1247376"/>
                  </a:lnTo>
                  <a:lnTo>
                    <a:pt x="469601" y="1259550"/>
                  </a:lnTo>
                  <a:lnTo>
                    <a:pt x="448217" y="1281242"/>
                  </a:lnTo>
                  <a:lnTo>
                    <a:pt x="442994" y="1301302"/>
                  </a:lnTo>
                  <a:lnTo>
                    <a:pt x="436320" y="1338862"/>
                  </a:lnTo>
                  <a:lnTo>
                    <a:pt x="445349" y="1351576"/>
                  </a:lnTo>
                  <a:lnTo>
                    <a:pt x="454574" y="1354896"/>
                  </a:lnTo>
                  <a:lnTo>
                    <a:pt x="481825" y="1346374"/>
                  </a:lnTo>
                  <a:lnTo>
                    <a:pt x="495924" y="1350178"/>
                  </a:lnTo>
                  <a:lnTo>
                    <a:pt x="527286" y="1395402"/>
                  </a:lnTo>
                  <a:lnTo>
                    <a:pt x="585680" y="1413290"/>
                  </a:lnTo>
                  <a:lnTo>
                    <a:pt x="606977" y="1424468"/>
                  </a:lnTo>
                  <a:lnTo>
                    <a:pt x="624337" y="1448069"/>
                  </a:lnTo>
                  <a:lnTo>
                    <a:pt x="650432" y="1461655"/>
                  </a:lnTo>
                  <a:lnTo>
                    <a:pt x="670682" y="1481396"/>
                  </a:lnTo>
                  <a:lnTo>
                    <a:pt x="671227" y="1494276"/>
                  </a:lnTo>
                  <a:lnTo>
                    <a:pt x="664215" y="1509507"/>
                  </a:lnTo>
                  <a:lnTo>
                    <a:pt x="661445" y="1530120"/>
                  </a:lnTo>
                  <a:lnTo>
                    <a:pt x="652842" y="1543124"/>
                  </a:lnTo>
                  <a:lnTo>
                    <a:pt x="632188" y="1544619"/>
                  </a:lnTo>
                  <a:lnTo>
                    <a:pt x="619714" y="1541271"/>
                  </a:lnTo>
                  <a:lnTo>
                    <a:pt x="552650" y="1468807"/>
                  </a:lnTo>
                  <a:lnTo>
                    <a:pt x="544646" y="1462139"/>
                  </a:lnTo>
                  <a:lnTo>
                    <a:pt x="519773" y="1424191"/>
                  </a:lnTo>
                  <a:lnTo>
                    <a:pt x="490592" y="1403869"/>
                  </a:lnTo>
                  <a:lnTo>
                    <a:pt x="481563" y="1404298"/>
                  </a:lnTo>
                  <a:lnTo>
                    <a:pt x="523099" y="1441885"/>
                  </a:lnTo>
                  <a:lnTo>
                    <a:pt x="540055" y="1468171"/>
                  </a:lnTo>
                  <a:lnTo>
                    <a:pt x="569923" y="1505025"/>
                  </a:lnTo>
                  <a:lnTo>
                    <a:pt x="591274" y="1520630"/>
                  </a:lnTo>
                  <a:lnTo>
                    <a:pt x="606988" y="1544978"/>
                  </a:lnTo>
                  <a:lnTo>
                    <a:pt x="621589" y="1556392"/>
                  </a:lnTo>
                  <a:lnTo>
                    <a:pt x="661456" y="1572647"/>
                  </a:lnTo>
                  <a:lnTo>
                    <a:pt x="647597" y="1584323"/>
                  </a:lnTo>
                  <a:lnTo>
                    <a:pt x="669722" y="1594270"/>
                  </a:lnTo>
                  <a:lnTo>
                    <a:pt x="672884" y="1612559"/>
                  </a:lnTo>
                  <a:lnTo>
                    <a:pt x="670856" y="1633407"/>
                  </a:lnTo>
                  <a:lnTo>
                    <a:pt x="640149" y="1625162"/>
                  </a:lnTo>
                  <a:lnTo>
                    <a:pt x="639146" y="1640518"/>
                  </a:lnTo>
                  <a:lnTo>
                    <a:pt x="641893" y="1649579"/>
                  </a:lnTo>
                  <a:lnTo>
                    <a:pt x="628328" y="1657063"/>
                  </a:lnTo>
                  <a:lnTo>
                    <a:pt x="609463" y="1646909"/>
                  </a:lnTo>
                  <a:lnTo>
                    <a:pt x="560480" y="1591364"/>
                  </a:lnTo>
                  <a:lnTo>
                    <a:pt x="560894" y="1598793"/>
                  </a:lnTo>
                  <a:lnTo>
                    <a:pt x="564863" y="1607412"/>
                  </a:lnTo>
                  <a:lnTo>
                    <a:pt x="593270" y="1643174"/>
                  </a:lnTo>
                  <a:lnTo>
                    <a:pt x="618623" y="1664617"/>
                  </a:lnTo>
                  <a:lnTo>
                    <a:pt x="640116" y="1674301"/>
                  </a:lnTo>
                  <a:lnTo>
                    <a:pt x="656680" y="1692271"/>
                  </a:lnTo>
                  <a:lnTo>
                    <a:pt x="662525" y="1703145"/>
                  </a:lnTo>
                  <a:lnTo>
                    <a:pt x="666429" y="1719636"/>
                  </a:lnTo>
                  <a:lnTo>
                    <a:pt x="654150" y="1730841"/>
                  </a:lnTo>
                  <a:lnTo>
                    <a:pt x="640171" y="1737025"/>
                  </a:lnTo>
                  <a:lnTo>
                    <a:pt x="626518" y="1725847"/>
                  </a:lnTo>
                  <a:lnTo>
                    <a:pt x="616508" y="1714074"/>
                  </a:lnTo>
                  <a:lnTo>
                    <a:pt x="595189" y="1694084"/>
                  </a:lnTo>
                  <a:lnTo>
                    <a:pt x="588799" y="1671741"/>
                  </a:lnTo>
                  <a:lnTo>
                    <a:pt x="572584" y="1672890"/>
                  </a:lnTo>
                  <a:lnTo>
                    <a:pt x="504812" y="1644557"/>
                  </a:lnTo>
                  <a:lnTo>
                    <a:pt x="450343" y="1641292"/>
                  </a:lnTo>
                  <a:lnTo>
                    <a:pt x="455665" y="1646992"/>
                  </a:lnTo>
                  <a:lnTo>
                    <a:pt x="462556" y="1650783"/>
                  </a:lnTo>
                  <a:lnTo>
                    <a:pt x="505935" y="1657769"/>
                  </a:lnTo>
                  <a:lnTo>
                    <a:pt x="523077" y="1670815"/>
                  </a:lnTo>
                  <a:lnTo>
                    <a:pt x="558757" y="1682394"/>
                  </a:lnTo>
                  <a:lnTo>
                    <a:pt x="579650" y="1685562"/>
                  </a:lnTo>
                  <a:lnTo>
                    <a:pt x="588123" y="1721130"/>
                  </a:lnTo>
                  <a:lnTo>
                    <a:pt x="616998" y="1745602"/>
                  </a:lnTo>
                  <a:lnTo>
                    <a:pt x="620749" y="1763739"/>
                  </a:lnTo>
                  <a:lnTo>
                    <a:pt x="640465" y="1765773"/>
                  </a:lnTo>
                  <a:lnTo>
                    <a:pt x="675153" y="1747982"/>
                  </a:lnTo>
                  <a:lnTo>
                    <a:pt x="697540" y="1754221"/>
                  </a:lnTo>
                  <a:lnTo>
                    <a:pt x="729828" y="1759312"/>
                  </a:lnTo>
                  <a:lnTo>
                    <a:pt x="737211" y="1773672"/>
                  </a:lnTo>
                  <a:lnTo>
                    <a:pt x="742750" y="1800995"/>
                  </a:lnTo>
                  <a:lnTo>
                    <a:pt x="754167" y="1831735"/>
                  </a:lnTo>
                  <a:lnTo>
                    <a:pt x="783773" y="1952936"/>
                  </a:lnTo>
                  <a:lnTo>
                    <a:pt x="810429" y="2012347"/>
                  </a:lnTo>
                  <a:lnTo>
                    <a:pt x="802375" y="2012347"/>
                  </a:lnTo>
                  <a:lnTo>
                    <a:pt x="790392" y="1988504"/>
                  </a:lnTo>
                  <a:lnTo>
                    <a:pt x="772182" y="1941094"/>
                  </a:lnTo>
                  <a:lnTo>
                    <a:pt x="753469" y="1857383"/>
                  </a:lnTo>
                  <a:lnTo>
                    <a:pt x="748039" y="1838638"/>
                  </a:lnTo>
                  <a:lnTo>
                    <a:pt x="741649" y="1831153"/>
                  </a:lnTo>
                  <a:lnTo>
                    <a:pt x="737440" y="1837241"/>
                  </a:lnTo>
                  <a:lnTo>
                    <a:pt x="735629" y="1847907"/>
                  </a:lnTo>
                  <a:lnTo>
                    <a:pt x="738683" y="1856097"/>
                  </a:lnTo>
                  <a:lnTo>
                    <a:pt x="731311" y="1883654"/>
                  </a:lnTo>
                  <a:lnTo>
                    <a:pt x="734506" y="1896299"/>
                  </a:lnTo>
                  <a:lnTo>
                    <a:pt x="746480" y="1909372"/>
                  </a:lnTo>
                  <a:lnTo>
                    <a:pt x="759489" y="1941993"/>
                  </a:lnTo>
                  <a:lnTo>
                    <a:pt x="769881" y="1985917"/>
                  </a:lnTo>
                  <a:lnTo>
                    <a:pt x="755825" y="1968113"/>
                  </a:lnTo>
                  <a:lnTo>
                    <a:pt x="740820" y="1958678"/>
                  </a:lnTo>
                  <a:lnTo>
                    <a:pt x="717473" y="1951442"/>
                  </a:lnTo>
                  <a:lnTo>
                    <a:pt x="696678" y="1938756"/>
                  </a:lnTo>
                  <a:lnTo>
                    <a:pt x="698194" y="1956948"/>
                  </a:lnTo>
                  <a:lnTo>
                    <a:pt x="696198" y="1976593"/>
                  </a:lnTo>
                  <a:lnTo>
                    <a:pt x="680169" y="1970603"/>
                  </a:lnTo>
                  <a:lnTo>
                    <a:pt x="669264" y="1964087"/>
                  </a:lnTo>
                  <a:lnTo>
                    <a:pt x="678915" y="1985018"/>
                  </a:lnTo>
                  <a:lnTo>
                    <a:pt x="657967" y="1978737"/>
                  </a:lnTo>
                  <a:lnTo>
                    <a:pt x="644009" y="1980051"/>
                  </a:lnTo>
                  <a:lnTo>
                    <a:pt x="634936" y="1998631"/>
                  </a:lnTo>
                  <a:lnTo>
                    <a:pt x="622767" y="2009906"/>
                  </a:lnTo>
                  <a:lnTo>
                    <a:pt x="610694" y="2012347"/>
                  </a:lnTo>
                  <a:lnTo>
                    <a:pt x="602893" y="2012347"/>
                  </a:lnTo>
                  <a:lnTo>
                    <a:pt x="578080" y="1996556"/>
                  </a:lnTo>
                  <a:lnTo>
                    <a:pt x="569432" y="1975929"/>
                  </a:lnTo>
                  <a:lnTo>
                    <a:pt x="565856" y="1952964"/>
                  </a:lnTo>
                  <a:lnTo>
                    <a:pt x="564427" y="1980121"/>
                  </a:lnTo>
                  <a:lnTo>
                    <a:pt x="569182" y="2008398"/>
                  </a:lnTo>
                  <a:lnTo>
                    <a:pt x="568875" y="2012347"/>
                  </a:lnTo>
                  <a:lnTo>
                    <a:pt x="315098" y="2012347"/>
                  </a:lnTo>
                  <a:lnTo>
                    <a:pt x="315098" y="901823"/>
                  </a:lnTo>
                  <a:lnTo>
                    <a:pt x="925436" y="9018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h4727"/>
            <p:cNvSpPr/>
            <p:nvPr/>
          </p:nvSpPr>
          <p:spPr>
            <a:xfrm>
              <a:off x="2045531" y="779011"/>
              <a:ext cx="946503" cy="914400"/>
            </a:xfrm>
            <a:custGeom>
              <a:avLst/>
              <a:pathLst>
                <a:path w="946503" h="914400">
                  <a:moveTo>
                    <a:pt x="914400" y="914400"/>
                  </a:moveTo>
                  <a:lnTo>
                    <a:pt x="913800" y="906154"/>
                  </a:lnTo>
                  <a:lnTo>
                    <a:pt x="946503" y="852906"/>
                  </a:lnTo>
                  <a:lnTo>
                    <a:pt x="940592" y="87151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h4728"/>
            <p:cNvSpPr/>
            <p:nvPr/>
          </p:nvSpPr>
          <p:spPr>
            <a:xfrm>
              <a:off x="1793613" y="1248573"/>
              <a:ext cx="977068" cy="914400"/>
            </a:xfrm>
            <a:custGeom>
              <a:avLst/>
              <a:pathLst>
                <a:path w="977068" h="914400">
                  <a:moveTo>
                    <a:pt x="914400" y="914400"/>
                  </a:moveTo>
                  <a:lnTo>
                    <a:pt x="948465" y="857665"/>
                  </a:lnTo>
                  <a:lnTo>
                    <a:pt x="968246" y="810131"/>
                  </a:lnTo>
                  <a:lnTo>
                    <a:pt x="977068" y="793696"/>
                  </a:lnTo>
                  <a:lnTo>
                    <a:pt x="968508" y="827009"/>
                  </a:lnTo>
                  <a:lnTo>
                    <a:pt x="953547" y="857638"/>
                  </a:lnTo>
                  <a:lnTo>
                    <a:pt x="924552" y="9098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t4729"/>
            <p:cNvSpPr/>
            <p:nvPr/>
          </p:nvSpPr>
          <p:spPr>
            <a:xfrm>
              <a:off x="2612670" y="2203748"/>
              <a:ext cx="63202" cy="63202"/>
            </a:xfrm>
            <a:prstGeom prst="ellipse">
              <a:avLst/>
            </a:prstGeom>
            <a:solidFill>
              <a:srgbClr val="B5E7D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t4730"/>
            <p:cNvSpPr/>
            <p:nvPr/>
          </p:nvSpPr>
          <p:spPr>
            <a:xfrm>
              <a:off x="2780369" y="1790950"/>
              <a:ext cx="63202" cy="63202"/>
            </a:xfrm>
            <a:prstGeom prst="ellipse">
              <a:avLst/>
            </a:prstGeom>
            <a:solidFill>
              <a:srgbClr val="C7EDD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t4731"/>
            <p:cNvSpPr/>
            <p:nvPr/>
          </p:nvSpPr>
          <p:spPr>
            <a:xfrm>
              <a:off x="2645497" y="1688633"/>
              <a:ext cx="63202" cy="63202"/>
            </a:xfrm>
            <a:prstGeom prst="ellipse">
              <a:avLst/>
            </a:prstGeom>
            <a:solidFill>
              <a:srgbClr val="ABE4C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t4732"/>
            <p:cNvSpPr/>
            <p:nvPr/>
          </p:nvSpPr>
          <p:spPr>
            <a:xfrm>
              <a:off x="2319497" y="1999657"/>
              <a:ext cx="63202" cy="63202"/>
            </a:xfrm>
            <a:prstGeom prst="ellipse">
              <a:avLst/>
            </a:prstGeom>
            <a:solidFill>
              <a:srgbClr val="B3E7C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t4733"/>
            <p:cNvSpPr/>
            <p:nvPr/>
          </p:nvSpPr>
          <p:spPr>
            <a:xfrm>
              <a:off x="2395685" y="2336270"/>
              <a:ext cx="63202" cy="63202"/>
            </a:xfrm>
            <a:prstGeom prst="ellipse">
              <a:avLst/>
            </a:prstGeom>
            <a:solidFill>
              <a:srgbClr val="D6F2E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t4734"/>
            <p:cNvSpPr/>
            <p:nvPr/>
          </p:nvSpPr>
          <p:spPr>
            <a:xfrm>
              <a:off x="2368584" y="2309169"/>
              <a:ext cx="117405" cy="117405"/>
            </a:xfrm>
            <a:prstGeom prst="ellipse">
              <a:avLst/>
            </a:prstGeom>
            <a:solidFill>
              <a:srgbClr val="B9E9D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pt4735"/>
            <p:cNvSpPr/>
            <p:nvPr/>
          </p:nvSpPr>
          <p:spPr>
            <a:xfrm>
              <a:off x="2407362" y="2073607"/>
              <a:ext cx="117405" cy="117405"/>
            </a:xfrm>
            <a:prstGeom prst="ellipse">
              <a:avLst/>
            </a:prstGeom>
            <a:solidFill>
              <a:srgbClr val="94DDC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pt4736"/>
            <p:cNvSpPr/>
            <p:nvPr/>
          </p:nvSpPr>
          <p:spPr>
            <a:xfrm>
              <a:off x="2398994" y="2281290"/>
              <a:ext cx="117405" cy="117405"/>
            </a:xfrm>
            <a:prstGeom prst="ellipse">
              <a:avLst/>
            </a:prstGeom>
            <a:solidFill>
              <a:srgbClr val="D6F3E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pg4737"/>
            <p:cNvSpPr/>
            <p:nvPr/>
          </p:nvSpPr>
          <p:spPr>
            <a:xfrm>
              <a:off x="2356305" y="2220369"/>
              <a:ext cx="158117" cy="136934"/>
            </a:xfrm>
            <a:custGeom>
              <a:avLst/>
              <a:pathLst>
                <a:path w="158117" h="136934">
                  <a:moveTo>
                    <a:pt x="79058" y="0"/>
                  </a:moveTo>
                  <a:lnTo>
                    <a:pt x="158117" y="136934"/>
                  </a:lnTo>
                  <a:lnTo>
                    <a:pt x="0" y="136934"/>
                  </a:lnTo>
                  <a:close/>
                </a:path>
              </a:pathLst>
            </a:custGeom>
            <a:solidFill>
              <a:srgbClr val="FF149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pl4738"/>
            <p:cNvSpPr/>
            <p:nvPr/>
          </p:nvSpPr>
          <p:spPr>
            <a:xfrm>
              <a:off x="2440152" y="2266920"/>
              <a:ext cx="292593" cy="96699"/>
            </a:xfrm>
            <a:custGeom>
              <a:avLst/>
              <a:pathLst>
                <a:path w="292593" h="96699">
                  <a:moveTo>
                    <a:pt x="292593" y="0"/>
                  </a:moveTo>
                  <a:lnTo>
                    <a:pt x="0" y="96699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pl4739"/>
            <p:cNvSpPr/>
            <p:nvPr/>
          </p:nvSpPr>
          <p:spPr>
            <a:xfrm>
              <a:off x="2469788" y="1715197"/>
              <a:ext cx="115465" cy="404083"/>
            </a:xfrm>
            <a:custGeom>
              <a:avLst/>
              <a:pathLst>
                <a:path w="115465" h="404083">
                  <a:moveTo>
                    <a:pt x="115465" y="0"/>
                  </a:moveTo>
                  <a:lnTo>
                    <a:pt x="0" y="404083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" name="pl4740"/>
            <p:cNvSpPr/>
            <p:nvPr/>
          </p:nvSpPr>
          <p:spPr>
            <a:xfrm>
              <a:off x="2464698" y="2072547"/>
              <a:ext cx="154399" cy="255843"/>
            </a:xfrm>
            <a:custGeom>
              <a:avLst/>
              <a:pathLst>
                <a:path w="154399" h="255843">
                  <a:moveTo>
                    <a:pt x="154399" y="0"/>
                  </a:moveTo>
                  <a:lnTo>
                    <a:pt x="0" y="255843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" name="pg4741"/>
            <p:cNvSpPr/>
            <p:nvPr/>
          </p:nvSpPr>
          <p:spPr>
            <a:xfrm>
              <a:off x="2732746" y="2163849"/>
              <a:ext cx="570585" cy="194858"/>
            </a:xfrm>
            <a:custGeom>
              <a:avLst/>
              <a:pathLst>
                <a:path w="570585" h="194858">
                  <a:moveTo>
                    <a:pt x="27431" y="194858"/>
                  </a:moveTo>
                  <a:lnTo>
                    <a:pt x="543153" y="194858"/>
                  </a:lnTo>
                  <a:lnTo>
                    <a:pt x="542049" y="194836"/>
                  </a:lnTo>
                  <a:lnTo>
                    <a:pt x="546460" y="194658"/>
                  </a:lnTo>
                  <a:lnTo>
                    <a:pt x="550785" y="193775"/>
                  </a:lnTo>
                  <a:lnTo>
                    <a:pt x="554913" y="192210"/>
                  </a:lnTo>
                  <a:lnTo>
                    <a:pt x="558736" y="190002"/>
                  </a:lnTo>
                  <a:lnTo>
                    <a:pt x="562156" y="187210"/>
                  </a:lnTo>
                  <a:lnTo>
                    <a:pt x="565083" y="183906"/>
                  </a:lnTo>
                  <a:lnTo>
                    <a:pt x="567443" y="180174"/>
                  </a:lnTo>
                  <a:lnTo>
                    <a:pt x="569173" y="176113"/>
                  </a:lnTo>
                  <a:lnTo>
                    <a:pt x="570230" y="171827"/>
                  </a:lnTo>
                  <a:lnTo>
                    <a:pt x="570585" y="167426"/>
                  </a:lnTo>
                  <a:lnTo>
                    <a:pt x="570585" y="27431"/>
                  </a:lnTo>
                  <a:lnTo>
                    <a:pt x="570230" y="23031"/>
                  </a:lnTo>
                  <a:lnTo>
                    <a:pt x="569173" y="18745"/>
                  </a:lnTo>
                  <a:lnTo>
                    <a:pt x="567443" y="14683"/>
                  </a:lnTo>
                  <a:lnTo>
                    <a:pt x="565083" y="10952"/>
                  </a:lnTo>
                  <a:lnTo>
                    <a:pt x="562156" y="7647"/>
                  </a:lnTo>
                  <a:lnTo>
                    <a:pt x="558736" y="4855"/>
                  </a:lnTo>
                  <a:lnTo>
                    <a:pt x="554913" y="2648"/>
                  </a:lnTo>
                  <a:lnTo>
                    <a:pt x="550785" y="1083"/>
                  </a:lnTo>
                  <a:lnTo>
                    <a:pt x="546460" y="200"/>
                  </a:lnTo>
                  <a:lnTo>
                    <a:pt x="54315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5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" name="tx4742"/>
            <p:cNvSpPr/>
            <p:nvPr/>
          </p:nvSpPr>
          <p:spPr>
            <a:xfrm>
              <a:off x="2778466" y="2209569"/>
              <a:ext cx="479145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W4_VA</a:t>
              </a:r>
            </a:p>
          </p:txBody>
        </p:sp>
        <p:sp>
          <p:nvSpPr>
            <p:cNvPr id="4743" name="pg4743"/>
            <p:cNvSpPr/>
            <p:nvPr/>
          </p:nvSpPr>
          <p:spPr>
            <a:xfrm>
              <a:off x="2585253" y="1597680"/>
              <a:ext cx="718078" cy="194858"/>
            </a:xfrm>
            <a:custGeom>
              <a:avLst/>
              <a:pathLst>
                <a:path w="718078" h="194858">
                  <a:moveTo>
                    <a:pt x="27431" y="194858"/>
                  </a:moveTo>
                  <a:lnTo>
                    <a:pt x="690646" y="194858"/>
                  </a:lnTo>
                  <a:lnTo>
                    <a:pt x="689541" y="194836"/>
                  </a:lnTo>
                  <a:lnTo>
                    <a:pt x="693952" y="194658"/>
                  </a:lnTo>
                  <a:lnTo>
                    <a:pt x="698278" y="193775"/>
                  </a:lnTo>
                  <a:lnTo>
                    <a:pt x="702406" y="192210"/>
                  </a:lnTo>
                  <a:lnTo>
                    <a:pt x="706229" y="190002"/>
                  </a:lnTo>
                  <a:lnTo>
                    <a:pt x="709649" y="187210"/>
                  </a:lnTo>
                  <a:lnTo>
                    <a:pt x="712576" y="183906"/>
                  </a:lnTo>
                  <a:lnTo>
                    <a:pt x="714936" y="180174"/>
                  </a:lnTo>
                  <a:lnTo>
                    <a:pt x="716666" y="176113"/>
                  </a:lnTo>
                  <a:lnTo>
                    <a:pt x="717723" y="171827"/>
                  </a:lnTo>
                  <a:lnTo>
                    <a:pt x="718078" y="167426"/>
                  </a:lnTo>
                  <a:lnTo>
                    <a:pt x="718078" y="27431"/>
                  </a:lnTo>
                  <a:lnTo>
                    <a:pt x="717723" y="23031"/>
                  </a:lnTo>
                  <a:lnTo>
                    <a:pt x="716666" y="18745"/>
                  </a:lnTo>
                  <a:lnTo>
                    <a:pt x="714936" y="14683"/>
                  </a:lnTo>
                  <a:lnTo>
                    <a:pt x="712576" y="10952"/>
                  </a:lnTo>
                  <a:lnTo>
                    <a:pt x="709649" y="7647"/>
                  </a:lnTo>
                  <a:lnTo>
                    <a:pt x="706229" y="4855"/>
                  </a:lnTo>
                  <a:lnTo>
                    <a:pt x="702406" y="2648"/>
                  </a:lnTo>
                  <a:lnTo>
                    <a:pt x="698278" y="1083"/>
                  </a:lnTo>
                  <a:lnTo>
                    <a:pt x="693952" y="200"/>
                  </a:lnTo>
                  <a:lnTo>
                    <a:pt x="690646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5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" name="tx4744"/>
            <p:cNvSpPr/>
            <p:nvPr/>
          </p:nvSpPr>
          <p:spPr>
            <a:xfrm>
              <a:off x="2630973" y="1643400"/>
              <a:ext cx="626638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S1_LOLA</a:t>
              </a:r>
            </a:p>
          </p:txBody>
        </p:sp>
        <p:sp>
          <p:nvSpPr>
            <p:cNvPr id="4745" name="pg4745"/>
            <p:cNvSpPr/>
            <p:nvPr/>
          </p:nvSpPr>
          <p:spPr>
            <a:xfrm>
              <a:off x="2286427" y="1877688"/>
              <a:ext cx="742035" cy="194858"/>
            </a:xfrm>
            <a:custGeom>
              <a:avLst/>
              <a:pathLst>
                <a:path w="742035" h="194858">
                  <a:moveTo>
                    <a:pt x="27431" y="194858"/>
                  </a:moveTo>
                  <a:lnTo>
                    <a:pt x="714603" y="194858"/>
                  </a:lnTo>
                  <a:lnTo>
                    <a:pt x="713499" y="194836"/>
                  </a:lnTo>
                  <a:lnTo>
                    <a:pt x="717910" y="194658"/>
                  </a:lnTo>
                  <a:lnTo>
                    <a:pt x="722235" y="193775"/>
                  </a:lnTo>
                  <a:lnTo>
                    <a:pt x="726363" y="192210"/>
                  </a:lnTo>
                  <a:lnTo>
                    <a:pt x="730186" y="190002"/>
                  </a:lnTo>
                  <a:lnTo>
                    <a:pt x="733606" y="187210"/>
                  </a:lnTo>
                  <a:lnTo>
                    <a:pt x="736533" y="183906"/>
                  </a:lnTo>
                  <a:lnTo>
                    <a:pt x="738893" y="180174"/>
                  </a:lnTo>
                  <a:lnTo>
                    <a:pt x="740623" y="176113"/>
                  </a:lnTo>
                  <a:lnTo>
                    <a:pt x="741680" y="171827"/>
                  </a:lnTo>
                  <a:lnTo>
                    <a:pt x="742035" y="167426"/>
                  </a:lnTo>
                  <a:lnTo>
                    <a:pt x="742035" y="27431"/>
                  </a:lnTo>
                  <a:lnTo>
                    <a:pt x="741680" y="23031"/>
                  </a:lnTo>
                  <a:lnTo>
                    <a:pt x="740623" y="18745"/>
                  </a:lnTo>
                  <a:lnTo>
                    <a:pt x="738893" y="14683"/>
                  </a:lnTo>
                  <a:lnTo>
                    <a:pt x="736533" y="10952"/>
                  </a:lnTo>
                  <a:lnTo>
                    <a:pt x="733606" y="7647"/>
                  </a:lnTo>
                  <a:lnTo>
                    <a:pt x="730186" y="4855"/>
                  </a:lnTo>
                  <a:lnTo>
                    <a:pt x="726363" y="2648"/>
                  </a:lnTo>
                  <a:lnTo>
                    <a:pt x="722235" y="1083"/>
                  </a:lnTo>
                  <a:lnTo>
                    <a:pt x="717910" y="200"/>
                  </a:lnTo>
                  <a:lnTo>
                    <a:pt x="71460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5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" name="tx4746"/>
            <p:cNvSpPr/>
            <p:nvPr/>
          </p:nvSpPr>
          <p:spPr>
            <a:xfrm>
              <a:off x="2332147" y="1923408"/>
              <a:ext cx="650595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S2_DEBY</a:t>
              </a:r>
            </a:p>
          </p:txBody>
        </p:sp>
        <p:sp>
          <p:nvSpPr>
            <p:cNvPr id="4747" name="rc4747"/>
            <p:cNvSpPr/>
            <p:nvPr/>
          </p:nvSpPr>
          <p:spPr>
            <a:xfrm>
              <a:off x="2097741" y="1521787"/>
              <a:ext cx="1251309" cy="1221576"/>
            </a:xfrm>
            <a:prstGeom prst="rect">
              <a:avLst/>
            </a:prstGeom>
            <a:noFill/>
            <a:ln w="2710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914400" y="914400"/>
            <a:ext cx="5943600" cy="3657600"/>
            <a:chOff x="914400" y="914400"/>
            <a:chExt cx="5943600" cy="365760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319740" y="914400"/>
              <a:ext cx="5132918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1389329" y="983989"/>
              <a:ext cx="4993740" cy="351842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1935545" y="1386057"/>
              <a:ext cx="3501561" cy="271461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265396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692120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118843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3545567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972290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399014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825737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5252461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35545" y="3848191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935545" y="3323809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935545" y="2799427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935545" y="2275045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935545" y="1750663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h20"/>
            <p:cNvSpPr/>
            <p:nvPr/>
          </p:nvSpPr>
          <p:spPr>
            <a:xfrm>
              <a:off x="3819257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3828641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3838026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3856794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3866178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3875563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4307239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4316623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4326008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3800488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3809873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3819257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3828641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3838026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3847410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3856794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3866178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3875563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4297855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4307239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4316623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4326008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4335392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3791104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3800488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3809873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3819257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3828641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3838026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3847410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3856794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3866178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3875563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3884947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4297855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4307239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4316623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4326008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4335392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374418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3753567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3762951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3772336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3781720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3791104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3800488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380987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3819257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3828641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3838026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3847410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3856794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3866178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387556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4307239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431662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4326008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3716030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3725414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3734799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3744183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3753567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3762951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3772336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3781720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3791104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3800488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3809873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3819257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3828641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3838026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3847410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3856794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3866178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4316623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3706646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3716030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3725414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3734799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3744183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3753567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3762951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3772336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3781720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3791104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3800488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3809873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3819257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3828641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3838026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3687877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3697262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3706646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3716030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3725414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3734799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3744183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3753567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3762951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3772336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3781720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3791104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3800488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3809873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3659724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3669109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3678493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3687877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3697262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3706646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3716030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3725414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3734799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3744183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3753567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3762951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3772336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3781720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3640956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3650340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3659724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3669109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3678493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3687877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3697262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3706646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3716030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3725414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3734799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3744183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3631572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3640956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3650340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3659724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3669109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3678493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3687877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3697262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3706646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3716030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3725414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3622187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3631572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3640956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3650340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3659724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3669109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3678493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3687877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3697262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3706646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3612803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3622187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3631572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3640956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3650340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3659724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3669109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3678493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3687877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3584650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3594035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3603419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3612803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3622187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3631572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3640956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3650340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3659724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3669109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3575266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3584650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3594035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3603419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3612803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3622187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3631572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3640956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3650340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4335392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3528345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3537729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3547113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3556497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3565882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3575266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3584650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3594035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3603419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3612803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3622187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3631572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3640956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4307239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4316623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4326008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4335392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4344776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3518960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352834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353772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3547113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3556497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3565882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3575266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3584650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359403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360341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3612803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3622187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3631572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423216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424154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4250934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4260318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4288471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429785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430723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4316623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4326008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4335392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4344776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4354161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3518960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352834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353772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3547113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3556497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3565882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3575266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3584650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359403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360341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3612803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3622187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4222781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423216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424154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4250934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4260318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4269702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4279086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4288471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429785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430723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4316623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4326008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4335392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4344776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3518960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352834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353772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3547113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3556497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356588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357526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3584650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359403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360341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3612803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3622187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4147707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4157091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416647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417585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420401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421339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4222781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423216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424154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4250934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4260318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426970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427908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4288471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429785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430723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4316623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4326008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433539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434477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350957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3518960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352834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353772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3547113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3556497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356588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357526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3584650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359403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360341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3612803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413832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4147707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4157091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416647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417585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4185244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4194628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420401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421339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4222781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423216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424154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4250934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4260318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426970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427908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4288471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429785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430723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4316623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4326008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433539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434477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349080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350019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350957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3518960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352834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353772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3547113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3556497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356588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357526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3584650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413832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4147707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4157091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416647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417585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4185244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419462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420401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421339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4222781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423216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424154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4250934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426031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426970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427908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4288471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429785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430723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4316623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432600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433539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434477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349080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350019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350957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3518960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352834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353772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3547113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3556497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356588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413832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4147707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415709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416647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417585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4185244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419462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420401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421339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422278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423216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424154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4250934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426031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426970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427908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428847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429785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430723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4316623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432600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433539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434477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435416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349080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350019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350957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3518960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3528345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3537729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412893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413832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4147707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4157091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4166475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4175859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4185244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419462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420401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421339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4222781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426970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427908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4288471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4297855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4307239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4316623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432600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433539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434477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349080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350019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3509576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3518960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4091401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4100785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4110169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4119554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412893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413832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4147707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4157091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4166475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4175859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4250934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426031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426970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4279086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4288471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4297855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4307239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4316623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432600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433539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399755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400694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4016327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402571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403509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4044480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4053864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406324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407263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4082017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409140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410078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411016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4119554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412893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413832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4147707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415709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416647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417585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423216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424154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4250934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426031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426970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4279086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428847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073">
                <a:alpha val="100000"/>
              </a:srgbClr>
            </a:solidFill>
            <a:ln w="5420" cap="flat">
              <a:solidFill>
                <a:srgbClr val="3B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429785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430723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4316623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398817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1">
                <a:alpha val="100000"/>
              </a:srgbClr>
            </a:solidFill>
            <a:ln w="5420" cap="flat">
              <a:solidFill>
                <a:srgbClr val="3B3E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399755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400694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4016327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402571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403509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4044480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405386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406324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407263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4082017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409140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410078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4110169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411955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412893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413832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4147707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415709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416647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422278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423216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4241549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425093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426031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426970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4279086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428847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429785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4307239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3978790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398817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399755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400694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4016327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402571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4035095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4044480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405386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406324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407263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4082017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409140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4100785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4110169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411955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412893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413832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4147707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415709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422278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4232165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4241549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425093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426031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426970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4279086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428847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3978790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398817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3997558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4006942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4016327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4025711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4035095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4044480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405386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4063248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4072632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4082017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4091401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4100785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4110169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411955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4222781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4232165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4241549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425093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4260318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4269702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3969405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3978790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3988174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3997558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4006942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4016327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4025711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4035095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4044480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4053864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4063248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4072632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4082017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4091401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4213396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4222781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4232165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4241549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4250934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4260318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3922484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3931868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3941253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3950637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3960021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3969405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3978790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3988174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3997558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4006942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4016327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4025711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4035095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4044480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4063248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4072632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4082017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4213396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4222781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4232165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4241549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4250934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389433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390371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3913100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3922484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3931868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3941253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3950637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396002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396940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3978790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3988174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3997558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4006942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402571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403509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4213396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422278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423216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4241549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4250934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3884947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3894331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3903715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3913100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3922484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393186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3941253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3950637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3960021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3969405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E">
                <a:alpha val="100000"/>
              </a:srgbClr>
            </a:solidFill>
            <a:ln w="5420" cap="flat">
              <a:solidFill>
                <a:srgbClr val="3A32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3978790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3988174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399755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4213396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4222781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4232165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4241549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4250934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426031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4269702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4307239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4316623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432600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4335392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4344776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3875563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3884947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389433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390371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3913100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3922484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3931868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3941253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3950637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396002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396940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3978790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3988174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422278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423216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4241549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4250934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4260318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4269702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4279086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429785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4307239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4316623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4326008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4335392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4344776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435416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386617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3875563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3884947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389433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3903715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3913100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3922484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393186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3941253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3950637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396002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422278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4232165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4241549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4250934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426031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4269702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4279086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428847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4297855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4307239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4316623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432600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4335392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4344776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435416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3856794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386617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3875563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3884947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3894331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3903715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3913100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3922484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393186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4232165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4241549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4250934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426031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4269702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4279086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4288471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4297855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4307239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4316623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432600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4335392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4344776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3847410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3856794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3866178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3875563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3884947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3894331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3903715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4241549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4250934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4260318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4269702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4279086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4288471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4297855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4307239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4316623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4326008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4335392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3847410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3856794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3866178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3875563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3884947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3894331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4260318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4269702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4279086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4288471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4297855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4307239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4316623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3838026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3847410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3856794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3866178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3875563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3884947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4279086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4288471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4297855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3828641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3838026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3847410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3856794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3866178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3875563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3828641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3838026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3847410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3856794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3866178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3819257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3828641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3838026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3847410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3856794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3866178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3819257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3828641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3838026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3847410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3856794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3866178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3819257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3828641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3838026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3847410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3856794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3866178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3819257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3828641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3838026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3847410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3856794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3866178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3875563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3809873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3819257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3828641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3838026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3847410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3856794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3866178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3800488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3809873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3819257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3828641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3838026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3847410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3856794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3800488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3809873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3819257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3828641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3838026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3847410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3856794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3875563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3884947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3894331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3903715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3800488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3809873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3819257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3828641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3838026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3847410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3856794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3866178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3875563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3884947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3894331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3903715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3913100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3819257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3828641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3838026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3847410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3856794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3866178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3875563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3884947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3894331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3903715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3913100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3922484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3781720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3791104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3800488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3809873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3838026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3847410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3856794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3866178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3875563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3884947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3894331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3903715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3913100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3922484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3772336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3781720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3791104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3800488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3809873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3819257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3828641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3838026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3847410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3856794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3866178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3875563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3884947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3894331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3903715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3913100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3922484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3931868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3772336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B203B">
                <a:alpha val="100000"/>
              </a:srgbClr>
            </a:solidFill>
            <a:ln w="5420" cap="flat">
              <a:solidFill>
                <a:srgbClr val="2B20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3781720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81E37">
                <a:alpha val="100000"/>
              </a:srgbClr>
            </a:solidFill>
            <a:ln w="5420" cap="flat">
              <a:solidFill>
                <a:srgbClr val="281E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3791104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91E38">
                <a:alpha val="100000"/>
              </a:srgbClr>
            </a:solidFill>
            <a:ln w="5420" cap="flat">
              <a:solidFill>
                <a:srgbClr val="291E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3800488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C213E">
                <a:alpha val="100000"/>
              </a:srgbClr>
            </a:solidFill>
            <a:ln w="5420" cap="flat">
              <a:solidFill>
                <a:srgbClr val="2C2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3809873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12547">
                <a:alpha val="100000"/>
              </a:srgbClr>
            </a:solidFill>
            <a:ln w="5420" cap="flat">
              <a:solidFill>
                <a:srgbClr val="3125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3819257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3828641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3838026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3847410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3856794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3866178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3875563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3884947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3894331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3903715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3913100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3922484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3931868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3772336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61C33">
                <a:alpha val="100000"/>
              </a:srgbClr>
            </a:solidFill>
            <a:ln w="5420" cap="flat">
              <a:solidFill>
                <a:srgbClr val="261C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3781720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41B2F">
                <a:alpha val="100000"/>
              </a:srgbClr>
            </a:solidFill>
            <a:ln w="5420" cap="flat">
              <a:solidFill>
                <a:srgbClr val="241B2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3791104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41B30">
                <a:alpha val="100000"/>
              </a:srgbClr>
            </a:solidFill>
            <a:ln w="5420" cap="flat">
              <a:solidFill>
                <a:srgbClr val="241B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3800488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71D36">
                <a:alpha val="100000"/>
              </a:srgbClr>
            </a:solidFill>
            <a:ln w="5420" cap="flat">
              <a:solidFill>
                <a:srgbClr val="271D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3809873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D213F">
                <a:alpha val="100000"/>
              </a:srgbClr>
            </a:solidFill>
            <a:ln w="5420" cap="flat">
              <a:solidFill>
                <a:srgbClr val="2D21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3819257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3264B">
                <a:alpha val="100000"/>
              </a:srgbClr>
            </a:solidFill>
            <a:ln w="5420" cap="flat">
              <a:solidFill>
                <a:srgbClr val="332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3828641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3838026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3847410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3856794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3866178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3875563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3884947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3894331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3903715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3913100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3922484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3931868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365972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3697262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3706646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371603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372541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3734799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3744183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3753567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22548">
                <a:alpha val="100000"/>
              </a:srgbClr>
            </a:solidFill>
            <a:ln w="5420" cap="flat">
              <a:solidFill>
                <a:srgbClr val="3225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3762951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B203C">
                <a:alpha val="100000"/>
              </a:srgbClr>
            </a:solidFill>
            <a:ln w="5420" cap="flat">
              <a:solidFill>
                <a:srgbClr val="2B20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3772336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61C34">
                <a:alpha val="100000"/>
              </a:srgbClr>
            </a:solidFill>
            <a:ln w="5420" cap="flat">
              <a:solidFill>
                <a:srgbClr val="261C3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378172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41B30">
                <a:alpha val="100000"/>
              </a:srgbClr>
            </a:solidFill>
            <a:ln w="5420" cap="flat">
              <a:solidFill>
                <a:srgbClr val="241B3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379110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51B31">
                <a:alpha val="100000"/>
              </a:srgbClr>
            </a:solidFill>
            <a:ln w="5420" cap="flat">
              <a:solidFill>
                <a:srgbClr val="251B3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3800488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81D36">
                <a:alpha val="100000"/>
              </a:srgbClr>
            </a:solidFill>
            <a:ln w="5420" cap="flat">
              <a:solidFill>
                <a:srgbClr val="281D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3809873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C213E">
                <a:alpha val="100000"/>
              </a:srgbClr>
            </a:solidFill>
            <a:ln w="5420" cap="flat">
              <a:solidFill>
                <a:srgbClr val="2C2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3819257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2264A">
                <a:alpha val="100000"/>
              </a:srgbClr>
            </a:solidFill>
            <a:ln w="5420" cap="flat">
              <a:solidFill>
                <a:srgbClr val="322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3828641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3838026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384741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385679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3866178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3875563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3884947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3894331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3903715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391310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392248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355649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3565882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357526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3631572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364095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365034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365972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3669109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367849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368787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3697262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370664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371603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372541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3734799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374418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375356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284F">
                <a:alpha val="100000"/>
              </a:srgbClr>
            </a:solidFill>
            <a:ln w="5420" cap="flat">
              <a:solidFill>
                <a:srgbClr val="3528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3762951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F2344">
                <a:alpha val="100000"/>
              </a:srgbClr>
            </a:solidFill>
            <a:ln w="5420" cap="flat">
              <a:solidFill>
                <a:srgbClr val="2F23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377233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B203C">
                <a:alpha val="100000"/>
              </a:srgbClr>
            </a:solidFill>
            <a:ln w="5420" cap="flat">
              <a:solidFill>
                <a:srgbClr val="2B20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378172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91E38">
                <a:alpha val="100000"/>
              </a:srgbClr>
            </a:solidFill>
            <a:ln w="5420" cap="flat">
              <a:solidFill>
                <a:srgbClr val="291E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379110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91E39">
                <a:alpha val="100000"/>
              </a:srgbClr>
            </a:solidFill>
            <a:ln w="5420" cap="flat">
              <a:solidFill>
                <a:srgbClr val="291E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3800488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B203D">
                <a:alpha val="100000"/>
              </a:srgbClr>
            </a:solidFill>
            <a:ln w="5420" cap="flat">
              <a:solidFill>
                <a:srgbClr val="2B2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380987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02344">
                <a:alpha val="100000"/>
              </a:srgbClr>
            </a:solidFill>
            <a:ln w="5420" cap="flat">
              <a:solidFill>
                <a:srgbClr val="3023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381925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284E">
                <a:alpha val="100000"/>
              </a:srgbClr>
            </a:solidFill>
            <a:ln w="5420" cap="flat">
              <a:solidFill>
                <a:srgbClr val="3528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3828641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383802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384741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385679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3866178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387556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388494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3894331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354711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355649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3565882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357526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358465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361280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362218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3631572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364095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365034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365972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3669109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367849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368787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3697262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370664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371603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372541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3734799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374418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375356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3762951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2850">
                <a:alpha val="100000"/>
              </a:srgbClr>
            </a:solidFill>
            <a:ln w="5420" cap="flat">
              <a:solidFill>
                <a:srgbClr val="362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377233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22549">
                <a:alpha val="100000"/>
              </a:srgbClr>
            </a:solidFill>
            <a:ln w="5420" cap="flat">
              <a:solidFill>
                <a:srgbClr val="3225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378172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02445">
                <a:alpha val="100000"/>
              </a:srgbClr>
            </a:solidFill>
            <a:ln w="5420" cap="flat">
              <a:solidFill>
                <a:srgbClr val="3024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379110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02445">
                <a:alpha val="100000"/>
              </a:srgbClr>
            </a:solidFill>
            <a:ln w="5420" cap="flat">
              <a:solidFill>
                <a:srgbClr val="3024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3800488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22548">
                <a:alpha val="100000"/>
              </a:srgbClr>
            </a:solidFill>
            <a:ln w="5420" cap="flat">
              <a:solidFill>
                <a:srgbClr val="3225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380987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284F">
                <a:alpha val="100000"/>
              </a:srgbClr>
            </a:solidFill>
            <a:ln w="5420" cap="flat">
              <a:solidFill>
                <a:srgbClr val="3528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381925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3828641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384741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385679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354711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355649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3565882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357526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358465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3594035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3603419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361280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362218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3631572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364095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365034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3659724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3669109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367849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368787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3697262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370664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371603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3725414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3734799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374418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375356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3762951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E">
                <a:alpha val="100000"/>
              </a:srgbClr>
            </a:solidFill>
            <a:ln w="5420" cap="flat">
              <a:solidFill>
                <a:srgbClr val="3A32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377233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378172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3791104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2953">
                <a:alpha val="100000"/>
              </a:srgbClr>
            </a:solidFill>
            <a:ln w="5420" cap="flat">
              <a:solidFill>
                <a:srgbClr val="3729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355649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3565882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3575266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3584650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3594035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3603419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3612803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362218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3631572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3640956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3650340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3659724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3669109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3678493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368787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3697262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3706646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3716030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3725414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3734799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375356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3556497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3565882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3575266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3584650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3594035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3603419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3612803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3622187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3631572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3640956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3650340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3547113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3556497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3565882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3575266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3584650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3594035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3603419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3612803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3622187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3537729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3547113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3556497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3565882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3575266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3584650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3594035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3603419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3528345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3537729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3547113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3556497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3565882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3575266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3584650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3528345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3537729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3547113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3556497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3565882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3575266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3584650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3528345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3537729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3547113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3556497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3565882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3575266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3584650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3528345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3537729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3547113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3556497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3565882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3575266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3584650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3472039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3481423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3547113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3556497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3565882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3575266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3584650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3453270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3462655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3472039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3481423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3490808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3547113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3556497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3565882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3575266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3584650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3434502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3443886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3453270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3462655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3472039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3481423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3490808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3537729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3547113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3556497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3565882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3575266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3425118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3434502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3443886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3453270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3462655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3472039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3481423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3490808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3537729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3547113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3556497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3565882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3575266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3378196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3387581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3396965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3406349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3415733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3425118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3434502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3443886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3453270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3462655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3472039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3481423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3528345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3537729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3547113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3556497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3565882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3575266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3368812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3378196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3387581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3396965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3406349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3415733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3425118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3434502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3443886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3453270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3462655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3472039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3518960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3528345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3537729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3547113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3556497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3565882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3575266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3350043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3359428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3368812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3378196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3387581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3396965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3406349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3415733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3425118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3434502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3443886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3453270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3509576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3518960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3528345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3537729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3547113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3556497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333127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334065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335004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3359428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3368812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3378196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3387581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339696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340634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341573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3425118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3434502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3443886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3453270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346265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347203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348142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3500192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3509576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3518960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352834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353772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354711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3556497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333127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334065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335004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3359428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3368812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3378196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3387581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339696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340634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D">
                <a:alpha val="100000"/>
              </a:srgbClr>
            </a:solidFill>
            <a:ln w="5420" cap="flat">
              <a:solidFill>
                <a:srgbClr val="61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341573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3425118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3434502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3443886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3453270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346265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347203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348142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3490808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3500192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3509576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3518960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352834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353772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354711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333127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334065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3350043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3359428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3368812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3378196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3387581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339696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340634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3415733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3425118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3434502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3443886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453270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346265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347203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481423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3490808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3500192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3509576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3518960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352834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353772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330312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331250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333127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3340659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3350043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3359428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336881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337819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3387581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339696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3425118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343450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344388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3453270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346265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3472039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3481423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3490808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350019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350957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3518960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352834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3293738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330312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331250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3321891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3331275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3340659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3350043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3359428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336881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337819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3387581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3396965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343450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344388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3453270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3462655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3472039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3481423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3490808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350019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350957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3518960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3284354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3293738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330312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331250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9">
                <a:alpha val="100000"/>
              </a:srgbClr>
            </a:solidFill>
            <a:ln w="5420" cap="flat">
              <a:solidFill>
                <a:srgbClr val="83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3321891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3331275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3340659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3350043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3359428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336881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337819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3387581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3396965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343450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344388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3453270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3462655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3472039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3481423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3490808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350019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350957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327496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3284354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3293738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2DDC0">
                <a:alpha val="100000"/>
              </a:srgbClr>
            </a:solidFill>
            <a:ln w="5420" cap="flat">
              <a:solidFill>
                <a:srgbClr val="92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3303122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3312506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3321891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3331275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334065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3350043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3359428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3368812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3378196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3387581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3396965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340634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3443886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3453270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3462655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347203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3481423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3490808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3500192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327496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3284354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3293738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3303122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3312506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2C8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3321891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3331275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334065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3350043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3359428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3368812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3378196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3387581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3396965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40634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3443886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3453270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3462655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347203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3481423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3490808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326558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327496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3284354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3293738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3303122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3312506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3321891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5CD">
                <a:alpha val="100000"/>
              </a:srgbClr>
            </a:solidFill>
            <a:ln w="5420" cap="flat">
              <a:solidFill>
                <a:srgbClr val="AF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333127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334065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3350043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3359428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3368812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3378196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3387581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339696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340634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3415733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3443886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3453270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346265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347203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3481423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3490808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326558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327496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3284354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329373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3303122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6EDD9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3312506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3321891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4EDD8">
                <a:alpha val="100000"/>
              </a:srgbClr>
            </a:solidFill>
            <a:ln w="5420" cap="flat">
              <a:solidFill>
                <a:srgbClr val="C4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333127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334065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3350043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335942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3368812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3378196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3387581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339696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340634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3415733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342511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3453270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346265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347203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3481423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349080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326558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327496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3284354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8E8D2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329373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3303122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7EDD9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3312506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9EEDA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3321891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5EDD8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333127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334065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3350043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335942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3368812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8AC">
                <a:alpha val="100000"/>
              </a:srgbClr>
            </a:solidFill>
            <a:ln w="5420" cap="flat">
              <a:solidFill>
                <a:srgbClr val="5D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3378196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3387581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339696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340634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3415733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342511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3443886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3453270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346265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347203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3481423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349080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327496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3284354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329373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3303122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3312506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3321891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3331275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334065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5E2C9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3350043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335942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3368812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3378196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3387581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3396965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340634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3415733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342511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3434502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3443886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3453270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3462655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347203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3481423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349080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3284354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3293738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3303122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3312506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3321891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3331275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3340659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3350043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3359428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3368812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3378196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3387581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3396965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3406349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3415733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3425118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3434502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3443886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3453270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3462655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3472039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3481423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3284354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3293738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3303122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0E1C6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3312506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3321891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3331275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3340659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3350043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3359428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3368812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3378196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3387581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3396965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3406349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3415733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3425118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3434502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3443886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3453270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3462655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3472039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3303122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3312506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3321891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3331275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3340659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3350043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3359428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3368812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3378196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3387581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3396965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3406349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3415733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3425118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3434502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3443886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3453270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3462655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3312506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3321891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3331275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3340659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3350043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3359428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3368812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3378196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3387581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3396965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3406349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3415733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3425118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3434502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3443886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3453270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3321891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3331275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3340659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3350043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3359428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3368812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3378196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387581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3396965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3406349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3415733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3425118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3434502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3443886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3453270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3284354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3293738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3303122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3312506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3321891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3331275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3340659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3350043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3359428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3368812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3378196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3387581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3396965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3406349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3415733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3425118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3434502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3443886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3274969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3284354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3293738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3303122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3312506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3321891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3331275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3340659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3350043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3359428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3368812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3378196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3387581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3396965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3406349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3415733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3425118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3434502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3443886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3274969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3284354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3293738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3303122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3312506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3321891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3331275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3340659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3350043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3359428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3368812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3378196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3387581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3396965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3406349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3415733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3425118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3434502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3274969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3284354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3293738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3303122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3312506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3321891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3331275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3340659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3350043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3359428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3368812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3378196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3387581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3396965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3406349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3415733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3425118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3284354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3293738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3303122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3312506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3321891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3331275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3340659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3350043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3359428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3368812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3378196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3387581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3396965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3406349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3415733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3312506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3321891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3331275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3340659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3350043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3359428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3368812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3378196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3387581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3396965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3406349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3415733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3331275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3340659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9">
                <a:alpha val="100000"/>
              </a:srgbClr>
            </a:solidFill>
            <a:ln w="5420" cap="flat">
              <a:solidFill>
                <a:srgbClr val="83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3350043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3359428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3368812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3378196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3387581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3396965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3406349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3415733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3340659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3350043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3359428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3368812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3378196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3387581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3396965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3406349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3415733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3350043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3359428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3368812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3378196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3387581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3396965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3406349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3415733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3425118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3378196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3387581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3396965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3406349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3415733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3425118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3331275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3368812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3378196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3387581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3396965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3406349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3415733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3425118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3321891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3331275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3340659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3350043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3359428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3368812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3378196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3387581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3396965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3406349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3415733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3425118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3312506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3321891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3331275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3340659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3350043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3359428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3368812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3378196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3387581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3396965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3406349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3415733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3425118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3434502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3312506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3321891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3331275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3340659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3350043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3359428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3368812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3378196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3387581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3396965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3406349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3415733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3425118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3434502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3443886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3312506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3321891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3331275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3340659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3350043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3359428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3368812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3378196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3387581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3396965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3406349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3415733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3425118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3434502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3443886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3312506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3321891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3331275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3340659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3350043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3359428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3368812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3378196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3387581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3396965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3406349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3415733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3425118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3434502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3443886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3453270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3321891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3331275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3340659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3350043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3359428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3368812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3378196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3387581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3396965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3406349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3415733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3425118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3434502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3443886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3453270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3293738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3303122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3312506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3321891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3331275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3340659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3350043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3359428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3368812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3378196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3387581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3396965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3406349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3415733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3425118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3434502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3443886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3293738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3303122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3312506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3321891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3331275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3340659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3350043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3359428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3368812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3378196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3387581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3396965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3406349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3415733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3425118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3434502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3293738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3303122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3312506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3321891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3331275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3340659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3350043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3359428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3368812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3378196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3387581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3396965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3406349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3415733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3425118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3293738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3303122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3312506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3321891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3331275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3340659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3350043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3359428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3368812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3378196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3387581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3396965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3406349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3415733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3284354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3293738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3303122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3312506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3321891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3331275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3340659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3350043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3359428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3368812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3378196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3387581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3396965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3284354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3293738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3303122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3312506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3321891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3331275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3340659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3350043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3359428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3368812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3378196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3387581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3284354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3293738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3303122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3312506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3321891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3331275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3340659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3350043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3359428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3368812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3378196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3265585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3274969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3284354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3293738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3303122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3312506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3321891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3331275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3340659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3350043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3359428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3368812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3378196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3256201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3265585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3274969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3284354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3293738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3303122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3312506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3321891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3331275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3340659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3350043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3359428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3368812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3378196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3256201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3265585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3274969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3284354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3293738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3303122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3312506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3321891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3331275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3340659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3350043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3359428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3368812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3246816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3256201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3265585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3274969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3284354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3293738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3303122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3312506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3321891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3331275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3340659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3350043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3359428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3237432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3246816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3256201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3265585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3274969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3284354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3293738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3303122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3312506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3321891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3331275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3340659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3218664" y="1944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3228048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3237432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3246816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3256201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3265585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3274969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3284354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3293738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3209279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3218664" y="1955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3228048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3237432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3246816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3256201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3265585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3274969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3190511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3199895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3209279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3218664" y="196734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3228048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3237432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3246816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3256201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3265585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3162358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3171742" y="197887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3181127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3190511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3199895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3209279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3218664" y="197887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3228048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3237432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3246816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3256201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3143589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3152974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3162358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3171742" y="199041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3181127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3190511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3199895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3209279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3218664" y="199041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3228048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3237432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3246816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3134205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3143589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3152974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3162358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3171742" y="2001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3181127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3190511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3199895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3209279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3218664" y="2001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3228048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3237432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3246816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3124821" y="201347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3134205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3143589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3152974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3162358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3171742" y="201347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3181127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3190511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3199895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3209279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3218664" y="201347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3228048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3237432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3115437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3124821" y="2025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3134205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3143589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3152974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3162358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3171742" y="2025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3106052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3115437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3124821" y="2036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3134205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3143589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3152974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3162358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3096668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3106052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3115437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3124821" y="204807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3134205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3143589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3152974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3096668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3106052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3115437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3124821" y="2059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3134205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3143589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3077900" y="2071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3087284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3096668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3106052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3115437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3124821" y="2071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3134205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3068515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3077900" y="2082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3087284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3096668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3106052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3115437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3124821" y="2082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3134205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3049747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3059131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3068515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3077900" y="2094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3087284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3096668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3106052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3115437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3124821" y="2094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3040362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3049747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3059131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3068515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3077900" y="210573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087284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096668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106052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2993441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002825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012210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021594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030978" y="211726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040362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049747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059131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068515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077900" y="211726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087284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096668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2974673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2984057" y="212879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2993441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002825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012210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021594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030978" y="212879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040362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049747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059131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068515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077900" y="212879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087284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2965288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2974673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2984057" y="2140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2993441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3002825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3012210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3021594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3030978" y="2140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3040362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3049747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3059131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3068515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965288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974673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984057" y="215185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993441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3002825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3012210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3021594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3030978" y="215185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3040362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3049747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3059131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965288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974673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984057" y="2163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993441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3002825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3012210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3021594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3030978" y="2163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965288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974673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984057" y="2174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993441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3002825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3012210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3021594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946520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955904" y="2186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965288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974673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984057" y="2186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993441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3002825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3012210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946520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955904" y="2197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965288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974673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984057" y="2197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993441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3002825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937135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946520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955904" y="2209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965288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974673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984057" y="2209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993441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937135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946520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955904" y="222104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965288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974673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2984057" y="222104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2927751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2937135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2946520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2955904" y="2232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2965288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2974673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2927751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2937135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2946520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2955904" y="224411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2965288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2918367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2927751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2937135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2946520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2955904" y="225564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2965288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2918367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2927751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2937135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2946520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2955904" y="226717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2908983" y="227870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2918367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2927751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2937135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2946520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2955904" y="227870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2908983" y="2290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2918367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2927751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2937135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2946520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2955904" y="2290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2908983" y="230177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2918367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2927751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2937135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2946520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2355311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2364695" y="2313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2374079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2383463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2908983" y="2313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2918367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2927751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2937135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2355311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2364695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2374079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D">
                <a:alpha val="100000"/>
              </a:srgbClr>
            </a:solidFill>
            <a:ln w="5420" cap="flat">
              <a:solidFill>
                <a:srgbClr val="61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2383463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2392848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2430385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2439769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2449153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2458538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2467922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2908983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2918367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2927751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2937135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2946520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2289621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229900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2345926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2355311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2364695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2374079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2383463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2392848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243038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2439769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2449153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2458538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2467922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2477306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2486690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249607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2505459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2514843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2524228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2533612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2908983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2918367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2927751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293713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2946520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216762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217700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2186394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219577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220516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2252084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226146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227085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228023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228962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229900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230838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2317774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232715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233654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234592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235531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2364695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237407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2383463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2392848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240223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241161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242100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243038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243976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2449153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2458538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246792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247730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2486690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249607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250545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2514843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252422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253361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254299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257114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2908983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2918367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292775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293713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2946520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215824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216762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217700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2186394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219577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220516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214547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22393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23331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24269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252084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26146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27085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28023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28962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29900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30838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317774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32715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33654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34592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35531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364695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37407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383463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392848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40223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41161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42100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43038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43976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449153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458538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46792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47730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486690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49607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50545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514843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52422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53361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54299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552380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56176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57114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580533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589917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918367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92775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93713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946520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14885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15824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16762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17700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18639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19577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220516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221454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222393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223331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224269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225208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226146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227085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228023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228962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229900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230838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231777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232715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233654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234592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235531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2364695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237407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238346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2392848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240223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241161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242100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243038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243976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244915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2458538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246792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247730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2486690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249607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250545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51484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52422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53361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54299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552380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56176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57114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580533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58991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D">
                <a:alpha val="100000"/>
              </a:srgbClr>
            </a:solidFill>
            <a:ln w="5420" cap="flat">
              <a:solidFill>
                <a:srgbClr val="61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683760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69314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70252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71191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91836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92775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93713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946520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955904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186732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187671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14885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15824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16762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17700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18639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19577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20516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21454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22393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23331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24269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25208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26146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27085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28023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228962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229900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230838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31777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32715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33654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34592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35531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364695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37407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38346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392848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40223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41161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42100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43038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43976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44915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458538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46792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47730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486690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49607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50545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251484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252422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253361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254299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2552380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256176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257114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2580533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258991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2674376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2683760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269314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270252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271191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2721297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2730681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291836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292775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293713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2946520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2955904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185794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186732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1876713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188609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189548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214885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215824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216762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217700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218639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219577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220516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221454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22393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23331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24269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25208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26146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27085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35531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364695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37407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383463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392848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40223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411616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42100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43038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43976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52422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53361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2542996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552380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56176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57114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580533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58991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59930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65560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66499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674376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2683760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69314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270252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2711913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721297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730681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740066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749450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291836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92775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93713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946520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955904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178287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179225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180163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184856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185794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186732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187671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188609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189548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1904866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191425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192363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193301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194240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201747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202686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203624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204563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205501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214885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215824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216762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217700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218639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219577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220516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221454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222393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223331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224269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225208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226146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227085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2552380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256176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257114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2580533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258991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259930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2608686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2627454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263683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264622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265560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266499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2674376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268376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269314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270252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71191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721297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730681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740066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74945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75883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92775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93713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94652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2955904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176410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177348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178287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179225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180163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181102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183917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184856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185794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186732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187671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188609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189548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190486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191425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192363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193301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194240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195178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196117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00809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01747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02686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03624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04563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05501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06439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07378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16762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17700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18639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19577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20516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21454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22393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23331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24269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25208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26146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27085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56176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57114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580533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58991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59930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60868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261807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2627454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263683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264622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265560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266499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2674376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9D1AF">
                <a:alpha val="100000"/>
              </a:srgbClr>
            </a:solidFill>
            <a:ln w="5420" cap="flat">
              <a:solidFill>
                <a:srgbClr val="69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268376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269314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270252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271191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2721297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2730681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2740066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274945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275883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2768219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292775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293713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294652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2955904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296528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175471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176410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177348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178287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179225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180163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181102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182040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182979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183917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184856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185794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186732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187671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188609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189548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190486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191425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192363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193301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194240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195178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196117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197055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197994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198932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199870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200809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201747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202686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203624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204563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205501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206439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207378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208316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209255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210193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217700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218639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219577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221454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222393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223331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224269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225208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226146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227085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257114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2580533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258991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259930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260868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261807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2627454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263683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264622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265560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266499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2674376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268376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269314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2721297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2730681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2740066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274945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275883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2768219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2777603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292775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293713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294652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2955904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296528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175471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176410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177348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178287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179225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180163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181102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182040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182979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183917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184856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185794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186732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187671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188609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189548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190486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191425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192363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193301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194240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195178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196117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197055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197994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198932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199870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200809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201747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202686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203624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204563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205501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206439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207378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208316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209255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210193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211132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216762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217700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218639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219577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220516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221454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222393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223331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224269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225208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226146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2580533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258991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259930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260868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261807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2627454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263683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264622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265560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266499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2730681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2740066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274945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275883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768219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777603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93713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94652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955904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96528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97467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175471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176410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177348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178287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179225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180163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181102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182040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182979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183917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184856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185794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186732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187671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188609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189548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190486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191425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192363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193301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194240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195178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196117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197055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197994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198932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199870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200809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201747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202686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203624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204563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205501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206439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207378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208316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209255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210193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211132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215824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216762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217700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218639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219577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220516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21454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22393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223331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24269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25208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26146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227085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228023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2580533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258991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259930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260868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261807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2627454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263683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264622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2740066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274945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275883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2768219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2777603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278698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279637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293713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294652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2955904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296528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297467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175471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176410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177348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178287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179225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1801639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1811023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182040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182979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183917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184856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185794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195178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196117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197055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197994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198932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199870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2008093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201747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202686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203624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205501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206439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207378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208316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209255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210193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211132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212070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213947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214885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215824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216762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2177009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218639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219577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220516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221454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222393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223331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2242699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225208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226146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227085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228023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228962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259930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274945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275883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2768219" y="2463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2777603" y="2463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278698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279637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280575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293713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294652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2955904" y="2463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296528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2974673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174533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175471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176410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1773486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1782870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179225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1801639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181102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182040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182979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199870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200809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206439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207378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208316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209255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210193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2111320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212070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213008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213947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214885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215824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216762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2177009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218639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219577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220516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221454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222393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223331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2242699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225208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226146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227085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2280236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228962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229900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275883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2768219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2777603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278698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279637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2805756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2815140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2946520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2955904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296528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297467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2984057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1745333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175471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176410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1773486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1782870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179225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1801639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1811023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207378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208316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209255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210193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2111320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212070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213008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213947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214885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215824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216762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2177009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218639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219577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220516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221454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222393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223331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2242699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225208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226146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227085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2280236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228962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229900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2768219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2777603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278698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279637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2805756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2815140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2824524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2946520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2955904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296528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2974673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2984057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1735949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1745333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175471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176410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1773486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1782870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08316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09255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10193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111320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120704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13008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139472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14885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15824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216762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2177009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2186394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219577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2205162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221454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222393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223331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2242699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2252084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226146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2270852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2280236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228962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229900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2777603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278698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279637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2805756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2815140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2824524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283390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2955904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296528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2974673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2984057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299344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1717180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172656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1735949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1745333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1754717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176410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1773486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210193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2111320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212070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213008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2139472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2148857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215824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8FA7">
                <a:alpha val="100000"/>
              </a:srgbClr>
            </a:solidFill>
            <a:ln w="5420" cap="flat">
              <a:solidFill>
                <a:srgbClr val="36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216762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2177009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218639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219577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2205162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223331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2242699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225208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226146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2270852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2280236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228962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229900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279637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2805756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2815140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2824524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283390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2843293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2955904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296528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2974673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2984057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299344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300282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1623337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1632722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164210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1651490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166087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167025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1698412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170779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1717180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172656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173594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1745333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1754717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1764101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217700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218639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224269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225208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2261468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2270852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228023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2289621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280575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2815140" y="252087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2824524" y="252087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2833908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2843293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2965288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2974673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2984057" y="252087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2993441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002825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161395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1623337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1632722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1642106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1651490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1660874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1670259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167964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1689027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1698412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1707796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1717180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1726564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1735949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174533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1754717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2242699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2252084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2261468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2270852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2805756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2815140" y="253241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2824524" y="253241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2833908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284329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2965288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297467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2984057" y="253241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2993441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3002825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3012210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161395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1623337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1632722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1642106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1651490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1660874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1670259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h3196"/>
            <p:cNvSpPr/>
            <p:nvPr/>
          </p:nvSpPr>
          <p:spPr>
            <a:xfrm>
              <a:off x="167964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h3197"/>
            <p:cNvSpPr/>
            <p:nvPr/>
          </p:nvSpPr>
          <p:spPr>
            <a:xfrm>
              <a:off x="1689027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h3198"/>
            <p:cNvSpPr/>
            <p:nvPr/>
          </p:nvSpPr>
          <p:spPr>
            <a:xfrm>
              <a:off x="1698412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h3199"/>
            <p:cNvSpPr/>
            <p:nvPr/>
          </p:nvSpPr>
          <p:spPr>
            <a:xfrm>
              <a:off x="1707796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h3200"/>
            <p:cNvSpPr/>
            <p:nvPr/>
          </p:nvSpPr>
          <p:spPr>
            <a:xfrm>
              <a:off x="1717180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h3201"/>
            <p:cNvSpPr/>
            <p:nvPr/>
          </p:nvSpPr>
          <p:spPr>
            <a:xfrm>
              <a:off x="1726564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h3202"/>
            <p:cNvSpPr/>
            <p:nvPr/>
          </p:nvSpPr>
          <p:spPr>
            <a:xfrm>
              <a:off x="1735949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h3203"/>
            <p:cNvSpPr/>
            <p:nvPr/>
          </p:nvSpPr>
          <p:spPr>
            <a:xfrm>
              <a:off x="174533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h3204"/>
            <p:cNvSpPr/>
            <p:nvPr/>
          </p:nvSpPr>
          <p:spPr>
            <a:xfrm>
              <a:off x="2805756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h3205"/>
            <p:cNvSpPr/>
            <p:nvPr/>
          </p:nvSpPr>
          <p:spPr>
            <a:xfrm>
              <a:off x="2815140" y="2543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h3206"/>
            <p:cNvSpPr/>
            <p:nvPr/>
          </p:nvSpPr>
          <p:spPr>
            <a:xfrm>
              <a:off x="2824524" y="2543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h3207"/>
            <p:cNvSpPr/>
            <p:nvPr/>
          </p:nvSpPr>
          <p:spPr>
            <a:xfrm>
              <a:off x="2833908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h3208"/>
            <p:cNvSpPr/>
            <p:nvPr/>
          </p:nvSpPr>
          <p:spPr>
            <a:xfrm>
              <a:off x="284329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h3209"/>
            <p:cNvSpPr/>
            <p:nvPr/>
          </p:nvSpPr>
          <p:spPr>
            <a:xfrm>
              <a:off x="2965288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h3210"/>
            <p:cNvSpPr/>
            <p:nvPr/>
          </p:nvSpPr>
          <p:spPr>
            <a:xfrm>
              <a:off x="297467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h3211"/>
            <p:cNvSpPr/>
            <p:nvPr/>
          </p:nvSpPr>
          <p:spPr>
            <a:xfrm>
              <a:off x="2984057" y="2543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h3212"/>
            <p:cNvSpPr/>
            <p:nvPr/>
          </p:nvSpPr>
          <p:spPr>
            <a:xfrm>
              <a:off x="2993441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h3213"/>
            <p:cNvSpPr/>
            <p:nvPr/>
          </p:nvSpPr>
          <p:spPr>
            <a:xfrm>
              <a:off x="3002825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h3214"/>
            <p:cNvSpPr/>
            <p:nvPr/>
          </p:nvSpPr>
          <p:spPr>
            <a:xfrm>
              <a:off x="3012210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h3215"/>
            <p:cNvSpPr/>
            <p:nvPr/>
          </p:nvSpPr>
          <p:spPr>
            <a:xfrm>
              <a:off x="3021594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h3216"/>
            <p:cNvSpPr/>
            <p:nvPr/>
          </p:nvSpPr>
          <p:spPr>
            <a:xfrm>
              <a:off x="1604569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h3217"/>
            <p:cNvSpPr/>
            <p:nvPr/>
          </p:nvSpPr>
          <p:spPr>
            <a:xfrm>
              <a:off x="161395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h3218"/>
            <p:cNvSpPr/>
            <p:nvPr/>
          </p:nvSpPr>
          <p:spPr>
            <a:xfrm>
              <a:off x="1623337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h3219"/>
            <p:cNvSpPr/>
            <p:nvPr/>
          </p:nvSpPr>
          <p:spPr>
            <a:xfrm>
              <a:off x="1632722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h3220"/>
            <p:cNvSpPr/>
            <p:nvPr/>
          </p:nvSpPr>
          <p:spPr>
            <a:xfrm>
              <a:off x="1642106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h3221"/>
            <p:cNvSpPr/>
            <p:nvPr/>
          </p:nvSpPr>
          <p:spPr>
            <a:xfrm>
              <a:off x="1651490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h3222"/>
            <p:cNvSpPr/>
            <p:nvPr/>
          </p:nvSpPr>
          <p:spPr>
            <a:xfrm>
              <a:off x="1660874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h3223"/>
            <p:cNvSpPr/>
            <p:nvPr/>
          </p:nvSpPr>
          <p:spPr>
            <a:xfrm>
              <a:off x="1670259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h3224"/>
            <p:cNvSpPr/>
            <p:nvPr/>
          </p:nvSpPr>
          <p:spPr>
            <a:xfrm>
              <a:off x="167964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h3225"/>
            <p:cNvSpPr/>
            <p:nvPr/>
          </p:nvSpPr>
          <p:spPr>
            <a:xfrm>
              <a:off x="1689027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h3226"/>
            <p:cNvSpPr/>
            <p:nvPr/>
          </p:nvSpPr>
          <p:spPr>
            <a:xfrm>
              <a:off x="1698412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h3227"/>
            <p:cNvSpPr/>
            <p:nvPr/>
          </p:nvSpPr>
          <p:spPr>
            <a:xfrm>
              <a:off x="1707796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h3228"/>
            <p:cNvSpPr/>
            <p:nvPr/>
          </p:nvSpPr>
          <p:spPr>
            <a:xfrm>
              <a:off x="1717180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h3229"/>
            <p:cNvSpPr/>
            <p:nvPr/>
          </p:nvSpPr>
          <p:spPr>
            <a:xfrm>
              <a:off x="1726564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h3230"/>
            <p:cNvSpPr/>
            <p:nvPr/>
          </p:nvSpPr>
          <p:spPr>
            <a:xfrm>
              <a:off x="2805756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h3231"/>
            <p:cNvSpPr/>
            <p:nvPr/>
          </p:nvSpPr>
          <p:spPr>
            <a:xfrm>
              <a:off x="2815140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h3232"/>
            <p:cNvSpPr/>
            <p:nvPr/>
          </p:nvSpPr>
          <p:spPr>
            <a:xfrm>
              <a:off x="2824524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h3233"/>
            <p:cNvSpPr/>
            <p:nvPr/>
          </p:nvSpPr>
          <p:spPr>
            <a:xfrm>
              <a:off x="2833908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h3234"/>
            <p:cNvSpPr/>
            <p:nvPr/>
          </p:nvSpPr>
          <p:spPr>
            <a:xfrm>
              <a:off x="284329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h3235"/>
            <p:cNvSpPr/>
            <p:nvPr/>
          </p:nvSpPr>
          <p:spPr>
            <a:xfrm>
              <a:off x="2965288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297467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2984057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2993441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3002825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3012210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3021594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1604569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161395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1623337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1632722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1642106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1651490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1660874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1670259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167964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1689027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1698412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1707796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2805756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2815140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2824524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2833908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284329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297467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2984057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2993441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3002825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3012210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3021594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1576416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1585800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1595185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1604569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161395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1623337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1632722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1642106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1651490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1660874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1670259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167964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1689027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2805756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2815140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2824524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2833908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284329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297467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2984057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2993441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3002825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3012210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3021594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1576416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1585800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1595185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1604569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1613953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1623337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1632722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1642106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1651490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2796371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2805756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2815140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2824524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2833908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2974673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2984057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2993441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3002825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3012210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3021594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1567032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1576416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1585800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1595185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1604569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1613953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1623337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1632722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2796371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2805756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2815140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2824524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2833908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2843293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2852677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2984057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2993441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3002825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3012210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3021594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1557647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1567032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1576416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1585800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1595185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1604569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1613953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1623337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2796371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2805756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2815140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2824524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2833908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2843293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2852677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2862061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2984057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2993441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3002825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3012210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3021594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3030978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1548263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1557647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1567032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1576416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1585800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1595185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1604569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1613953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2796371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2805756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2815140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2824524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2833908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2843293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2852677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2862061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2993441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3002825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3012210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3021594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3030978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1548263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1557647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1567032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1576416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1585800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1595185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1604569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2796371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2805756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2815140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2824524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2833908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2843293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2852677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2862061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2993441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3002825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3012210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3021594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3030978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1529495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1538879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1557647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1567032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1576416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1585800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1595185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2796371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2805756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2815140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2824524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2833908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2843293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2852677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2862061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2993441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3002825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3012210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3021594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3030978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1520110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1529495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1538879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1548263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1557647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1567032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1576416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1585800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1595185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2805756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2815140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2824524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2833908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2843293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2852677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3002825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3012210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3021594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3030978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3040362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1520110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1529495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1538879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1548263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1557647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1567032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1576416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1585800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2805756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2815140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2824524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2833908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2843293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3002825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3012210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3021594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3030978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3040362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1520110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1529495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1538879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1548263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1557647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1567032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1576416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1585800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2805756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2815140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2824524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2833908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2843293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2852677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3012210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3021594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3030978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3040362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3049747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1529495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1538879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1548263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1557647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1567032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1576416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2815140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2824524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2833908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2843293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2852677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3012210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3021594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3030978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3040362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3049747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3059131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1529495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1538879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1548263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1557647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1567032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1576416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2824524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2833908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2843293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2852677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2862061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2871446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2880830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2890214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3021594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3030978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3040362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3049747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3059131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1538879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1548263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1557647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1567032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1576416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2824524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2833908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2843293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2852677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2862061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2871446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2880830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2890214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2899598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3021594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3030978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3040362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3049747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3059131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1538879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1548263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1557647" y="2728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1567032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1576416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2833908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2843293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2852677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2862061" y="2728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2871446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2880830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2890214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2899598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3030978" y="2728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3040362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3049747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3059131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3068515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1538879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1548263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1557647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1567032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1576416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2843293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2852677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2862061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2871446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2880830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2890214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2899598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2908983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3030978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3040362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3049747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3059131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3068515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1548263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1557647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1567032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1576416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2852677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2862061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2871446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2880830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2890214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2899598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2908983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2918367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3030978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3040362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3049747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3059131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3068515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1548263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1557647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1567032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1576416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2862061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2871446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2880830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2890214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2899598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2908983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3030978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3040362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3049747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3059131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3068515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1548263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1557647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1567032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1576416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1585800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2862061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2871446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2880830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2890214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2899598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2908983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3030978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3040362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3049747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3059131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3068515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1548263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1557647" y="278611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1567032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1576416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1585800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2871446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2880830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2890214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2899598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2908983" y="278611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3030978" y="278611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3040362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3049747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3059131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1557647" y="279764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1567032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1576416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1585800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1595185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2880830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2890214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2899598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2908983" y="279764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2918367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3030978" y="279764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3040362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3049747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3059131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1557647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1567032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1576416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1585800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1595185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1604569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2880830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2890214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2899598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2908983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2918367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3030978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3040362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3049747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3059131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1567032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1576416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1585800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1595185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1604569" y="282070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2880830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2890214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2899598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2908983" y="282070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2918367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2927751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2937135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2946520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3030978" y="282070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3040362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3049747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3059131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1576416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1585800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1595185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1604569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2890214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2899598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2908983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2918367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2927751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2937135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2946520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2955904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3021594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3030978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3040362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3049747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3059131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1576416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1585800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1595185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1604569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2899598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2908983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2918367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2927751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2937135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2946520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2955904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3021594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3030978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3040362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3049747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3059131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1567032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1576416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1585800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1595185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1604569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2908983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2918367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2927751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2937135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2946520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2955904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2965288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3012210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3021594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3030978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3040362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3049747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3059131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1567032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1576416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1585800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1595185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1604569" y="2866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2927751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2937135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2946520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2955904" y="2866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2965288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3012210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3021594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3030978" y="2866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3040362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3049747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1557647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1567032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1576416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1585800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1595185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2937135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2946520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2955904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2965288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2974673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2984057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3002825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3012210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3021594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3030978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3040362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1548263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1557647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1567032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1576416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1585800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1595185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2937135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2946520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2955904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2965288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2974673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2984057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2993441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3002825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3012210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3021594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3030978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3040362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1548263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1557647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1567032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1576416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1585800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2937135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2946520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2955904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2965288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2974673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2984057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2993441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3002825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3012210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3021594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3030978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3040362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1548263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1557647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1567032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1576416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1585800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2937135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2946520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2955904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2965288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2974673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2984057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2993441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3002825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3012210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3021594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3030978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1538879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1548263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1557647" y="292449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1567032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1576416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2946520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2955904" y="292449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2965288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2974673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2984057" y="292449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2993441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3002825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3012210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3021594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1538879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1548263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1557647" y="293602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1567032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1576416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2955904" y="293602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2965288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2974673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2984057" y="293602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2993441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1538879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1548263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1557647" y="294756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1567032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1576416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1538879" y="2959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1548263" y="2959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1557647" y="2959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1567032" y="2959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1529495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1538879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1548263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1557647" y="2970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1567032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1529495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1538879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1548263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1557647" y="298215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1567032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1529495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1538879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1548263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1557647" y="2993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1567032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1529495" y="3005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1538879" y="3005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1548263" y="3005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1557647" y="3005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1529495" y="3016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1538879" y="3016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1548263" y="3016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1557647" y="3016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1529495" y="302828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1538879" y="302828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1548263" y="302828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1557647" y="302828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1529495" y="3039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1538879" y="3039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1548263" y="3039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1557647" y="3039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1529495" y="3051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1538879" y="3051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1548263" y="3051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2094707" y="835854"/>
              <a:ext cx="2988173" cy="2998361"/>
            </a:xfrm>
            <a:custGeom>
              <a:avLst/>
              <a:pathLst>
                <a:path w="2988173" h="2998361">
                  <a:moveTo>
                    <a:pt x="2333048" y="914399"/>
                  </a:moveTo>
                  <a:lnTo>
                    <a:pt x="2352921" y="914369"/>
                  </a:lnTo>
                  <a:lnTo>
                    <a:pt x="2388435" y="914318"/>
                  </a:lnTo>
                  <a:lnTo>
                    <a:pt x="2423948" y="914266"/>
                  </a:lnTo>
                  <a:lnTo>
                    <a:pt x="2459461" y="914220"/>
                  </a:lnTo>
                  <a:lnTo>
                    <a:pt x="2494974" y="914169"/>
                  </a:lnTo>
                  <a:lnTo>
                    <a:pt x="2530491" y="914118"/>
                  </a:lnTo>
                  <a:lnTo>
                    <a:pt x="2566004" y="914067"/>
                  </a:lnTo>
                  <a:lnTo>
                    <a:pt x="2601517" y="914015"/>
                  </a:lnTo>
                  <a:lnTo>
                    <a:pt x="2609922" y="893798"/>
                  </a:lnTo>
                  <a:lnTo>
                    <a:pt x="2617753" y="884386"/>
                  </a:lnTo>
                  <a:lnTo>
                    <a:pt x="2628479" y="887504"/>
                  </a:lnTo>
                  <a:lnTo>
                    <a:pt x="2634192" y="887243"/>
                  </a:lnTo>
                  <a:lnTo>
                    <a:pt x="2640543" y="882389"/>
                  </a:lnTo>
                  <a:lnTo>
                    <a:pt x="2645694" y="879439"/>
                  </a:lnTo>
                  <a:lnTo>
                    <a:pt x="2649086" y="879874"/>
                  </a:lnTo>
                  <a:lnTo>
                    <a:pt x="2651982" y="884319"/>
                  </a:lnTo>
                  <a:lnTo>
                    <a:pt x="2654391" y="887284"/>
                  </a:lnTo>
                  <a:lnTo>
                    <a:pt x="2657204" y="886419"/>
                  </a:lnTo>
                  <a:lnTo>
                    <a:pt x="2659612" y="882225"/>
                  </a:lnTo>
                  <a:lnTo>
                    <a:pt x="2659529" y="876407"/>
                  </a:lnTo>
                  <a:lnTo>
                    <a:pt x="2662825" y="872357"/>
                  </a:lnTo>
                  <a:lnTo>
                    <a:pt x="2666738" y="871737"/>
                  </a:lnTo>
                  <a:lnTo>
                    <a:pt x="2670355" y="871865"/>
                  </a:lnTo>
                  <a:lnTo>
                    <a:pt x="2672160" y="869888"/>
                  </a:lnTo>
                  <a:lnTo>
                    <a:pt x="2671960" y="867052"/>
                  </a:lnTo>
                  <a:lnTo>
                    <a:pt x="2670656" y="862484"/>
                  </a:lnTo>
                  <a:lnTo>
                    <a:pt x="2671097" y="856984"/>
                  </a:lnTo>
                  <a:lnTo>
                    <a:pt x="2680132" y="847269"/>
                  </a:lnTo>
                  <a:lnTo>
                    <a:pt x="2691208" y="840679"/>
                  </a:lnTo>
                  <a:lnTo>
                    <a:pt x="2695092" y="837386"/>
                  </a:lnTo>
                  <a:lnTo>
                    <a:pt x="2696221" y="830708"/>
                  </a:lnTo>
                  <a:lnTo>
                    <a:pt x="2702572" y="823770"/>
                  </a:lnTo>
                  <a:lnTo>
                    <a:pt x="2705748" y="819780"/>
                  </a:lnTo>
                  <a:lnTo>
                    <a:pt x="2706523" y="816313"/>
                  </a:lnTo>
                  <a:lnTo>
                    <a:pt x="2704877" y="812048"/>
                  </a:lnTo>
                  <a:lnTo>
                    <a:pt x="2705043" y="803916"/>
                  </a:lnTo>
                  <a:lnTo>
                    <a:pt x="2707227" y="794201"/>
                  </a:lnTo>
                  <a:lnTo>
                    <a:pt x="2709840" y="783622"/>
                  </a:lnTo>
                  <a:lnTo>
                    <a:pt x="2715695" y="774081"/>
                  </a:lnTo>
                  <a:lnTo>
                    <a:pt x="2725296" y="763676"/>
                  </a:lnTo>
                  <a:lnTo>
                    <a:pt x="2727767" y="750003"/>
                  </a:lnTo>
                  <a:lnTo>
                    <a:pt x="2730372" y="735582"/>
                  </a:lnTo>
                  <a:lnTo>
                    <a:pt x="2741978" y="721530"/>
                  </a:lnTo>
                  <a:lnTo>
                    <a:pt x="2755138" y="705594"/>
                  </a:lnTo>
                  <a:lnTo>
                    <a:pt x="2759911" y="699813"/>
                  </a:lnTo>
                  <a:lnTo>
                    <a:pt x="2918285" y="699813"/>
                  </a:lnTo>
                  <a:lnTo>
                    <a:pt x="2918547" y="711796"/>
                  </a:lnTo>
                  <a:lnTo>
                    <a:pt x="2918759" y="728142"/>
                  </a:lnTo>
                  <a:lnTo>
                    <a:pt x="2918984" y="745368"/>
                  </a:lnTo>
                  <a:lnTo>
                    <a:pt x="2919147" y="757664"/>
                  </a:lnTo>
                  <a:lnTo>
                    <a:pt x="2919426" y="774547"/>
                  </a:lnTo>
                  <a:lnTo>
                    <a:pt x="2919647" y="787979"/>
                  </a:lnTo>
                  <a:lnTo>
                    <a:pt x="2919943" y="805513"/>
                  </a:lnTo>
                  <a:lnTo>
                    <a:pt x="2920097" y="814885"/>
                  </a:lnTo>
                  <a:lnTo>
                    <a:pt x="2921601" y="817589"/>
                  </a:lnTo>
                  <a:lnTo>
                    <a:pt x="2920697" y="821281"/>
                  </a:lnTo>
                  <a:lnTo>
                    <a:pt x="2920301" y="823129"/>
                  </a:lnTo>
                  <a:lnTo>
                    <a:pt x="2920397" y="824599"/>
                  </a:lnTo>
                  <a:lnTo>
                    <a:pt x="2920997" y="826448"/>
                  </a:lnTo>
                  <a:lnTo>
                    <a:pt x="2920897" y="829034"/>
                  </a:lnTo>
                  <a:lnTo>
                    <a:pt x="2919497" y="831374"/>
                  </a:lnTo>
                  <a:lnTo>
                    <a:pt x="2918797" y="834078"/>
                  </a:lnTo>
                  <a:lnTo>
                    <a:pt x="2918597" y="838508"/>
                  </a:lnTo>
                  <a:lnTo>
                    <a:pt x="2920097" y="841216"/>
                  </a:lnTo>
                  <a:lnTo>
                    <a:pt x="2922602" y="842814"/>
                  </a:lnTo>
                  <a:lnTo>
                    <a:pt x="2924706" y="842814"/>
                  </a:lnTo>
                  <a:lnTo>
                    <a:pt x="2927411" y="844417"/>
                  </a:lnTo>
                  <a:lnTo>
                    <a:pt x="2930915" y="847249"/>
                  </a:lnTo>
                  <a:lnTo>
                    <a:pt x="2936220" y="849707"/>
                  </a:lnTo>
                  <a:lnTo>
                    <a:pt x="2941729" y="850567"/>
                  </a:lnTo>
                  <a:lnTo>
                    <a:pt x="2945534" y="849953"/>
                  </a:lnTo>
                  <a:lnTo>
                    <a:pt x="2950139" y="851556"/>
                  </a:lnTo>
                  <a:lnTo>
                    <a:pt x="2951743" y="855494"/>
                  </a:lnTo>
                  <a:lnTo>
                    <a:pt x="2950843" y="859181"/>
                  </a:lnTo>
                  <a:lnTo>
                    <a:pt x="2948238" y="860906"/>
                  </a:lnTo>
                  <a:lnTo>
                    <a:pt x="2945434" y="862263"/>
                  </a:lnTo>
                  <a:lnTo>
                    <a:pt x="2944934" y="865090"/>
                  </a:lnTo>
                  <a:lnTo>
                    <a:pt x="2946334" y="868045"/>
                  </a:lnTo>
                  <a:lnTo>
                    <a:pt x="2948338" y="870631"/>
                  </a:lnTo>
                  <a:lnTo>
                    <a:pt x="2950543" y="875173"/>
                  </a:lnTo>
                  <a:lnTo>
                    <a:pt x="2949639" y="879111"/>
                  </a:lnTo>
                  <a:lnTo>
                    <a:pt x="2947638" y="882435"/>
                  </a:lnTo>
                  <a:lnTo>
                    <a:pt x="2946734" y="885876"/>
                  </a:lnTo>
                  <a:lnTo>
                    <a:pt x="2948438" y="888836"/>
                  </a:lnTo>
                  <a:lnTo>
                    <a:pt x="2952943" y="892769"/>
                  </a:lnTo>
                  <a:lnTo>
                    <a:pt x="2955748" y="896584"/>
                  </a:lnTo>
                  <a:lnTo>
                    <a:pt x="2960157" y="898678"/>
                  </a:lnTo>
                  <a:lnTo>
                    <a:pt x="2962257" y="897198"/>
                  </a:lnTo>
                  <a:lnTo>
                    <a:pt x="2963961" y="895227"/>
                  </a:lnTo>
                  <a:lnTo>
                    <a:pt x="2965762" y="893752"/>
                  </a:lnTo>
                  <a:lnTo>
                    <a:pt x="2968866" y="894617"/>
                  </a:lnTo>
                  <a:lnTo>
                    <a:pt x="2972471" y="895724"/>
                  </a:lnTo>
                  <a:lnTo>
                    <a:pt x="2976409" y="897040"/>
                  </a:lnTo>
                  <a:lnTo>
                    <a:pt x="2975938" y="900230"/>
                  </a:lnTo>
                  <a:lnTo>
                    <a:pt x="2978338" y="905607"/>
                  </a:lnTo>
                  <a:lnTo>
                    <a:pt x="2980197" y="915946"/>
                  </a:lnTo>
                  <a:lnTo>
                    <a:pt x="2977342" y="920642"/>
                  </a:lnTo>
                  <a:lnTo>
                    <a:pt x="2977955" y="926864"/>
                  </a:lnTo>
                  <a:lnTo>
                    <a:pt x="2985868" y="928677"/>
                  </a:lnTo>
                  <a:lnTo>
                    <a:pt x="2987794" y="930582"/>
                  </a:lnTo>
                  <a:lnTo>
                    <a:pt x="2988173" y="932881"/>
                  </a:lnTo>
                  <a:lnTo>
                    <a:pt x="2970741" y="948833"/>
                  </a:lnTo>
                  <a:lnTo>
                    <a:pt x="2955994" y="946600"/>
                  </a:lnTo>
                  <a:lnTo>
                    <a:pt x="2947992" y="950830"/>
                  </a:lnTo>
                  <a:lnTo>
                    <a:pt x="2939612" y="952064"/>
                  </a:lnTo>
                  <a:lnTo>
                    <a:pt x="2935937" y="959192"/>
                  </a:lnTo>
                  <a:lnTo>
                    <a:pt x="2931336" y="960703"/>
                  </a:lnTo>
                  <a:lnTo>
                    <a:pt x="2925035" y="960273"/>
                  </a:lnTo>
                  <a:lnTo>
                    <a:pt x="2919601" y="958260"/>
                  </a:lnTo>
                  <a:lnTo>
                    <a:pt x="2915455" y="959248"/>
                  </a:lnTo>
                  <a:lnTo>
                    <a:pt x="2909654" y="972112"/>
                  </a:lnTo>
                  <a:lnTo>
                    <a:pt x="2904903" y="970991"/>
                  </a:lnTo>
                  <a:lnTo>
                    <a:pt x="2903011" y="975620"/>
                  </a:lnTo>
                  <a:lnTo>
                    <a:pt x="2900528" y="977643"/>
                  </a:lnTo>
                  <a:lnTo>
                    <a:pt x="2896886" y="979379"/>
                  </a:lnTo>
                  <a:lnTo>
                    <a:pt x="2893723" y="973664"/>
                  </a:lnTo>
                  <a:lnTo>
                    <a:pt x="2891710" y="968231"/>
                  </a:lnTo>
                  <a:lnTo>
                    <a:pt x="2888743" y="967037"/>
                  </a:lnTo>
                  <a:lnTo>
                    <a:pt x="2884801" y="965650"/>
                  </a:lnTo>
                  <a:lnTo>
                    <a:pt x="2880746" y="965696"/>
                  </a:lnTo>
                  <a:lnTo>
                    <a:pt x="2878041" y="966474"/>
                  </a:lnTo>
                  <a:lnTo>
                    <a:pt x="2874687" y="969987"/>
                  </a:lnTo>
                  <a:lnTo>
                    <a:pt x="2869824" y="973003"/>
                  </a:lnTo>
                  <a:lnTo>
                    <a:pt x="2866144" y="970489"/>
                  </a:lnTo>
                  <a:lnTo>
                    <a:pt x="2863265" y="966448"/>
                  </a:lnTo>
                  <a:lnTo>
                    <a:pt x="2860802" y="972947"/>
                  </a:lnTo>
                  <a:lnTo>
                    <a:pt x="2857218" y="979809"/>
                  </a:lnTo>
                  <a:lnTo>
                    <a:pt x="2857814" y="987813"/>
                  </a:lnTo>
                  <a:lnTo>
                    <a:pt x="2856272" y="992560"/>
                  </a:lnTo>
                  <a:lnTo>
                    <a:pt x="2852871" y="991280"/>
                  </a:lnTo>
                  <a:lnTo>
                    <a:pt x="2849488" y="987117"/>
                  </a:lnTo>
                  <a:lnTo>
                    <a:pt x="2839991" y="983788"/>
                  </a:lnTo>
                  <a:lnTo>
                    <a:pt x="2832427" y="984095"/>
                  </a:lnTo>
                  <a:lnTo>
                    <a:pt x="2833965" y="979650"/>
                  </a:lnTo>
                  <a:lnTo>
                    <a:pt x="2841116" y="973270"/>
                  </a:lnTo>
                  <a:lnTo>
                    <a:pt x="2838915" y="972020"/>
                  </a:lnTo>
                  <a:lnTo>
                    <a:pt x="2835407" y="972906"/>
                  </a:lnTo>
                  <a:lnTo>
                    <a:pt x="2833877" y="972020"/>
                  </a:lnTo>
                  <a:lnTo>
                    <a:pt x="2836386" y="966223"/>
                  </a:lnTo>
                  <a:lnTo>
                    <a:pt x="2836628" y="959827"/>
                  </a:lnTo>
                  <a:lnTo>
                    <a:pt x="2833427" y="962065"/>
                  </a:lnTo>
                  <a:lnTo>
                    <a:pt x="2829402" y="968814"/>
                  </a:lnTo>
                  <a:lnTo>
                    <a:pt x="2819663" y="974186"/>
                  </a:lnTo>
                  <a:lnTo>
                    <a:pt x="2820117" y="983179"/>
                  </a:lnTo>
                  <a:lnTo>
                    <a:pt x="2810949" y="1001609"/>
                  </a:lnTo>
                  <a:lnTo>
                    <a:pt x="2810541" y="1009454"/>
                  </a:lnTo>
                  <a:lnTo>
                    <a:pt x="2804661" y="1015717"/>
                  </a:lnTo>
                  <a:lnTo>
                    <a:pt x="2797081" y="1021104"/>
                  </a:lnTo>
                  <a:lnTo>
                    <a:pt x="2786971" y="1019588"/>
                  </a:lnTo>
                  <a:lnTo>
                    <a:pt x="2779253" y="1024269"/>
                  </a:lnTo>
                  <a:lnTo>
                    <a:pt x="2775336" y="1029641"/>
                  </a:lnTo>
                  <a:lnTo>
                    <a:pt x="2771932" y="1030450"/>
                  </a:lnTo>
                  <a:lnTo>
                    <a:pt x="2770156" y="1023608"/>
                  </a:lnTo>
                  <a:lnTo>
                    <a:pt x="2768864" y="1021493"/>
                  </a:lnTo>
                  <a:lnTo>
                    <a:pt x="2766022" y="1031581"/>
                  </a:lnTo>
                  <a:lnTo>
                    <a:pt x="2763126" y="1032206"/>
                  </a:lnTo>
                  <a:lnTo>
                    <a:pt x="2762030" y="1025052"/>
                  </a:lnTo>
                  <a:lnTo>
                    <a:pt x="2760655" y="1020326"/>
                  </a:lnTo>
                  <a:lnTo>
                    <a:pt x="2756709" y="1024402"/>
                  </a:lnTo>
                  <a:lnTo>
                    <a:pt x="2754087" y="1035207"/>
                  </a:lnTo>
                  <a:lnTo>
                    <a:pt x="2751341" y="1034296"/>
                  </a:lnTo>
                  <a:lnTo>
                    <a:pt x="2750466" y="1030276"/>
                  </a:lnTo>
                  <a:lnTo>
                    <a:pt x="2748499" y="1029057"/>
                  </a:lnTo>
                  <a:lnTo>
                    <a:pt x="2747824" y="1033650"/>
                  </a:lnTo>
                  <a:lnTo>
                    <a:pt x="2748816" y="1040113"/>
                  </a:lnTo>
                  <a:lnTo>
                    <a:pt x="2747387" y="1043564"/>
                  </a:lnTo>
                  <a:lnTo>
                    <a:pt x="2744657" y="1041721"/>
                  </a:lnTo>
                  <a:lnTo>
                    <a:pt x="2741911" y="1038612"/>
                  </a:lnTo>
                  <a:lnTo>
                    <a:pt x="2737381" y="1040973"/>
                  </a:lnTo>
                  <a:lnTo>
                    <a:pt x="2733222" y="1041931"/>
                  </a:lnTo>
                  <a:lnTo>
                    <a:pt x="2733206" y="1038766"/>
                  </a:lnTo>
                  <a:lnTo>
                    <a:pt x="2733997" y="1034884"/>
                  </a:lnTo>
                  <a:lnTo>
                    <a:pt x="2725709" y="1037030"/>
                  </a:lnTo>
                  <a:lnTo>
                    <a:pt x="2715770" y="1044189"/>
                  </a:lnTo>
                  <a:lnTo>
                    <a:pt x="2708052" y="1054093"/>
                  </a:lnTo>
                  <a:lnTo>
                    <a:pt x="2710728" y="1055742"/>
                  </a:lnTo>
                  <a:lnTo>
                    <a:pt x="2713740" y="1058896"/>
                  </a:lnTo>
                  <a:lnTo>
                    <a:pt x="2700334" y="1074198"/>
                  </a:lnTo>
                  <a:lnTo>
                    <a:pt x="2686591" y="1087978"/>
                  </a:lnTo>
                  <a:lnTo>
                    <a:pt x="2676210" y="1110464"/>
                  </a:lnTo>
                  <a:lnTo>
                    <a:pt x="2672043" y="1113096"/>
                  </a:lnTo>
                  <a:lnTo>
                    <a:pt x="2668464" y="1117218"/>
                  </a:lnTo>
                  <a:lnTo>
                    <a:pt x="2664663" y="1130794"/>
                  </a:lnTo>
                  <a:lnTo>
                    <a:pt x="2660275" y="1142879"/>
                  </a:lnTo>
                  <a:lnTo>
                    <a:pt x="2662729" y="1148261"/>
                  </a:lnTo>
                  <a:lnTo>
                    <a:pt x="2664346" y="1153797"/>
                  </a:lnTo>
                  <a:lnTo>
                    <a:pt x="2668243" y="1159246"/>
                  </a:lnTo>
                  <a:lnTo>
                    <a:pt x="2671556" y="1159737"/>
                  </a:lnTo>
                  <a:lnTo>
                    <a:pt x="2675144" y="1158754"/>
                  </a:lnTo>
                  <a:lnTo>
                    <a:pt x="2677777" y="1158985"/>
                  </a:lnTo>
                  <a:lnTo>
                    <a:pt x="2679469" y="1161299"/>
                  </a:lnTo>
                  <a:lnTo>
                    <a:pt x="2678719" y="1164075"/>
                  </a:lnTo>
                  <a:lnTo>
                    <a:pt x="2674581" y="1164766"/>
                  </a:lnTo>
                  <a:lnTo>
                    <a:pt x="2666863" y="1169621"/>
                  </a:lnTo>
                  <a:lnTo>
                    <a:pt x="2660096" y="1171485"/>
                  </a:lnTo>
                  <a:lnTo>
                    <a:pt x="2656704" y="1177353"/>
                  </a:lnTo>
                  <a:lnTo>
                    <a:pt x="2651620" y="1184134"/>
                  </a:lnTo>
                  <a:lnTo>
                    <a:pt x="2641743" y="1194713"/>
                  </a:lnTo>
                  <a:lnTo>
                    <a:pt x="2645965" y="1197975"/>
                  </a:lnTo>
                  <a:lnTo>
                    <a:pt x="2661221" y="1201652"/>
                  </a:lnTo>
                  <a:lnTo>
                    <a:pt x="2668022" y="1205437"/>
                  </a:lnTo>
                  <a:lnTo>
                    <a:pt x="2678315" y="1225198"/>
                  </a:lnTo>
                  <a:lnTo>
                    <a:pt x="2675965" y="1227175"/>
                  </a:lnTo>
                  <a:lnTo>
                    <a:pt x="2675031" y="1230795"/>
                  </a:lnTo>
                  <a:lnTo>
                    <a:pt x="2684182" y="1235875"/>
                  </a:lnTo>
                  <a:lnTo>
                    <a:pt x="2687104" y="1250065"/>
                  </a:lnTo>
                  <a:lnTo>
                    <a:pt x="2694617" y="1254894"/>
                  </a:lnTo>
                  <a:lnTo>
                    <a:pt x="2705814" y="1257864"/>
                  </a:lnTo>
                  <a:lnTo>
                    <a:pt x="2719508" y="1253573"/>
                  </a:lnTo>
                  <a:lnTo>
                    <a:pt x="2730909" y="1247669"/>
                  </a:lnTo>
                  <a:lnTo>
                    <a:pt x="2730509" y="1242829"/>
                  </a:lnTo>
                  <a:lnTo>
                    <a:pt x="2723346" y="1231569"/>
                  </a:lnTo>
                  <a:lnTo>
                    <a:pt x="2721621" y="1226279"/>
                  </a:lnTo>
                  <a:lnTo>
                    <a:pt x="2716303" y="1222853"/>
                  </a:lnTo>
                  <a:lnTo>
                    <a:pt x="2714282" y="1225756"/>
                  </a:lnTo>
                  <a:lnTo>
                    <a:pt x="2710844" y="1221987"/>
                  </a:lnTo>
                  <a:lnTo>
                    <a:pt x="2710457" y="1219872"/>
                  </a:lnTo>
                  <a:lnTo>
                    <a:pt x="2713661" y="1218843"/>
                  </a:lnTo>
                  <a:lnTo>
                    <a:pt x="2717387" y="1219253"/>
                  </a:lnTo>
                  <a:lnTo>
                    <a:pt x="2721733" y="1221224"/>
                  </a:lnTo>
                  <a:lnTo>
                    <a:pt x="2732918" y="1233499"/>
                  </a:lnTo>
                  <a:lnTo>
                    <a:pt x="2736014" y="1249589"/>
                  </a:lnTo>
                  <a:lnTo>
                    <a:pt x="2736677" y="1259805"/>
                  </a:lnTo>
                  <a:lnTo>
                    <a:pt x="2735414" y="1263298"/>
                  </a:lnTo>
                  <a:lnTo>
                    <a:pt x="2732160" y="1262581"/>
                  </a:lnTo>
                  <a:lnTo>
                    <a:pt x="2725950" y="1263277"/>
                  </a:lnTo>
                  <a:lnTo>
                    <a:pt x="2696492" y="1268567"/>
                  </a:lnTo>
                  <a:lnTo>
                    <a:pt x="2689950" y="1273227"/>
                  </a:lnTo>
                  <a:lnTo>
                    <a:pt x="2674948" y="1278287"/>
                  </a:lnTo>
                  <a:lnTo>
                    <a:pt x="2674014" y="1275762"/>
                  </a:lnTo>
                  <a:lnTo>
                    <a:pt x="2675098" y="1270539"/>
                  </a:lnTo>
                  <a:lnTo>
                    <a:pt x="2674152" y="1259841"/>
                  </a:lnTo>
                  <a:lnTo>
                    <a:pt x="2671193" y="1259344"/>
                  </a:lnTo>
                  <a:lnTo>
                    <a:pt x="2647886" y="1276786"/>
                  </a:lnTo>
                  <a:lnTo>
                    <a:pt x="2638876" y="1277882"/>
                  </a:lnTo>
                  <a:lnTo>
                    <a:pt x="2631300" y="1282988"/>
                  </a:lnTo>
                  <a:lnTo>
                    <a:pt x="2629604" y="1280156"/>
                  </a:lnTo>
                  <a:lnTo>
                    <a:pt x="2628250" y="1267077"/>
                  </a:lnTo>
                  <a:lnTo>
                    <a:pt x="2632992" y="1256108"/>
                  </a:lnTo>
                  <a:lnTo>
                    <a:pt x="2630467" y="1256282"/>
                  </a:lnTo>
                  <a:lnTo>
                    <a:pt x="2622549" y="1262868"/>
                  </a:lnTo>
                  <a:lnTo>
                    <a:pt x="2619165" y="1258817"/>
                  </a:lnTo>
                  <a:lnTo>
                    <a:pt x="2617469" y="1254372"/>
                  </a:lnTo>
                  <a:lnTo>
                    <a:pt x="2615031" y="1251858"/>
                  </a:lnTo>
                  <a:lnTo>
                    <a:pt x="2612389" y="1250905"/>
                  </a:lnTo>
                  <a:lnTo>
                    <a:pt x="2614648" y="1260614"/>
                  </a:lnTo>
                  <a:lnTo>
                    <a:pt x="2609281" y="1267896"/>
                  </a:lnTo>
                  <a:lnTo>
                    <a:pt x="2607810" y="1286731"/>
                  </a:lnTo>
                  <a:lnTo>
                    <a:pt x="2601063" y="1294571"/>
                  </a:lnTo>
                  <a:lnTo>
                    <a:pt x="2580031" y="1299610"/>
                  </a:lnTo>
                  <a:lnTo>
                    <a:pt x="2566321" y="1298545"/>
                  </a:lnTo>
                  <a:lnTo>
                    <a:pt x="2554036" y="1300112"/>
                  </a:lnTo>
                  <a:lnTo>
                    <a:pt x="2537700" y="1303727"/>
                  </a:lnTo>
                  <a:lnTo>
                    <a:pt x="2528674" y="1301577"/>
                  </a:lnTo>
                  <a:lnTo>
                    <a:pt x="2519427" y="1305392"/>
                  </a:lnTo>
                  <a:lnTo>
                    <a:pt x="2488039" y="1306431"/>
                  </a:lnTo>
                  <a:lnTo>
                    <a:pt x="2481422" y="1304408"/>
                  </a:lnTo>
                  <a:lnTo>
                    <a:pt x="2472971" y="1311614"/>
                  </a:lnTo>
                  <a:lnTo>
                    <a:pt x="2459440" y="1315874"/>
                  </a:lnTo>
                  <a:lnTo>
                    <a:pt x="2425239" y="1332020"/>
                  </a:lnTo>
                  <a:lnTo>
                    <a:pt x="2417697" y="1337894"/>
                  </a:lnTo>
                  <a:lnTo>
                    <a:pt x="2408512" y="1347066"/>
                  </a:lnTo>
                  <a:lnTo>
                    <a:pt x="2402345" y="1351997"/>
                  </a:lnTo>
                  <a:lnTo>
                    <a:pt x="2397273" y="1353600"/>
                  </a:lnTo>
                  <a:lnTo>
                    <a:pt x="2394156" y="1357707"/>
                  </a:lnTo>
                  <a:lnTo>
                    <a:pt x="2390752" y="1360390"/>
                  </a:lnTo>
                  <a:lnTo>
                    <a:pt x="2394039" y="1351224"/>
                  </a:lnTo>
                  <a:lnTo>
                    <a:pt x="2397611" y="1343496"/>
                  </a:lnTo>
                  <a:lnTo>
                    <a:pt x="2400578" y="1328528"/>
                  </a:lnTo>
                  <a:lnTo>
                    <a:pt x="2399703" y="1316422"/>
                  </a:lnTo>
                  <a:lnTo>
                    <a:pt x="2396023" y="1311445"/>
                  </a:lnTo>
                  <a:lnTo>
                    <a:pt x="2392218" y="1308126"/>
                  </a:lnTo>
                  <a:lnTo>
                    <a:pt x="2396677" y="1320073"/>
                  </a:lnTo>
                  <a:lnTo>
                    <a:pt x="2397398" y="1334724"/>
                  </a:lnTo>
                  <a:lnTo>
                    <a:pt x="2395865" y="1343307"/>
                  </a:lnTo>
                  <a:lnTo>
                    <a:pt x="2387476" y="1359863"/>
                  </a:lnTo>
                  <a:lnTo>
                    <a:pt x="2383905" y="1363719"/>
                  </a:lnTo>
                  <a:lnTo>
                    <a:pt x="2379729" y="1367109"/>
                  </a:lnTo>
                  <a:lnTo>
                    <a:pt x="2376583" y="1368584"/>
                  </a:lnTo>
                  <a:lnTo>
                    <a:pt x="2373678" y="1371231"/>
                  </a:lnTo>
                  <a:lnTo>
                    <a:pt x="2370303" y="1375425"/>
                  </a:lnTo>
                  <a:lnTo>
                    <a:pt x="2367103" y="1383752"/>
                  </a:lnTo>
                  <a:lnTo>
                    <a:pt x="2369040" y="1391341"/>
                  </a:lnTo>
                  <a:lnTo>
                    <a:pt x="2385397" y="1394112"/>
                  </a:lnTo>
                  <a:lnTo>
                    <a:pt x="2389785" y="1391771"/>
                  </a:lnTo>
                  <a:lnTo>
                    <a:pt x="2392018" y="1397205"/>
                  </a:lnTo>
                  <a:lnTo>
                    <a:pt x="2393269" y="1404753"/>
                  </a:lnTo>
                  <a:lnTo>
                    <a:pt x="2392043" y="1412916"/>
                  </a:lnTo>
                  <a:lnTo>
                    <a:pt x="2389310" y="1421222"/>
                  </a:lnTo>
                  <a:lnTo>
                    <a:pt x="2387234" y="1431535"/>
                  </a:lnTo>
                  <a:lnTo>
                    <a:pt x="2385476" y="1447262"/>
                  </a:lnTo>
                  <a:lnTo>
                    <a:pt x="2382830" y="1461411"/>
                  </a:lnTo>
                  <a:lnTo>
                    <a:pt x="2382484" y="1457114"/>
                  </a:lnTo>
                  <a:lnTo>
                    <a:pt x="2384138" y="1439913"/>
                  </a:lnTo>
                  <a:lnTo>
                    <a:pt x="2381459" y="1441710"/>
                  </a:lnTo>
                  <a:lnTo>
                    <a:pt x="2379613" y="1445679"/>
                  </a:lnTo>
                  <a:lnTo>
                    <a:pt x="2374620" y="1467863"/>
                  </a:lnTo>
                  <a:lnTo>
                    <a:pt x="2367757" y="1479687"/>
                  </a:lnTo>
                  <a:lnTo>
                    <a:pt x="2361435" y="1487865"/>
                  </a:lnTo>
                  <a:lnTo>
                    <a:pt x="2354913" y="1486513"/>
                  </a:lnTo>
                  <a:lnTo>
                    <a:pt x="2356380" y="1493012"/>
                  </a:lnTo>
                  <a:lnTo>
                    <a:pt x="2354588" y="1496397"/>
                  </a:lnTo>
                  <a:lnTo>
                    <a:pt x="2353055" y="1503458"/>
                  </a:lnTo>
                  <a:lnTo>
                    <a:pt x="2349167" y="1508139"/>
                  </a:lnTo>
                  <a:lnTo>
                    <a:pt x="2345512" y="1507688"/>
                  </a:lnTo>
                  <a:lnTo>
                    <a:pt x="2340261" y="1510915"/>
                  </a:lnTo>
                  <a:lnTo>
                    <a:pt x="2338190" y="1513383"/>
                  </a:lnTo>
                  <a:lnTo>
                    <a:pt x="2338036" y="1518109"/>
                  </a:lnTo>
                  <a:lnTo>
                    <a:pt x="2334523" y="1522268"/>
                  </a:lnTo>
                  <a:lnTo>
                    <a:pt x="2321847" y="1543868"/>
                  </a:lnTo>
                  <a:lnTo>
                    <a:pt x="2310841" y="1550243"/>
                  </a:lnTo>
                  <a:lnTo>
                    <a:pt x="2308207" y="1549316"/>
                  </a:lnTo>
                  <a:lnTo>
                    <a:pt x="2311108" y="1539121"/>
                  </a:lnTo>
                  <a:lnTo>
                    <a:pt x="2313095" y="1528812"/>
                  </a:lnTo>
                  <a:lnTo>
                    <a:pt x="2306415" y="1524326"/>
                  </a:lnTo>
                  <a:lnTo>
                    <a:pt x="2300023" y="1521955"/>
                  </a:lnTo>
                  <a:lnTo>
                    <a:pt x="2292688" y="1522268"/>
                  </a:lnTo>
                  <a:lnTo>
                    <a:pt x="2284587" y="1514253"/>
                  </a:lnTo>
                  <a:lnTo>
                    <a:pt x="2274144" y="1508426"/>
                  </a:lnTo>
                  <a:lnTo>
                    <a:pt x="2259567" y="1492658"/>
                  </a:lnTo>
                  <a:lnTo>
                    <a:pt x="2259992" y="1488285"/>
                  </a:lnTo>
                  <a:lnTo>
                    <a:pt x="2259626" y="1480947"/>
                  </a:lnTo>
                  <a:lnTo>
                    <a:pt x="2264055" y="1469353"/>
                  </a:lnTo>
                  <a:lnTo>
                    <a:pt x="2268302" y="1461247"/>
                  </a:lnTo>
                  <a:lnTo>
                    <a:pt x="2274165" y="1457048"/>
                  </a:lnTo>
                  <a:lnTo>
                    <a:pt x="2291180" y="1452772"/>
                  </a:lnTo>
                  <a:lnTo>
                    <a:pt x="2295447" y="1446340"/>
                  </a:lnTo>
                  <a:lnTo>
                    <a:pt x="2297977" y="1440922"/>
                  </a:lnTo>
                  <a:lnTo>
                    <a:pt x="2289546" y="1450227"/>
                  </a:lnTo>
                  <a:lnTo>
                    <a:pt x="2276920" y="1453381"/>
                  </a:lnTo>
                  <a:lnTo>
                    <a:pt x="2270115" y="1456853"/>
                  </a:lnTo>
                  <a:lnTo>
                    <a:pt x="2264672" y="1462163"/>
                  </a:lnTo>
                  <a:lnTo>
                    <a:pt x="2261451" y="1468831"/>
                  </a:lnTo>
                  <a:lnTo>
                    <a:pt x="2254158" y="1476866"/>
                  </a:lnTo>
                  <a:lnTo>
                    <a:pt x="2254671" y="1482248"/>
                  </a:lnTo>
                  <a:lnTo>
                    <a:pt x="2255892" y="1486073"/>
                  </a:lnTo>
                  <a:lnTo>
                    <a:pt x="2255329" y="1494046"/>
                  </a:lnTo>
                  <a:lnTo>
                    <a:pt x="2259942" y="1501820"/>
                  </a:lnTo>
                  <a:lnTo>
                    <a:pt x="2269089" y="1514555"/>
                  </a:lnTo>
                  <a:lnTo>
                    <a:pt x="2270836" y="1534338"/>
                  </a:lnTo>
                  <a:lnTo>
                    <a:pt x="2277816" y="1547575"/>
                  </a:lnTo>
                  <a:lnTo>
                    <a:pt x="2288513" y="1563010"/>
                  </a:lnTo>
                  <a:lnTo>
                    <a:pt x="2296739" y="1567398"/>
                  </a:lnTo>
                  <a:lnTo>
                    <a:pt x="2297139" y="1573139"/>
                  </a:lnTo>
                  <a:lnTo>
                    <a:pt x="2293343" y="1582618"/>
                  </a:lnTo>
                  <a:lnTo>
                    <a:pt x="2288338" y="1586950"/>
                  </a:lnTo>
                  <a:lnTo>
                    <a:pt x="2294847" y="1586084"/>
                  </a:lnTo>
                  <a:lnTo>
                    <a:pt x="2298089" y="1588251"/>
                  </a:lnTo>
                  <a:lnTo>
                    <a:pt x="2301244" y="1596157"/>
                  </a:lnTo>
                  <a:lnTo>
                    <a:pt x="2300998" y="1604228"/>
                  </a:lnTo>
                  <a:lnTo>
                    <a:pt x="2299931" y="1608775"/>
                  </a:lnTo>
                  <a:lnTo>
                    <a:pt x="2297960" y="1610588"/>
                  </a:lnTo>
                  <a:lnTo>
                    <a:pt x="2298043" y="1605943"/>
                  </a:lnTo>
                  <a:lnTo>
                    <a:pt x="2296647" y="1604330"/>
                  </a:lnTo>
                  <a:lnTo>
                    <a:pt x="2294343" y="1606343"/>
                  </a:lnTo>
                  <a:lnTo>
                    <a:pt x="2292851" y="1608637"/>
                  </a:lnTo>
                  <a:lnTo>
                    <a:pt x="2292230" y="1617675"/>
                  </a:lnTo>
                  <a:lnTo>
                    <a:pt x="2290651" y="1622192"/>
                  </a:lnTo>
                  <a:lnTo>
                    <a:pt x="2285067" y="1623534"/>
                  </a:lnTo>
                  <a:lnTo>
                    <a:pt x="2279403" y="1635394"/>
                  </a:lnTo>
                  <a:lnTo>
                    <a:pt x="2274136" y="1642123"/>
                  </a:lnTo>
                  <a:lnTo>
                    <a:pt x="2253408" y="1687622"/>
                  </a:lnTo>
                  <a:lnTo>
                    <a:pt x="2254200" y="1695227"/>
                  </a:lnTo>
                  <a:lnTo>
                    <a:pt x="2250408" y="1697674"/>
                  </a:lnTo>
                  <a:lnTo>
                    <a:pt x="2244665" y="1699666"/>
                  </a:lnTo>
                  <a:lnTo>
                    <a:pt x="2238856" y="1704214"/>
                  </a:lnTo>
                  <a:lnTo>
                    <a:pt x="2235002" y="1709227"/>
                  </a:lnTo>
                  <a:lnTo>
                    <a:pt x="2231422" y="1722710"/>
                  </a:lnTo>
                  <a:lnTo>
                    <a:pt x="2224563" y="1737889"/>
                  </a:lnTo>
                  <a:lnTo>
                    <a:pt x="2220283" y="1731565"/>
                  </a:lnTo>
                  <a:lnTo>
                    <a:pt x="2219187" y="1726152"/>
                  </a:lnTo>
                  <a:lnTo>
                    <a:pt x="2221091" y="1712033"/>
                  </a:lnTo>
                  <a:lnTo>
                    <a:pt x="2228509" y="1688887"/>
                  </a:lnTo>
                  <a:lnTo>
                    <a:pt x="2236681" y="1674497"/>
                  </a:lnTo>
                  <a:lnTo>
                    <a:pt x="2242915" y="1667676"/>
                  </a:lnTo>
                  <a:lnTo>
                    <a:pt x="2248041" y="1653773"/>
                  </a:lnTo>
                  <a:lnTo>
                    <a:pt x="2241565" y="1651699"/>
                  </a:lnTo>
                  <a:lnTo>
                    <a:pt x="2231693" y="1651924"/>
                  </a:lnTo>
                  <a:lnTo>
                    <a:pt x="2233551" y="1645508"/>
                  </a:lnTo>
                  <a:lnTo>
                    <a:pt x="2236431" y="1639854"/>
                  </a:lnTo>
                  <a:lnTo>
                    <a:pt x="2231284" y="1634221"/>
                  </a:lnTo>
                  <a:lnTo>
                    <a:pt x="2228238" y="1633504"/>
                  </a:lnTo>
                  <a:lnTo>
                    <a:pt x="2225100" y="1631195"/>
                  </a:lnTo>
                  <a:lnTo>
                    <a:pt x="2228780" y="1626504"/>
                  </a:lnTo>
                  <a:lnTo>
                    <a:pt x="2230576" y="1621547"/>
                  </a:lnTo>
                  <a:lnTo>
                    <a:pt x="2229480" y="1615514"/>
                  </a:lnTo>
                  <a:lnTo>
                    <a:pt x="2231022" y="1610972"/>
                  </a:lnTo>
                  <a:lnTo>
                    <a:pt x="2228451" y="1611658"/>
                  </a:lnTo>
                  <a:lnTo>
                    <a:pt x="2224317" y="1616467"/>
                  </a:lnTo>
                  <a:lnTo>
                    <a:pt x="2221746" y="1618387"/>
                  </a:lnTo>
                  <a:lnTo>
                    <a:pt x="2220179" y="1614132"/>
                  </a:lnTo>
                  <a:lnTo>
                    <a:pt x="2218391" y="1615094"/>
                  </a:lnTo>
                  <a:lnTo>
                    <a:pt x="2217228" y="1618018"/>
                  </a:lnTo>
                  <a:lnTo>
                    <a:pt x="2214591" y="1619626"/>
                  </a:lnTo>
                  <a:lnTo>
                    <a:pt x="2209019" y="1615627"/>
                  </a:lnTo>
                  <a:lnTo>
                    <a:pt x="2200897" y="1611049"/>
                  </a:lnTo>
                  <a:lnTo>
                    <a:pt x="2196376" y="1603173"/>
                  </a:lnTo>
                  <a:lnTo>
                    <a:pt x="2193796" y="1597069"/>
                  </a:lnTo>
                  <a:lnTo>
                    <a:pt x="2196417" y="1586023"/>
                  </a:lnTo>
                  <a:lnTo>
                    <a:pt x="2202031" y="1584062"/>
                  </a:lnTo>
                  <a:lnTo>
                    <a:pt x="2209323" y="1585854"/>
                  </a:lnTo>
                  <a:lnTo>
                    <a:pt x="2218883" y="1585839"/>
                  </a:lnTo>
                  <a:lnTo>
                    <a:pt x="2217516" y="1583386"/>
                  </a:lnTo>
                  <a:lnTo>
                    <a:pt x="2214103" y="1583790"/>
                  </a:lnTo>
                  <a:lnTo>
                    <a:pt x="2204027" y="1574829"/>
                  </a:lnTo>
                  <a:lnTo>
                    <a:pt x="2200785" y="1569416"/>
                  </a:lnTo>
                  <a:lnTo>
                    <a:pt x="2195209" y="1567931"/>
                  </a:lnTo>
                  <a:lnTo>
                    <a:pt x="2192667" y="1573134"/>
                  </a:lnTo>
                  <a:lnTo>
                    <a:pt x="2189846" y="1574516"/>
                  </a:lnTo>
                  <a:lnTo>
                    <a:pt x="2193329" y="1563132"/>
                  </a:lnTo>
                  <a:lnTo>
                    <a:pt x="2197884" y="1562666"/>
                  </a:lnTo>
                  <a:lnTo>
                    <a:pt x="2204610" y="1559512"/>
                  </a:lnTo>
                  <a:lnTo>
                    <a:pt x="2202656" y="1552921"/>
                  </a:lnTo>
                  <a:lnTo>
                    <a:pt x="2198409" y="1550038"/>
                  </a:lnTo>
                  <a:lnTo>
                    <a:pt x="2190742" y="1553654"/>
                  </a:lnTo>
                  <a:lnTo>
                    <a:pt x="2190833" y="1549019"/>
                  </a:lnTo>
                  <a:lnTo>
                    <a:pt x="2192271" y="1543084"/>
                  </a:lnTo>
                  <a:lnTo>
                    <a:pt x="2198051" y="1543105"/>
                  </a:lnTo>
                  <a:lnTo>
                    <a:pt x="2203114" y="1545040"/>
                  </a:lnTo>
                  <a:lnTo>
                    <a:pt x="2207423" y="1535454"/>
                  </a:lnTo>
                  <a:lnTo>
                    <a:pt x="2207615" y="1531173"/>
                  </a:lnTo>
                  <a:lnTo>
                    <a:pt x="2200455" y="1537395"/>
                  </a:lnTo>
                  <a:lnTo>
                    <a:pt x="2198847" y="1523973"/>
                  </a:lnTo>
                  <a:lnTo>
                    <a:pt x="2205894" y="1511027"/>
                  </a:lnTo>
                  <a:lnTo>
                    <a:pt x="2212615" y="1505384"/>
                  </a:lnTo>
                  <a:lnTo>
                    <a:pt x="2221012" y="1505548"/>
                  </a:lnTo>
                  <a:lnTo>
                    <a:pt x="2229547" y="1504636"/>
                  </a:lnTo>
                  <a:lnTo>
                    <a:pt x="2224192" y="1502265"/>
                  </a:lnTo>
                  <a:lnTo>
                    <a:pt x="2218695" y="1500980"/>
                  </a:lnTo>
                  <a:lnTo>
                    <a:pt x="2222825" y="1495864"/>
                  </a:lnTo>
                  <a:lnTo>
                    <a:pt x="2226346" y="1494947"/>
                  </a:lnTo>
                  <a:lnTo>
                    <a:pt x="2229805" y="1490487"/>
                  </a:lnTo>
                  <a:lnTo>
                    <a:pt x="2221487" y="1491148"/>
                  </a:lnTo>
                  <a:lnTo>
                    <a:pt x="2222467" y="1482708"/>
                  </a:lnTo>
                  <a:lnTo>
                    <a:pt x="2218424" y="1484424"/>
                  </a:lnTo>
                  <a:lnTo>
                    <a:pt x="2213586" y="1485218"/>
                  </a:lnTo>
                  <a:lnTo>
                    <a:pt x="2211703" y="1488797"/>
                  </a:lnTo>
                  <a:lnTo>
                    <a:pt x="2212074" y="1494743"/>
                  </a:lnTo>
                  <a:lnTo>
                    <a:pt x="2210661" y="1498645"/>
                  </a:lnTo>
                  <a:lnTo>
                    <a:pt x="2206898" y="1501779"/>
                  </a:lnTo>
                  <a:lnTo>
                    <a:pt x="2200543" y="1504221"/>
                  </a:lnTo>
                  <a:lnTo>
                    <a:pt x="2199926" y="1499986"/>
                  </a:lnTo>
                  <a:lnTo>
                    <a:pt x="2197826" y="1498066"/>
                  </a:lnTo>
                  <a:lnTo>
                    <a:pt x="2197042" y="1507135"/>
                  </a:lnTo>
                  <a:lnTo>
                    <a:pt x="2195375" y="1510218"/>
                  </a:lnTo>
                  <a:lnTo>
                    <a:pt x="2190729" y="1501707"/>
                  </a:lnTo>
                  <a:lnTo>
                    <a:pt x="2189333" y="1503423"/>
                  </a:lnTo>
                  <a:lnTo>
                    <a:pt x="2189512" y="1505840"/>
                  </a:lnTo>
                  <a:lnTo>
                    <a:pt x="2188325" y="1510018"/>
                  </a:lnTo>
                  <a:lnTo>
                    <a:pt x="2184341" y="1512195"/>
                  </a:lnTo>
                  <a:lnTo>
                    <a:pt x="2184587" y="1517551"/>
                  </a:lnTo>
                  <a:lnTo>
                    <a:pt x="2183041" y="1520470"/>
                  </a:lnTo>
                  <a:lnTo>
                    <a:pt x="2170280" y="1515820"/>
                  </a:lnTo>
                  <a:lnTo>
                    <a:pt x="2169980" y="1517398"/>
                  </a:lnTo>
                  <a:lnTo>
                    <a:pt x="2177198" y="1527424"/>
                  </a:lnTo>
                  <a:lnTo>
                    <a:pt x="2182470" y="1530850"/>
                  </a:lnTo>
                  <a:lnTo>
                    <a:pt x="2183111" y="1536319"/>
                  </a:lnTo>
                  <a:lnTo>
                    <a:pt x="2178586" y="1540856"/>
                  </a:lnTo>
                  <a:lnTo>
                    <a:pt x="2172343" y="1536939"/>
                  </a:lnTo>
                  <a:lnTo>
                    <a:pt x="2171293" y="1537226"/>
                  </a:lnTo>
                  <a:lnTo>
                    <a:pt x="2174685" y="1543944"/>
                  </a:lnTo>
                  <a:lnTo>
                    <a:pt x="2176823" y="1549813"/>
                  </a:lnTo>
                  <a:lnTo>
                    <a:pt x="2174623" y="1554729"/>
                  </a:lnTo>
                  <a:lnTo>
                    <a:pt x="2174964" y="1560782"/>
                  </a:lnTo>
                  <a:lnTo>
                    <a:pt x="2174489" y="1566272"/>
                  </a:lnTo>
                  <a:lnTo>
                    <a:pt x="2173143" y="1571060"/>
                  </a:lnTo>
                  <a:lnTo>
                    <a:pt x="2176177" y="1593131"/>
                  </a:lnTo>
                  <a:lnTo>
                    <a:pt x="2179832" y="1599133"/>
                  </a:lnTo>
                  <a:lnTo>
                    <a:pt x="2183424" y="1604873"/>
                  </a:lnTo>
                  <a:lnTo>
                    <a:pt x="2185328" y="1610245"/>
                  </a:lnTo>
                  <a:lnTo>
                    <a:pt x="2181515" y="1611028"/>
                  </a:lnTo>
                  <a:lnTo>
                    <a:pt x="2175444" y="1606609"/>
                  </a:lnTo>
                  <a:lnTo>
                    <a:pt x="2170110" y="1603239"/>
                  </a:lnTo>
                  <a:lnTo>
                    <a:pt x="2163755" y="1592465"/>
                  </a:lnTo>
                  <a:lnTo>
                    <a:pt x="2162704" y="1588164"/>
                  </a:lnTo>
                  <a:lnTo>
                    <a:pt x="2161154" y="1584763"/>
                  </a:lnTo>
                  <a:lnTo>
                    <a:pt x="2161904" y="1592573"/>
                  </a:lnTo>
                  <a:lnTo>
                    <a:pt x="2164171" y="1601294"/>
                  </a:lnTo>
                  <a:lnTo>
                    <a:pt x="2184074" y="1620809"/>
                  </a:lnTo>
                  <a:lnTo>
                    <a:pt x="2187749" y="1628296"/>
                  </a:lnTo>
                  <a:lnTo>
                    <a:pt x="2190550" y="1634180"/>
                  </a:lnTo>
                  <a:lnTo>
                    <a:pt x="2189846" y="1639818"/>
                  </a:lnTo>
                  <a:lnTo>
                    <a:pt x="2184657" y="1635829"/>
                  </a:lnTo>
                  <a:lnTo>
                    <a:pt x="2180182" y="1630744"/>
                  </a:lnTo>
                  <a:lnTo>
                    <a:pt x="2168301" y="1624998"/>
                  </a:lnTo>
                  <a:lnTo>
                    <a:pt x="2153320" y="1621368"/>
                  </a:lnTo>
                  <a:lnTo>
                    <a:pt x="2144873" y="1608012"/>
                  </a:lnTo>
                  <a:lnTo>
                    <a:pt x="2144902" y="1613584"/>
                  </a:lnTo>
                  <a:lnTo>
                    <a:pt x="2143027" y="1618310"/>
                  </a:lnTo>
                  <a:lnTo>
                    <a:pt x="2137864" y="1612549"/>
                  </a:lnTo>
                  <a:lnTo>
                    <a:pt x="2134609" y="1607633"/>
                  </a:lnTo>
                  <a:lnTo>
                    <a:pt x="2133517" y="1602246"/>
                  </a:lnTo>
                  <a:lnTo>
                    <a:pt x="2127071" y="1602615"/>
                  </a:lnTo>
                  <a:lnTo>
                    <a:pt x="2120311" y="1607295"/>
                  </a:lnTo>
                  <a:lnTo>
                    <a:pt x="2113773" y="1606184"/>
                  </a:lnTo>
                  <a:lnTo>
                    <a:pt x="2112998" y="1597048"/>
                  </a:lnTo>
                  <a:lnTo>
                    <a:pt x="2114765" y="1592209"/>
                  </a:lnTo>
                  <a:lnTo>
                    <a:pt x="2122103" y="1580764"/>
                  </a:lnTo>
                  <a:lnTo>
                    <a:pt x="2129017" y="1574921"/>
                  </a:lnTo>
                  <a:lnTo>
                    <a:pt x="2132067" y="1567378"/>
                  </a:lnTo>
                  <a:lnTo>
                    <a:pt x="2131025" y="1555682"/>
                  </a:lnTo>
                  <a:lnTo>
                    <a:pt x="2129725" y="1567583"/>
                  </a:lnTo>
                  <a:lnTo>
                    <a:pt x="2125775" y="1573482"/>
                  </a:lnTo>
                  <a:lnTo>
                    <a:pt x="2119565" y="1577988"/>
                  </a:lnTo>
                  <a:lnTo>
                    <a:pt x="2111393" y="1586018"/>
                  </a:lnTo>
                  <a:lnTo>
                    <a:pt x="2109397" y="1593443"/>
                  </a:lnTo>
                  <a:lnTo>
                    <a:pt x="2106847" y="1607346"/>
                  </a:lnTo>
                  <a:lnTo>
                    <a:pt x="2110297" y="1612053"/>
                  </a:lnTo>
                  <a:lnTo>
                    <a:pt x="2113823" y="1613282"/>
                  </a:lnTo>
                  <a:lnTo>
                    <a:pt x="2124237" y="1610127"/>
                  </a:lnTo>
                  <a:lnTo>
                    <a:pt x="2129625" y="1611535"/>
                  </a:lnTo>
                  <a:lnTo>
                    <a:pt x="2141610" y="1628276"/>
                  </a:lnTo>
                  <a:lnTo>
                    <a:pt x="2163925" y="1634897"/>
                  </a:lnTo>
                  <a:lnTo>
                    <a:pt x="2172064" y="1639035"/>
                  </a:lnTo>
                  <a:lnTo>
                    <a:pt x="2178698" y="1647771"/>
                  </a:lnTo>
                  <a:lnTo>
                    <a:pt x="2188670" y="1652800"/>
                  </a:lnTo>
                  <a:lnTo>
                    <a:pt x="2196409" y="1660107"/>
                  </a:lnTo>
                  <a:lnTo>
                    <a:pt x="2196617" y="1664875"/>
                  </a:lnTo>
                  <a:lnTo>
                    <a:pt x="2193938" y="1670513"/>
                  </a:lnTo>
                  <a:lnTo>
                    <a:pt x="2192879" y="1678143"/>
                  </a:lnTo>
                  <a:lnTo>
                    <a:pt x="2189591" y="1682957"/>
                  </a:lnTo>
                  <a:lnTo>
                    <a:pt x="2181699" y="1683510"/>
                  </a:lnTo>
                  <a:lnTo>
                    <a:pt x="2176931" y="1682271"/>
                  </a:lnTo>
                  <a:lnTo>
                    <a:pt x="2151303" y="1655447"/>
                  </a:lnTo>
                  <a:lnTo>
                    <a:pt x="2148244" y="1652979"/>
                  </a:lnTo>
                  <a:lnTo>
                    <a:pt x="2138739" y="1638932"/>
                  </a:lnTo>
                  <a:lnTo>
                    <a:pt x="2127587" y="1631410"/>
                  </a:lnTo>
                  <a:lnTo>
                    <a:pt x="2124137" y="1631568"/>
                  </a:lnTo>
                  <a:lnTo>
                    <a:pt x="2140010" y="1645482"/>
                  </a:lnTo>
                  <a:lnTo>
                    <a:pt x="2146490" y="1655212"/>
                  </a:lnTo>
                  <a:lnTo>
                    <a:pt x="2157904" y="1668854"/>
                  </a:lnTo>
                  <a:lnTo>
                    <a:pt x="2166063" y="1674630"/>
                  </a:lnTo>
                  <a:lnTo>
                    <a:pt x="2172068" y="1683643"/>
                  </a:lnTo>
                  <a:lnTo>
                    <a:pt x="2177648" y="1687868"/>
                  </a:lnTo>
                  <a:lnTo>
                    <a:pt x="2192883" y="1693885"/>
                  </a:lnTo>
                  <a:lnTo>
                    <a:pt x="2187587" y="1698207"/>
                  </a:lnTo>
                  <a:lnTo>
                    <a:pt x="2196042" y="1701889"/>
                  </a:lnTo>
                  <a:lnTo>
                    <a:pt x="2197251" y="1708659"/>
                  </a:lnTo>
                  <a:lnTo>
                    <a:pt x="2196476" y="1716376"/>
                  </a:lnTo>
                  <a:lnTo>
                    <a:pt x="2184741" y="1713324"/>
                  </a:lnTo>
                  <a:lnTo>
                    <a:pt x="2184357" y="1719008"/>
                  </a:lnTo>
                  <a:lnTo>
                    <a:pt x="2185407" y="1722362"/>
                  </a:lnTo>
                  <a:lnTo>
                    <a:pt x="2180223" y="1725133"/>
                  </a:lnTo>
                  <a:lnTo>
                    <a:pt x="2173014" y="1721374"/>
                  </a:lnTo>
                  <a:lnTo>
                    <a:pt x="2154295" y="1700813"/>
                  </a:lnTo>
                  <a:lnTo>
                    <a:pt x="2154453" y="1703563"/>
                  </a:lnTo>
                  <a:lnTo>
                    <a:pt x="2155970" y="1706754"/>
                  </a:lnTo>
                  <a:lnTo>
                    <a:pt x="2166826" y="1719991"/>
                  </a:lnTo>
                  <a:lnTo>
                    <a:pt x="2176515" y="1727929"/>
                  </a:lnTo>
                  <a:lnTo>
                    <a:pt x="2184728" y="1731513"/>
                  </a:lnTo>
                  <a:lnTo>
                    <a:pt x="2191058" y="1738165"/>
                  </a:lnTo>
                  <a:lnTo>
                    <a:pt x="2193292" y="1742190"/>
                  </a:lnTo>
                  <a:lnTo>
                    <a:pt x="2194784" y="1748295"/>
                  </a:lnTo>
                  <a:lnTo>
                    <a:pt x="2190091" y="1752443"/>
                  </a:lnTo>
                  <a:lnTo>
                    <a:pt x="2184749" y="1754732"/>
                  </a:lnTo>
                  <a:lnTo>
                    <a:pt x="2179532" y="1750594"/>
                  </a:lnTo>
                  <a:lnTo>
                    <a:pt x="2175706" y="1746236"/>
                  </a:lnTo>
                  <a:lnTo>
                    <a:pt x="2167559" y="1738836"/>
                  </a:lnTo>
                  <a:lnTo>
                    <a:pt x="2165117" y="1730566"/>
                  </a:lnTo>
                  <a:lnTo>
                    <a:pt x="2158921" y="1730991"/>
                  </a:lnTo>
                  <a:lnTo>
                    <a:pt x="2133021" y="1720503"/>
                  </a:lnTo>
                  <a:lnTo>
                    <a:pt x="2112206" y="1719295"/>
                  </a:lnTo>
                  <a:lnTo>
                    <a:pt x="2114240" y="1721405"/>
                  </a:lnTo>
                  <a:lnTo>
                    <a:pt x="2116873" y="1722808"/>
                  </a:lnTo>
                  <a:lnTo>
                    <a:pt x="2133451" y="1725394"/>
                  </a:lnTo>
                  <a:lnTo>
                    <a:pt x="2140001" y="1730223"/>
                  </a:lnTo>
                  <a:lnTo>
                    <a:pt x="2153637" y="1734509"/>
                  </a:lnTo>
                  <a:lnTo>
                    <a:pt x="2161621" y="1735682"/>
                  </a:lnTo>
                  <a:lnTo>
                    <a:pt x="2164859" y="1748848"/>
                  </a:lnTo>
                  <a:lnTo>
                    <a:pt x="2175894" y="1757907"/>
                  </a:lnTo>
                  <a:lnTo>
                    <a:pt x="2177327" y="1764620"/>
                  </a:lnTo>
                  <a:lnTo>
                    <a:pt x="2184862" y="1765373"/>
                  </a:lnTo>
                  <a:lnTo>
                    <a:pt x="2198118" y="1758787"/>
                  </a:lnTo>
                  <a:lnTo>
                    <a:pt x="2206673" y="1761097"/>
                  </a:lnTo>
                  <a:lnTo>
                    <a:pt x="2219012" y="1762981"/>
                  </a:lnTo>
                  <a:lnTo>
                    <a:pt x="2221833" y="1768297"/>
                  </a:lnTo>
                  <a:lnTo>
                    <a:pt x="2223950" y="1778411"/>
                  </a:lnTo>
                  <a:lnTo>
                    <a:pt x="2228313" y="1789789"/>
                  </a:lnTo>
                  <a:lnTo>
                    <a:pt x="2239627" y="1834654"/>
                  </a:lnTo>
                  <a:lnTo>
                    <a:pt x="2256625" y="1871350"/>
                  </a:lnTo>
                  <a:lnTo>
                    <a:pt x="2258717" y="1877669"/>
                  </a:lnTo>
                  <a:lnTo>
                    <a:pt x="2254767" y="1872123"/>
                  </a:lnTo>
                  <a:lnTo>
                    <a:pt x="2242157" y="1847820"/>
                  </a:lnTo>
                  <a:lnTo>
                    <a:pt x="2235197" y="1830270"/>
                  </a:lnTo>
                  <a:lnTo>
                    <a:pt x="2228047" y="1799284"/>
                  </a:lnTo>
                  <a:lnTo>
                    <a:pt x="2225971" y="1792345"/>
                  </a:lnTo>
                  <a:lnTo>
                    <a:pt x="2223529" y="1789574"/>
                  </a:lnTo>
                  <a:lnTo>
                    <a:pt x="2221921" y="1791827"/>
                  </a:lnTo>
                  <a:lnTo>
                    <a:pt x="2221229" y="1795776"/>
                  </a:lnTo>
                  <a:lnTo>
                    <a:pt x="2222396" y="1798807"/>
                  </a:lnTo>
                  <a:lnTo>
                    <a:pt x="2219579" y="1809008"/>
                  </a:lnTo>
                  <a:lnTo>
                    <a:pt x="2220800" y="1813689"/>
                  </a:lnTo>
                  <a:lnTo>
                    <a:pt x="2225375" y="1818528"/>
                  </a:lnTo>
                  <a:lnTo>
                    <a:pt x="2230347" y="1830603"/>
                  </a:lnTo>
                  <a:lnTo>
                    <a:pt x="2234318" y="1846862"/>
                  </a:lnTo>
                  <a:lnTo>
                    <a:pt x="2228947" y="1840271"/>
                  </a:lnTo>
                  <a:lnTo>
                    <a:pt x="2223213" y="1836779"/>
                  </a:lnTo>
                  <a:lnTo>
                    <a:pt x="2214291" y="1834101"/>
                  </a:lnTo>
                  <a:lnTo>
                    <a:pt x="2206344" y="1829405"/>
                  </a:lnTo>
                  <a:lnTo>
                    <a:pt x="2206923" y="1836139"/>
                  </a:lnTo>
                  <a:lnTo>
                    <a:pt x="2206160" y="1843410"/>
                  </a:lnTo>
                  <a:lnTo>
                    <a:pt x="2200034" y="1841193"/>
                  </a:lnTo>
                  <a:lnTo>
                    <a:pt x="2195867" y="1838781"/>
                  </a:lnTo>
                  <a:lnTo>
                    <a:pt x="2199555" y="1846529"/>
                  </a:lnTo>
                  <a:lnTo>
                    <a:pt x="2191550" y="1844204"/>
                  </a:lnTo>
                  <a:lnTo>
                    <a:pt x="2186216" y="1844691"/>
                  </a:lnTo>
                  <a:lnTo>
                    <a:pt x="2182749" y="1851568"/>
                  </a:lnTo>
                  <a:lnTo>
                    <a:pt x="2178098" y="1855742"/>
                  </a:lnTo>
                  <a:lnTo>
                    <a:pt x="2171222" y="1857088"/>
                  </a:lnTo>
                  <a:lnTo>
                    <a:pt x="2161021" y="1850800"/>
                  </a:lnTo>
                  <a:lnTo>
                    <a:pt x="2157716" y="1843165"/>
                  </a:lnTo>
                  <a:lnTo>
                    <a:pt x="2156349" y="1834664"/>
                  </a:lnTo>
                  <a:lnTo>
                    <a:pt x="2155804" y="1844716"/>
                  </a:lnTo>
                  <a:lnTo>
                    <a:pt x="2157620" y="1855183"/>
                  </a:lnTo>
                  <a:lnTo>
                    <a:pt x="2156983" y="1863141"/>
                  </a:lnTo>
                  <a:lnTo>
                    <a:pt x="2166805" y="1864606"/>
                  </a:lnTo>
                  <a:lnTo>
                    <a:pt x="2175990" y="1863305"/>
                  </a:lnTo>
                  <a:lnTo>
                    <a:pt x="2188383" y="1863638"/>
                  </a:lnTo>
                  <a:lnTo>
                    <a:pt x="2196467" y="1862148"/>
                  </a:lnTo>
                  <a:lnTo>
                    <a:pt x="2201335" y="1859618"/>
                  </a:lnTo>
                  <a:lnTo>
                    <a:pt x="2213007" y="1861810"/>
                  </a:lnTo>
                  <a:lnTo>
                    <a:pt x="2213836" y="1871422"/>
                  </a:lnTo>
                  <a:lnTo>
                    <a:pt x="2212503" y="1880977"/>
                  </a:lnTo>
                  <a:lnTo>
                    <a:pt x="2211828" y="1891153"/>
                  </a:lnTo>
                  <a:lnTo>
                    <a:pt x="2215061" y="1891086"/>
                  </a:lnTo>
                  <a:lnTo>
                    <a:pt x="2218862" y="1887834"/>
                  </a:lnTo>
                  <a:lnTo>
                    <a:pt x="2220762" y="1869609"/>
                  </a:lnTo>
                  <a:lnTo>
                    <a:pt x="2231430" y="1862875"/>
                  </a:lnTo>
                  <a:lnTo>
                    <a:pt x="2235006" y="1863336"/>
                  </a:lnTo>
                  <a:lnTo>
                    <a:pt x="2238402" y="1869194"/>
                  </a:lnTo>
                  <a:lnTo>
                    <a:pt x="2239544" y="1875135"/>
                  </a:lnTo>
                  <a:lnTo>
                    <a:pt x="2240748" y="1883292"/>
                  </a:lnTo>
                  <a:lnTo>
                    <a:pt x="2238256" y="1895721"/>
                  </a:lnTo>
                  <a:lnTo>
                    <a:pt x="2221867" y="1910254"/>
                  </a:lnTo>
                  <a:lnTo>
                    <a:pt x="2210127" y="1923691"/>
                  </a:lnTo>
                  <a:lnTo>
                    <a:pt x="2204127" y="1926431"/>
                  </a:lnTo>
                  <a:lnTo>
                    <a:pt x="2195471" y="1924869"/>
                  </a:lnTo>
                  <a:lnTo>
                    <a:pt x="2185658" y="1921489"/>
                  </a:lnTo>
                  <a:lnTo>
                    <a:pt x="2180844" y="1920808"/>
                  </a:lnTo>
                  <a:lnTo>
                    <a:pt x="2177186" y="1921935"/>
                  </a:lnTo>
                  <a:lnTo>
                    <a:pt x="2174956" y="1917797"/>
                  </a:lnTo>
                  <a:lnTo>
                    <a:pt x="2173518" y="1910249"/>
                  </a:lnTo>
                  <a:lnTo>
                    <a:pt x="2169701" y="1907745"/>
                  </a:lnTo>
                  <a:lnTo>
                    <a:pt x="2166813" y="1908021"/>
                  </a:lnTo>
                  <a:lnTo>
                    <a:pt x="2164842" y="1916040"/>
                  </a:lnTo>
                  <a:lnTo>
                    <a:pt x="2155687" y="1918319"/>
                  </a:lnTo>
                  <a:lnTo>
                    <a:pt x="2143239" y="1915006"/>
                  </a:lnTo>
                  <a:lnTo>
                    <a:pt x="2130204" y="1908262"/>
                  </a:lnTo>
                  <a:lnTo>
                    <a:pt x="2135797" y="1915498"/>
                  </a:lnTo>
                  <a:lnTo>
                    <a:pt x="2168143" y="1928996"/>
                  </a:lnTo>
                  <a:lnTo>
                    <a:pt x="2171785" y="1931521"/>
                  </a:lnTo>
                  <a:lnTo>
                    <a:pt x="2175185" y="1935213"/>
                  </a:lnTo>
                  <a:lnTo>
                    <a:pt x="2170660" y="1941005"/>
                  </a:lnTo>
                  <a:lnTo>
                    <a:pt x="2167113" y="1947529"/>
                  </a:lnTo>
                  <a:lnTo>
                    <a:pt x="2166613" y="1952650"/>
                  </a:lnTo>
                  <a:lnTo>
                    <a:pt x="2165363" y="1955881"/>
                  </a:lnTo>
                  <a:lnTo>
                    <a:pt x="2152466" y="1964587"/>
                  </a:lnTo>
                  <a:lnTo>
                    <a:pt x="2145477" y="1963050"/>
                  </a:lnTo>
                  <a:lnTo>
                    <a:pt x="2127621" y="1947355"/>
                  </a:lnTo>
                  <a:lnTo>
                    <a:pt x="2135755" y="1960930"/>
                  </a:lnTo>
                  <a:lnTo>
                    <a:pt x="2142268" y="1966691"/>
                  </a:lnTo>
                  <a:lnTo>
                    <a:pt x="2155383" y="1969764"/>
                  </a:lnTo>
                  <a:lnTo>
                    <a:pt x="2179982" y="1964689"/>
                  </a:lnTo>
                  <a:lnTo>
                    <a:pt x="2188050" y="1970230"/>
                  </a:lnTo>
                  <a:lnTo>
                    <a:pt x="2181428" y="1980047"/>
                  </a:lnTo>
                  <a:lnTo>
                    <a:pt x="2174848" y="1986934"/>
                  </a:lnTo>
                  <a:lnTo>
                    <a:pt x="2166217" y="1987702"/>
                  </a:lnTo>
                  <a:lnTo>
                    <a:pt x="2158616" y="1989567"/>
                  </a:lnTo>
                  <a:lnTo>
                    <a:pt x="2156387" y="1994303"/>
                  </a:lnTo>
                  <a:lnTo>
                    <a:pt x="2150970" y="1994600"/>
                  </a:lnTo>
                  <a:lnTo>
                    <a:pt x="2142502" y="1994882"/>
                  </a:lnTo>
                  <a:lnTo>
                    <a:pt x="2129392" y="1995312"/>
                  </a:lnTo>
                  <a:lnTo>
                    <a:pt x="2122191" y="1994206"/>
                  </a:lnTo>
                  <a:lnTo>
                    <a:pt x="2112131" y="2003885"/>
                  </a:lnTo>
                  <a:lnTo>
                    <a:pt x="2108335" y="2005216"/>
                  </a:lnTo>
                  <a:lnTo>
                    <a:pt x="2103030" y="2003398"/>
                  </a:lnTo>
                  <a:lnTo>
                    <a:pt x="2100805" y="1995625"/>
                  </a:lnTo>
                  <a:lnTo>
                    <a:pt x="2098433" y="1991804"/>
                  </a:lnTo>
                  <a:lnTo>
                    <a:pt x="2098375" y="2006348"/>
                  </a:lnTo>
                  <a:lnTo>
                    <a:pt x="2099304" y="2010265"/>
                  </a:lnTo>
                  <a:lnTo>
                    <a:pt x="2101205" y="2013220"/>
                  </a:lnTo>
                  <a:lnTo>
                    <a:pt x="2089436" y="2021111"/>
                  </a:lnTo>
                  <a:lnTo>
                    <a:pt x="2078172" y="2030954"/>
                  </a:lnTo>
                  <a:lnTo>
                    <a:pt x="2074134" y="2033632"/>
                  </a:lnTo>
                  <a:lnTo>
                    <a:pt x="2069546" y="2038563"/>
                  </a:lnTo>
                  <a:lnTo>
                    <a:pt x="2060149" y="2052805"/>
                  </a:lnTo>
                  <a:lnTo>
                    <a:pt x="2057828" y="2063190"/>
                  </a:lnTo>
                  <a:lnTo>
                    <a:pt x="2054432" y="2074768"/>
                  </a:lnTo>
                  <a:lnTo>
                    <a:pt x="2054002" y="2069555"/>
                  </a:lnTo>
                  <a:lnTo>
                    <a:pt x="2054586" y="2060778"/>
                  </a:lnTo>
                  <a:lnTo>
                    <a:pt x="2052261" y="2050726"/>
                  </a:lnTo>
                  <a:lnTo>
                    <a:pt x="2050785" y="2069140"/>
                  </a:lnTo>
                  <a:lnTo>
                    <a:pt x="2047135" y="2077697"/>
                  </a:lnTo>
                  <a:lnTo>
                    <a:pt x="2013635" y="2077093"/>
                  </a:lnTo>
                  <a:lnTo>
                    <a:pt x="1998970" y="2081743"/>
                  </a:lnTo>
                  <a:lnTo>
                    <a:pt x="1976459" y="2097387"/>
                  </a:lnTo>
                  <a:lnTo>
                    <a:pt x="1969729" y="2104244"/>
                  </a:lnTo>
                  <a:lnTo>
                    <a:pt x="1951135" y="2130755"/>
                  </a:lnTo>
                  <a:lnTo>
                    <a:pt x="1946388" y="2147721"/>
                  </a:lnTo>
                  <a:lnTo>
                    <a:pt x="1942583" y="2140587"/>
                  </a:lnTo>
                  <a:lnTo>
                    <a:pt x="1943525" y="2135236"/>
                  </a:lnTo>
                  <a:lnTo>
                    <a:pt x="1943600" y="2130863"/>
                  </a:lnTo>
                  <a:lnTo>
                    <a:pt x="1938916" y="2140244"/>
                  </a:lnTo>
                  <a:lnTo>
                    <a:pt x="1943363" y="2153907"/>
                  </a:lnTo>
                  <a:lnTo>
                    <a:pt x="1939371" y="2159125"/>
                  </a:lnTo>
                  <a:lnTo>
                    <a:pt x="1927090" y="2168865"/>
                  </a:lnTo>
                  <a:lnTo>
                    <a:pt x="1920368" y="2170463"/>
                  </a:lnTo>
                  <a:lnTo>
                    <a:pt x="1912821" y="2173233"/>
                  </a:lnTo>
                  <a:lnTo>
                    <a:pt x="1910446" y="2182840"/>
                  </a:lnTo>
                  <a:lnTo>
                    <a:pt x="1900199" y="2191699"/>
                  </a:lnTo>
                  <a:lnTo>
                    <a:pt x="1894227" y="2195622"/>
                  </a:lnTo>
                  <a:lnTo>
                    <a:pt x="1883292" y="2193246"/>
                  </a:lnTo>
                  <a:lnTo>
                    <a:pt x="1886659" y="2201777"/>
                  </a:lnTo>
                  <a:lnTo>
                    <a:pt x="1882642" y="2208235"/>
                  </a:lnTo>
                  <a:lnTo>
                    <a:pt x="1875725" y="2213187"/>
                  </a:lnTo>
                  <a:lnTo>
                    <a:pt x="1867123" y="2216418"/>
                  </a:lnTo>
                  <a:lnTo>
                    <a:pt x="1862194" y="2216024"/>
                  </a:lnTo>
                  <a:lnTo>
                    <a:pt x="1857981" y="2217739"/>
                  </a:lnTo>
                  <a:lnTo>
                    <a:pt x="1854680" y="2221846"/>
                  </a:lnTo>
                  <a:lnTo>
                    <a:pt x="1846616" y="2225687"/>
                  </a:lnTo>
                  <a:lnTo>
                    <a:pt x="1838240" y="2223526"/>
                  </a:lnTo>
                  <a:lnTo>
                    <a:pt x="1828747" y="2222230"/>
                  </a:lnTo>
                  <a:lnTo>
                    <a:pt x="1823459" y="2224535"/>
                  </a:lnTo>
                  <a:lnTo>
                    <a:pt x="1832348" y="2228345"/>
                  </a:lnTo>
                  <a:lnTo>
                    <a:pt x="1837107" y="2233865"/>
                  </a:lnTo>
                  <a:lnTo>
                    <a:pt x="1836128" y="2241306"/>
                  </a:lnTo>
                  <a:lnTo>
                    <a:pt x="1833748" y="2244178"/>
                  </a:lnTo>
                  <a:lnTo>
                    <a:pt x="1828139" y="2248070"/>
                  </a:lnTo>
                  <a:lnTo>
                    <a:pt x="1825676" y="2247492"/>
                  </a:lnTo>
                  <a:lnTo>
                    <a:pt x="1824172" y="2243984"/>
                  </a:lnTo>
                  <a:lnTo>
                    <a:pt x="1822347" y="2236676"/>
                  </a:lnTo>
                  <a:lnTo>
                    <a:pt x="1819738" y="2238233"/>
                  </a:lnTo>
                  <a:lnTo>
                    <a:pt x="1819288" y="2241638"/>
                  </a:lnTo>
                  <a:lnTo>
                    <a:pt x="1817046" y="2242852"/>
                  </a:lnTo>
                  <a:lnTo>
                    <a:pt x="1809091" y="2231212"/>
                  </a:lnTo>
                  <a:lnTo>
                    <a:pt x="1809487" y="2240092"/>
                  </a:lnTo>
                  <a:lnTo>
                    <a:pt x="1812266" y="2246913"/>
                  </a:lnTo>
                  <a:lnTo>
                    <a:pt x="1814954" y="2250375"/>
                  </a:lnTo>
                  <a:lnTo>
                    <a:pt x="1817667" y="2252413"/>
                  </a:lnTo>
                  <a:lnTo>
                    <a:pt x="1818334" y="2255578"/>
                  </a:lnTo>
                  <a:lnTo>
                    <a:pt x="1812891" y="2263290"/>
                  </a:lnTo>
                  <a:lnTo>
                    <a:pt x="1810091" y="2265005"/>
                  </a:lnTo>
                  <a:lnTo>
                    <a:pt x="1805107" y="2266255"/>
                  </a:lnTo>
                  <a:lnTo>
                    <a:pt x="1802302" y="2271007"/>
                  </a:lnTo>
                  <a:lnTo>
                    <a:pt x="1803132" y="2275099"/>
                  </a:lnTo>
                  <a:lnTo>
                    <a:pt x="1798773" y="2283978"/>
                  </a:lnTo>
                  <a:lnTo>
                    <a:pt x="1788350" y="2289524"/>
                  </a:lnTo>
                  <a:lnTo>
                    <a:pt x="1785167" y="2289309"/>
                  </a:lnTo>
                  <a:lnTo>
                    <a:pt x="1782570" y="2290932"/>
                  </a:lnTo>
                  <a:lnTo>
                    <a:pt x="1784087" y="2294886"/>
                  </a:lnTo>
                  <a:lnTo>
                    <a:pt x="1786688" y="2297764"/>
                  </a:lnTo>
                  <a:lnTo>
                    <a:pt x="1786596" y="2300437"/>
                  </a:lnTo>
                  <a:lnTo>
                    <a:pt x="1783841" y="2304068"/>
                  </a:lnTo>
                  <a:lnTo>
                    <a:pt x="1778403" y="2305081"/>
                  </a:lnTo>
                  <a:lnTo>
                    <a:pt x="1775349" y="2309224"/>
                  </a:lnTo>
                  <a:lnTo>
                    <a:pt x="1776315" y="2313132"/>
                  </a:lnTo>
                  <a:lnTo>
                    <a:pt x="1778112" y="2315313"/>
                  </a:lnTo>
                  <a:lnTo>
                    <a:pt x="1777736" y="2319072"/>
                  </a:lnTo>
                  <a:lnTo>
                    <a:pt x="1771552" y="2322846"/>
                  </a:lnTo>
                  <a:lnTo>
                    <a:pt x="1770102" y="2326559"/>
                  </a:lnTo>
                  <a:lnTo>
                    <a:pt x="1773173" y="2327654"/>
                  </a:lnTo>
                  <a:lnTo>
                    <a:pt x="1775536" y="2326559"/>
                  </a:lnTo>
                  <a:lnTo>
                    <a:pt x="1777266" y="2327357"/>
                  </a:lnTo>
                  <a:lnTo>
                    <a:pt x="1773557" y="2333564"/>
                  </a:lnTo>
                  <a:lnTo>
                    <a:pt x="1770227" y="2337348"/>
                  </a:lnTo>
                  <a:lnTo>
                    <a:pt x="1767064" y="2344149"/>
                  </a:lnTo>
                  <a:lnTo>
                    <a:pt x="1759726" y="2346028"/>
                  </a:lnTo>
                  <a:lnTo>
                    <a:pt x="1760001" y="2348225"/>
                  </a:lnTo>
                  <a:lnTo>
                    <a:pt x="1764147" y="2350171"/>
                  </a:lnTo>
                  <a:lnTo>
                    <a:pt x="1767618" y="2355400"/>
                  </a:lnTo>
                  <a:lnTo>
                    <a:pt x="1761097" y="2365053"/>
                  </a:lnTo>
                  <a:lnTo>
                    <a:pt x="1757025" y="2364259"/>
                  </a:lnTo>
                  <a:lnTo>
                    <a:pt x="1754538" y="2362134"/>
                  </a:lnTo>
                  <a:lnTo>
                    <a:pt x="1752950" y="2369754"/>
                  </a:lnTo>
                  <a:lnTo>
                    <a:pt x="1753558" y="2373820"/>
                  </a:lnTo>
                  <a:lnTo>
                    <a:pt x="1752008" y="2382131"/>
                  </a:lnTo>
                  <a:lnTo>
                    <a:pt x="1749516" y="2392122"/>
                  </a:lnTo>
                  <a:lnTo>
                    <a:pt x="1747824" y="2396224"/>
                  </a:lnTo>
                  <a:lnTo>
                    <a:pt x="1748183" y="2403864"/>
                  </a:lnTo>
                  <a:lnTo>
                    <a:pt x="1749229" y="2411243"/>
                  </a:lnTo>
                  <a:lnTo>
                    <a:pt x="1753221" y="2420753"/>
                  </a:lnTo>
                  <a:lnTo>
                    <a:pt x="1759317" y="2459641"/>
                  </a:lnTo>
                  <a:lnTo>
                    <a:pt x="1763468" y="2473145"/>
                  </a:lnTo>
                  <a:lnTo>
                    <a:pt x="1770944" y="2509580"/>
                  </a:lnTo>
                  <a:lnTo>
                    <a:pt x="1783316" y="2544904"/>
                  </a:lnTo>
                  <a:lnTo>
                    <a:pt x="1800773" y="2587602"/>
                  </a:lnTo>
                  <a:lnTo>
                    <a:pt x="1829423" y="2639354"/>
                  </a:lnTo>
                  <a:lnTo>
                    <a:pt x="1832852" y="2646729"/>
                  </a:lnTo>
                  <a:lnTo>
                    <a:pt x="1829122" y="2652981"/>
                  </a:lnTo>
                  <a:lnTo>
                    <a:pt x="1827985" y="2659459"/>
                  </a:lnTo>
                  <a:lnTo>
                    <a:pt x="1827660" y="2669225"/>
                  </a:lnTo>
                  <a:lnTo>
                    <a:pt x="1828693" y="2678739"/>
                  </a:lnTo>
                  <a:lnTo>
                    <a:pt x="1832081" y="2690359"/>
                  </a:lnTo>
                  <a:lnTo>
                    <a:pt x="1838590" y="2708123"/>
                  </a:lnTo>
                  <a:lnTo>
                    <a:pt x="1834948" y="2704580"/>
                  </a:lnTo>
                  <a:lnTo>
                    <a:pt x="1825522" y="2679082"/>
                  </a:lnTo>
                  <a:lnTo>
                    <a:pt x="1824426" y="2664109"/>
                  </a:lnTo>
                  <a:lnTo>
                    <a:pt x="1825785" y="2642867"/>
                  </a:lnTo>
                  <a:lnTo>
                    <a:pt x="1823572" y="2643379"/>
                  </a:lnTo>
                  <a:lnTo>
                    <a:pt x="1821776" y="2650282"/>
                  </a:lnTo>
                  <a:lnTo>
                    <a:pt x="1820788" y="2658389"/>
                  </a:lnTo>
                  <a:lnTo>
                    <a:pt x="1818396" y="2661528"/>
                  </a:lnTo>
                  <a:lnTo>
                    <a:pt x="1815133" y="2649161"/>
                  </a:lnTo>
                  <a:lnTo>
                    <a:pt x="1815362" y="2643569"/>
                  </a:lnTo>
                  <a:lnTo>
                    <a:pt x="1818825" y="2637035"/>
                  </a:lnTo>
                  <a:lnTo>
                    <a:pt x="1817821" y="2634684"/>
                  </a:lnTo>
                  <a:lnTo>
                    <a:pt x="1812216" y="2631340"/>
                  </a:lnTo>
                  <a:lnTo>
                    <a:pt x="1811024" y="2626081"/>
                  </a:lnTo>
                  <a:lnTo>
                    <a:pt x="1811783" y="2620888"/>
                  </a:lnTo>
                  <a:lnTo>
                    <a:pt x="1808566" y="2618113"/>
                  </a:lnTo>
                  <a:lnTo>
                    <a:pt x="1806049" y="2618246"/>
                  </a:lnTo>
                  <a:lnTo>
                    <a:pt x="1807736" y="2631048"/>
                  </a:lnTo>
                  <a:lnTo>
                    <a:pt x="1810399" y="2638909"/>
                  </a:lnTo>
                  <a:lnTo>
                    <a:pt x="1813691" y="2657749"/>
                  </a:lnTo>
                  <a:lnTo>
                    <a:pt x="1819004" y="2669163"/>
                  </a:lnTo>
                  <a:lnTo>
                    <a:pt x="1822101" y="2678734"/>
                  </a:lnTo>
                  <a:lnTo>
                    <a:pt x="1858285" y="2780871"/>
                  </a:lnTo>
                  <a:lnTo>
                    <a:pt x="1866848" y="2793878"/>
                  </a:lnTo>
                  <a:lnTo>
                    <a:pt x="1870015" y="2803219"/>
                  </a:lnTo>
                  <a:lnTo>
                    <a:pt x="1873312" y="2822750"/>
                  </a:lnTo>
                  <a:lnTo>
                    <a:pt x="1874058" y="2847827"/>
                  </a:lnTo>
                  <a:lnTo>
                    <a:pt x="1868144" y="2893659"/>
                  </a:lnTo>
                  <a:lnTo>
                    <a:pt x="1866798" y="2924922"/>
                  </a:lnTo>
                  <a:lnTo>
                    <a:pt x="1865952" y="2923965"/>
                  </a:lnTo>
                  <a:lnTo>
                    <a:pt x="1865386" y="2920672"/>
                  </a:lnTo>
                  <a:lnTo>
                    <a:pt x="1864019" y="2920221"/>
                  </a:lnTo>
                  <a:lnTo>
                    <a:pt x="1858885" y="2934544"/>
                  </a:lnTo>
                  <a:lnTo>
                    <a:pt x="1851909" y="2947465"/>
                  </a:lnTo>
                  <a:lnTo>
                    <a:pt x="1849613" y="2967544"/>
                  </a:lnTo>
                  <a:lnTo>
                    <a:pt x="1846266" y="2977596"/>
                  </a:lnTo>
                  <a:lnTo>
                    <a:pt x="1836219" y="2988232"/>
                  </a:lnTo>
                  <a:lnTo>
                    <a:pt x="1829993" y="2987961"/>
                  </a:lnTo>
                  <a:lnTo>
                    <a:pt x="1814725" y="2995939"/>
                  </a:lnTo>
                  <a:lnTo>
                    <a:pt x="1803998" y="2993860"/>
                  </a:lnTo>
                  <a:lnTo>
                    <a:pt x="1791217" y="2998361"/>
                  </a:lnTo>
                  <a:lnTo>
                    <a:pt x="1782808" y="2997859"/>
                  </a:lnTo>
                  <a:lnTo>
                    <a:pt x="1777953" y="2988370"/>
                  </a:lnTo>
                  <a:lnTo>
                    <a:pt x="1778695" y="2984125"/>
                  </a:lnTo>
                  <a:lnTo>
                    <a:pt x="1780629" y="2979859"/>
                  </a:lnTo>
                  <a:lnTo>
                    <a:pt x="1783904" y="2978866"/>
                  </a:lnTo>
                  <a:lnTo>
                    <a:pt x="1795193" y="2988811"/>
                  </a:lnTo>
                  <a:lnTo>
                    <a:pt x="1797322" y="2984627"/>
                  </a:lnTo>
                  <a:lnTo>
                    <a:pt x="1793914" y="2979650"/>
                  </a:lnTo>
                  <a:lnTo>
                    <a:pt x="1787388" y="2976874"/>
                  </a:lnTo>
                  <a:lnTo>
                    <a:pt x="1782566" y="2973822"/>
                  </a:lnTo>
                  <a:lnTo>
                    <a:pt x="1772852" y="2951152"/>
                  </a:lnTo>
                  <a:lnTo>
                    <a:pt x="1762789" y="2935584"/>
                  </a:lnTo>
                  <a:lnTo>
                    <a:pt x="1761093" y="2925178"/>
                  </a:lnTo>
                  <a:lnTo>
                    <a:pt x="1743740" y="2918834"/>
                  </a:lnTo>
                  <a:lnTo>
                    <a:pt x="1731176" y="2909227"/>
                  </a:lnTo>
                  <a:lnTo>
                    <a:pt x="1722983" y="2892138"/>
                  </a:lnTo>
                  <a:lnTo>
                    <a:pt x="1718283" y="2861838"/>
                  </a:lnTo>
                  <a:lnTo>
                    <a:pt x="1712740" y="2858432"/>
                  </a:lnTo>
                  <a:lnTo>
                    <a:pt x="1710398" y="2856077"/>
                  </a:lnTo>
                  <a:lnTo>
                    <a:pt x="1715812" y="2844831"/>
                  </a:lnTo>
                  <a:lnTo>
                    <a:pt x="1721516" y="2835404"/>
                  </a:lnTo>
                  <a:lnTo>
                    <a:pt x="1717003" y="2837749"/>
                  </a:lnTo>
                  <a:lnTo>
                    <a:pt x="1713674" y="2841236"/>
                  </a:lnTo>
                  <a:lnTo>
                    <a:pt x="1709440" y="2849563"/>
                  </a:lnTo>
                  <a:lnTo>
                    <a:pt x="1706348" y="2850843"/>
                  </a:lnTo>
                  <a:lnTo>
                    <a:pt x="1703514" y="2849563"/>
                  </a:lnTo>
                  <a:lnTo>
                    <a:pt x="1700247" y="2833591"/>
                  </a:lnTo>
                  <a:lnTo>
                    <a:pt x="1701180" y="2813957"/>
                  </a:lnTo>
                  <a:lnTo>
                    <a:pt x="1705760" y="2806614"/>
                  </a:lnTo>
                  <a:lnTo>
                    <a:pt x="1698726" y="2806419"/>
                  </a:lnTo>
                  <a:lnTo>
                    <a:pt x="1691437" y="2809215"/>
                  </a:lnTo>
                  <a:lnTo>
                    <a:pt x="1692504" y="2815760"/>
                  </a:lnTo>
                  <a:lnTo>
                    <a:pt x="1691475" y="2819355"/>
                  </a:lnTo>
                  <a:lnTo>
                    <a:pt x="1686166" y="2818433"/>
                  </a:lnTo>
                  <a:lnTo>
                    <a:pt x="1682140" y="2816134"/>
                  </a:lnTo>
                  <a:lnTo>
                    <a:pt x="1676677" y="2809323"/>
                  </a:lnTo>
                  <a:lnTo>
                    <a:pt x="1669226" y="2796326"/>
                  </a:lnTo>
                  <a:lnTo>
                    <a:pt x="1653941" y="2760520"/>
                  </a:lnTo>
                  <a:lnTo>
                    <a:pt x="1650961" y="2755471"/>
                  </a:lnTo>
                  <a:lnTo>
                    <a:pt x="1645906" y="2750186"/>
                  </a:lnTo>
                  <a:lnTo>
                    <a:pt x="1648286" y="2748543"/>
                  </a:lnTo>
                  <a:lnTo>
                    <a:pt x="1652628" y="2747570"/>
                  </a:lnTo>
                  <a:lnTo>
                    <a:pt x="1662442" y="2731449"/>
                  </a:lnTo>
                  <a:lnTo>
                    <a:pt x="1670151" y="2721709"/>
                  </a:lnTo>
                  <a:lnTo>
                    <a:pt x="1672710" y="2714970"/>
                  </a:lnTo>
                  <a:lnTo>
                    <a:pt x="1672264" y="2712087"/>
                  </a:lnTo>
                  <a:lnTo>
                    <a:pt x="1668855" y="2707898"/>
                  </a:lnTo>
                  <a:lnTo>
                    <a:pt x="1664380" y="2711559"/>
                  </a:lnTo>
                  <a:lnTo>
                    <a:pt x="1662463" y="2710515"/>
                  </a:lnTo>
                  <a:lnTo>
                    <a:pt x="1657429" y="2702065"/>
                  </a:lnTo>
                  <a:lnTo>
                    <a:pt x="1652620" y="2699679"/>
                  </a:lnTo>
                  <a:lnTo>
                    <a:pt x="1649269" y="2701507"/>
                  </a:lnTo>
                  <a:lnTo>
                    <a:pt x="1652803" y="2708430"/>
                  </a:lnTo>
                  <a:lnTo>
                    <a:pt x="1655979" y="2711001"/>
                  </a:lnTo>
                  <a:lnTo>
                    <a:pt x="1654749" y="2721069"/>
                  </a:lnTo>
                  <a:lnTo>
                    <a:pt x="1653466" y="2724346"/>
                  </a:lnTo>
                  <a:lnTo>
                    <a:pt x="1650490" y="2727240"/>
                  </a:lnTo>
                  <a:lnTo>
                    <a:pt x="1645844" y="2725698"/>
                  </a:lnTo>
                  <a:lnTo>
                    <a:pt x="1643494" y="2728187"/>
                  </a:lnTo>
                  <a:lnTo>
                    <a:pt x="1640727" y="2725565"/>
                  </a:lnTo>
                  <a:lnTo>
                    <a:pt x="1637972" y="2721141"/>
                  </a:lnTo>
                  <a:lnTo>
                    <a:pt x="1634905" y="2713859"/>
                  </a:lnTo>
                  <a:lnTo>
                    <a:pt x="1643010" y="2672871"/>
                  </a:lnTo>
                  <a:lnTo>
                    <a:pt x="1650511" y="2646754"/>
                  </a:lnTo>
                  <a:lnTo>
                    <a:pt x="1651370" y="2616961"/>
                  </a:lnTo>
                  <a:lnTo>
                    <a:pt x="1651928" y="2612546"/>
                  </a:lnTo>
                  <a:lnTo>
                    <a:pt x="1651295" y="2604629"/>
                  </a:lnTo>
                  <a:lnTo>
                    <a:pt x="1641235" y="2587423"/>
                  </a:lnTo>
                  <a:lnTo>
                    <a:pt x="1596758" y="2545437"/>
                  </a:lnTo>
                  <a:lnTo>
                    <a:pt x="1562287" y="2495718"/>
                  </a:lnTo>
                  <a:lnTo>
                    <a:pt x="1532429" y="2477067"/>
                  </a:lnTo>
                  <a:lnTo>
                    <a:pt x="1509776" y="2481164"/>
                  </a:lnTo>
                  <a:lnTo>
                    <a:pt x="1505854" y="2484913"/>
                  </a:lnTo>
                  <a:lnTo>
                    <a:pt x="1504171" y="2489813"/>
                  </a:lnTo>
                  <a:lnTo>
                    <a:pt x="1505592" y="2495359"/>
                  </a:lnTo>
                  <a:lnTo>
                    <a:pt x="1503533" y="2497669"/>
                  </a:lnTo>
                  <a:lnTo>
                    <a:pt x="1497453" y="2497377"/>
                  </a:lnTo>
                  <a:lnTo>
                    <a:pt x="1489265" y="2498667"/>
                  </a:lnTo>
                  <a:lnTo>
                    <a:pt x="1467883" y="2511757"/>
                  </a:lnTo>
                  <a:lnTo>
                    <a:pt x="1460340" y="2511275"/>
                  </a:lnTo>
                  <a:lnTo>
                    <a:pt x="1453489" y="2514665"/>
                  </a:lnTo>
                  <a:lnTo>
                    <a:pt x="1448359" y="2517205"/>
                  </a:lnTo>
                  <a:lnTo>
                    <a:pt x="1434982" y="2518588"/>
                  </a:lnTo>
                  <a:lnTo>
                    <a:pt x="1423639" y="2521491"/>
                  </a:lnTo>
                  <a:lnTo>
                    <a:pt x="1418739" y="2519919"/>
                  </a:lnTo>
                  <a:lnTo>
                    <a:pt x="1415542" y="2512330"/>
                  </a:lnTo>
                  <a:lnTo>
                    <a:pt x="1415542" y="2504475"/>
                  </a:lnTo>
                  <a:lnTo>
                    <a:pt x="1418134" y="2510497"/>
                  </a:lnTo>
                  <a:lnTo>
                    <a:pt x="1422147" y="2515208"/>
                  </a:lnTo>
                  <a:lnTo>
                    <a:pt x="1423985" y="2513324"/>
                  </a:lnTo>
                  <a:lnTo>
                    <a:pt x="1424673" y="2509155"/>
                  </a:lnTo>
                  <a:lnTo>
                    <a:pt x="1420681" y="2500987"/>
                  </a:lnTo>
                  <a:lnTo>
                    <a:pt x="1407820" y="2490494"/>
                  </a:lnTo>
                  <a:lnTo>
                    <a:pt x="1393185" y="2475168"/>
                  </a:lnTo>
                  <a:lnTo>
                    <a:pt x="1397648" y="2475675"/>
                  </a:lnTo>
                  <a:lnTo>
                    <a:pt x="1398778" y="2472392"/>
                  </a:lnTo>
                  <a:lnTo>
                    <a:pt x="1394240" y="2468085"/>
                  </a:lnTo>
                  <a:lnTo>
                    <a:pt x="1396156" y="2463108"/>
                  </a:lnTo>
                  <a:lnTo>
                    <a:pt x="1399353" y="2457879"/>
                  </a:lnTo>
                  <a:lnTo>
                    <a:pt x="1393177" y="2458663"/>
                  </a:lnTo>
                  <a:lnTo>
                    <a:pt x="1387634" y="2462324"/>
                  </a:lnTo>
                  <a:lnTo>
                    <a:pt x="1387451" y="2466846"/>
                  </a:lnTo>
                  <a:lnTo>
                    <a:pt x="1386355" y="2470441"/>
                  </a:lnTo>
                  <a:lnTo>
                    <a:pt x="1383371" y="2469919"/>
                  </a:lnTo>
                  <a:lnTo>
                    <a:pt x="1377833" y="2465469"/>
                  </a:lnTo>
                  <a:lnTo>
                    <a:pt x="1350567" y="2453081"/>
                  </a:lnTo>
                  <a:lnTo>
                    <a:pt x="1326731" y="2446096"/>
                  </a:lnTo>
                  <a:lnTo>
                    <a:pt x="1345025" y="2442952"/>
                  </a:lnTo>
                  <a:lnTo>
                    <a:pt x="1354947" y="2445395"/>
                  </a:lnTo>
                  <a:lnTo>
                    <a:pt x="1353763" y="2441646"/>
                  </a:lnTo>
                  <a:lnTo>
                    <a:pt x="1351375" y="2439265"/>
                  </a:lnTo>
                  <a:lnTo>
                    <a:pt x="1343549" y="2436249"/>
                  </a:lnTo>
                  <a:lnTo>
                    <a:pt x="1333581" y="2437396"/>
                  </a:lnTo>
                  <a:lnTo>
                    <a:pt x="1327285" y="2435977"/>
                  </a:lnTo>
                  <a:lnTo>
                    <a:pt x="1320846" y="2438968"/>
                  </a:lnTo>
                  <a:lnTo>
                    <a:pt x="1313791" y="2443413"/>
                  </a:lnTo>
                  <a:lnTo>
                    <a:pt x="1307511" y="2445702"/>
                  </a:lnTo>
                  <a:lnTo>
                    <a:pt x="1282933" y="2448902"/>
                  </a:lnTo>
                  <a:lnTo>
                    <a:pt x="1263001" y="2452374"/>
                  </a:lnTo>
                  <a:lnTo>
                    <a:pt x="1266197" y="2448708"/>
                  </a:lnTo>
                  <a:lnTo>
                    <a:pt x="1269606" y="2446352"/>
                  </a:lnTo>
                  <a:lnTo>
                    <a:pt x="1281383" y="2442768"/>
                  </a:lnTo>
                  <a:lnTo>
                    <a:pt x="1283146" y="2435317"/>
                  </a:lnTo>
                  <a:lnTo>
                    <a:pt x="1280379" y="2428142"/>
                  </a:lnTo>
                  <a:lnTo>
                    <a:pt x="1277278" y="2429863"/>
                  </a:lnTo>
                  <a:lnTo>
                    <a:pt x="1274023" y="2435470"/>
                  </a:lnTo>
                  <a:lnTo>
                    <a:pt x="1270031" y="2431430"/>
                  </a:lnTo>
                  <a:lnTo>
                    <a:pt x="1265610" y="2431450"/>
                  </a:lnTo>
                  <a:lnTo>
                    <a:pt x="1264410" y="2440371"/>
                  </a:lnTo>
                  <a:lnTo>
                    <a:pt x="1258742" y="2446352"/>
                  </a:lnTo>
                  <a:lnTo>
                    <a:pt x="1256184" y="2452374"/>
                  </a:lnTo>
                  <a:lnTo>
                    <a:pt x="1239565" y="2457091"/>
                  </a:lnTo>
                  <a:lnTo>
                    <a:pt x="1237435" y="2455519"/>
                  </a:lnTo>
                  <a:lnTo>
                    <a:pt x="1242298" y="2449799"/>
                  </a:lnTo>
                  <a:lnTo>
                    <a:pt x="1241911" y="2446618"/>
                  </a:lnTo>
                  <a:lnTo>
                    <a:pt x="1236364" y="2449348"/>
                  </a:lnTo>
                  <a:lnTo>
                    <a:pt x="1227063" y="2460189"/>
                  </a:lnTo>
                  <a:lnTo>
                    <a:pt x="1194317" y="2463738"/>
                  </a:lnTo>
                  <a:lnTo>
                    <a:pt x="1196105" y="2461275"/>
                  </a:lnTo>
                  <a:lnTo>
                    <a:pt x="1203018" y="2460783"/>
                  </a:lnTo>
                  <a:lnTo>
                    <a:pt x="1212724" y="2457352"/>
                  </a:lnTo>
                  <a:lnTo>
                    <a:pt x="1210761" y="2451576"/>
                  </a:lnTo>
                  <a:lnTo>
                    <a:pt x="1207019" y="2445226"/>
                  </a:lnTo>
                  <a:lnTo>
                    <a:pt x="1203564" y="2444519"/>
                  </a:lnTo>
                  <a:lnTo>
                    <a:pt x="1201285" y="2440796"/>
                  </a:lnTo>
                  <a:lnTo>
                    <a:pt x="1201397" y="2429064"/>
                  </a:lnTo>
                  <a:lnTo>
                    <a:pt x="1199189" y="2422207"/>
                  </a:lnTo>
                  <a:lnTo>
                    <a:pt x="1193859" y="2415150"/>
                  </a:lnTo>
                  <a:lnTo>
                    <a:pt x="1192058" y="2416508"/>
                  </a:lnTo>
                  <a:lnTo>
                    <a:pt x="1188137" y="2428572"/>
                  </a:lnTo>
                  <a:lnTo>
                    <a:pt x="1184878" y="2444396"/>
                  </a:lnTo>
                  <a:lnTo>
                    <a:pt x="1183266" y="2449507"/>
                  </a:lnTo>
                  <a:lnTo>
                    <a:pt x="1173556" y="2449865"/>
                  </a:lnTo>
                  <a:lnTo>
                    <a:pt x="1164963" y="2448785"/>
                  </a:lnTo>
                  <a:lnTo>
                    <a:pt x="1135759" y="2450684"/>
                  </a:lnTo>
                  <a:lnTo>
                    <a:pt x="1124849" y="2445323"/>
                  </a:lnTo>
                  <a:lnTo>
                    <a:pt x="1120324" y="2444294"/>
                  </a:lnTo>
                  <a:lnTo>
                    <a:pt x="1117569" y="2444416"/>
                  </a:lnTo>
                  <a:lnTo>
                    <a:pt x="1104868" y="2449333"/>
                  </a:lnTo>
                  <a:lnTo>
                    <a:pt x="1090395" y="2453096"/>
                  </a:lnTo>
                  <a:lnTo>
                    <a:pt x="1086986" y="2451914"/>
                  </a:lnTo>
                  <a:lnTo>
                    <a:pt x="1082123" y="2451739"/>
                  </a:lnTo>
                  <a:lnTo>
                    <a:pt x="1071630" y="2464552"/>
                  </a:lnTo>
                  <a:lnTo>
                    <a:pt x="1059257" y="2470549"/>
                  </a:lnTo>
                  <a:lnTo>
                    <a:pt x="1028041" y="2459769"/>
                  </a:lnTo>
                  <a:lnTo>
                    <a:pt x="1020277" y="2451099"/>
                  </a:lnTo>
                  <a:lnTo>
                    <a:pt x="1013385" y="2449246"/>
                  </a:lnTo>
                  <a:lnTo>
                    <a:pt x="1004908" y="2448175"/>
                  </a:lnTo>
                  <a:lnTo>
                    <a:pt x="995803" y="2458842"/>
                  </a:lnTo>
                  <a:lnTo>
                    <a:pt x="988885" y="2473237"/>
                  </a:lnTo>
                  <a:lnTo>
                    <a:pt x="999816" y="2481128"/>
                  </a:lnTo>
                  <a:lnTo>
                    <a:pt x="1009172" y="2484902"/>
                  </a:lnTo>
                  <a:lnTo>
                    <a:pt x="1024632" y="2481738"/>
                  </a:lnTo>
                  <a:lnTo>
                    <a:pt x="1033179" y="2474753"/>
                  </a:lnTo>
                  <a:lnTo>
                    <a:pt x="1040159" y="2474983"/>
                  </a:lnTo>
                  <a:lnTo>
                    <a:pt x="1043497" y="2473565"/>
                  </a:lnTo>
                  <a:lnTo>
                    <a:pt x="1046543" y="2469919"/>
                  </a:lnTo>
                  <a:lnTo>
                    <a:pt x="1052511" y="2472797"/>
                  </a:lnTo>
                  <a:lnTo>
                    <a:pt x="1052723" y="2475680"/>
                  </a:lnTo>
                  <a:lnTo>
                    <a:pt x="1048485" y="2479741"/>
                  </a:lnTo>
                  <a:lnTo>
                    <a:pt x="1043147" y="2483161"/>
                  </a:lnTo>
                  <a:lnTo>
                    <a:pt x="1039909" y="2487192"/>
                  </a:lnTo>
                  <a:lnTo>
                    <a:pt x="1046001" y="2495313"/>
                  </a:lnTo>
                  <a:lnTo>
                    <a:pt x="1055569" y="2498043"/>
                  </a:lnTo>
                  <a:lnTo>
                    <a:pt x="1059170" y="2496865"/>
                  </a:lnTo>
                  <a:lnTo>
                    <a:pt x="1061399" y="2487734"/>
                  </a:lnTo>
                  <a:lnTo>
                    <a:pt x="1067283" y="2481856"/>
                  </a:lnTo>
                  <a:lnTo>
                    <a:pt x="1075280" y="2483126"/>
                  </a:lnTo>
                  <a:lnTo>
                    <a:pt x="1074143" y="2486813"/>
                  </a:lnTo>
                  <a:lnTo>
                    <a:pt x="1075264" y="2490295"/>
                  </a:lnTo>
                  <a:lnTo>
                    <a:pt x="1078939" y="2496240"/>
                  </a:lnTo>
                  <a:lnTo>
                    <a:pt x="1078518" y="2504756"/>
                  </a:lnTo>
                  <a:lnTo>
                    <a:pt x="1079231" y="2506810"/>
                  </a:lnTo>
                  <a:lnTo>
                    <a:pt x="1070613" y="2510568"/>
                  </a:lnTo>
                  <a:lnTo>
                    <a:pt x="1064191" y="2511844"/>
                  </a:lnTo>
                  <a:lnTo>
                    <a:pt x="1059053" y="2516765"/>
                  </a:lnTo>
                  <a:lnTo>
                    <a:pt x="1061745" y="2519622"/>
                  </a:lnTo>
                  <a:lnTo>
                    <a:pt x="1056511" y="2522132"/>
                  </a:lnTo>
                  <a:lnTo>
                    <a:pt x="1052973" y="2521128"/>
                  </a:lnTo>
                  <a:lnTo>
                    <a:pt x="1051194" y="2522055"/>
                  </a:lnTo>
                  <a:lnTo>
                    <a:pt x="1050660" y="2525076"/>
                  </a:lnTo>
                  <a:lnTo>
                    <a:pt x="1047956" y="2527882"/>
                  </a:lnTo>
                  <a:lnTo>
                    <a:pt x="1051890" y="2536337"/>
                  </a:lnTo>
                  <a:lnTo>
                    <a:pt x="1059953" y="2541857"/>
                  </a:lnTo>
                  <a:lnTo>
                    <a:pt x="1065642" y="2548776"/>
                  </a:lnTo>
                  <a:lnTo>
                    <a:pt x="1088511" y="2557886"/>
                  </a:lnTo>
                  <a:lnTo>
                    <a:pt x="1094054" y="2557625"/>
                  </a:lnTo>
                  <a:lnTo>
                    <a:pt x="1099509" y="2566796"/>
                  </a:lnTo>
                  <a:lnTo>
                    <a:pt x="1103905" y="2569951"/>
                  </a:lnTo>
                  <a:lnTo>
                    <a:pt x="1108139" y="2571553"/>
                  </a:lnTo>
                  <a:lnTo>
                    <a:pt x="1107655" y="2577862"/>
                  </a:lnTo>
                  <a:lnTo>
                    <a:pt x="1100134" y="2582482"/>
                  </a:lnTo>
                  <a:lnTo>
                    <a:pt x="1098100" y="2587992"/>
                  </a:lnTo>
                  <a:lnTo>
                    <a:pt x="1096208" y="2591090"/>
                  </a:lnTo>
                  <a:lnTo>
                    <a:pt x="1092816" y="2587167"/>
                  </a:lnTo>
                  <a:lnTo>
                    <a:pt x="1089332" y="2584325"/>
                  </a:lnTo>
                  <a:lnTo>
                    <a:pt x="1081269" y="2592969"/>
                  </a:lnTo>
                  <a:lnTo>
                    <a:pt x="1077381" y="2594787"/>
                  </a:lnTo>
                  <a:lnTo>
                    <a:pt x="1079310" y="2585467"/>
                  </a:lnTo>
                  <a:lnTo>
                    <a:pt x="1076264" y="2581816"/>
                  </a:lnTo>
                  <a:lnTo>
                    <a:pt x="1071659" y="2572470"/>
                  </a:lnTo>
                  <a:lnTo>
                    <a:pt x="1064950" y="2566689"/>
                  </a:lnTo>
                  <a:lnTo>
                    <a:pt x="1060224" y="2564773"/>
                  </a:lnTo>
                  <a:lnTo>
                    <a:pt x="1056545" y="2561117"/>
                  </a:lnTo>
                  <a:lnTo>
                    <a:pt x="1052090" y="2559637"/>
                  </a:lnTo>
                  <a:lnTo>
                    <a:pt x="1048289" y="2560016"/>
                  </a:lnTo>
                  <a:lnTo>
                    <a:pt x="1041855" y="2557886"/>
                  </a:lnTo>
                  <a:lnTo>
                    <a:pt x="1041430" y="2552913"/>
                  </a:lnTo>
                  <a:lnTo>
                    <a:pt x="1039646" y="2549190"/>
                  </a:lnTo>
                  <a:lnTo>
                    <a:pt x="1034612" y="2544797"/>
                  </a:lnTo>
                  <a:lnTo>
                    <a:pt x="1010559" y="2536496"/>
                  </a:lnTo>
                  <a:lnTo>
                    <a:pt x="1010413" y="2539932"/>
                  </a:lnTo>
                  <a:lnTo>
                    <a:pt x="1012080" y="2542518"/>
                  </a:lnTo>
                  <a:lnTo>
                    <a:pt x="1015535" y="2544239"/>
                  </a:lnTo>
                  <a:lnTo>
                    <a:pt x="1019669" y="2547588"/>
                  </a:lnTo>
                  <a:lnTo>
                    <a:pt x="1019631" y="2557507"/>
                  </a:lnTo>
                  <a:lnTo>
                    <a:pt x="1017844" y="2561706"/>
                  </a:lnTo>
                  <a:lnTo>
                    <a:pt x="1017077" y="2567687"/>
                  </a:lnTo>
                  <a:lnTo>
                    <a:pt x="1015485" y="2573766"/>
                  </a:lnTo>
                  <a:lnTo>
                    <a:pt x="1012543" y="2578559"/>
                  </a:lnTo>
                  <a:lnTo>
                    <a:pt x="1005975" y="2581826"/>
                  </a:lnTo>
                  <a:lnTo>
                    <a:pt x="1003079" y="2579091"/>
                  </a:lnTo>
                  <a:lnTo>
                    <a:pt x="998395" y="2566002"/>
                  </a:lnTo>
                  <a:lnTo>
                    <a:pt x="991773" y="2561880"/>
                  </a:lnTo>
                  <a:lnTo>
                    <a:pt x="981251" y="2561394"/>
                  </a:lnTo>
                  <a:lnTo>
                    <a:pt x="974104" y="2564353"/>
                  </a:lnTo>
                  <a:lnTo>
                    <a:pt x="966316" y="2577033"/>
                  </a:lnTo>
                  <a:lnTo>
                    <a:pt x="960040" y="2579107"/>
                  </a:lnTo>
                  <a:lnTo>
                    <a:pt x="938558" y="2572537"/>
                  </a:lnTo>
                  <a:lnTo>
                    <a:pt x="914030" y="2562525"/>
                  </a:lnTo>
                  <a:lnTo>
                    <a:pt x="914663" y="2559192"/>
                  </a:lnTo>
                  <a:lnTo>
                    <a:pt x="918522" y="2558121"/>
                  </a:lnTo>
                  <a:lnTo>
                    <a:pt x="925923" y="2559489"/>
                  </a:lnTo>
                  <a:lnTo>
                    <a:pt x="925531" y="2556052"/>
                  </a:lnTo>
                  <a:lnTo>
                    <a:pt x="917968" y="2544868"/>
                  </a:lnTo>
                  <a:lnTo>
                    <a:pt x="916580" y="2539819"/>
                  </a:lnTo>
                  <a:lnTo>
                    <a:pt x="917555" y="2533659"/>
                  </a:lnTo>
                  <a:lnTo>
                    <a:pt x="915088" y="2533797"/>
                  </a:lnTo>
                  <a:lnTo>
                    <a:pt x="910546" y="2538969"/>
                  </a:lnTo>
                  <a:lnTo>
                    <a:pt x="894906" y="2534586"/>
                  </a:lnTo>
                  <a:lnTo>
                    <a:pt x="890589" y="2529347"/>
                  </a:lnTo>
                  <a:lnTo>
                    <a:pt x="881400" y="2514583"/>
                  </a:lnTo>
                  <a:lnTo>
                    <a:pt x="868432" y="2514102"/>
                  </a:lnTo>
                  <a:lnTo>
                    <a:pt x="862564" y="2505151"/>
                  </a:lnTo>
                  <a:lnTo>
                    <a:pt x="851967" y="2508899"/>
                  </a:lnTo>
                  <a:lnTo>
                    <a:pt x="846600" y="2513047"/>
                  </a:lnTo>
                  <a:lnTo>
                    <a:pt x="841883" y="2519474"/>
                  </a:lnTo>
                  <a:lnTo>
                    <a:pt x="843720" y="2522807"/>
                  </a:lnTo>
                  <a:lnTo>
                    <a:pt x="848421" y="2528103"/>
                  </a:lnTo>
                  <a:lnTo>
                    <a:pt x="846275" y="2530658"/>
                  </a:lnTo>
                  <a:lnTo>
                    <a:pt x="831185" y="2534432"/>
                  </a:lnTo>
                  <a:lnTo>
                    <a:pt x="796156" y="2530212"/>
                  </a:lnTo>
                  <a:lnTo>
                    <a:pt x="785913" y="2526269"/>
                  </a:lnTo>
                  <a:lnTo>
                    <a:pt x="772165" y="2517932"/>
                  </a:lnTo>
                  <a:lnTo>
                    <a:pt x="753108" y="2511137"/>
                  </a:lnTo>
                  <a:lnTo>
                    <a:pt x="743932" y="2510041"/>
                  </a:lnTo>
                  <a:lnTo>
                    <a:pt x="734947" y="2511388"/>
                  </a:lnTo>
                  <a:lnTo>
                    <a:pt x="708802" y="2512084"/>
                  </a:lnTo>
                  <a:lnTo>
                    <a:pt x="702735" y="2513892"/>
                  </a:lnTo>
                  <a:lnTo>
                    <a:pt x="697567" y="2516780"/>
                  </a:lnTo>
                  <a:lnTo>
                    <a:pt x="694217" y="2513585"/>
                  </a:lnTo>
                  <a:lnTo>
                    <a:pt x="692667" y="2507880"/>
                  </a:lnTo>
                  <a:lnTo>
                    <a:pt x="695701" y="2506953"/>
                  </a:lnTo>
                  <a:lnTo>
                    <a:pt x="699076" y="2503599"/>
                  </a:lnTo>
                  <a:lnTo>
                    <a:pt x="702122" y="2496967"/>
                  </a:lnTo>
                  <a:lnTo>
                    <a:pt x="702468" y="2492958"/>
                  </a:lnTo>
                  <a:lnTo>
                    <a:pt x="700339" y="2490341"/>
                  </a:lnTo>
                  <a:lnTo>
                    <a:pt x="696288" y="2490080"/>
                  </a:lnTo>
                  <a:lnTo>
                    <a:pt x="687341" y="2507358"/>
                  </a:lnTo>
                  <a:lnTo>
                    <a:pt x="692454" y="2517041"/>
                  </a:lnTo>
                  <a:lnTo>
                    <a:pt x="692104" y="2520534"/>
                  </a:lnTo>
                  <a:lnTo>
                    <a:pt x="674252" y="2522521"/>
                  </a:lnTo>
                  <a:lnTo>
                    <a:pt x="633730" y="2542016"/>
                  </a:lnTo>
                  <a:lnTo>
                    <a:pt x="617928" y="2552529"/>
                  </a:lnTo>
                  <a:lnTo>
                    <a:pt x="618736" y="2548991"/>
                  </a:lnTo>
                  <a:lnTo>
                    <a:pt x="637843" y="2535364"/>
                  </a:lnTo>
                  <a:lnTo>
                    <a:pt x="631096" y="2533280"/>
                  </a:lnTo>
                  <a:lnTo>
                    <a:pt x="620232" y="2536685"/>
                  </a:lnTo>
                  <a:lnTo>
                    <a:pt x="616336" y="2535374"/>
                  </a:lnTo>
                  <a:lnTo>
                    <a:pt x="620936" y="2524108"/>
                  </a:lnTo>
                  <a:lnTo>
                    <a:pt x="619436" y="2514174"/>
                  </a:lnTo>
                  <a:lnTo>
                    <a:pt x="611723" y="2513902"/>
                  </a:lnTo>
                  <a:lnTo>
                    <a:pt x="606810" y="2521835"/>
                  </a:lnTo>
                  <a:lnTo>
                    <a:pt x="603397" y="2521497"/>
                  </a:lnTo>
                  <a:lnTo>
                    <a:pt x="598925" y="2518096"/>
                  </a:lnTo>
                  <a:lnTo>
                    <a:pt x="595462" y="2519172"/>
                  </a:lnTo>
                  <a:lnTo>
                    <a:pt x="598025" y="2537146"/>
                  </a:lnTo>
                  <a:lnTo>
                    <a:pt x="602884" y="2544541"/>
                  </a:lnTo>
                  <a:lnTo>
                    <a:pt x="606947" y="2553968"/>
                  </a:lnTo>
                  <a:lnTo>
                    <a:pt x="595850" y="2565618"/>
                  </a:lnTo>
                  <a:lnTo>
                    <a:pt x="585544" y="2575230"/>
                  </a:lnTo>
                  <a:lnTo>
                    <a:pt x="584427" y="2584520"/>
                  </a:lnTo>
                  <a:lnTo>
                    <a:pt x="574072" y="2596620"/>
                  </a:lnTo>
                  <a:lnTo>
                    <a:pt x="564329" y="2603482"/>
                  </a:lnTo>
                  <a:lnTo>
                    <a:pt x="541438" y="2619613"/>
                  </a:lnTo>
                  <a:lnTo>
                    <a:pt x="534908" y="2623065"/>
                  </a:lnTo>
                  <a:lnTo>
                    <a:pt x="524578" y="2630552"/>
                  </a:lnTo>
                  <a:lnTo>
                    <a:pt x="510326" y="2636164"/>
                  </a:lnTo>
                  <a:lnTo>
                    <a:pt x="496662" y="2645074"/>
                  </a:lnTo>
                  <a:lnTo>
                    <a:pt x="492053" y="2646426"/>
                  </a:lnTo>
                  <a:lnTo>
                    <a:pt x="500779" y="2638883"/>
                  </a:lnTo>
                  <a:lnTo>
                    <a:pt x="511126" y="2631432"/>
                  </a:lnTo>
                  <a:lnTo>
                    <a:pt x="502250" y="2632451"/>
                  </a:lnTo>
                  <a:lnTo>
                    <a:pt x="488569" y="2629000"/>
                  </a:lnTo>
                  <a:lnTo>
                    <a:pt x="480197" y="2628800"/>
                  </a:lnTo>
                  <a:lnTo>
                    <a:pt x="480139" y="2631519"/>
                  </a:lnTo>
                  <a:lnTo>
                    <a:pt x="473771" y="2635360"/>
                  </a:lnTo>
                  <a:lnTo>
                    <a:pt x="467174" y="2629717"/>
                  </a:lnTo>
                  <a:lnTo>
                    <a:pt x="464299" y="2625922"/>
                  </a:lnTo>
                  <a:lnTo>
                    <a:pt x="462936" y="2622645"/>
                  </a:lnTo>
                  <a:lnTo>
                    <a:pt x="460136" y="2621851"/>
                  </a:lnTo>
                  <a:lnTo>
                    <a:pt x="457444" y="2623372"/>
                  </a:lnTo>
                  <a:lnTo>
                    <a:pt x="467291" y="2646452"/>
                  </a:lnTo>
                  <a:lnTo>
                    <a:pt x="471487" y="2647451"/>
                  </a:lnTo>
                  <a:lnTo>
                    <a:pt x="476130" y="2649745"/>
                  </a:lnTo>
                  <a:lnTo>
                    <a:pt x="470350" y="2655122"/>
                  </a:lnTo>
                  <a:lnTo>
                    <a:pt x="464128" y="2659203"/>
                  </a:lnTo>
                  <a:lnTo>
                    <a:pt x="454343" y="2661912"/>
                  </a:lnTo>
                  <a:lnTo>
                    <a:pt x="446051" y="2653488"/>
                  </a:lnTo>
                  <a:lnTo>
                    <a:pt x="444255" y="2664058"/>
                  </a:lnTo>
                  <a:lnTo>
                    <a:pt x="443204" y="2674612"/>
                  </a:lnTo>
                  <a:lnTo>
                    <a:pt x="440421" y="2677321"/>
                  </a:lnTo>
                  <a:lnTo>
                    <a:pt x="435974" y="2681182"/>
                  </a:lnTo>
                  <a:lnTo>
                    <a:pt x="433561" y="2678268"/>
                  </a:lnTo>
                  <a:lnTo>
                    <a:pt x="432415" y="2674187"/>
                  </a:lnTo>
                  <a:lnTo>
                    <a:pt x="429569" y="2677828"/>
                  </a:lnTo>
                  <a:lnTo>
                    <a:pt x="425402" y="2680562"/>
                  </a:lnTo>
                  <a:lnTo>
                    <a:pt x="418526" y="2681110"/>
                  </a:lnTo>
                  <a:lnTo>
                    <a:pt x="413367" y="2682570"/>
                  </a:lnTo>
                  <a:lnTo>
                    <a:pt x="413488" y="2686943"/>
                  </a:lnTo>
                  <a:lnTo>
                    <a:pt x="414667" y="2691337"/>
                  </a:lnTo>
                  <a:lnTo>
                    <a:pt x="423793" y="2687865"/>
                  </a:lnTo>
                  <a:lnTo>
                    <a:pt x="420485" y="2699167"/>
                  </a:lnTo>
                  <a:lnTo>
                    <a:pt x="412092" y="2710335"/>
                  </a:lnTo>
                  <a:lnTo>
                    <a:pt x="405254" y="2712973"/>
                  </a:lnTo>
                  <a:lnTo>
                    <a:pt x="394794" y="2711339"/>
                  </a:lnTo>
                  <a:lnTo>
                    <a:pt x="392210" y="2712461"/>
                  </a:lnTo>
                  <a:lnTo>
                    <a:pt x="389897" y="2714780"/>
                  </a:lnTo>
                  <a:lnTo>
                    <a:pt x="402082" y="2732253"/>
                  </a:lnTo>
                  <a:lnTo>
                    <a:pt x="394252" y="2758605"/>
                  </a:lnTo>
                  <a:lnTo>
                    <a:pt x="389247" y="2768156"/>
                  </a:lnTo>
                  <a:lnTo>
                    <a:pt x="385776" y="2769380"/>
                  </a:lnTo>
                  <a:lnTo>
                    <a:pt x="382013" y="2769656"/>
                  </a:lnTo>
                  <a:lnTo>
                    <a:pt x="368507" y="2761166"/>
                  </a:lnTo>
                  <a:lnTo>
                    <a:pt x="361139" y="2754601"/>
                  </a:lnTo>
                  <a:lnTo>
                    <a:pt x="367632" y="2772467"/>
                  </a:lnTo>
                  <a:lnTo>
                    <a:pt x="385322" y="2777686"/>
                  </a:lnTo>
                  <a:lnTo>
                    <a:pt x="386226" y="2784445"/>
                  </a:lnTo>
                  <a:lnTo>
                    <a:pt x="386126" y="2790222"/>
                  </a:lnTo>
                  <a:lnTo>
                    <a:pt x="382642" y="2797002"/>
                  </a:lnTo>
                  <a:lnTo>
                    <a:pt x="379383" y="2806009"/>
                  </a:lnTo>
                  <a:lnTo>
                    <a:pt x="381788" y="2812283"/>
                  </a:lnTo>
                  <a:lnTo>
                    <a:pt x="384580" y="2827794"/>
                  </a:lnTo>
                  <a:lnTo>
                    <a:pt x="386968" y="2834912"/>
                  </a:lnTo>
                  <a:lnTo>
                    <a:pt x="389593" y="2856507"/>
                  </a:lnTo>
                  <a:lnTo>
                    <a:pt x="392385" y="2865873"/>
                  </a:lnTo>
                  <a:lnTo>
                    <a:pt x="408466" y="2900342"/>
                  </a:lnTo>
                  <a:lnTo>
                    <a:pt x="413888" y="2900608"/>
                  </a:lnTo>
                  <a:lnTo>
                    <a:pt x="414759" y="2904341"/>
                  </a:lnTo>
                  <a:lnTo>
                    <a:pt x="414242" y="2911500"/>
                  </a:lnTo>
                  <a:lnTo>
                    <a:pt x="402674" y="2913585"/>
                  </a:lnTo>
                  <a:lnTo>
                    <a:pt x="397819" y="2916775"/>
                  </a:lnTo>
                  <a:lnTo>
                    <a:pt x="396873" y="2919545"/>
                  </a:lnTo>
                  <a:lnTo>
                    <a:pt x="396156" y="2921041"/>
                  </a:lnTo>
                  <a:lnTo>
                    <a:pt x="394665" y="2920902"/>
                  </a:lnTo>
                  <a:lnTo>
                    <a:pt x="389147" y="2918910"/>
                  </a:lnTo>
                  <a:lnTo>
                    <a:pt x="376604" y="2909119"/>
                  </a:lnTo>
                  <a:lnTo>
                    <a:pt x="358326" y="2903051"/>
                  </a:lnTo>
                  <a:lnTo>
                    <a:pt x="334311" y="2900700"/>
                  </a:lnTo>
                  <a:lnTo>
                    <a:pt x="317904" y="2895800"/>
                  </a:lnTo>
                  <a:lnTo>
                    <a:pt x="309107" y="2888333"/>
                  </a:lnTo>
                  <a:lnTo>
                    <a:pt x="299910" y="2883909"/>
                  </a:lnTo>
                  <a:lnTo>
                    <a:pt x="290317" y="2882516"/>
                  </a:lnTo>
                  <a:lnTo>
                    <a:pt x="282370" y="2878465"/>
                  </a:lnTo>
                  <a:lnTo>
                    <a:pt x="276070" y="2871757"/>
                  </a:lnTo>
                  <a:lnTo>
                    <a:pt x="266856" y="2867476"/>
                  </a:lnTo>
                  <a:lnTo>
                    <a:pt x="254729" y="2865617"/>
                  </a:lnTo>
                  <a:lnTo>
                    <a:pt x="246837" y="2860588"/>
                  </a:lnTo>
                  <a:lnTo>
                    <a:pt x="241348" y="2848293"/>
                  </a:lnTo>
                  <a:lnTo>
                    <a:pt x="241323" y="2848109"/>
                  </a:lnTo>
                  <a:lnTo>
                    <a:pt x="236410" y="2827553"/>
                  </a:lnTo>
                  <a:lnTo>
                    <a:pt x="230222" y="2814674"/>
                  </a:lnTo>
                  <a:lnTo>
                    <a:pt x="218179" y="2798738"/>
                  </a:lnTo>
                  <a:lnTo>
                    <a:pt x="217070" y="2796638"/>
                  </a:lnTo>
                  <a:lnTo>
                    <a:pt x="216970" y="2794016"/>
                  </a:lnTo>
                  <a:lnTo>
                    <a:pt x="218462" y="2784742"/>
                  </a:lnTo>
                  <a:lnTo>
                    <a:pt x="217191" y="2778075"/>
                  </a:lnTo>
                  <a:lnTo>
                    <a:pt x="213378" y="2772642"/>
                  </a:lnTo>
                  <a:lnTo>
                    <a:pt x="212503" y="2766891"/>
                  </a:lnTo>
                  <a:lnTo>
                    <a:pt x="214570" y="2760838"/>
                  </a:lnTo>
                  <a:lnTo>
                    <a:pt x="214703" y="2753566"/>
                  </a:lnTo>
                  <a:lnTo>
                    <a:pt x="212907" y="2745076"/>
                  </a:lnTo>
                  <a:lnTo>
                    <a:pt x="205227" y="2735894"/>
                  </a:lnTo>
                  <a:lnTo>
                    <a:pt x="191663" y="2726031"/>
                  </a:lnTo>
                  <a:lnTo>
                    <a:pt x="180107" y="2711626"/>
                  </a:lnTo>
                  <a:lnTo>
                    <a:pt x="170568" y="2692689"/>
                  </a:lnTo>
                  <a:lnTo>
                    <a:pt x="161133" y="2679569"/>
                  </a:lnTo>
                  <a:lnTo>
                    <a:pt x="151803" y="2672261"/>
                  </a:lnTo>
                  <a:lnTo>
                    <a:pt x="145423" y="2663341"/>
                  </a:lnTo>
                  <a:lnTo>
                    <a:pt x="141989" y="2652807"/>
                  </a:lnTo>
                  <a:lnTo>
                    <a:pt x="140977" y="2646693"/>
                  </a:lnTo>
                  <a:lnTo>
                    <a:pt x="142377" y="2645003"/>
                  </a:lnTo>
                  <a:lnTo>
                    <a:pt x="136643" y="2633291"/>
                  </a:lnTo>
                  <a:lnTo>
                    <a:pt x="123774" y="2611568"/>
                  </a:lnTo>
                  <a:lnTo>
                    <a:pt x="116382" y="2595683"/>
                  </a:lnTo>
                  <a:lnTo>
                    <a:pt x="114477" y="2585641"/>
                  </a:lnTo>
                  <a:lnTo>
                    <a:pt x="106289" y="2573689"/>
                  </a:lnTo>
                  <a:lnTo>
                    <a:pt x="91820" y="2559827"/>
                  </a:lnTo>
                  <a:lnTo>
                    <a:pt x="83952" y="2550809"/>
                  </a:lnTo>
                  <a:lnTo>
                    <a:pt x="82019" y="2544546"/>
                  </a:lnTo>
                  <a:lnTo>
                    <a:pt x="59441" y="2526331"/>
                  </a:lnTo>
                  <a:lnTo>
                    <a:pt x="52882" y="2514952"/>
                  </a:lnTo>
                  <a:lnTo>
                    <a:pt x="47760" y="2511357"/>
                  </a:lnTo>
                  <a:lnTo>
                    <a:pt x="41880" y="2511746"/>
                  </a:lnTo>
                  <a:lnTo>
                    <a:pt x="38863" y="2510656"/>
                  </a:lnTo>
                  <a:lnTo>
                    <a:pt x="38713" y="2508085"/>
                  </a:lnTo>
                  <a:lnTo>
                    <a:pt x="36809" y="2507962"/>
                  </a:lnTo>
                  <a:lnTo>
                    <a:pt x="33146" y="2510297"/>
                  </a:lnTo>
                  <a:lnTo>
                    <a:pt x="21136" y="2510768"/>
                  </a:lnTo>
                  <a:lnTo>
                    <a:pt x="775" y="2509380"/>
                  </a:lnTo>
                  <a:lnTo>
                    <a:pt x="0" y="2509217"/>
                  </a:lnTo>
                  <a:lnTo>
                    <a:pt x="0" y="699813"/>
                  </a:lnTo>
                  <a:lnTo>
                    <a:pt x="1430380" y="699813"/>
                  </a:lnTo>
                  <a:lnTo>
                    <a:pt x="1444880" y="707161"/>
                  </a:lnTo>
                  <a:lnTo>
                    <a:pt x="1461444" y="715554"/>
                  </a:lnTo>
                  <a:lnTo>
                    <a:pt x="1465620" y="729509"/>
                  </a:lnTo>
                  <a:lnTo>
                    <a:pt x="1469687" y="743095"/>
                  </a:lnTo>
                  <a:lnTo>
                    <a:pt x="1479384" y="752958"/>
                  </a:lnTo>
                  <a:lnTo>
                    <a:pt x="1488260" y="761965"/>
                  </a:lnTo>
                  <a:lnTo>
                    <a:pt x="1493399" y="761494"/>
                  </a:lnTo>
                  <a:lnTo>
                    <a:pt x="1498612" y="757689"/>
                  </a:lnTo>
                  <a:lnTo>
                    <a:pt x="1501921" y="755856"/>
                  </a:lnTo>
                  <a:lnTo>
                    <a:pt x="1507467" y="755554"/>
                  </a:lnTo>
                  <a:lnTo>
                    <a:pt x="1519802" y="752297"/>
                  </a:lnTo>
                  <a:lnTo>
                    <a:pt x="1523448" y="753009"/>
                  </a:lnTo>
                  <a:lnTo>
                    <a:pt x="1525520" y="754637"/>
                  </a:lnTo>
                  <a:lnTo>
                    <a:pt x="1525690" y="757187"/>
                  </a:lnTo>
                  <a:lnTo>
                    <a:pt x="1525269" y="759215"/>
                  </a:lnTo>
                  <a:lnTo>
                    <a:pt x="1523361" y="763286"/>
                  </a:lnTo>
                  <a:lnTo>
                    <a:pt x="1526374" y="771045"/>
                  </a:lnTo>
                  <a:lnTo>
                    <a:pt x="1527007" y="779663"/>
                  </a:lnTo>
                  <a:lnTo>
                    <a:pt x="1528662" y="786177"/>
                  </a:lnTo>
                  <a:lnTo>
                    <a:pt x="1533712" y="794514"/>
                  </a:lnTo>
                  <a:lnTo>
                    <a:pt x="1538100" y="801028"/>
                  </a:lnTo>
                  <a:lnTo>
                    <a:pt x="1543626" y="802287"/>
                  </a:lnTo>
                  <a:lnTo>
                    <a:pt x="1556415" y="798493"/>
                  </a:lnTo>
                  <a:lnTo>
                    <a:pt x="1564429" y="797059"/>
                  </a:lnTo>
                  <a:lnTo>
                    <a:pt x="1568979" y="797678"/>
                  </a:lnTo>
                  <a:lnTo>
                    <a:pt x="1576764" y="803777"/>
                  </a:lnTo>
                  <a:lnTo>
                    <a:pt x="1580573" y="807444"/>
                  </a:lnTo>
                  <a:lnTo>
                    <a:pt x="1581481" y="810491"/>
                  </a:lnTo>
                  <a:lnTo>
                    <a:pt x="1570967" y="829111"/>
                  </a:lnTo>
                  <a:lnTo>
                    <a:pt x="1587640" y="838349"/>
                  </a:lnTo>
                  <a:lnTo>
                    <a:pt x="1606247" y="848447"/>
                  </a:lnTo>
                  <a:lnTo>
                    <a:pt x="1628433" y="860486"/>
                  </a:lnTo>
                  <a:lnTo>
                    <a:pt x="1641998" y="867855"/>
                  </a:lnTo>
                  <a:lnTo>
                    <a:pt x="1659862" y="878379"/>
                  </a:lnTo>
                  <a:lnTo>
                    <a:pt x="1662921" y="893373"/>
                  </a:lnTo>
                  <a:lnTo>
                    <a:pt x="1665497" y="906027"/>
                  </a:lnTo>
                  <a:lnTo>
                    <a:pt x="1668780" y="923668"/>
                  </a:lnTo>
                  <a:lnTo>
                    <a:pt x="1672127" y="941663"/>
                  </a:lnTo>
                  <a:lnTo>
                    <a:pt x="1675465" y="959592"/>
                  </a:lnTo>
                  <a:lnTo>
                    <a:pt x="1679002" y="978621"/>
                  </a:lnTo>
                  <a:lnTo>
                    <a:pt x="1682890" y="999524"/>
                  </a:lnTo>
                  <a:lnTo>
                    <a:pt x="1686345" y="1018078"/>
                  </a:lnTo>
                  <a:lnTo>
                    <a:pt x="1690116" y="1038331"/>
                  </a:lnTo>
                  <a:lnTo>
                    <a:pt x="1695130" y="1064688"/>
                  </a:lnTo>
                  <a:lnTo>
                    <a:pt x="1690646" y="1074843"/>
                  </a:lnTo>
                  <a:lnTo>
                    <a:pt x="1680882" y="1096955"/>
                  </a:lnTo>
                  <a:lnTo>
                    <a:pt x="1672056" y="1116942"/>
                  </a:lnTo>
                  <a:lnTo>
                    <a:pt x="1671285" y="1122739"/>
                  </a:lnTo>
                  <a:lnTo>
                    <a:pt x="1665217" y="1151882"/>
                  </a:lnTo>
                  <a:lnTo>
                    <a:pt x="1660354" y="1163921"/>
                  </a:lnTo>
                  <a:lnTo>
                    <a:pt x="1651836" y="1170911"/>
                  </a:lnTo>
                  <a:lnTo>
                    <a:pt x="1643381" y="1177686"/>
                  </a:lnTo>
                  <a:lnTo>
                    <a:pt x="1632834" y="1189039"/>
                  </a:lnTo>
                  <a:lnTo>
                    <a:pt x="1621232" y="1194647"/>
                  </a:lnTo>
                  <a:lnTo>
                    <a:pt x="1615306" y="1197945"/>
                  </a:lnTo>
                  <a:lnTo>
                    <a:pt x="1612202" y="1203147"/>
                  </a:lnTo>
                  <a:lnTo>
                    <a:pt x="1608776" y="1214552"/>
                  </a:lnTo>
                  <a:lnTo>
                    <a:pt x="1609435" y="1231968"/>
                  </a:lnTo>
                  <a:lnTo>
                    <a:pt x="1618990" y="1246957"/>
                  </a:lnTo>
                  <a:lnTo>
                    <a:pt x="1632967" y="1255340"/>
                  </a:lnTo>
                  <a:lnTo>
                    <a:pt x="1648003" y="1263503"/>
                  </a:lnTo>
                  <a:lnTo>
                    <a:pt x="1669422" y="1263538"/>
                  </a:lnTo>
                  <a:lnTo>
                    <a:pt x="1688687" y="1252646"/>
                  </a:lnTo>
                  <a:lnTo>
                    <a:pt x="1709098" y="1241109"/>
                  </a:lnTo>
                  <a:lnTo>
                    <a:pt x="1727296" y="1230821"/>
                  </a:lnTo>
                  <a:lnTo>
                    <a:pt x="1748941" y="1218587"/>
                  </a:lnTo>
                  <a:lnTo>
                    <a:pt x="1768544" y="1207500"/>
                  </a:lnTo>
                  <a:lnTo>
                    <a:pt x="1789830" y="1203516"/>
                  </a:lnTo>
                  <a:lnTo>
                    <a:pt x="1819325" y="1198001"/>
                  </a:lnTo>
                  <a:lnTo>
                    <a:pt x="1856455" y="1191052"/>
                  </a:lnTo>
                  <a:lnTo>
                    <a:pt x="1874533" y="1183140"/>
                  </a:lnTo>
                  <a:lnTo>
                    <a:pt x="1897894" y="1172914"/>
                  </a:lnTo>
                  <a:lnTo>
                    <a:pt x="1924844" y="1161115"/>
                  </a:lnTo>
                  <a:lnTo>
                    <a:pt x="1948101" y="1150935"/>
                  </a:lnTo>
                  <a:lnTo>
                    <a:pt x="1959794" y="1145291"/>
                  </a:lnTo>
                  <a:lnTo>
                    <a:pt x="1968112" y="1138854"/>
                  </a:lnTo>
                  <a:lnTo>
                    <a:pt x="1970175" y="1134092"/>
                  </a:lnTo>
                  <a:lnTo>
                    <a:pt x="1969683" y="1131357"/>
                  </a:lnTo>
                  <a:lnTo>
                    <a:pt x="1967537" y="1128618"/>
                  </a:lnTo>
                  <a:lnTo>
                    <a:pt x="1964570" y="1126595"/>
                  </a:lnTo>
                  <a:lnTo>
                    <a:pt x="1961932" y="1124874"/>
                  </a:lnTo>
                  <a:lnTo>
                    <a:pt x="1960694" y="1122744"/>
                  </a:lnTo>
                  <a:lnTo>
                    <a:pt x="1960448" y="1118084"/>
                  </a:lnTo>
                  <a:lnTo>
                    <a:pt x="1958831" y="1115406"/>
                  </a:lnTo>
                  <a:lnTo>
                    <a:pt x="1957290" y="1113434"/>
                  </a:lnTo>
                  <a:lnTo>
                    <a:pt x="1957873" y="1095398"/>
                  </a:lnTo>
                  <a:lnTo>
                    <a:pt x="1955839" y="1089806"/>
                  </a:lnTo>
                  <a:lnTo>
                    <a:pt x="1948259" y="1075632"/>
                  </a:lnTo>
                  <a:lnTo>
                    <a:pt x="1962715" y="1069276"/>
                  </a:lnTo>
                  <a:lnTo>
                    <a:pt x="1976109" y="1063382"/>
                  </a:lnTo>
                  <a:lnTo>
                    <a:pt x="1986789" y="1059019"/>
                  </a:lnTo>
                  <a:lnTo>
                    <a:pt x="2009163" y="1058333"/>
                  </a:lnTo>
                  <a:lnTo>
                    <a:pt x="2029941" y="1058420"/>
                  </a:lnTo>
                  <a:lnTo>
                    <a:pt x="2058578" y="1058538"/>
                  </a:lnTo>
                  <a:lnTo>
                    <a:pt x="2082706" y="1058635"/>
                  </a:lnTo>
                  <a:lnTo>
                    <a:pt x="2110856" y="1058753"/>
                  </a:lnTo>
                  <a:lnTo>
                    <a:pt x="2127358" y="1058820"/>
                  </a:lnTo>
                  <a:lnTo>
                    <a:pt x="2148982" y="1058615"/>
                  </a:lnTo>
                  <a:lnTo>
                    <a:pt x="2159521" y="1042253"/>
                  </a:lnTo>
                  <a:lnTo>
                    <a:pt x="2168939" y="1027623"/>
                  </a:lnTo>
                  <a:lnTo>
                    <a:pt x="2179311" y="1013643"/>
                  </a:lnTo>
                  <a:lnTo>
                    <a:pt x="2197751" y="997230"/>
                  </a:lnTo>
                  <a:lnTo>
                    <a:pt x="2203106" y="994281"/>
                  </a:lnTo>
                  <a:lnTo>
                    <a:pt x="2206060" y="987808"/>
                  </a:lnTo>
                  <a:lnTo>
                    <a:pt x="2217237" y="981658"/>
                  </a:lnTo>
                  <a:lnTo>
                    <a:pt x="2229551" y="975953"/>
                  </a:lnTo>
                  <a:lnTo>
                    <a:pt x="2234381" y="970602"/>
                  </a:lnTo>
                  <a:lnTo>
                    <a:pt x="2236718" y="967555"/>
                  </a:lnTo>
                  <a:lnTo>
                    <a:pt x="2270060" y="938693"/>
                  </a:lnTo>
                  <a:lnTo>
                    <a:pt x="2288996" y="925363"/>
                  </a:lnTo>
                  <a:lnTo>
                    <a:pt x="2304636" y="917943"/>
                  </a:lnTo>
                  <a:lnTo>
                    <a:pt x="2316542" y="914399"/>
                  </a:lnTo>
                  <a:lnTo>
                    <a:pt x="2324580" y="914906"/>
                  </a:lnTo>
                  <a:lnTo>
                    <a:pt x="2329152" y="91440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3691075" y="1264019"/>
              <a:ext cx="972232" cy="951193"/>
            </a:xfrm>
            <a:custGeom>
              <a:avLst/>
              <a:pathLst>
                <a:path w="972232" h="951193">
                  <a:moveTo>
                    <a:pt x="914400" y="914400"/>
                  </a:moveTo>
                  <a:lnTo>
                    <a:pt x="919884" y="915086"/>
                  </a:lnTo>
                  <a:lnTo>
                    <a:pt x="924601" y="913094"/>
                  </a:lnTo>
                  <a:lnTo>
                    <a:pt x="929068" y="909069"/>
                  </a:lnTo>
                  <a:lnTo>
                    <a:pt x="939440" y="903625"/>
                  </a:lnTo>
                  <a:lnTo>
                    <a:pt x="948279" y="901244"/>
                  </a:lnTo>
                  <a:lnTo>
                    <a:pt x="951063" y="900752"/>
                  </a:lnTo>
                  <a:lnTo>
                    <a:pt x="955276" y="904572"/>
                  </a:lnTo>
                  <a:lnTo>
                    <a:pt x="963635" y="901505"/>
                  </a:lnTo>
                  <a:lnTo>
                    <a:pt x="972232" y="899784"/>
                  </a:lnTo>
                  <a:lnTo>
                    <a:pt x="935044" y="917252"/>
                  </a:lnTo>
                  <a:lnTo>
                    <a:pt x="927439" y="919218"/>
                  </a:lnTo>
                  <a:lnTo>
                    <a:pt x="916558" y="924421"/>
                  </a:lnTo>
                  <a:lnTo>
                    <a:pt x="906273" y="928108"/>
                  </a:lnTo>
                  <a:lnTo>
                    <a:pt x="898868" y="929450"/>
                  </a:lnTo>
                  <a:lnTo>
                    <a:pt x="862047" y="942416"/>
                  </a:lnTo>
                  <a:lnTo>
                    <a:pt x="859125" y="942698"/>
                  </a:lnTo>
                  <a:lnTo>
                    <a:pt x="855967" y="941433"/>
                  </a:lnTo>
                  <a:lnTo>
                    <a:pt x="825638" y="948110"/>
                  </a:lnTo>
                  <a:lnTo>
                    <a:pt x="813190" y="948863"/>
                  </a:lnTo>
                  <a:lnTo>
                    <a:pt x="801855" y="951193"/>
                  </a:lnTo>
                  <a:lnTo>
                    <a:pt x="810240" y="945816"/>
                  </a:lnTo>
                  <a:lnTo>
                    <a:pt x="810423" y="943804"/>
                  </a:lnTo>
                  <a:lnTo>
                    <a:pt x="808419" y="942232"/>
                  </a:lnTo>
                  <a:lnTo>
                    <a:pt x="803935" y="942687"/>
                  </a:lnTo>
                  <a:lnTo>
                    <a:pt x="799342" y="948223"/>
                  </a:lnTo>
                  <a:lnTo>
                    <a:pt x="792012" y="950072"/>
                  </a:lnTo>
                  <a:lnTo>
                    <a:pt x="790550" y="944044"/>
                  </a:lnTo>
                  <a:lnTo>
                    <a:pt x="792996" y="939379"/>
                  </a:lnTo>
                  <a:lnTo>
                    <a:pt x="796309" y="934955"/>
                  </a:lnTo>
                  <a:lnTo>
                    <a:pt x="803589" y="928001"/>
                  </a:lnTo>
                  <a:lnTo>
                    <a:pt x="814003" y="923592"/>
                  </a:lnTo>
                  <a:lnTo>
                    <a:pt x="819295" y="919782"/>
                  </a:lnTo>
                  <a:lnTo>
                    <a:pt x="822962" y="923136"/>
                  </a:lnTo>
                  <a:lnTo>
                    <a:pt x="823767" y="918604"/>
                  </a:lnTo>
                  <a:lnTo>
                    <a:pt x="826588" y="915987"/>
                  </a:lnTo>
                  <a:lnTo>
                    <a:pt x="829655" y="914579"/>
                  </a:lnTo>
                  <a:lnTo>
                    <a:pt x="837031" y="914543"/>
                  </a:lnTo>
                  <a:lnTo>
                    <a:pt x="841002" y="913831"/>
                  </a:lnTo>
                  <a:lnTo>
                    <a:pt x="843873" y="912326"/>
                  </a:lnTo>
                  <a:lnTo>
                    <a:pt x="846820" y="912044"/>
                  </a:lnTo>
                  <a:lnTo>
                    <a:pt x="854887" y="914097"/>
                  </a:lnTo>
                  <a:lnTo>
                    <a:pt x="862768" y="913508"/>
                  </a:lnTo>
                  <a:lnTo>
                    <a:pt x="869131" y="910671"/>
                  </a:lnTo>
                  <a:lnTo>
                    <a:pt x="875744" y="909719"/>
                  </a:lnTo>
                  <a:lnTo>
                    <a:pt x="893238" y="909079"/>
                  </a:lnTo>
                  <a:lnTo>
                    <a:pt x="910624" y="907005"/>
                  </a:lnTo>
                  <a:lnTo>
                    <a:pt x="917575" y="903318"/>
                  </a:lnTo>
                  <a:lnTo>
                    <a:pt x="932177" y="892984"/>
                  </a:lnTo>
                  <a:lnTo>
                    <a:pt x="940578" y="890101"/>
                  </a:lnTo>
                  <a:lnTo>
                    <a:pt x="927497" y="902109"/>
                  </a:lnTo>
                  <a:lnTo>
                    <a:pt x="920467" y="90761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4061078" y="908315"/>
              <a:ext cx="919367" cy="921036"/>
            </a:xfrm>
            <a:custGeom>
              <a:avLst/>
              <a:pathLst>
                <a:path w="919367" h="921036">
                  <a:moveTo>
                    <a:pt x="914400" y="914399"/>
                  </a:moveTo>
                  <a:lnTo>
                    <a:pt x="908953" y="913508"/>
                  </a:lnTo>
                  <a:lnTo>
                    <a:pt x="909065" y="919044"/>
                  </a:lnTo>
                  <a:lnTo>
                    <a:pt x="908457" y="921036"/>
                  </a:lnTo>
                  <a:lnTo>
                    <a:pt x="902423" y="918189"/>
                  </a:lnTo>
                  <a:lnTo>
                    <a:pt x="900210" y="916356"/>
                  </a:lnTo>
                  <a:lnTo>
                    <a:pt x="900402" y="909023"/>
                  </a:lnTo>
                  <a:lnTo>
                    <a:pt x="905732" y="902089"/>
                  </a:lnTo>
                  <a:lnTo>
                    <a:pt x="909795" y="899349"/>
                  </a:lnTo>
                  <a:lnTo>
                    <a:pt x="915033" y="901249"/>
                  </a:lnTo>
                  <a:lnTo>
                    <a:pt x="919054" y="909012"/>
                  </a:lnTo>
                  <a:lnTo>
                    <a:pt x="919367" y="91235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3549827" y="1306246"/>
              <a:ext cx="928781" cy="914399"/>
            </a:xfrm>
            <a:custGeom>
              <a:avLst/>
              <a:pathLst>
                <a:path w="928781" h="914399">
                  <a:moveTo>
                    <a:pt x="914400" y="914399"/>
                  </a:moveTo>
                  <a:lnTo>
                    <a:pt x="918471" y="904342"/>
                  </a:lnTo>
                  <a:lnTo>
                    <a:pt x="925955" y="899743"/>
                  </a:lnTo>
                  <a:lnTo>
                    <a:pt x="928664" y="900701"/>
                  </a:lnTo>
                  <a:lnTo>
                    <a:pt x="928781" y="904255"/>
                  </a:lnTo>
                  <a:lnTo>
                    <a:pt x="927730" y="907292"/>
                  </a:lnTo>
                  <a:lnTo>
                    <a:pt x="922709" y="911972"/>
                  </a:lnTo>
                  <a:lnTo>
                    <a:pt x="918475" y="91396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3844316" y="1221428"/>
              <a:ext cx="937903" cy="914399"/>
            </a:xfrm>
            <a:custGeom>
              <a:avLst/>
              <a:pathLst>
                <a:path w="937903" h="914399">
                  <a:moveTo>
                    <a:pt x="914400" y="914399"/>
                  </a:moveTo>
                  <a:lnTo>
                    <a:pt x="910653" y="911091"/>
                  </a:lnTo>
                  <a:lnTo>
                    <a:pt x="916516" y="909560"/>
                  </a:lnTo>
                  <a:lnTo>
                    <a:pt x="923922" y="901700"/>
                  </a:lnTo>
                  <a:lnTo>
                    <a:pt x="928847" y="900788"/>
                  </a:lnTo>
                  <a:lnTo>
                    <a:pt x="936586" y="905238"/>
                  </a:lnTo>
                  <a:lnTo>
                    <a:pt x="937903" y="90927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3801164" y="1207043"/>
              <a:ext cx="919425" cy="914400"/>
            </a:xfrm>
            <a:custGeom>
              <a:avLst/>
              <a:pathLst>
                <a:path w="919425" h="914400">
                  <a:moveTo>
                    <a:pt x="914400" y="914400"/>
                  </a:moveTo>
                  <a:lnTo>
                    <a:pt x="909678" y="913898"/>
                  </a:lnTo>
                  <a:lnTo>
                    <a:pt x="912074" y="910026"/>
                  </a:lnTo>
                  <a:lnTo>
                    <a:pt x="912987" y="904342"/>
                  </a:lnTo>
                  <a:lnTo>
                    <a:pt x="915316" y="898100"/>
                  </a:lnTo>
                  <a:lnTo>
                    <a:pt x="916658" y="896190"/>
                  </a:lnTo>
                  <a:lnTo>
                    <a:pt x="919425" y="894505"/>
                  </a:lnTo>
                  <a:lnTo>
                    <a:pt x="918625" y="9115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3906637" y="1229606"/>
              <a:ext cx="920984" cy="914399"/>
            </a:xfrm>
            <a:custGeom>
              <a:avLst/>
              <a:pathLst>
                <a:path w="920984" h="914399">
                  <a:moveTo>
                    <a:pt x="914400" y="914399"/>
                  </a:moveTo>
                  <a:lnTo>
                    <a:pt x="899210" y="910533"/>
                  </a:lnTo>
                  <a:lnTo>
                    <a:pt x="911707" y="907256"/>
                  </a:lnTo>
                  <a:lnTo>
                    <a:pt x="913749" y="906114"/>
                  </a:lnTo>
                  <a:lnTo>
                    <a:pt x="915379" y="901295"/>
                  </a:lnTo>
                  <a:lnTo>
                    <a:pt x="915583" y="898878"/>
                  </a:lnTo>
                  <a:lnTo>
                    <a:pt x="920329" y="909243"/>
                  </a:lnTo>
                  <a:lnTo>
                    <a:pt x="920984" y="91271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3429073" y="1797393"/>
              <a:ext cx="915687" cy="914400"/>
            </a:xfrm>
            <a:custGeom>
              <a:avLst/>
              <a:pathLst>
                <a:path w="915687" h="914400">
                  <a:moveTo>
                    <a:pt x="914400" y="914400"/>
                  </a:moveTo>
                  <a:lnTo>
                    <a:pt x="908732" y="902806"/>
                  </a:lnTo>
                  <a:lnTo>
                    <a:pt x="914562" y="906554"/>
                  </a:lnTo>
                  <a:lnTo>
                    <a:pt x="915604" y="909673"/>
                  </a:lnTo>
                  <a:lnTo>
                    <a:pt x="915687" y="91226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3426727" y="1862705"/>
              <a:ext cx="933331" cy="914400"/>
            </a:xfrm>
            <a:custGeom>
              <a:avLst/>
              <a:pathLst>
                <a:path w="933331" h="914400">
                  <a:moveTo>
                    <a:pt x="914400" y="914400"/>
                  </a:moveTo>
                  <a:lnTo>
                    <a:pt x="913391" y="913483"/>
                  </a:lnTo>
                  <a:lnTo>
                    <a:pt x="926509" y="907502"/>
                  </a:lnTo>
                  <a:lnTo>
                    <a:pt x="930647" y="886434"/>
                  </a:lnTo>
                  <a:lnTo>
                    <a:pt x="931214" y="876720"/>
                  </a:lnTo>
                  <a:lnTo>
                    <a:pt x="929247" y="859595"/>
                  </a:lnTo>
                  <a:lnTo>
                    <a:pt x="929314" y="856057"/>
                  </a:lnTo>
                  <a:lnTo>
                    <a:pt x="931448" y="861577"/>
                  </a:lnTo>
                  <a:lnTo>
                    <a:pt x="933331" y="877555"/>
                  </a:lnTo>
                  <a:lnTo>
                    <a:pt x="932623" y="889671"/>
                  </a:lnTo>
                  <a:lnTo>
                    <a:pt x="928818" y="907322"/>
                  </a:lnTo>
                  <a:lnTo>
                    <a:pt x="925847" y="91154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3402370" y="1872563"/>
              <a:ext cx="929910" cy="914400"/>
            </a:xfrm>
            <a:custGeom>
              <a:avLst/>
              <a:pathLst>
                <a:path w="929910" h="914400">
                  <a:moveTo>
                    <a:pt x="914400" y="914400"/>
                  </a:moveTo>
                  <a:lnTo>
                    <a:pt x="912649" y="913954"/>
                  </a:lnTo>
                  <a:lnTo>
                    <a:pt x="922826" y="908603"/>
                  </a:lnTo>
                  <a:lnTo>
                    <a:pt x="929910" y="9069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3354159" y="1923675"/>
              <a:ext cx="941811" cy="914400"/>
            </a:xfrm>
            <a:custGeom>
              <a:avLst/>
              <a:pathLst>
                <a:path w="941811" h="914400">
                  <a:moveTo>
                    <a:pt x="914400" y="914400"/>
                  </a:moveTo>
                  <a:lnTo>
                    <a:pt x="922213" y="901305"/>
                  </a:lnTo>
                  <a:lnTo>
                    <a:pt x="937644" y="884698"/>
                  </a:lnTo>
                  <a:lnTo>
                    <a:pt x="941811" y="882158"/>
                  </a:lnTo>
                  <a:lnTo>
                    <a:pt x="928981" y="896343"/>
                  </a:lnTo>
                  <a:lnTo>
                    <a:pt x="916525" y="91319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2880983" y="2784076"/>
              <a:ext cx="917442" cy="914400"/>
            </a:xfrm>
            <a:custGeom>
              <a:avLst/>
              <a:pathLst>
                <a:path w="917442" h="914400">
                  <a:moveTo>
                    <a:pt x="914400" y="914400"/>
                  </a:moveTo>
                  <a:lnTo>
                    <a:pt x="908245" y="912392"/>
                  </a:lnTo>
                  <a:lnTo>
                    <a:pt x="904882" y="908797"/>
                  </a:lnTo>
                  <a:lnTo>
                    <a:pt x="903431" y="901761"/>
                  </a:lnTo>
                  <a:lnTo>
                    <a:pt x="908790" y="909212"/>
                  </a:lnTo>
                  <a:lnTo>
                    <a:pt x="910712" y="910897"/>
                  </a:lnTo>
                  <a:lnTo>
                    <a:pt x="917442" y="91166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2879929" y="2777147"/>
              <a:ext cx="914520" cy="914399"/>
            </a:xfrm>
            <a:custGeom>
              <a:avLst/>
              <a:pathLst>
                <a:path w="914520" h="914399">
                  <a:moveTo>
                    <a:pt x="914400" y="914399"/>
                  </a:moveTo>
                  <a:lnTo>
                    <a:pt x="910099" y="904081"/>
                  </a:lnTo>
                  <a:lnTo>
                    <a:pt x="907236" y="892677"/>
                  </a:lnTo>
                  <a:lnTo>
                    <a:pt x="911332" y="896369"/>
                  </a:lnTo>
                  <a:lnTo>
                    <a:pt x="914520" y="90823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3008342" y="2938589"/>
              <a:ext cx="942007" cy="914400"/>
            </a:xfrm>
            <a:custGeom>
              <a:avLst/>
              <a:pathLst>
                <a:path w="942007" h="914400">
                  <a:moveTo>
                    <a:pt x="914400" y="914400"/>
                  </a:moveTo>
                  <a:lnTo>
                    <a:pt x="916279" y="909463"/>
                  </a:lnTo>
                  <a:lnTo>
                    <a:pt x="922892" y="898909"/>
                  </a:lnTo>
                  <a:lnTo>
                    <a:pt x="925030" y="893941"/>
                  </a:lnTo>
                  <a:lnTo>
                    <a:pt x="929497" y="890792"/>
                  </a:lnTo>
                  <a:lnTo>
                    <a:pt x="933656" y="885098"/>
                  </a:lnTo>
                  <a:lnTo>
                    <a:pt x="933969" y="878456"/>
                  </a:lnTo>
                  <a:lnTo>
                    <a:pt x="940011" y="873811"/>
                  </a:lnTo>
                  <a:lnTo>
                    <a:pt x="942007" y="873145"/>
                  </a:lnTo>
                  <a:lnTo>
                    <a:pt x="931360" y="89467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2048189" y="2463265"/>
              <a:ext cx="920934" cy="914400"/>
            </a:xfrm>
            <a:custGeom>
              <a:avLst/>
              <a:pathLst>
                <a:path w="920934" h="914400">
                  <a:moveTo>
                    <a:pt x="914400" y="914400"/>
                  </a:moveTo>
                  <a:lnTo>
                    <a:pt x="900285" y="905315"/>
                  </a:lnTo>
                  <a:lnTo>
                    <a:pt x="899398" y="901413"/>
                  </a:lnTo>
                  <a:lnTo>
                    <a:pt x="906361" y="897885"/>
                  </a:lnTo>
                  <a:lnTo>
                    <a:pt x="910611" y="898197"/>
                  </a:lnTo>
                  <a:lnTo>
                    <a:pt x="917333" y="902811"/>
                  </a:lnTo>
                  <a:lnTo>
                    <a:pt x="919792" y="904096"/>
                  </a:lnTo>
                  <a:lnTo>
                    <a:pt x="920934" y="905965"/>
                  </a:lnTo>
                  <a:lnTo>
                    <a:pt x="920284" y="908889"/>
                  </a:lnTo>
                  <a:lnTo>
                    <a:pt x="917571" y="9129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1603955" y="2629736"/>
              <a:ext cx="931152" cy="914399"/>
            </a:xfrm>
            <a:custGeom>
              <a:avLst/>
              <a:pathLst>
                <a:path w="931152" h="914399">
                  <a:moveTo>
                    <a:pt x="914400" y="914399"/>
                  </a:moveTo>
                  <a:lnTo>
                    <a:pt x="918529" y="905812"/>
                  </a:lnTo>
                  <a:lnTo>
                    <a:pt x="919296" y="902370"/>
                  </a:lnTo>
                  <a:lnTo>
                    <a:pt x="926068" y="891504"/>
                  </a:lnTo>
                  <a:lnTo>
                    <a:pt x="929643" y="889886"/>
                  </a:lnTo>
                  <a:lnTo>
                    <a:pt x="931152" y="894510"/>
                  </a:lnTo>
                  <a:lnTo>
                    <a:pt x="924188" y="902145"/>
                  </a:lnTo>
                  <a:lnTo>
                    <a:pt x="916250" y="91414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1624003" y="2603594"/>
              <a:ext cx="948329" cy="914400"/>
            </a:xfrm>
            <a:custGeom>
              <a:avLst/>
              <a:pathLst>
                <a:path w="948329" h="914400">
                  <a:moveTo>
                    <a:pt x="914399" y="914400"/>
                  </a:moveTo>
                  <a:lnTo>
                    <a:pt x="918283" y="908736"/>
                  </a:lnTo>
                  <a:lnTo>
                    <a:pt x="924597" y="905878"/>
                  </a:lnTo>
                  <a:lnTo>
                    <a:pt x="938449" y="894996"/>
                  </a:lnTo>
                  <a:lnTo>
                    <a:pt x="944099" y="894249"/>
                  </a:lnTo>
                  <a:lnTo>
                    <a:pt x="947041" y="890500"/>
                  </a:lnTo>
                  <a:lnTo>
                    <a:pt x="948329" y="889947"/>
                  </a:lnTo>
                  <a:lnTo>
                    <a:pt x="947496" y="894541"/>
                  </a:lnTo>
                  <a:lnTo>
                    <a:pt x="936352" y="901065"/>
                  </a:lnTo>
                  <a:lnTo>
                    <a:pt x="917533" y="91396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1574188" y="2698602"/>
              <a:ext cx="942074" cy="914399"/>
            </a:xfrm>
            <a:custGeom>
              <a:avLst/>
              <a:pathLst>
                <a:path w="942074" h="914399">
                  <a:moveTo>
                    <a:pt x="914399" y="914399"/>
                  </a:moveTo>
                  <a:lnTo>
                    <a:pt x="915133" y="905407"/>
                  </a:lnTo>
                  <a:lnTo>
                    <a:pt x="922063" y="884975"/>
                  </a:lnTo>
                  <a:lnTo>
                    <a:pt x="936144" y="858121"/>
                  </a:lnTo>
                  <a:lnTo>
                    <a:pt x="942074" y="853624"/>
                  </a:lnTo>
                  <a:lnTo>
                    <a:pt x="925830" y="883075"/>
                  </a:lnTo>
                  <a:lnTo>
                    <a:pt x="917062" y="90836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1770069" y="2499988"/>
              <a:ext cx="941882" cy="914399"/>
            </a:xfrm>
            <a:custGeom>
              <a:avLst/>
              <a:pathLst>
                <a:path w="941882" h="914399">
                  <a:moveTo>
                    <a:pt x="914400" y="914399"/>
                  </a:moveTo>
                  <a:lnTo>
                    <a:pt x="933002" y="898269"/>
                  </a:lnTo>
                  <a:lnTo>
                    <a:pt x="936902" y="892902"/>
                  </a:lnTo>
                  <a:lnTo>
                    <a:pt x="941882" y="893137"/>
                  </a:lnTo>
                  <a:lnTo>
                    <a:pt x="933577" y="902176"/>
                  </a:lnTo>
                  <a:lnTo>
                    <a:pt x="918663" y="91339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1591282" y="2817070"/>
              <a:ext cx="915579" cy="914400"/>
            </a:xfrm>
            <a:custGeom>
              <a:avLst/>
              <a:pathLst>
                <a:path w="915579" h="914400">
                  <a:moveTo>
                    <a:pt x="914399" y="914400"/>
                  </a:moveTo>
                  <a:lnTo>
                    <a:pt x="907332" y="891658"/>
                  </a:lnTo>
                  <a:lnTo>
                    <a:pt x="895830" y="840192"/>
                  </a:lnTo>
                  <a:lnTo>
                    <a:pt x="895397" y="810860"/>
                  </a:lnTo>
                  <a:lnTo>
                    <a:pt x="897206" y="800761"/>
                  </a:lnTo>
                  <a:lnTo>
                    <a:pt x="900173" y="842189"/>
                  </a:lnTo>
                  <a:lnTo>
                    <a:pt x="912887" y="894802"/>
                  </a:lnTo>
                  <a:lnTo>
                    <a:pt x="915579" y="90953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3792447" y="1206818"/>
              <a:ext cx="917692" cy="914399"/>
            </a:xfrm>
            <a:custGeom>
              <a:avLst/>
              <a:pathLst>
                <a:path w="917692" h="914399">
                  <a:moveTo>
                    <a:pt x="914400" y="914399"/>
                  </a:moveTo>
                  <a:lnTo>
                    <a:pt x="913516" y="909335"/>
                  </a:lnTo>
                  <a:lnTo>
                    <a:pt x="915175" y="903512"/>
                  </a:lnTo>
                  <a:lnTo>
                    <a:pt x="916854" y="903379"/>
                  </a:lnTo>
                  <a:lnTo>
                    <a:pt x="917692" y="906477"/>
                  </a:lnTo>
                  <a:lnTo>
                    <a:pt x="916766" y="91245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3548581" y="1410001"/>
              <a:ext cx="926668" cy="914400"/>
            </a:xfrm>
            <a:custGeom>
              <a:avLst/>
              <a:pathLst>
                <a:path w="926668" h="914400">
                  <a:moveTo>
                    <a:pt x="914400" y="914400"/>
                  </a:moveTo>
                  <a:lnTo>
                    <a:pt x="914170" y="911347"/>
                  </a:lnTo>
                  <a:lnTo>
                    <a:pt x="926668" y="891637"/>
                  </a:lnTo>
                  <a:lnTo>
                    <a:pt x="924409" y="8985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3452310" y="1583815"/>
              <a:ext cx="938349" cy="914399"/>
            </a:xfrm>
            <a:custGeom>
              <a:avLst/>
              <a:pathLst>
                <a:path w="938349" h="914399">
                  <a:moveTo>
                    <a:pt x="914400" y="914399"/>
                  </a:moveTo>
                  <a:lnTo>
                    <a:pt x="927418" y="893399"/>
                  </a:lnTo>
                  <a:lnTo>
                    <a:pt x="934977" y="875803"/>
                  </a:lnTo>
                  <a:lnTo>
                    <a:pt x="938349" y="869720"/>
                  </a:lnTo>
                  <a:lnTo>
                    <a:pt x="935077" y="882051"/>
                  </a:lnTo>
                  <a:lnTo>
                    <a:pt x="929360" y="893388"/>
                  </a:lnTo>
                  <a:lnTo>
                    <a:pt x="918279" y="91269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3350750" y="1921467"/>
              <a:ext cx="916300" cy="914400"/>
            </a:xfrm>
            <a:custGeom>
              <a:avLst/>
              <a:pathLst>
                <a:path w="916300" h="914400">
                  <a:moveTo>
                    <a:pt x="914400" y="914400"/>
                  </a:moveTo>
                  <a:lnTo>
                    <a:pt x="911045" y="913242"/>
                  </a:lnTo>
                  <a:lnTo>
                    <a:pt x="906423" y="911030"/>
                  </a:lnTo>
                  <a:lnTo>
                    <a:pt x="905402" y="909407"/>
                  </a:lnTo>
                  <a:lnTo>
                    <a:pt x="909811" y="909996"/>
                  </a:lnTo>
                  <a:lnTo>
                    <a:pt x="916300" y="91415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2941412" y="2972602"/>
              <a:ext cx="918238" cy="914400"/>
            </a:xfrm>
            <a:custGeom>
              <a:avLst/>
              <a:pathLst>
                <a:path w="918238" h="914400">
                  <a:moveTo>
                    <a:pt x="914400" y="914400"/>
                  </a:moveTo>
                  <a:lnTo>
                    <a:pt x="913183" y="913734"/>
                  </a:lnTo>
                  <a:lnTo>
                    <a:pt x="913183" y="910590"/>
                  </a:lnTo>
                  <a:lnTo>
                    <a:pt x="909545" y="903630"/>
                  </a:lnTo>
                  <a:lnTo>
                    <a:pt x="909682" y="901807"/>
                  </a:lnTo>
                  <a:lnTo>
                    <a:pt x="918025" y="908618"/>
                  </a:lnTo>
                  <a:lnTo>
                    <a:pt x="918238" y="910446"/>
                  </a:lnTo>
                  <a:lnTo>
                    <a:pt x="916958" y="91224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2985489" y="2954382"/>
              <a:ext cx="919788" cy="914400"/>
            </a:xfrm>
            <a:custGeom>
              <a:avLst/>
              <a:pathLst>
                <a:path w="919788" h="914400">
                  <a:moveTo>
                    <a:pt x="914400" y="914400"/>
                  </a:moveTo>
                  <a:lnTo>
                    <a:pt x="915208" y="912909"/>
                  </a:lnTo>
                  <a:lnTo>
                    <a:pt x="918575" y="909929"/>
                  </a:lnTo>
                  <a:lnTo>
                    <a:pt x="919788" y="911086"/>
                  </a:lnTo>
                  <a:lnTo>
                    <a:pt x="919654" y="912576"/>
                  </a:lnTo>
                  <a:lnTo>
                    <a:pt x="916016" y="91440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3001124" y="2944442"/>
              <a:ext cx="918713" cy="914400"/>
            </a:xfrm>
            <a:custGeom>
              <a:avLst/>
              <a:pathLst>
                <a:path w="918713" h="914400">
                  <a:moveTo>
                    <a:pt x="914399" y="914400"/>
                  </a:moveTo>
                  <a:lnTo>
                    <a:pt x="917767" y="909924"/>
                  </a:lnTo>
                  <a:lnTo>
                    <a:pt x="918713" y="910257"/>
                  </a:lnTo>
                  <a:lnTo>
                    <a:pt x="916691" y="91390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2964865" y="2965976"/>
              <a:ext cx="928014" cy="914400"/>
            </a:xfrm>
            <a:custGeom>
              <a:avLst/>
              <a:pathLst>
                <a:path w="928014" h="914400">
                  <a:moveTo>
                    <a:pt x="914399" y="914400"/>
                  </a:moveTo>
                  <a:lnTo>
                    <a:pt x="910357" y="912576"/>
                  </a:lnTo>
                  <a:lnTo>
                    <a:pt x="914804" y="910093"/>
                  </a:lnTo>
                  <a:lnTo>
                    <a:pt x="928014" y="907440"/>
                  </a:lnTo>
                  <a:lnTo>
                    <a:pt x="923026" y="910753"/>
                  </a:lnTo>
                  <a:lnTo>
                    <a:pt x="918308" y="91191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2932990" y="2333082"/>
              <a:ext cx="918196" cy="914400"/>
            </a:xfrm>
            <a:custGeom>
              <a:avLst/>
              <a:pathLst>
                <a:path w="918196" h="914400">
                  <a:moveTo>
                    <a:pt x="914400" y="914400"/>
                  </a:moveTo>
                  <a:lnTo>
                    <a:pt x="912758" y="905351"/>
                  </a:lnTo>
                  <a:lnTo>
                    <a:pt x="912595" y="896563"/>
                  </a:lnTo>
                  <a:lnTo>
                    <a:pt x="915470" y="891366"/>
                  </a:lnTo>
                  <a:lnTo>
                    <a:pt x="918196" y="88884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2918651" y="2976786"/>
              <a:ext cx="922921" cy="914400"/>
            </a:xfrm>
            <a:custGeom>
              <a:avLst/>
              <a:pathLst>
                <a:path w="922921" h="914400">
                  <a:moveTo>
                    <a:pt x="914400" y="914400"/>
                  </a:moveTo>
                  <a:lnTo>
                    <a:pt x="918858" y="910272"/>
                  </a:lnTo>
                  <a:lnTo>
                    <a:pt x="920304" y="904004"/>
                  </a:lnTo>
                  <a:lnTo>
                    <a:pt x="922921" y="908900"/>
                  </a:lnTo>
                  <a:lnTo>
                    <a:pt x="922871" y="911870"/>
                  </a:lnTo>
                  <a:lnTo>
                    <a:pt x="919929" y="91336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3043338" y="270256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6553" y="896487"/>
                  </a:lnTo>
                  <a:lnTo>
                    <a:pt x="896855" y="868398"/>
                  </a:lnTo>
                  <a:lnTo>
                    <a:pt x="891663" y="846675"/>
                  </a:lnTo>
                  <a:lnTo>
                    <a:pt x="895176" y="852549"/>
                  </a:lnTo>
                  <a:lnTo>
                    <a:pt x="898610" y="864706"/>
                  </a:lnTo>
                  <a:lnTo>
                    <a:pt x="913012" y="90667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2903482" y="2981789"/>
              <a:ext cx="920421" cy="914400"/>
            </a:xfrm>
            <a:custGeom>
              <a:avLst/>
              <a:pathLst>
                <a:path w="920421" h="914400">
                  <a:moveTo>
                    <a:pt x="914400" y="914400"/>
                  </a:moveTo>
                  <a:lnTo>
                    <a:pt x="914212" y="912776"/>
                  </a:lnTo>
                  <a:lnTo>
                    <a:pt x="917946" y="910794"/>
                  </a:lnTo>
                  <a:lnTo>
                    <a:pt x="920421" y="910928"/>
                  </a:lnTo>
                  <a:lnTo>
                    <a:pt x="920329" y="913124"/>
                  </a:lnTo>
                  <a:lnTo>
                    <a:pt x="916566" y="91416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2294601" y="2445040"/>
              <a:ext cx="920454" cy="914400"/>
            </a:xfrm>
            <a:custGeom>
              <a:avLst/>
              <a:pathLst>
                <a:path w="920454" h="914400">
                  <a:moveTo>
                    <a:pt x="914400" y="914400"/>
                  </a:moveTo>
                  <a:lnTo>
                    <a:pt x="914612" y="912305"/>
                  </a:lnTo>
                  <a:lnTo>
                    <a:pt x="918021" y="906810"/>
                  </a:lnTo>
                  <a:lnTo>
                    <a:pt x="920454" y="904675"/>
                  </a:lnTo>
                  <a:lnTo>
                    <a:pt x="919033" y="90891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2326430" y="2387932"/>
              <a:ext cx="915470" cy="914399"/>
            </a:xfrm>
            <a:custGeom>
              <a:avLst/>
              <a:pathLst>
                <a:path w="915470" h="914399">
                  <a:moveTo>
                    <a:pt x="914400" y="914399"/>
                  </a:moveTo>
                  <a:lnTo>
                    <a:pt x="906840" y="912218"/>
                  </a:lnTo>
                  <a:lnTo>
                    <a:pt x="902244" y="910190"/>
                  </a:lnTo>
                  <a:lnTo>
                    <a:pt x="901410" y="908162"/>
                  </a:lnTo>
                  <a:lnTo>
                    <a:pt x="914116" y="911844"/>
                  </a:lnTo>
                  <a:lnTo>
                    <a:pt x="915470" y="9132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2361535" y="2385192"/>
              <a:ext cx="921909" cy="914400"/>
            </a:xfrm>
            <a:custGeom>
              <a:avLst/>
              <a:pathLst>
                <a:path w="921909" h="914400">
                  <a:moveTo>
                    <a:pt x="914399" y="914400"/>
                  </a:moveTo>
                  <a:lnTo>
                    <a:pt x="903269" y="914190"/>
                  </a:lnTo>
                  <a:lnTo>
                    <a:pt x="901006" y="913401"/>
                  </a:lnTo>
                  <a:lnTo>
                    <a:pt x="905473" y="911900"/>
                  </a:lnTo>
                  <a:lnTo>
                    <a:pt x="918663" y="909908"/>
                  </a:lnTo>
                  <a:lnTo>
                    <a:pt x="921909" y="91215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2270973" y="2405466"/>
              <a:ext cx="917454" cy="914400"/>
            </a:xfrm>
            <a:custGeom>
              <a:avLst/>
              <a:pathLst>
                <a:path w="917454" h="914400">
                  <a:moveTo>
                    <a:pt x="914400" y="914400"/>
                  </a:moveTo>
                  <a:lnTo>
                    <a:pt x="910220" y="911972"/>
                  </a:lnTo>
                  <a:lnTo>
                    <a:pt x="904027" y="911752"/>
                  </a:lnTo>
                  <a:lnTo>
                    <a:pt x="906753" y="910088"/>
                  </a:lnTo>
                  <a:lnTo>
                    <a:pt x="908665" y="908464"/>
                  </a:lnTo>
                  <a:lnTo>
                    <a:pt x="909620" y="906718"/>
                  </a:lnTo>
                  <a:lnTo>
                    <a:pt x="917454" y="900655"/>
                  </a:lnTo>
                  <a:lnTo>
                    <a:pt x="915233" y="905105"/>
                  </a:lnTo>
                  <a:lnTo>
                    <a:pt x="914099" y="90952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2302106" y="2432914"/>
              <a:ext cx="918075" cy="914400"/>
            </a:xfrm>
            <a:custGeom>
              <a:avLst/>
              <a:pathLst>
                <a:path w="918075" h="914400">
                  <a:moveTo>
                    <a:pt x="914400" y="914400"/>
                  </a:moveTo>
                  <a:lnTo>
                    <a:pt x="916762" y="898407"/>
                  </a:lnTo>
                  <a:lnTo>
                    <a:pt x="913441" y="884944"/>
                  </a:lnTo>
                  <a:lnTo>
                    <a:pt x="916942" y="890854"/>
                  </a:lnTo>
                  <a:lnTo>
                    <a:pt x="918075" y="897885"/>
                  </a:lnTo>
                  <a:lnTo>
                    <a:pt x="916808" y="91106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2630463" y="2450663"/>
              <a:ext cx="937536" cy="914400"/>
            </a:xfrm>
            <a:custGeom>
              <a:avLst/>
              <a:pathLst>
                <a:path w="937536" h="914400">
                  <a:moveTo>
                    <a:pt x="914400" y="914400"/>
                  </a:moveTo>
                  <a:lnTo>
                    <a:pt x="905140" y="911655"/>
                  </a:lnTo>
                  <a:lnTo>
                    <a:pt x="910895" y="911132"/>
                  </a:lnTo>
                  <a:lnTo>
                    <a:pt x="915058" y="912244"/>
                  </a:lnTo>
                  <a:lnTo>
                    <a:pt x="925601" y="906846"/>
                  </a:lnTo>
                  <a:lnTo>
                    <a:pt x="931131" y="902760"/>
                  </a:lnTo>
                  <a:lnTo>
                    <a:pt x="937536" y="901208"/>
                  </a:lnTo>
                  <a:lnTo>
                    <a:pt x="922963" y="9106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4025599" y="922653"/>
              <a:ext cx="917642" cy="914400"/>
            </a:xfrm>
            <a:custGeom>
              <a:avLst/>
              <a:pathLst>
                <a:path w="917642" h="914400">
                  <a:moveTo>
                    <a:pt x="914400" y="914400"/>
                  </a:moveTo>
                  <a:lnTo>
                    <a:pt x="910941" y="913729"/>
                  </a:lnTo>
                  <a:lnTo>
                    <a:pt x="910828" y="908557"/>
                  </a:lnTo>
                  <a:lnTo>
                    <a:pt x="911874" y="906800"/>
                  </a:lnTo>
                  <a:lnTo>
                    <a:pt x="913070" y="906017"/>
                  </a:lnTo>
                  <a:lnTo>
                    <a:pt x="914845" y="907471"/>
                  </a:lnTo>
                  <a:lnTo>
                    <a:pt x="917642" y="91232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1181082" y="2430835"/>
              <a:ext cx="1327867" cy="1522232"/>
            </a:xfrm>
            <a:custGeom>
              <a:avLst/>
              <a:pathLst>
                <a:path w="1327867" h="1522232">
                  <a:moveTo>
                    <a:pt x="914400" y="914400"/>
                  </a:moveTo>
                  <a:lnTo>
                    <a:pt x="934761" y="915787"/>
                  </a:lnTo>
                  <a:lnTo>
                    <a:pt x="946770" y="915316"/>
                  </a:lnTo>
                  <a:lnTo>
                    <a:pt x="950433" y="912981"/>
                  </a:lnTo>
                  <a:lnTo>
                    <a:pt x="952338" y="913104"/>
                  </a:lnTo>
                  <a:lnTo>
                    <a:pt x="952488" y="915675"/>
                  </a:lnTo>
                  <a:lnTo>
                    <a:pt x="955505" y="916765"/>
                  </a:lnTo>
                  <a:lnTo>
                    <a:pt x="961385" y="916376"/>
                  </a:lnTo>
                  <a:lnTo>
                    <a:pt x="966506" y="919971"/>
                  </a:lnTo>
                  <a:lnTo>
                    <a:pt x="973066" y="931350"/>
                  </a:lnTo>
                  <a:lnTo>
                    <a:pt x="995673" y="949575"/>
                  </a:lnTo>
                  <a:lnTo>
                    <a:pt x="997577" y="955828"/>
                  </a:lnTo>
                  <a:lnTo>
                    <a:pt x="1005445" y="964846"/>
                  </a:lnTo>
                  <a:lnTo>
                    <a:pt x="1019914" y="978708"/>
                  </a:lnTo>
                  <a:lnTo>
                    <a:pt x="1028102" y="990660"/>
                  </a:lnTo>
                  <a:lnTo>
                    <a:pt x="1030007" y="1000702"/>
                  </a:lnTo>
                  <a:lnTo>
                    <a:pt x="1037399" y="1016587"/>
                  </a:lnTo>
                  <a:lnTo>
                    <a:pt x="1050268" y="1038310"/>
                  </a:lnTo>
                  <a:lnTo>
                    <a:pt x="1056002" y="1050022"/>
                  </a:lnTo>
                  <a:lnTo>
                    <a:pt x="1054602" y="1051712"/>
                  </a:lnTo>
                  <a:lnTo>
                    <a:pt x="1055614" y="1057826"/>
                  </a:lnTo>
                  <a:lnTo>
                    <a:pt x="1059048" y="1068360"/>
                  </a:lnTo>
                  <a:lnTo>
                    <a:pt x="1065428" y="1077280"/>
                  </a:lnTo>
                  <a:lnTo>
                    <a:pt x="1074758" y="1084588"/>
                  </a:lnTo>
                  <a:lnTo>
                    <a:pt x="1084193" y="1097708"/>
                  </a:lnTo>
                  <a:lnTo>
                    <a:pt x="1093732" y="1116645"/>
                  </a:lnTo>
                  <a:lnTo>
                    <a:pt x="1105287" y="1131050"/>
                  </a:lnTo>
                  <a:lnTo>
                    <a:pt x="1118852" y="1140913"/>
                  </a:lnTo>
                  <a:lnTo>
                    <a:pt x="1126532" y="1150095"/>
                  </a:lnTo>
                  <a:lnTo>
                    <a:pt x="1128328" y="1158585"/>
                  </a:lnTo>
                  <a:lnTo>
                    <a:pt x="1128195" y="1165857"/>
                  </a:lnTo>
                  <a:lnTo>
                    <a:pt x="1126128" y="1171910"/>
                  </a:lnTo>
                  <a:lnTo>
                    <a:pt x="1127003" y="1177661"/>
                  </a:lnTo>
                  <a:lnTo>
                    <a:pt x="1130816" y="1183094"/>
                  </a:lnTo>
                  <a:lnTo>
                    <a:pt x="1132087" y="1189761"/>
                  </a:lnTo>
                  <a:lnTo>
                    <a:pt x="1130595" y="1199035"/>
                  </a:lnTo>
                  <a:lnTo>
                    <a:pt x="1130699" y="1201662"/>
                  </a:lnTo>
                  <a:lnTo>
                    <a:pt x="1131803" y="1203757"/>
                  </a:lnTo>
                  <a:lnTo>
                    <a:pt x="1143847" y="1219693"/>
                  </a:lnTo>
                  <a:lnTo>
                    <a:pt x="1150035" y="1232572"/>
                  </a:lnTo>
                  <a:lnTo>
                    <a:pt x="1154948" y="1253128"/>
                  </a:lnTo>
                  <a:lnTo>
                    <a:pt x="1154973" y="1253312"/>
                  </a:lnTo>
                  <a:lnTo>
                    <a:pt x="1160461" y="1265607"/>
                  </a:lnTo>
                  <a:lnTo>
                    <a:pt x="1168354" y="1270636"/>
                  </a:lnTo>
                  <a:lnTo>
                    <a:pt x="1180481" y="1272495"/>
                  </a:lnTo>
                  <a:lnTo>
                    <a:pt x="1189695" y="1276776"/>
                  </a:lnTo>
                  <a:lnTo>
                    <a:pt x="1195995" y="1283484"/>
                  </a:lnTo>
                  <a:lnTo>
                    <a:pt x="1203942" y="1287535"/>
                  </a:lnTo>
                  <a:lnTo>
                    <a:pt x="1213535" y="1288928"/>
                  </a:lnTo>
                  <a:lnTo>
                    <a:pt x="1222732" y="1293352"/>
                  </a:lnTo>
                  <a:lnTo>
                    <a:pt x="1231529" y="1300819"/>
                  </a:lnTo>
                  <a:lnTo>
                    <a:pt x="1247936" y="1305719"/>
                  </a:lnTo>
                  <a:lnTo>
                    <a:pt x="1271951" y="1308070"/>
                  </a:lnTo>
                  <a:lnTo>
                    <a:pt x="1290229" y="1314138"/>
                  </a:lnTo>
                  <a:lnTo>
                    <a:pt x="1302772" y="1323929"/>
                  </a:lnTo>
                  <a:lnTo>
                    <a:pt x="1308290" y="1325921"/>
                  </a:lnTo>
                  <a:lnTo>
                    <a:pt x="1309781" y="1326060"/>
                  </a:lnTo>
                  <a:lnTo>
                    <a:pt x="1310498" y="1324564"/>
                  </a:lnTo>
                  <a:lnTo>
                    <a:pt x="1311444" y="1321794"/>
                  </a:lnTo>
                  <a:lnTo>
                    <a:pt x="1316299" y="1318604"/>
                  </a:lnTo>
                  <a:lnTo>
                    <a:pt x="1327867" y="1316519"/>
                  </a:lnTo>
                  <a:lnTo>
                    <a:pt x="1326313" y="1338181"/>
                  </a:lnTo>
                  <a:lnTo>
                    <a:pt x="1321154" y="1355956"/>
                  </a:lnTo>
                  <a:lnTo>
                    <a:pt x="1304156" y="1392908"/>
                  </a:lnTo>
                  <a:lnTo>
                    <a:pt x="1297071" y="1415829"/>
                  </a:lnTo>
                  <a:lnTo>
                    <a:pt x="1283365" y="1481331"/>
                  </a:lnTo>
                  <a:lnTo>
                    <a:pt x="1279352" y="1522232"/>
                  </a:lnTo>
                  <a:lnTo>
                    <a:pt x="913624" y="1522232"/>
                  </a:lnTo>
                  <a:lnTo>
                    <a:pt x="913624" y="91423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3525088" y="625809"/>
              <a:ext cx="1225044" cy="1473583"/>
            </a:xfrm>
            <a:custGeom>
              <a:avLst/>
              <a:pathLst>
                <a:path w="1225044" h="1473583">
                  <a:moveTo>
                    <a:pt x="1217634" y="914400"/>
                  </a:moveTo>
                  <a:lnTo>
                    <a:pt x="1205437" y="922972"/>
                  </a:lnTo>
                  <a:lnTo>
                    <a:pt x="1192452" y="936501"/>
                  </a:lnTo>
                  <a:lnTo>
                    <a:pt x="1161985" y="946733"/>
                  </a:lnTo>
                  <a:lnTo>
                    <a:pt x="1150675" y="949334"/>
                  </a:lnTo>
                  <a:lnTo>
                    <a:pt x="1140236" y="947947"/>
                  </a:lnTo>
                  <a:lnTo>
                    <a:pt x="1127531" y="956273"/>
                  </a:lnTo>
                  <a:lnTo>
                    <a:pt x="1112495" y="961363"/>
                  </a:lnTo>
                  <a:lnTo>
                    <a:pt x="1108057" y="969106"/>
                  </a:lnTo>
                  <a:lnTo>
                    <a:pt x="1071915" y="989846"/>
                  </a:lnTo>
                  <a:lnTo>
                    <a:pt x="1058042" y="992458"/>
                  </a:lnTo>
                  <a:lnTo>
                    <a:pt x="1046236" y="997983"/>
                  </a:lnTo>
                  <a:lnTo>
                    <a:pt x="1042744" y="1007365"/>
                  </a:lnTo>
                  <a:lnTo>
                    <a:pt x="1032205" y="1013023"/>
                  </a:lnTo>
                  <a:lnTo>
                    <a:pt x="1029280" y="1017356"/>
                  </a:lnTo>
                  <a:lnTo>
                    <a:pt x="1020416" y="1030480"/>
                  </a:lnTo>
                  <a:lnTo>
                    <a:pt x="1003939" y="1047431"/>
                  </a:lnTo>
                  <a:lnTo>
                    <a:pt x="983861" y="1050268"/>
                  </a:lnTo>
                  <a:lnTo>
                    <a:pt x="976523" y="1056167"/>
                  </a:lnTo>
                  <a:lnTo>
                    <a:pt x="968026" y="1065687"/>
                  </a:lnTo>
                  <a:lnTo>
                    <a:pt x="956041" y="1072221"/>
                  </a:lnTo>
                  <a:lnTo>
                    <a:pt x="932380" y="1069159"/>
                  </a:lnTo>
                  <a:lnTo>
                    <a:pt x="938134" y="1073163"/>
                  </a:lnTo>
                  <a:lnTo>
                    <a:pt x="959304" y="1079406"/>
                  </a:lnTo>
                  <a:lnTo>
                    <a:pt x="961504" y="1088659"/>
                  </a:lnTo>
                  <a:lnTo>
                    <a:pt x="950899" y="1090871"/>
                  </a:lnTo>
                  <a:lnTo>
                    <a:pt x="928692" y="1103208"/>
                  </a:lnTo>
                  <a:lnTo>
                    <a:pt x="898771" y="1124449"/>
                  </a:lnTo>
                  <a:lnTo>
                    <a:pt x="894199" y="1124951"/>
                  </a:lnTo>
                  <a:lnTo>
                    <a:pt x="886161" y="1124444"/>
                  </a:lnTo>
                  <a:lnTo>
                    <a:pt x="874255" y="1127988"/>
                  </a:lnTo>
                  <a:lnTo>
                    <a:pt x="858616" y="1135408"/>
                  </a:lnTo>
                  <a:lnTo>
                    <a:pt x="839680" y="1148738"/>
                  </a:lnTo>
                  <a:lnTo>
                    <a:pt x="806338" y="1177599"/>
                  </a:lnTo>
                  <a:lnTo>
                    <a:pt x="804000" y="1180646"/>
                  </a:lnTo>
                  <a:lnTo>
                    <a:pt x="799170" y="1185998"/>
                  </a:lnTo>
                  <a:lnTo>
                    <a:pt x="786856" y="1191702"/>
                  </a:lnTo>
                  <a:lnTo>
                    <a:pt x="775679" y="1197852"/>
                  </a:lnTo>
                  <a:lnTo>
                    <a:pt x="772725" y="1204325"/>
                  </a:lnTo>
                  <a:lnTo>
                    <a:pt x="767370" y="1207275"/>
                  </a:lnTo>
                  <a:lnTo>
                    <a:pt x="748930" y="1223687"/>
                  </a:lnTo>
                  <a:lnTo>
                    <a:pt x="738558" y="1237668"/>
                  </a:lnTo>
                  <a:lnTo>
                    <a:pt x="729140" y="1252298"/>
                  </a:lnTo>
                  <a:lnTo>
                    <a:pt x="718601" y="1268659"/>
                  </a:lnTo>
                  <a:lnTo>
                    <a:pt x="696977" y="1268864"/>
                  </a:lnTo>
                  <a:lnTo>
                    <a:pt x="680475" y="1268798"/>
                  </a:lnTo>
                  <a:lnTo>
                    <a:pt x="652326" y="1268680"/>
                  </a:lnTo>
                  <a:lnTo>
                    <a:pt x="628197" y="1268583"/>
                  </a:lnTo>
                  <a:lnTo>
                    <a:pt x="599560" y="1268465"/>
                  </a:lnTo>
                  <a:lnTo>
                    <a:pt x="578782" y="1268378"/>
                  </a:lnTo>
                  <a:lnTo>
                    <a:pt x="556409" y="1269064"/>
                  </a:lnTo>
                  <a:lnTo>
                    <a:pt x="545728" y="1273427"/>
                  </a:lnTo>
                  <a:lnTo>
                    <a:pt x="532335" y="1279321"/>
                  </a:lnTo>
                  <a:lnTo>
                    <a:pt x="517878" y="1285676"/>
                  </a:lnTo>
                  <a:lnTo>
                    <a:pt x="525459" y="1299851"/>
                  </a:lnTo>
                  <a:lnTo>
                    <a:pt x="527492" y="1305443"/>
                  </a:lnTo>
                  <a:lnTo>
                    <a:pt x="526909" y="1323479"/>
                  </a:lnTo>
                  <a:lnTo>
                    <a:pt x="528451" y="1325450"/>
                  </a:lnTo>
                  <a:lnTo>
                    <a:pt x="530068" y="1328129"/>
                  </a:lnTo>
                  <a:lnTo>
                    <a:pt x="530313" y="1332789"/>
                  </a:lnTo>
                  <a:lnTo>
                    <a:pt x="531551" y="1334919"/>
                  </a:lnTo>
                  <a:lnTo>
                    <a:pt x="534189" y="1336639"/>
                  </a:lnTo>
                  <a:lnTo>
                    <a:pt x="537156" y="1338662"/>
                  </a:lnTo>
                  <a:lnTo>
                    <a:pt x="539302" y="1341402"/>
                  </a:lnTo>
                  <a:lnTo>
                    <a:pt x="539794" y="1344137"/>
                  </a:lnTo>
                  <a:lnTo>
                    <a:pt x="537731" y="1348899"/>
                  </a:lnTo>
                  <a:lnTo>
                    <a:pt x="529413" y="1355336"/>
                  </a:lnTo>
                  <a:lnTo>
                    <a:pt x="517720" y="1360979"/>
                  </a:lnTo>
                  <a:lnTo>
                    <a:pt x="494463" y="1371160"/>
                  </a:lnTo>
                  <a:lnTo>
                    <a:pt x="467513" y="1382958"/>
                  </a:lnTo>
                  <a:lnTo>
                    <a:pt x="444152" y="1393185"/>
                  </a:lnTo>
                  <a:lnTo>
                    <a:pt x="426075" y="1401096"/>
                  </a:lnTo>
                  <a:lnTo>
                    <a:pt x="388945" y="1408046"/>
                  </a:lnTo>
                  <a:lnTo>
                    <a:pt x="359449" y="1413561"/>
                  </a:lnTo>
                  <a:lnTo>
                    <a:pt x="338163" y="1417545"/>
                  </a:lnTo>
                  <a:lnTo>
                    <a:pt x="318560" y="1428632"/>
                  </a:lnTo>
                  <a:lnTo>
                    <a:pt x="296916" y="1440865"/>
                  </a:lnTo>
                  <a:lnTo>
                    <a:pt x="278717" y="1451153"/>
                  </a:lnTo>
                  <a:lnTo>
                    <a:pt x="258306" y="1462691"/>
                  </a:lnTo>
                  <a:lnTo>
                    <a:pt x="239041" y="1473583"/>
                  </a:lnTo>
                  <a:lnTo>
                    <a:pt x="217622" y="1473547"/>
                  </a:lnTo>
                  <a:lnTo>
                    <a:pt x="202586" y="1465384"/>
                  </a:lnTo>
                  <a:lnTo>
                    <a:pt x="188610" y="1457002"/>
                  </a:lnTo>
                  <a:lnTo>
                    <a:pt x="179054" y="1442013"/>
                  </a:lnTo>
                  <a:lnTo>
                    <a:pt x="178396" y="1424596"/>
                  </a:lnTo>
                  <a:lnTo>
                    <a:pt x="181821" y="1413192"/>
                  </a:lnTo>
                  <a:lnTo>
                    <a:pt x="184926" y="1407989"/>
                  </a:lnTo>
                  <a:lnTo>
                    <a:pt x="190851" y="1404691"/>
                  </a:lnTo>
                  <a:lnTo>
                    <a:pt x="202453" y="1399084"/>
                  </a:lnTo>
                  <a:lnTo>
                    <a:pt x="213000" y="1387731"/>
                  </a:lnTo>
                  <a:lnTo>
                    <a:pt x="221456" y="1380956"/>
                  </a:lnTo>
                  <a:lnTo>
                    <a:pt x="229973" y="1373966"/>
                  </a:lnTo>
                  <a:lnTo>
                    <a:pt x="234837" y="1361927"/>
                  </a:lnTo>
                  <a:lnTo>
                    <a:pt x="240904" y="1332783"/>
                  </a:lnTo>
                  <a:lnTo>
                    <a:pt x="241675" y="1326987"/>
                  </a:lnTo>
                  <a:lnTo>
                    <a:pt x="250501" y="1307000"/>
                  </a:lnTo>
                  <a:lnTo>
                    <a:pt x="260265" y="1284888"/>
                  </a:lnTo>
                  <a:lnTo>
                    <a:pt x="264749" y="1274733"/>
                  </a:lnTo>
                  <a:lnTo>
                    <a:pt x="259736" y="1248375"/>
                  </a:lnTo>
                  <a:lnTo>
                    <a:pt x="255964" y="1228122"/>
                  </a:lnTo>
                  <a:lnTo>
                    <a:pt x="252510" y="1209569"/>
                  </a:lnTo>
                  <a:lnTo>
                    <a:pt x="248622" y="1188666"/>
                  </a:lnTo>
                  <a:lnTo>
                    <a:pt x="245084" y="1169636"/>
                  </a:lnTo>
                  <a:lnTo>
                    <a:pt x="241746" y="1151708"/>
                  </a:lnTo>
                  <a:lnTo>
                    <a:pt x="238399" y="1133713"/>
                  </a:lnTo>
                  <a:lnTo>
                    <a:pt x="235116" y="1116071"/>
                  </a:lnTo>
                  <a:lnTo>
                    <a:pt x="232540" y="1103418"/>
                  </a:lnTo>
                  <a:lnTo>
                    <a:pt x="229482" y="1088424"/>
                  </a:lnTo>
                  <a:lnTo>
                    <a:pt x="211617" y="1077900"/>
                  </a:lnTo>
                  <a:lnTo>
                    <a:pt x="198052" y="1070531"/>
                  </a:lnTo>
                  <a:lnTo>
                    <a:pt x="175866" y="1058492"/>
                  </a:lnTo>
                  <a:lnTo>
                    <a:pt x="157260" y="1048393"/>
                  </a:lnTo>
                  <a:lnTo>
                    <a:pt x="140586" y="1039155"/>
                  </a:lnTo>
                  <a:lnTo>
                    <a:pt x="151100" y="1020536"/>
                  </a:lnTo>
                  <a:lnTo>
                    <a:pt x="150192" y="1017489"/>
                  </a:lnTo>
                  <a:lnTo>
                    <a:pt x="146383" y="1013822"/>
                  </a:lnTo>
                  <a:lnTo>
                    <a:pt x="138599" y="1007723"/>
                  </a:lnTo>
                  <a:lnTo>
                    <a:pt x="134048" y="1007103"/>
                  </a:lnTo>
                  <a:lnTo>
                    <a:pt x="126035" y="1008537"/>
                  </a:lnTo>
                  <a:lnTo>
                    <a:pt x="113245" y="1012332"/>
                  </a:lnTo>
                  <a:lnTo>
                    <a:pt x="107720" y="1011072"/>
                  </a:lnTo>
                  <a:lnTo>
                    <a:pt x="103331" y="1004558"/>
                  </a:lnTo>
                  <a:lnTo>
                    <a:pt x="98281" y="996221"/>
                  </a:lnTo>
                  <a:lnTo>
                    <a:pt x="96626" y="989708"/>
                  </a:lnTo>
                  <a:lnTo>
                    <a:pt x="95993" y="981089"/>
                  </a:lnTo>
                  <a:lnTo>
                    <a:pt x="92980" y="973331"/>
                  </a:lnTo>
                  <a:lnTo>
                    <a:pt x="94889" y="969260"/>
                  </a:lnTo>
                  <a:lnTo>
                    <a:pt x="95310" y="967232"/>
                  </a:lnTo>
                  <a:lnTo>
                    <a:pt x="95139" y="964682"/>
                  </a:lnTo>
                  <a:lnTo>
                    <a:pt x="93068" y="963053"/>
                  </a:lnTo>
                  <a:lnTo>
                    <a:pt x="89421" y="962342"/>
                  </a:lnTo>
                  <a:lnTo>
                    <a:pt x="77086" y="965598"/>
                  </a:lnTo>
                  <a:lnTo>
                    <a:pt x="71540" y="965901"/>
                  </a:lnTo>
                  <a:lnTo>
                    <a:pt x="68231" y="967734"/>
                  </a:lnTo>
                  <a:lnTo>
                    <a:pt x="63018" y="971539"/>
                  </a:lnTo>
                  <a:lnTo>
                    <a:pt x="57880" y="972010"/>
                  </a:lnTo>
                  <a:lnTo>
                    <a:pt x="49003" y="963002"/>
                  </a:lnTo>
                  <a:lnTo>
                    <a:pt x="39306" y="953139"/>
                  </a:lnTo>
                  <a:lnTo>
                    <a:pt x="35239" y="939553"/>
                  </a:lnTo>
                  <a:lnTo>
                    <a:pt x="31064" y="925599"/>
                  </a:lnTo>
                  <a:lnTo>
                    <a:pt x="14499" y="917206"/>
                  </a:lnTo>
                  <a:lnTo>
                    <a:pt x="0" y="909857"/>
                  </a:lnTo>
                  <a:lnTo>
                    <a:pt x="1225044" y="90985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4152778" y="817178"/>
              <a:ext cx="1099683" cy="926429"/>
            </a:xfrm>
            <a:custGeom>
              <a:avLst/>
              <a:pathLst>
                <a:path w="1099683" h="926429">
                  <a:moveTo>
                    <a:pt x="914400" y="914399"/>
                  </a:moveTo>
                  <a:lnTo>
                    <a:pt x="910795" y="913293"/>
                  </a:lnTo>
                  <a:lnTo>
                    <a:pt x="907690" y="912428"/>
                  </a:lnTo>
                  <a:lnTo>
                    <a:pt x="905890" y="913903"/>
                  </a:lnTo>
                  <a:lnTo>
                    <a:pt x="904186" y="915874"/>
                  </a:lnTo>
                  <a:lnTo>
                    <a:pt x="902085" y="917354"/>
                  </a:lnTo>
                  <a:lnTo>
                    <a:pt x="897676" y="915260"/>
                  </a:lnTo>
                  <a:lnTo>
                    <a:pt x="894872" y="911445"/>
                  </a:lnTo>
                  <a:lnTo>
                    <a:pt x="890367" y="907512"/>
                  </a:lnTo>
                  <a:lnTo>
                    <a:pt x="888663" y="904552"/>
                  </a:lnTo>
                  <a:lnTo>
                    <a:pt x="889567" y="901111"/>
                  </a:lnTo>
                  <a:lnTo>
                    <a:pt x="891567" y="897787"/>
                  </a:lnTo>
                  <a:lnTo>
                    <a:pt x="892472" y="893849"/>
                  </a:lnTo>
                  <a:lnTo>
                    <a:pt x="890267" y="889307"/>
                  </a:lnTo>
                  <a:lnTo>
                    <a:pt x="888263" y="886721"/>
                  </a:lnTo>
                  <a:lnTo>
                    <a:pt x="886862" y="883766"/>
                  </a:lnTo>
                  <a:lnTo>
                    <a:pt x="887363" y="880939"/>
                  </a:lnTo>
                  <a:lnTo>
                    <a:pt x="890167" y="879582"/>
                  </a:lnTo>
                  <a:lnTo>
                    <a:pt x="892772" y="877857"/>
                  </a:lnTo>
                  <a:lnTo>
                    <a:pt x="893672" y="874170"/>
                  </a:lnTo>
                  <a:lnTo>
                    <a:pt x="892067" y="870232"/>
                  </a:lnTo>
                  <a:lnTo>
                    <a:pt x="887463" y="868629"/>
                  </a:lnTo>
                  <a:lnTo>
                    <a:pt x="883658" y="869243"/>
                  </a:lnTo>
                  <a:lnTo>
                    <a:pt x="878149" y="868383"/>
                  </a:lnTo>
                  <a:lnTo>
                    <a:pt x="872844" y="865925"/>
                  </a:lnTo>
                  <a:lnTo>
                    <a:pt x="869339" y="863093"/>
                  </a:lnTo>
                  <a:lnTo>
                    <a:pt x="866635" y="861490"/>
                  </a:lnTo>
                  <a:lnTo>
                    <a:pt x="864530" y="861490"/>
                  </a:lnTo>
                  <a:lnTo>
                    <a:pt x="862026" y="859892"/>
                  </a:lnTo>
                  <a:lnTo>
                    <a:pt x="860526" y="857184"/>
                  </a:lnTo>
                  <a:lnTo>
                    <a:pt x="860726" y="852754"/>
                  </a:lnTo>
                  <a:lnTo>
                    <a:pt x="861426" y="850050"/>
                  </a:lnTo>
                  <a:lnTo>
                    <a:pt x="862826" y="847710"/>
                  </a:lnTo>
                  <a:lnTo>
                    <a:pt x="862926" y="845124"/>
                  </a:lnTo>
                  <a:lnTo>
                    <a:pt x="862326" y="843275"/>
                  </a:lnTo>
                  <a:lnTo>
                    <a:pt x="862230" y="841805"/>
                  </a:lnTo>
                  <a:lnTo>
                    <a:pt x="862626" y="839957"/>
                  </a:lnTo>
                  <a:lnTo>
                    <a:pt x="863530" y="836265"/>
                  </a:lnTo>
                  <a:lnTo>
                    <a:pt x="862026" y="833561"/>
                  </a:lnTo>
                  <a:lnTo>
                    <a:pt x="861872" y="824189"/>
                  </a:lnTo>
                  <a:lnTo>
                    <a:pt x="861576" y="806655"/>
                  </a:lnTo>
                  <a:lnTo>
                    <a:pt x="861355" y="793223"/>
                  </a:lnTo>
                  <a:lnTo>
                    <a:pt x="861076" y="776340"/>
                  </a:lnTo>
                  <a:lnTo>
                    <a:pt x="860913" y="764044"/>
                  </a:lnTo>
                  <a:lnTo>
                    <a:pt x="860688" y="746818"/>
                  </a:lnTo>
                  <a:lnTo>
                    <a:pt x="860476" y="730472"/>
                  </a:lnTo>
                  <a:lnTo>
                    <a:pt x="860213" y="718489"/>
                  </a:lnTo>
                  <a:lnTo>
                    <a:pt x="1083159" y="718489"/>
                  </a:lnTo>
                  <a:lnTo>
                    <a:pt x="1083289" y="718535"/>
                  </a:lnTo>
                  <a:lnTo>
                    <a:pt x="1083432" y="718489"/>
                  </a:lnTo>
                  <a:lnTo>
                    <a:pt x="1099683" y="718489"/>
                  </a:lnTo>
                  <a:lnTo>
                    <a:pt x="1099683" y="873327"/>
                  </a:lnTo>
                  <a:lnTo>
                    <a:pt x="1094794" y="876407"/>
                  </a:lnTo>
                  <a:lnTo>
                    <a:pt x="1075588" y="883869"/>
                  </a:lnTo>
                  <a:lnTo>
                    <a:pt x="1053168" y="898110"/>
                  </a:lnTo>
                  <a:lnTo>
                    <a:pt x="1024197" y="910108"/>
                  </a:lnTo>
                  <a:lnTo>
                    <a:pt x="1018126" y="910154"/>
                  </a:lnTo>
                  <a:lnTo>
                    <a:pt x="1004970" y="900281"/>
                  </a:lnTo>
                  <a:lnTo>
                    <a:pt x="1008650" y="895785"/>
                  </a:lnTo>
                  <a:lnTo>
                    <a:pt x="1012071" y="889691"/>
                  </a:lnTo>
                  <a:lnTo>
                    <a:pt x="1008800" y="891448"/>
                  </a:lnTo>
                  <a:lnTo>
                    <a:pt x="1006678" y="894090"/>
                  </a:lnTo>
                  <a:lnTo>
                    <a:pt x="998744" y="898330"/>
                  </a:lnTo>
                  <a:lnTo>
                    <a:pt x="1005178" y="906539"/>
                  </a:lnTo>
                  <a:lnTo>
                    <a:pt x="1002070" y="909617"/>
                  </a:lnTo>
                  <a:lnTo>
                    <a:pt x="992868" y="913662"/>
                  </a:lnTo>
                  <a:lnTo>
                    <a:pt x="984300" y="919515"/>
                  </a:lnTo>
                  <a:lnTo>
                    <a:pt x="976799" y="923428"/>
                  </a:lnTo>
                  <a:lnTo>
                    <a:pt x="970732" y="918450"/>
                  </a:lnTo>
                  <a:lnTo>
                    <a:pt x="953984" y="924739"/>
                  </a:lnTo>
                  <a:lnTo>
                    <a:pt x="939878" y="926429"/>
                  </a:lnTo>
                  <a:lnTo>
                    <a:pt x="936827" y="923243"/>
                  </a:lnTo>
                  <a:lnTo>
                    <a:pt x="935932" y="918215"/>
                  </a:lnTo>
                  <a:lnTo>
                    <a:pt x="930993" y="917001"/>
                  </a:lnTo>
                  <a:lnTo>
                    <a:pt x="921817" y="918389"/>
                  </a:lnTo>
                  <a:lnTo>
                    <a:pt x="918338" y="91571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3935445" y="627048"/>
              <a:ext cx="919173" cy="1123210"/>
            </a:xfrm>
            <a:custGeom>
              <a:avLst/>
              <a:pathLst>
                <a:path w="919173" h="1123210">
                  <a:moveTo>
                    <a:pt x="914400" y="914400"/>
                  </a:moveTo>
                  <a:lnTo>
                    <a:pt x="901239" y="930336"/>
                  </a:lnTo>
                  <a:lnTo>
                    <a:pt x="889634" y="944388"/>
                  </a:lnTo>
                  <a:lnTo>
                    <a:pt x="887029" y="958808"/>
                  </a:lnTo>
                  <a:lnTo>
                    <a:pt x="884558" y="972481"/>
                  </a:lnTo>
                  <a:lnTo>
                    <a:pt x="874957" y="982887"/>
                  </a:lnTo>
                  <a:lnTo>
                    <a:pt x="869102" y="992427"/>
                  </a:lnTo>
                  <a:lnTo>
                    <a:pt x="866489" y="1003007"/>
                  </a:lnTo>
                  <a:lnTo>
                    <a:pt x="864305" y="1012721"/>
                  </a:lnTo>
                  <a:lnTo>
                    <a:pt x="864139" y="1020853"/>
                  </a:lnTo>
                  <a:lnTo>
                    <a:pt x="865785" y="1025119"/>
                  </a:lnTo>
                  <a:lnTo>
                    <a:pt x="865010" y="1028586"/>
                  </a:lnTo>
                  <a:lnTo>
                    <a:pt x="861834" y="1032575"/>
                  </a:lnTo>
                  <a:lnTo>
                    <a:pt x="855483" y="1039514"/>
                  </a:lnTo>
                  <a:lnTo>
                    <a:pt x="854354" y="1046191"/>
                  </a:lnTo>
                  <a:lnTo>
                    <a:pt x="850470" y="1049484"/>
                  </a:lnTo>
                  <a:lnTo>
                    <a:pt x="839394" y="1056075"/>
                  </a:lnTo>
                  <a:lnTo>
                    <a:pt x="830359" y="1065789"/>
                  </a:lnTo>
                  <a:lnTo>
                    <a:pt x="829917" y="1071289"/>
                  </a:lnTo>
                  <a:lnTo>
                    <a:pt x="831222" y="1075857"/>
                  </a:lnTo>
                  <a:lnTo>
                    <a:pt x="831422" y="1078694"/>
                  </a:lnTo>
                  <a:lnTo>
                    <a:pt x="829617" y="1080671"/>
                  </a:lnTo>
                  <a:lnTo>
                    <a:pt x="826000" y="1080542"/>
                  </a:lnTo>
                  <a:lnTo>
                    <a:pt x="822087" y="1081162"/>
                  </a:lnTo>
                  <a:lnTo>
                    <a:pt x="818791" y="1085213"/>
                  </a:lnTo>
                  <a:lnTo>
                    <a:pt x="818874" y="1091030"/>
                  </a:lnTo>
                  <a:lnTo>
                    <a:pt x="816466" y="1095224"/>
                  </a:lnTo>
                  <a:lnTo>
                    <a:pt x="813653" y="1096090"/>
                  </a:lnTo>
                  <a:lnTo>
                    <a:pt x="811244" y="1093125"/>
                  </a:lnTo>
                  <a:lnTo>
                    <a:pt x="808348" y="1088680"/>
                  </a:lnTo>
                  <a:lnTo>
                    <a:pt x="804956" y="1088244"/>
                  </a:lnTo>
                  <a:lnTo>
                    <a:pt x="799805" y="1091194"/>
                  </a:lnTo>
                  <a:lnTo>
                    <a:pt x="793454" y="1096049"/>
                  </a:lnTo>
                  <a:lnTo>
                    <a:pt x="787741" y="1096310"/>
                  </a:lnTo>
                  <a:lnTo>
                    <a:pt x="777015" y="1093191"/>
                  </a:lnTo>
                  <a:lnTo>
                    <a:pt x="769184" y="1102603"/>
                  </a:lnTo>
                  <a:lnTo>
                    <a:pt x="760779" y="1122821"/>
                  </a:lnTo>
                  <a:lnTo>
                    <a:pt x="725266" y="1122872"/>
                  </a:lnTo>
                  <a:lnTo>
                    <a:pt x="689753" y="1122923"/>
                  </a:lnTo>
                  <a:lnTo>
                    <a:pt x="654236" y="1122974"/>
                  </a:lnTo>
                  <a:lnTo>
                    <a:pt x="618723" y="1123026"/>
                  </a:lnTo>
                  <a:lnTo>
                    <a:pt x="583210" y="1123072"/>
                  </a:lnTo>
                  <a:lnTo>
                    <a:pt x="547696" y="1123123"/>
                  </a:lnTo>
                  <a:lnTo>
                    <a:pt x="512183" y="1123174"/>
                  </a:lnTo>
                  <a:lnTo>
                    <a:pt x="492310" y="1123205"/>
                  </a:lnTo>
                  <a:lnTo>
                    <a:pt x="488414" y="1123210"/>
                  </a:lnTo>
                  <a:lnTo>
                    <a:pt x="500582" y="1119251"/>
                  </a:lnTo>
                  <a:lnTo>
                    <a:pt x="525952" y="1103868"/>
                  </a:lnTo>
                  <a:lnTo>
                    <a:pt x="544663" y="1098297"/>
                  </a:lnTo>
                  <a:lnTo>
                    <a:pt x="568999" y="1082140"/>
                  </a:lnTo>
                  <a:lnTo>
                    <a:pt x="586627" y="1079032"/>
                  </a:lnTo>
                  <a:lnTo>
                    <a:pt x="589981" y="1075478"/>
                  </a:lnTo>
                  <a:lnTo>
                    <a:pt x="592936" y="1062076"/>
                  </a:lnTo>
                  <a:lnTo>
                    <a:pt x="594549" y="1057299"/>
                  </a:lnTo>
                  <a:lnTo>
                    <a:pt x="602779" y="1044138"/>
                  </a:lnTo>
                  <a:lnTo>
                    <a:pt x="612663" y="1033036"/>
                  </a:lnTo>
                  <a:lnTo>
                    <a:pt x="620640" y="1017683"/>
                  </a:lnTo>
                  <a:lnTo>
                    <a:pt x="635116" y="1007872"/>
                  </a:lnTo>
                  <a:lnTo>
                    <a:pt x="657007" y="999668"/>
                  </a:lnTo>
                  <a:lnTo>
                    <a:pt x="677255" y="981750"/>
                  </a:lnTo>
                  <a:lnTo>
                    <a:pt x="688353" y="976286"/>
                  </a:lnTo>
                  <a:lnTo>
                    <a:pt x="699108" y="972373"/>
                  </a:lnTo>
                  <a:lnTo>
                    <a:pt x="703626" y="965091"/>
                  </a:lnTo>
                  <a:lnTo>
                    <a:pt x="710276" y="960928"/>
                  </a:lnTo>
                  <a:lnTo>
                    <a:pt x="728058" y="952463"/>
                  </a:lnTo>
                  <a:lnTo>
                    <a:pt x="747656" y="950174"/>
                  </a:lnTo>
                  <a:lnTo>
                    <a:pt x="767463" y="943148"/>
                  </a:lnTo>
                  <a:lnTo>
                    <a:pt x="782657" y="939425"/>
                  </a:lnTo>
                  <a:lnTo>
                    <a:pt x="791975" y="932835"/>
                  </a:lnTo>
                  <a:lnTo>
                    <a:pt x="805522" y="929363"/>
                  </a:lnTo>
                  <a:lnTo>
                    <a:pt x="845957" y="910451"/>
                  </a:lnTo>
                  <a:lnTo>
                    <a:pt x="848279" y="908618"/>
                  </a:lnTo>
                  <a:lnTo>
                    <a:pt x="919173" y="9086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4330652" y="969750"/>
              <a:ext cx="921809" cy="936332"/>
            </a:xfrm>
            <a:custGeom>
              <a:avLst/>
              <a:pathLst>
                <a:path w="921809" h="936332">
                  <a:moveTo>
                    <a:pt x="914400" y="914400"/>
                  </a:moveTo>
                  <a:lnTo>
                    <a:pt x="907124" y="913959"/>
                  </a:lnTo>
                  <a:lnTo>
                    <a:pt x="901760" y="914446"/>
                  </a:lnTo>
                  <a:lnTo>
                    <a:pt x="893680" y="920596"/>
                  </a:lnTo>
                  <a:lnTo>
                    <a:pt x="892426" y="933024"/>
                  </a:lnTo>
                  <a:lnTo>
                    <a:pt x="888859" y="931380"/>
                  </a:lnTo>
                  <a:lnTo>
                    <a:pt x="885237" y="931785"/>
                  </a:lnTo>
                  <a:lnTo>
                    <a:pt x="883366" y="935687"/>
                  </a:lnTo>
                  <a:lnTo>
                    <a:pt x="880699" y="936332"/>
                  </a:lnTo>
                  <a:lnTo>
                    <a:pt x="873636" y="932640"/>
                  </a:lnTo>
                  <a:lnTo>
                    <a:pt x="865318" y="934658"/>
                  </a:lnTo>
                  <a:lnTo>
                    <a:pt x="858813" y="931857"/>
                  </a:lnTo>
                  <a:lnTo>
                    <a:pt x="850520" y="913647"/>
                  </a:lnTo>
                  <a:lnTo>
                    <a:pt x="846115" y="907266"/>
                  </a:lnTo>
                  <a:lnTo>
                    <a:pt x="838306" y="905207"/>
                  </a:lnTo>
                  <a:lnTo>
                    <a:pt x="836281" y="909058"/>
                  </a:lnTo>
                  <a:lnTo>
                    <a:pt x="833251" y="912827"/>
                  </a:lnTo>
                  <a:lnTo>
                    <a:pt x="825734" y="905315"/>
                  </a:lnTo>
                  <a:lnTo>
                    <a:pt x="820033" y="877432"/>
                  </a:lnTo>
                  <a:lnTo>
                    <a:pt x="819987" y="870703"/>
                  </a:lnTo>
                  <a:lnTo>
                    <a:pt x="827967" y="847249"/>
                  </a:lnTo>
                  <a:lnTo>
                    <a:pt x="847728" y="826135"/>
                  </a:lnTo>
                  <a:lnTo>
                    <a:pt x="841419" y="825429"/>
                  </a:lnTo>
                  <a:lnTo>
                    <a:pt x="823971" y="840069"/>
                  </a:lnTo>
                  <a:lnTo>
                    <a:pt x="825771" y="836526"/>
                  </a:lnTo>
                  <a:lnTo>
                    <a:pt x="828730" y="832834"/>
                  </a:lnTo>
                  <a:lnTo>
                    <a:pt x="834614" y="826878"/>
                  </a:lnTo>
                  <a:lnTo>
                    <a:pt x="843544" y="821281"/>
                  </a:lnTo>
                  <a:lnTo>
                    <a:pt x="855437" y="818019"/>
                  </a:lnTo>
                  <a:lnTo>
                    <a:pt x="863618" y="817522"/>
                  </a:lnTo>
                  <a:lnTo>
                    <a:pt x="869256" y="814429"/>
                  </a:lnTo>
                  <a:lnTo>
                    <a:pt x="877428" y="808950"/>
                  </a:lnTo>
                  <a:lnTo>
                    <a:pt x="878945" y="806041"/>
                  </a:lnTo>
                  <a:lnTo>
                    <a:pt x="871698" y="809385"/>
                  </a:lnTo>
                  <a:lnTo>
                    <a:pt x="859659" y="812678"/>
                  </a:lnTo>
                  <a:lnTo>
                    <a:pt x="862747" y="808361"/>
                  </a:lnTo>
                  <a:lnTo>
                    <a:pt x="865760" y="806051"/>
                  </a:lnTo>
                  <a:lnTo>
                    <a:pt x="921809" y="773112"/>
                  </a:lnTo>
                  <a:lnTo>
                    <a:pt x="921809" y="90869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4225054" y="914153"/>
              <a:ext cx="924109" cy="914400"/>
            </a:xfrm>
            <a:custGeom>
              <a:avLst/>
              <a:pathLst>
                <a:path w="924109" h="914400">
                  <a:moveTo>
                    <a:pt x="914400" y="914400"/>
                  </a:moveTo>
                  <a:lnTo>
                    <a:pt x="915441" y="910805"/>
                  </a:lnTo>
                  <a:lnTo>
                    <a:pt x="920684" y="901638"/>
                  </a:lnTo>
                  <a:lnTo>
                    <a:pt x="924109" y="900271"/>
                  </a:lnTo>
                  <a:lnTo>
                    <a:pt x="918696" y="91073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4176156" y="875182"/>
              <a:ext cx="927343" cy="914400"/>
            </a:xfrm>
            <a:custGeom>
              <a:avLst/>
              <a:pathLst>
                <a:path w="927343" h="914400">
                  <a:moveTo>
                    <a:pt x="914400" y="914400"/>
                  </a:moveTo>
                  <a:lnTo>
                    <a:pt x="918867" y="900240"/>
                  </a:lnTo>
                  <a:lnTo>
                    <a:pt x="922501" y="895893"/>
                  </a:lnTo>
                  <a:lnTo>
                    <a:pt x="927343" y="897357"/>
                  </a:lnTo>
                  <a:lnTo>
                    <a:pt x="926664" y="905914"/>
                  </a:lnTo>
                  <a:lnTo>
                    <a:pt x="925884" y="90885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3600379" y="789161"/>
              <a:ext cx="928693" cy="915209"/>
            </a:xfrm>
            <a:custGeom>
              <a:avLst/>
              <a:pathLst>
                <a:path w="928693" h="915209">
                  <a:moveTo>
                    <a:pt x="914400" y="914400"/>
                  </a:moveTo>
                  <a:lnTo>
                    <a:pt x="903152" y="912459"/>
                  </a:lnTo>
                  <a:lnTo>
                    <a:pt x="890788" y="915152"/>
                  </a:lnTo>
                  <a:lnTo>
                    <a:pt x="887346" y="915209"/>
                  </a:lnTo>
                  <a:lnTo>
                    <a:pt x="896530" y="907415"/>
                  </a:lnTo>
                  <a:lnTo>
                    <a:pt x="910653" y="902621"/>
                  </a:lnTo>
                  <a:lnTo>
                    <a:pt x="924734" y="887965"/>
                  </a:lnTo>
                  <a:lnTo>
                    <a:pt x="928693" y="887592"/>
                  </a:lnTo>
                  <a:lnTo>
                    <a:pt x="923334" y="904194"/>
                  </a:lnTo>
                  <a:lnTo>
                    <a:pt x="922242" y="910129"/>
                  </a:lnTo>
                  <a:lnTo>
                    <a:pt x="920975" y="91230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3585669" y="777020"/>
              <a:ext cx="935186" cy="914400"/>
            </a:xfrm>
            <a:custGeom>
              <a:avLst/>
              <a:pathLst>
                <a:path w="935186" h="914400">
                  <a:moveTo>
                    <a:pt x="914400" y="914400"/>
                  </a:moveTo>
                  <a:lnTo>
                    <a:pt x="910832" y="913488"/>
                  </a:lnTo>
                  <a:lnTo>
                    <a:pt x="922188" y="903185"/>
                  </a:lnTo>
                  <a:lnTo>
                    <a:pt x="935186" y="900809"/>
                  </a:lnTo>
                  <a:lnTo>
                    <a:pt x="924693" y="91223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3816037" y="640685"/>
              <a:ext cx="939224" cy="914400"/>
            </a:xfrm>
            <a:custGeom>
              <a:avLst/>
              <a:pathLst>
                <a:path w="939224" h="914400">
                  <a:moveTo>
                    <a:pt x="914400" y="914400"/>
                  </a:moveTo>
                  <a:lnTo>
                    <a:pt x="916250" y="910759"/>
                  </a:lnTo>
                  <a:lnTo>
                    <a:pt x="926843" y="904270"/>
                  </a:lnTo>
                  <a:lnTo>
                    <a:pt x="934627" y="900634"/>
                  </a:lnTo>
                  <a:lnTo>
                    <a:pt x="939224" y="900711"/>
                  </a:lnTo>
                  <a:lnTo>
                    <a:pt x="931739" y="908664"/>
                  </a:lnTo>
                  <a:lnTo>
                    <a:pt x="922159" y="91354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3257925" y="3014906"/>
              <a:ext cx="924784" cy="938161"/>
            </a:xfrm>
            <a:custGeom>
              <a:avLst/>
              <a:pathLst>
                <a:path w="924784" h="938161">
                  <a:moveTo>
                    <a:pt x="914400" y="914400"/>
                  </a:moveTo>
                  <a:lnTo>
                    <a:pt x="905940" y="921016"/>
                  </a:lnTo>
                  <a:lnTo>
                    <a:pt x="912087" y="925737"/>
                  </a:lnTo>
                  <a:lnTo>
                    <a:pt x="917879" y="915470"/>
                  </a:lnTo>
                  <a:lnTo>
                    <a:pt x="922476" y="923812"/>
                  </a:lnTo>
                  <a:lnTo>
                    <a:pt x="924784" y="938161"/>
                  </a:lnTo>
                  <a:lnTo>
                    <a:pt x="898674" y="938161"/>
                  </a:lnTo>
                  <a:lnTo>
                    <a:pt x="897664" y="933926"/>
                  </a:lnTo>
                  <a:lnTo>
                    <a:pt x="892388" y="928625"/>
                  </a:lnTo>
                  <a:lnTo>
                    <a:pt x="885062" y="915106"/>
                  </a:lnTo>
                  <a:lnTo>
                    <a:pt x="889317" y="911619"/>
                  </a:lnTo>
                  <a:lnTo>
                    <a:pt x="894989" y="912781"/>
                  </a:lnTo>
                  <a:lnTo>
                    <a:pt x="897893" y="911153"/>
                  </a:lnTo>
                  <a:lnTo>
                    <a:pt x="905757" y="909852"/>
                  </a:lnTo>
                  <a:lnTo>
                    <a:pt x="910532" y="908003"/>
                  </a:lnTo>
                  <a:lnTo>
                    <a:pt x="914266" y="9119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3292893" y="2839878"/>
              <a:ext cx="932164" cy="914400"/>
            </a:xfrm>
            <a:custGeom>
              <a:avLst/>
              <a:pathLst>
                <a:path w="932164" h="914400">
                  <a:moveTo>
                    <a:pt x="914400" y="914400"/>
                  </a:moveTo>
                  <a:lnTo>
                    <a:pt x="906990" y="903897"/>
                  </a:lnTo>
                  <a:lnTo>
                    <a:pt x="901023" y="900844"/>
                  </a:lnTo>
                  <a:lnTo>
                    <a:pt x="910345" y="893419"/>
                  </a:lnTo>
                  <a:lnTo>
                    <a:pt x="914370" y="887038"/>
                  </a:lnTo>
                  <a:lnTo>
                    <a:pt x="914287" y="873120"/>
                  </a:lnTo>
                  <a:lnTo>
                    <a:pt x="916562" y="865495"/>
                  </a:lnTo>
                  <a:lnTo>
                    <a:pt x="915791" y="858894"/>
                  </a:lnTo>
                  <a:lnTo>
                    <a:pt x="917846" y="852155"/>
                  </a:lnTo>
                  <a:lnTo>
                    <a:pt x="915066" y="844586"/>
                  </a:lnTo>
                  <a:lnTo>
                    <a:pt x="907274" y="838584"/>
                  </a:lnTo>
                  <a:lnTo>
                    <a:pt x="891855" y="814711"/>
                  </a:lnTo>
                  <a:lnTo>
                    <a:pt x="867497" y="808914"/>
                  </a:lnTo>
                  <a:lnTo>
                    <a:pt x="854887" y="808673"/>
                  </a:lnTo>
                  <a:lnTo>
                    <a:pt x="861817" y="804843"/>
                  </a:lnTo>
                  <a:lnTo>
                    <a:pt x="868218" y="805309"/>
                  </a:lnTo>
                  <a:lnTo>
                    <a:pt x="878070" y="807587"/>
                  </a:lnTo>
                  <a:lnTo>
                    <a:pt x="889867" y="808688"/>
                  </a:lnTo>
                  <a:lnTo>
                    <a:pt x="897076" y="815714"/>
                  </a:lnTo>
                  <a:lnTo>
                    <a:pt x="903961" y="825029"/>
                  </a:lnTo>
                  <a:lnTo>
                    <a:pt x="910178" y="828798"/>
                  </a:lnTo>
                  <a:lnTo>
                    <a:pt x="912737" y="831195"/>
                  </a:lnTo>
                  <a:lnTo>
                    <a:pt x="912449" y="833899"/>
                  </a:lnTo>
                  <a:lnTo>
                    <a:pt x="913483" y="836439"/>
                  </a:lnTo>
                  <a:lnTo>
                    <a:pt x="921596" y="840797"/>
                  </a:lnTo>
                  <a:lnTo>
                    <a:pt x="929768" y="847833"/>
                  </a:lnTo>
                  <a:lnTo>
                    <a:pt x="932164" y="868465"/>
                  </a:lnTo>
                  <a:lnTo>
                    <a:pt x="921155" y="878230"/>
                  </a:lnTo>
                  <a:lnTo>
                    <a:pt x="919129" y="908106"/>
                  </a:lnTo>
                  <a:lnTo>
                    <a:pt x="916175" y="91348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3250254" y="2977175"/>
              <a:ext cx="915333" cy="945745"/>
            </a:xfrm>
            <a:custGeom>
              <a:avLst/>
              <a:pathLst>
                <a:path w="915333" h="945745">
                  <a:moveTo>
                    <a:pt x="914399" y="914400"/>
                  </a:moveTo>
                  <a:lnTo>
                    <a:pt x="915333" y="923899"/>
                  </a:lnTo>
                  <a:lnTo>
                    <a:pt x="914470" y="927284"/>
                  </a:lnTo>
                  <a:lnTo>
                    <a:pt x="905236" y="933634"/>
                  </a:lnTo>
                  <a:lnTo>
                    <a:pt x="902865" y="937182"/>
                  </a:lnTo>
                  <a:lnTo>
                    <a:pt x="894159" y="940762"/>
                  </a:lnTo>
                  <a:lnTo>
                    <a:pt x="888892" y="945745"/>
                  </a:lnTo>
                  <a:lnTo>
                    <a:pt x="886254" y="937648"/>
                  </a:lnTo>
                  <a:lnTo>
                    <a:pt x="881141" y="932645"/>
                  </a:lnTo>
                  <a:lnTo>
                    <a:pt x="880282" y="924139"/>
                  </a:lnTo>
                  <a:lnTo>
                    <a:pt x="876374" y="927012"/>
                  </a:lnTo>
                  <a:lnTo>
                    <a:pt x="870740" y="925261"/>
                  </a:lnTo>
                  <a:lnTo>
                    <a:pt x="861447" y="918819"/>
                  </a:lnTo>
                  <a:lnTo>
                    <a:pt x="855575" y="910072"/>
                  </a:lnTo>
                  <a:lnTo>
                    <a:pt x="863801" y="908557"/>
                  </a:lnTo>
                  <a:lnTo>
                    <a:pt x="865501" y="913990"/>
                  </a:lnTo>
                  <a:lnTo>
                    <a:pt x="872011" y="907322"/>
                  </a:lnTo>
                  <a:lnTo>
                    <a:pt x="870531" y="903809"/>
                  </a:lnTo>
                  <a:lnTo>
                    <a:pt x="869356" y="903359"/>
                  </a:lnTo>
                  <a:lnTo>
                    <a:pt x="867222" y="896825"/>
                  </a:lnTo>
                  <a:lnTo>
                    <a:pt x="877015" y="879710"/>
                  </a:lnTo>
                  <a:lnTo>
                    <a:pt x="879128" y="868670"/>
                  </a:lnTo>
                  <a:lnTo>
                    <a:pt x="874686" y="850956"/>
                  </a:lnTo>
                  <a:lnTo>
                    <a:pt x="878832" y="849794"/>
                  </a:lnTo>
                  <a:lnTo>
                    <a:pt x="889884" y="856006"/>
                  </a:lnTo>
                  <a:lnTo>
                    <a:pt x="894834" y="862120"/>
                  </a:lnTo>
                  <a:lnTo>
                    <a:pt x="894997" y="870513"/>
                  </a:lnTo>
                  <a:lnTo>
                    <a:pt x="899643" y="877012"/>
                  </a:lnTo>
                  <a:lnTo>
                    <a:pt x="906369" y="892579"/>
                  </a:lnTo>
                  <a:lnTo>
                    <a:pt x="914587" y="90170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3196855" y="2755716"/>
              <a:ext cx="952742" cy="935088"/>
            </a:xfrm>
            <a:custGeom>
              <a:avLst/>
              <a:pathLst>
                <a:path w="952742" h="935088">
                  <a:moveTo>
                    <a:pt x="914399" y="914400"/>
                  </a:moveTo>
                  <a:lnTo>
                    <a:pt x="919938" y="913954"/>
                  </a:lnTo>
                  <a:lnTo>
                    <a:pt x="923259" y="911808"/>
                  </a:lnTo>
                  <a:lnTo>
                    <a:pt x="938557" y="912684"/>
                  </a:lnTo>
                  <a:lnTo>
                    <a:pt x="950909" y="909545"/>
                  </a:lnTo>
                  <a:lnTo>
                    <a:pt x="952742" y="915116"/>
                  </a:lnTo>
                  <a:lnTo>
                    <a:pt x="952430" y="918025"/>
                  </a:lnTo>
                  <a:lnTo>
                    <a:pt x="926164" y="920755"/>
                  </a:lnTo>
                  <a:lnTo>
                    <a:pt x="902069" y="928933"/>
                  </a:lnTo>
                  <a:lnTo>
                    <a:pt x="888863" y="934473"/>
                  </a:lnTo>
                  <a:lnTo>
                    <a:pt x="882658" y="935088"/>
                  </a:lnTo>
                  <a:lnTo>
                    <a:pt x="877915" y="932174"/>
                  </a:lnTo>
                  <a:lnTo>
                    <a:pt x="862005" y="915285"/>
                  </a:lnTo>
                  <a:lnTo>
                    <a:pt x="866260" y="916970"/>
                  </a:lnTo>
                  <a:lnTo>
                    <a:pt x="878015" y="926516"/>
                  </a:lnTo>
                  <a:lnTo>
                    <a:pt x="885316" y="924774"/>
                  </a:lnTo>
                  <a:lnTo>
                    <a:pt x="892080" y="918466"/>
                  </a:lnTo>
                  <a:lnTo>
                    <a:pt x="893113" y="913698"/>
                  </a:lnTo>
                  <a:lnTo>
                    <a:pt x="892105" y="911440"/>
                  </a:lnTo>
                  <a:lnTo>
                    <a:pt x="895164" y="903912"/>
                  </a:lnTo>
                  <a:lnTo>
                    <a:pt x="904061" y="91113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3274623" y="2934513"/>
              <a:ext cx="930731" cy="914399"/>
            </a:xfrm>
            <a:custGeom>
              <a:avLst/>
              <a:pathLst>
                <a:path w="930731" h="914399">
                  <a:moveTo>
                    <a:pt x="914400" y="914399"/>
                  </a:moveTo>
                  <a:lnTo>
                    <a:pt x="907511" y="912254"/>
                  </a:lnTo>
                  <a:lnTo>
                    <a:pt x="905744" y="910528"/>
                  </a:lnTo>
                  <a:lnTo>
                    <a:pt x="908695" y="907630"/>
                  </a:lnTo>
                  <a:lnTo>
                    <a:pt x="915187" y="905213"/>
                  </a:lnTo>
                  <a:lnTo>
                    <a:pt x="925613" y="904972"/>
                  </a:lnTo>
                  <a:lnTo>
                    <a:pt x="930181" y="907829"/>
                  </a:lnTo>
                  <a:lnTo>
                    <a:pt x="930731" y="909079"/>
                  </a:lnTo>
                  <a:lnTo>
                    <a:pt x="924038" y="9122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3529059" y="3038667"/>
              <a:ext cx="918648" cy="914399"/>
            </a:xfrm>
            <a:custGeom>
              <a:avLst/>
              <a:pathLst>
                <a:path w="918648" h="914399">
                  <a:moveTo>
                    <a:pt x="914400" y="914399"/>
                  </a:moveTo>
                  <a:lnTo>
                    <a:pt x="908748" y="914399"/>
                  </a:lnTo>
                  <a:lnTo>
                    <a:pt x="910331" y="903379"/>
                  </a:lnTo>
                  <a:lnTo>
                    <a:pt x="915015" y="901116"/>
                  </a:lnTo>
                  <a:lnTo>
                    <a:pt x="916852" y="901239"/>
                  </a:lnTo>
                  <a:lnTo>
                    <a:pt x="918648" y="90726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3357943" y="2894503"/>
              <a:ext cx="945916" cy="990455"/>
            </a:xfrm>
            <a:custGeom>
              <a:avLst/>
              <a:pathLst>
                <a:path w="945916" h="990455">
                  <a:moveTo>
                    <a:pt x="914400" y="914400"/>
                  </a:moveTo>
                  <a:lnTo>
                    <a:pt x="926384" y="918865"/>
                  </a:lnTo>
                  <a:lnTo>
                    <a:pt x="939340" y="933675"/>
                  </a:lnTo>
                  <a:lnTo>
                    <a:pt x="944920" y="938949"/>
                  </a:lnTo>
                  <a:lnTo>
                    <a:pt x="945916" y="943753"/>
                  </a:lnTo>
                  <a:lnTo>
                    <a:pt x="943733" y="965680"/>
                  </a:lnTo>
                  <a:lnTo>
                    <a:pt x="940820" y="978882"/>
                  </a:lnTo>
                  <a:lnTo>
                    <a:pt x="941257" y="990455"/>
                  </a:lnTo>
                  <a:lnTo>
                    <a:pt x="938215" y="987029"/>
                  </a:lnTo>
                  <a:lnTo>
                    <a:pt x="935140" y="979450"/>
                  </a:lnTo>
                  <a:lnTo>
                    <a:pt x="930097" y="975093"/>
                  </a:lnTo>
                  <a:lnTo>
                    <a:pt x="928418" y="972809"/>
                  </a:lnTo>
                  <a:lnTo>
                    <a:pt x="937482" y="972307"/>
                  </a:lnTo>
                  <a:lnTo>
                    <a:pt x="938286" y="960375"/>
                  </a:lnTo>
                  <a:lnTo>
                    <a:pt x="942707" y="950963"/>
                  </a:lnTo>
                  <a:lnTo>
                    <a:pt x="942037" y="941172"/>
                  </a:lnTo>
                  <a:lnTo>
                    <a:pt x="931460" y="930392"/>
                  </a:lnTo>
                  <a:lnTo>
                    <a:pt x="924209" y="920903"/>
                  </a:lnTo>
                  <a:lnTo>
                    <a:pt x="913062" y="917866"/>
                  </a:lnTo>
                  <a:lnTo>
                    <a:pt x="902752" y="908418"/>
                  </a:lnTo>
                  <a:lnTo>
                    <a:pt x="896601" y="907256"/>
                  </a:lnTo>
                  <a:lnTo>
                    <a:pt x="889100" y="908920"/>
                  </a:lnTo>
                  <a:lnTo>
                    <a:pt x="891809" y="903287"/>
                  </a:lnTo>
                  <a:lnTo>
                    <a:pt x="893684" y="895836"/>
                  </a:lnTo>
                  <a:lnTo>
                    <a:pt x="895059" y="894443"/>
                  </a:lnTo>
                  <a:lnTo>
                    <a:pt x="900352" y="90257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3458860" y="3023023"/>
              <a:ext cx="914400" cy="915460"/>
            </a:xfrm>
            <a:custGeom>
              <a:avLst/>
              <a:pathLst>
                <a:path w="914400" h="915460">
                  <a:moveTo>
                    <a:pt x="914400" y="914400"/>
                  </a:moveTo>
                  <a:lnTo>
                    <a:pt x="908682" y="913319"/>
                  </a:lnTo>
                  <a:lnTo>
                    <a:pt x="900243" y="915403"/>
                  </a:lnTo>
                  <a:lnTo>
                    <a:pt x="897206" y="915460"/>
                  </a:lnTo>
                  <a:lnTo>
                    <a:pt x="899097" y="911808"/>
                  </a:lnTo>
                  <a:lnTo>
                    <a:pt x="904957" y="906872"/>
                  </a:lnTo>
                  <a:lnTo>
                    <a:pt x="905252" y="902171"/>
                  </a:lnTo>
                  <a:lnTo>
                    <a:pt x="898001" y="895391"/>
                  </a:lnTo>
                  <a:lnTo>
                    <a:pt x="889563" y="878522"/>
                  </a:lnTo>
                  <a:lnTo>
                    <a:pt x="885612" y="874523"/>
                  </a:lnTo>
                  <a:lnTo>
                    <a:pt x="883737" y="868183"/>
                  </a:lnTo>
                  <a:lnTo>
                    <a:pt x="876657" y="861383"/>
                  </a:lnTo>
                  <a:lnTo>
                    <a:pt x="878136" y="857747"/>
                  </a:lnTo>
                  <a:lnTo>
                    <a:pt x="879591" y="856892"/>
                  </a:lnTo>
                  <a:lnTo>
                    <a:pt x="884379" y="858638"/>
                  </a:lnTo>
                  <a:lnTo>
                    <a:pt x="895222" y="882901"/>
                  </a:lnTo>
                  <a:lnTo>
                    <a:pt x="895930" y="885226"/>
                  </a:lnTo>
                  <a:lnTo>
                    <a:pt x="913833" y="90906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t3925"/>
            <p:cNvSpPr/>
            <p:nvPr/>
          </p:nvSpPr>
          <p:spPr>
            <a:xfrm>
              <a:off x="4517981" y="2123210"/>
              <a:ext cx="63202" cy="63202"/>
            </a:xfrm>
            <a:prstGeom prst="ellipse">
              <a:avLst/>
            </a:prstGeom>
            <a:solidFill>
              <a:srgbClr val="51B7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t3926"/>
            <p:cNvSpPr/>
            <p:nvPr/>
          </p:nvSpPr>
          <p:spPr>
            <a:xfrm>
              <a:off x="2804077" y="3308464"/>
              <a:ext cx="63202" cy="63202"/>
            </a:xfrm>
            <a:prstGeom prst="ellipse">
              <a:avLst/>
            </a:prstGeom>
            <a:solidFill>
              <a:srgbClr val="59C3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t3927"/>
            <p:cNvSpPr/>
            <p:nvPr/>
          </p:nvSpPr>
          <p:spPr>
            <a:xfrm>
              <a:off x="2474979" y="3491892"/>
              <a:ext cx="63202" cy="63202"/>
            </a:xfrm>
            <a:prstGeom prst="ellipse">
              <a:avLst/>
            </a:prstGeom>
            <a:solidFill>
              <a:srgbClr val="60CE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t3928"/>
            <p:cNvSpPr/>
            <p:nvPr/>
          </p:nvSpPr>
          <p:spPr>
            <a:xfrm>
              <a:off x="4310750" y="2493405"/>
              <a:ext cx="63202" cy="63202"/>
            </a:xfrm>
            <a:prstGeom prst="ellipse">
              <a:avLst/>
            </a:prstGeom>
            <a:solidFill>
              <a:srgbClr val="3A689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t3929"/>
            <p:cNvSpPr/>
            <p:nvPr/>
          </p:nvSpPr>
          <p:spPr>
            <a:xfrm>
              <a:off x="3230764" y="3253112"/>
              <a:ext cx="63202" cy="63202"/>
            </a:xfrm>
            <a:prstGeom prst="ellipse">
              <a:avLst/>
            </a:prstGeom>
            <a:solidFill>
              <a:srgbClr val="88D9B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t3930"/>
            <p:cNvSpPr/>
            <p:nvPr/>
          </p:nvSpPr>
          <p:spPr>
            <a:xfrm>
              <a:off x="4374836" y="2340602"/>
              <a:ext cx="63202" cy="63202"/>
            </a:xfrm>
            <a:prstGeom prst="ellipse">
              <a:avLst/>
            </a:prstGeom>
            <a:solidFill>
              <a:srgbClr val="3595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t3931"/>
            <p:cNvSpPr/>
            <p:nvPr/>
          </p:nvSpPr>
          <p:spPr>
            <a:xfrm>
              <a:off x="3085609" y="3352656"/>
              <a:ext cx="63202" cy="63202"/>
            </a:xfrm>
            <a:prstGeom prst="ellipse">
              <a:avLst/>
            </a:prstGeom>
            <a:solidFill>
              <a:srgbClr val="388A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t3932"/>
            <p:cNvSpPr/>
            <p:nvPr/>
          </p:nvSpPr>
          <p:spPr>
            <a:xfrm>
              <a:off x="4834075" y="1821367"/>
              <a:ext cx="63202" cy="63202"/>
            </a:xfrm>
            <a:prstGeom prst="ellipse">
              <a:avLst/>
            </a:prstGeom>
            <a:solidFill>
              <a:srgbClr val="382A5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t3933"/>
            <p:cNvSpPr/>
            <p:nvPr/>
          </p:nvSpPr>
          <p:spPr>
            <a:xfrm>
              <a:off x="4671421" y="2079945"/>
              <a:ext cx="63202" cy="63202"/>
            </a:xfrm>
            <a:prstGeom prst="ellipse">
              <a:avLst/>
            </a:prstGeom>
            <a:solidFill>
              <a:srgbClr val="231A2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t3934"/>
            <p:cNvSpPr/>
            <p:nvPr/>
          </p:nvSpPr>
          <p:spPr>
            <a:xfrm>
              <a:off x="4227828" y="2542459"/>
              <a:ext cx="63202" cy="63202"/>
            </a:xfrm>
            <a:prstGeom prst="ellipse">
              <a:avLst/>
            </a:prstGeom>
            <a:solidFill>
              <a:srgbClr val="97DEC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t3935"/>
            <p:cNvSpPr/>
            <p:nvPr/>
          </p:nvSpPr>
          <p:spPr>
            <a:xfrm>
              <a:off x="3531947" y="3324123"/>
              <a:ext cx="63202" cy="63202"/>
            </a:xfrm>
            <a:prstGeom prst="ellipse">
              <a:avLst/>
            </a:prstGeom>
            <a:solidFill>
              <a:srgbClr val="6FD2B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t3936"/>
            <p:cNvSpPr/>
            <p:nvPr/>
          </p:nvSpPr>
          <p:spPr>
            <a:xfrm>
              <a:off x="4116343" y="2877034"/>
              <a:ext cx="63202" cy="63202"/>
            </a:xfrm>
            <a:prstGeom prst="ellipse">
              <a:avLst/>
            </a:prstGeom>
            <a:solidFill>
              <a:srgbClr val="48AC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t3937"/>
            <p:cNvSpPr/>
            <p:nvPr/>
          </p:nvSpPr>
          <p:spPr>
            <a:xfrm>
              <a:off x="3861999" y="3080650"/>
              <a:ext cx="63202" cy="63202"/>
            </a:xfrm>
            <a:prstGeom prst="ellipse">
              <a:avLst/>
            </a:prstGeom>
            <a:solidFill>
              <a:srgbClr val="3693A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t3938"/>
            <p:cNvSpPr/>
            <p:nvPr/>
          </p:nvSpPr>
          <p:spPr>
            <a:xfrm>
              <a:off x="3949423" y="3003555"/>
              <a:ext cx="63202" cy="63202"/>
            </a:xfrm>
            <a:prstGeom prst="ellipse">
              <a:avLst/>
            </a:prstGeom>
            <a:solidFill>
              <a:srgbClr val="71D2B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t3939"/>
            <p:cNvSpPr/>
            <p:nvPr/>
          </p:nvSpPr>
          <p:spPr>
            <a:xfrm>
              <a:off x="4323294" y="2302728"/>
              <a:ext cx="63202" cy="63202"/>
            </a:xfrm>
            <a:prstGeom prst="ellipse">
              <a:avLst/>
            </a:prstGeom>
            <a:solidFill>
              <a:srgbClr val="82D8B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t3940"/>
            <p:cNvSpPr/>
            <p:nvPr/>
          </p:nvSpPr>
          <p:spPr>
            <a:xfrm>
              <a:off x="3495127" y="3324813"/>
              <a:ext cx="63202" cy="63202"/>
            </a:xfrm>
            <a:prstGeom prst="ellipse">
              <a:avLst/>
            </a:prstGeom>
            <a:solidFill>
              <a:srgbClr val="74D4B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t3941"/>
            <p:cNvSpPr/>
            <p:nvPr/>
          </p:nvSpPr>
          <p:spPr>
            <a:xfrm>
              <a:off x="3818102" y="3246059"/>
              <a:ext cx="63202" cy="63202"/>
            </a:xfrm>
            <a:prstGeom prst="ellipse">
              <a:avLst/>
            </a:prstGeom>
            <a:solidFill>
              <a:srgbClr val="58C2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t3942"/>
            <p:cNvSpPr/>
            <p:nvPr/>
          </p:nvSpPr>
          <p:spPr>
            <a:xfrm>
              <a:off x="3130118" y="3329566"/>
              <a:ext cx="63202" cy="63202"/>
            </a:xfrm>
            <a:prstGeom prst="ellipse">
              <a:avLst/>
            </a:prstGeom>
            <a:solidFill>
              <a:srgbClr val="378F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t3943"/>
            <p:cNvSpPr/>
            <p:nvPr/>
          </p:nvSpPr>
          <p:spPr>
            <a:xfrm>
              <a:off x="4198713" y="2417858"/>
              <a:ext cx="63202" cy="63202"/>
            </a:xfrm>
            <a:prstGeom prst="ellipse">
              <a:avLst/>
            </a:prstGeom>
            <a:solidFill>
              <a:srgbClr val="CAEED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t3944"/>
            <p:cNvSpPr/>
            <p:nvPr/>
          </p:nvSpPr>
          <p:spPr>
            <a:xfrm>
              <a:off x="3824350" y="3139769"/>
              <a:ext cx="63202" cy="63202"/>
            </a:xfrm>
            <a:prstGeom prst="ellipse">
              <a:avLst/>
            </a:prstGeom>
            <a:solidFill>
              <a:srgbClr val="77D4B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t3945"/>
            <p:cNvSpPr/>
            <p:nvPr/>
          </p:nvSpPr>
          <p:spPr>
            <a:xfrm>
              <a:off x="2941545" y="3353078"/>
              <a:ext cx="63202" cy="63202"/>
            </a:xfrm>
            <a:prstGeom prst="ellipse">
              <a:avLst/>
            </a:prstGeom>
            <a:solidFill>
              <a:srgbClr val="3A77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t3946"/>
            <p:cNvSpPr/>
            <p:nvPr/>
          </p:nvSpPr>
          <p:spPr>
            <a:xfrm>
              <a:off x="4020756" y="2922673"/>
              <a:ext cx="63202" cy="63202"/>
            </a:xfrm>
            <a:prstGeom prst="ellipse">
              <a:avLst/>
            </a:prstGeom>
            <a:solidFill>
              <a:srgbClr val="3693A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t3947"/>
            <p:cNvSpPr/>
            <p:nvPr/>
          </p:nvSpPr>
          <p:spPr>
            <a:xfrm>
              <a:off x="4801364" y="1841625"/>
              <a:ext cx="63202" cy="63202"/>
            </a:xfrm>
            <a:prstGeom prst="ellipse">
              <a:avLst/>
            </a:prstGeom>
            <a:solidFill>
              <a:srgbClr val="3B396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t3948"/>
            <p:cNvSpPr/>
            <p:nvPr/>
          </p:nvSpPr>
          <p:spPr>
            <a:xfrm>
              <a:off x="2752856" y="3314756"/>
              <a:ext cx="63202" cy="63202"/>
            </a:xfrm>
            <a:prstGeom prst="ellipse">
              <a:avLst/>
            </a:prstGeom>
            <a:solidFill>
              <a:srgbClr val="50B6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t3949"/>
            <p:cNvSpPr/>
            <p:nvPr/>
          </p:nvSpPr>
          <p:spPr>
            <a:xfrm>
              <a:off x="5143149" y="1843604"/>
              <a:ext cx="63202" cy="63202"/>
            </a:xfrm>
            <a:prstGeom prst="ellipse">
              <a:avLst/>
            </a:prstGeom>
            <a:solidFill>
              <a:srgbClr val="3A315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t3950"/>
            <p:cNvSpPr/>
            <p:nvPr/>
          </p:nvSpPr>
          <p:spPr>
            <a:xfrm>
              <a:off x="3830102" y="3143517"/>
              <a:ext cx="63202" cy="63202"/>
            </a:xfrm>
            <a:prstGeom prst="ellipse">
              <a:avLst/>
            </a:prstGeom>
            <a:solidFill>
              <a:srgbClr val="5DCA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t3951"/>
            <p:cNvSpPr/>
            <p:nvPr/>
          </p:nvSpPr>
          <p:spPr>
            <a:xfrm>
              <a:off x="4722739" y="1954852"/>
              <a:ext cx="63202" cy="63202"/>
            </a:xfrm>
            <a:prstGeom prst="ellipse">
              <a:avLst/>
            </a:prstGeom>
            <a:solidFill>
              <a:srgbClr val="58C1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t3952"/>
            <p:cNvSpPr/>
            <p:nvPr/>
          </p:nvSpPr>
          <p:spPr>
            <a:xfrm>
              <a:off x="3009462" y="3371921"/>
              <a:ext cx="63202" cy="63202"/>
            </a:xfrm>
            <a:prstGeom prst="ellipse">
              <a:avLst/>
            </a:prstGeom>
            <a:solidFill>
              <a:srgbClr val="378E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t3953"/>
            <p:cNvSpPr/>
            <p:nvPr/>
          </p:nvSpPr>
          <p:spPr>
            <a:xfrm>
              <a:off x="3853490" y="3083509"/>
              <a:ext cx="63202" cy="63202"/>
            </a:xfrm>
            <a:prstGeom prst="ellipse">
              <a:avLst/>
            </a:prstGeom>
            <a:solidFill>
              <a:srgbClr val="6BD1B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t3954"/>
            <p:cNvSpPr/>
            <p:nvPr/>
          </p:nvSpPr>
          <p:spPr>
            <a:xfrm>
              <a:off x="4716341" y="1923178"/>
              <a:ext cx="63202" cy="63202"/>
            </a:xfrm>
            <a:prstGeom prst="ellipse">
              <a:avLst/>
            </a:prstGeom>
            <a:solidFill>
              <a:srgbClr val="3A7B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t3955"/>
            <p:cNvSpPr/>
            <p:nvPr/>
          </p:nvSpPr>
          <p:spPr>
            <a:xfrm>
              <a:off x="2556116" y="3429218"/>
              <a:ext cx="63202" cy="63202"/>
            </a:xfrm>
            <a:prstGeom prst="ellipse">
              <a:avLst/>
            </a:prstGeom>
            <a:solidFill>
              <a:srgbClr val="57C1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t3956"/>
            <p:cNvSpPr/>
            <p:nvPr/>
          </p:nvSpPr>
          <p:spPr>
            <a:xfrm>
              <a:off x="4123017" y="2857995"/>
              <a:ext cx="63202" cy="63202"/>
            </a:xfrm>
            <a:prstGeom prst="ellipse">
              <a:avLst/>
            </a:prstGeom>
            <a:solidFill>
              <a:srgbClr val="3A639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t3957"/>
            <p:cNvSpPr/>
            <p:nvPr/>
          </p:nvSpPr>
          <p:spPr>
            <a:xfrm>
              <a:off x="2447878" y="3464791"/>
              <a:ext cx="117405" cy="117405"/>
            </a:xfrm>
            <a:prstGeom prst="ellipse">
              <a:avLst/>
            </a:prstGeom>
            <a:solidFill>
              <a:srgbClr val="60CE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t3958"/>
            <p:cNvSpPr/>
            <p:nvPr/>
          </p:nvSpPr>
          <p:spPr>
            <a:xfrm>
              <a:off x="4806974" y="1794266"/>
              <a:ext cx="117405" cy="117405"/>
            </a:xfrm>
            <a:prstGeom prst="ellipse">
              <a:avLst/>
            </a:prstGeom>
            <a:solidFill>
              <a:srgbClr val="382A5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t3959"/>
            <p:cNvSpPr/>
            <p:nvPr/>
          </p:nvSpPr>
          <p:spPr>
            <a:xfrm>
              <a:off x="3791000" y="3218958"/>
              <a:ext cx="117405" cy="117405"/>
            </a:xfrm>
            <a:prstGeom prst="ellipse">
              <a:avLst/>
            </a:prstGeom>
            <a:solidFill>
              <a:srgbClr val="58C2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t3960"/>
            <p:cNvSpPr/>
            <p:nvPr/>
          </p:nvSpPr>
          <p:spPr>
            <a:xfrm>
              <a:off x="2982361" y="3344820"/>
              <a:ext cx="117405" cy="117405"/>
            </a:xfrm>
            <a:prstGeom prst="ellipse">
              <a:avLst/>
            </a:prstGeom>
            <a:solidFill>
              <a:srgbClr val="378E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t3961"/>
            <p:cNvSpPr/>
            <p:nvPr/>
          </p:nvSpPr>
          <p:spPr>
            <a:xfrm>
              <a:off x="4689240" y="1896077"/>
              <a:ext cx="117405" cy="117405"/>
            </a:xfrm>
            <a:prstGeom prst="ellipse">
              <a:avLst/>
            </a:prstGeom>
            <a:solidFill>
              <a:srgbClr val="3A7B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l3962"/>
            <p:cNvSpPr/>
            <p:nvPr/>
          </p:nvSpPr>
          <p:spPr>
            <a:xfrm>
              <a:off x="4775113" y="1755668"/>
              <a:ext cx="81330" cy="87381"/>
            </a:xfrm>
            <a:custGeom>
              <a:avLst/>
              <a:pathLst>
                <a:path w="81330" h="87381">
                  <a:moveTo>
                    <a:pt x="0" y="0"/>
                  </a:moveTo>
                  <a:lnTo>
                    <a:pt x="81330" y="87381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g3963"/>
            <p:cNvSpPr/>
            <p:nvPr/>
          </p:nvSpPr>
          <p:spPr>
            <a:xfrm>
              <a:off x="1981265" y="3273002"/>
              <a:ext cx="558515" cy="191749"/>
            </a:xfrm>
            <a:custGeom>
              <a:avLst/>
              <a:pathLst>
                <a:path w="558515" h="191749">
                  <a:moveTo>
                    <a:pt x="27431" y="191749"/>
                  </a:moveTo>
                  <a:lnTo>
                    <a:pt x="531083" y="191749"/>
                  </a:lnTo>
                  <a:lnTo>
                    <a:pt x="529978" y="191727"/>
                  </a:lnTo>
                  <a:lnTo>
                    <a:pt x="534390" y="191549"/>
                  </a:lnTo>
                  <a:lnTo>
                    <a:pt x="538715" y="190666"/>
                  </a:lnTo>
                  <a:lnTo>
                    <a:pt x="542843" y="189101"/>
                  </a:lnTo>
                  <a:lnTo>
                    <a:pt x="546666" y="186893"/>
                  </a:lnTo>
                  <a:lnTo>
                    <a:pt x="550086" y="184101"/>
                  </a:lnTo>
                  <a:lnTo>
                    <a:pt x="553013" y="180797"/>
                  </a:lnTo>
                  <a:lnTo>
                    <a:pt x="555373" y="177065"/>
                  </a:lnTo>
                  <a:lnTo>
                    <a:pt x="557103" y="173004"/>
                  </a:lnTo>
                  <a:lnTo>
                    <a:pt x="558160" y="168718"/>
                  </a:lnTo>
                  <a:lnTo>
                    <a:pt x="558515" y="164317"/>
                  </a:lnTo>
                  <a:lnTo>
                    <a:pt x="558515" y="27431"/>
                  </a:lnTo>
                  <a:lnTo>
                    <a:pt x="558160" y="23031"/>
                  </a:lnTo>
                  <a:lnTo>
                    <a:pt x="557103" y="18745"/>
                  </a:lnTo>
                  <a:lnTo>
                    <a:pt x="555373" y="14683"/>
                  </a:lnTo>
                  <a:lnTo>
                    <a:pt x="553013" y="10952"/>
                  </a:lnTo>
                  <a:lnTo>
                    <a:pt x="550086" y="7647"/>
                  </a:lnTo>
                  <a:lnTo>
                    <a:pt x="546666" y="4855"/>
                  </a:lnTo>
                  <a:lnTo>
                    <a:pt x="542843" y="2648"/>
                  </a:lnTo>
                  <a:lnTo>
                    <a:pt x="538715" y="1083"/>
                  </a:lnTo>
                  <a:lnTo>
                    <a:pt x="534390" y="200"/>
                  </a:lnTo>
                  <a:lnTo>
                    <a:pt x="53108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tx3964"/>
            <p:cNvSpPr/>
            <p:nvPr/>
          </p:nvSpPr>
          <p:spPr>
            <a:xfrm>
              <a:off x="2026985" y="3318722"/>
              <a:ext cx="46707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W1_TX</a:t>
              </a:r>
            </a:p>
          </p:txBody>
        </p:sp>
        <p:sp>
          <p:nvSpPr>
            <p:cNvPr id="3965" name="pg3965"/>
            <p:cNvSpPr/>
            <p:nvPr/>
          </p:nvSpPr>
          <p:spPr>
            <a:xfrm>
              <a:off x="4440066" y="1563918"/>
              <a:ext cx="589605" cy="191749"/>
            </a:xfrm>
            <a:custGeom>
              <a:avLst/>
              <a:pathLst>
                <a:path w="589605" h="191749">
                  <a:moveTo>
                    <a:pt x="27431" y="191749"/>
                  </a:moveTo>
                  <a:lnTo>
                    <a:pt x="562173" y="191749"/>
                  </a:lnTo>
                  <a:lnTo>
                    <a:pt x="561068" y="191727"/>
                  </a:lnTo>
                  <a:lnTo>
                    <a:pt x="565479" y="191549"/>
                  </a:lnTo>
                  <a:lnTo>
                    <a:pt x="569805" y="190666"/>
                  </a:lnTo>
                  <a:lnTo>
                    <a:pt x="573933" y="189101"/>
                  </a:lnTo>
                  <a:lnTo>
                    <a:pt x="577756" y="186893"/>
                  </a:lnTo>
                  <a:lnTo>
                    <a:pt x="581175" y="184101"/>
                  </a:lnTo>
                  <a:lnTo>
                    <a:pt x="584103" y="180797"/>
                  </a:lnTo>
                  <a:lnTo>
                    <a:pt x="586462" y="177065"/>
                  </a:lnTo>
                  <a:lnTo>
                    <a:pt x="588193" y="173004"/>
                  </a:lnTo>
                  <a:lnTo>
                    <a:pt x="589249" y="168718"/>
                  </a:lnTo>
                  <a:lnTo>
                    <a:pt x="589605" y="164317"/>
                  </a:lnTo>
                  <a:lnTo>
                    <a:pt x="589605" y="27432"/>
                  </a:lnTo>
                  <a:lnTo>
                    <a:pt x="589249" y="23031"/>
                  </a:lnTo>
                  <a:lnTo>
                    <a:pt x="588193" y="18745"/>
                  </a:lnTo>
                  <a:lnTo>
                    <a:pt x="586462" y="14683"/>
                  </a:lnTo>
                  <a:lnTo>
                    <a:pt x="584103" y="10952"/>
                  </a:lnTo>
                  <a:lnTo>
                    <a:pt x="581175" y="7647"/>
                  </a:lnTo>
                  <a:lnTo>
                    <a:pt x="577756" y="4855"/>
                  </a:lnTo>
                  <a:lnTo>
                    <a:pt x="573933" y="2648"/>
                  </a:lnTo>
                  <a:lnTo>
                    <a:pt x="569805" y="1083"/>
                  </a:lnTo>
                  <a:lnTo>
                    <a:pt x="565479" y="200"/>
                  </a:lnTo>
                  <a:lnTo>
                    <a:pt x="56217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" name="tx3966"/>
            <p:cNvSpPr/>
            <p:nvPr/>
          </p:nvSpPr>
          <p:spPr>
            <a:xfrm>
              <a:off x="4485786" y="1609638"/>
              <a:ext cx="49816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W6_ME</a:t>
              </a:r>
            </a:p>
          </p:txBody>
        </p:sp>
        <p:sp>
          <p:nvSpPr>
            <p:cNvPr id="3967" name="pg3967"/>
            <p:cNvSpPr/>
            <p:nvPr/>
          </p:nvSpPr>
          <p:spPr>
            <a:xfrm>
              <a:off x="3273692" y="3027154"/>
              <a:ext cx="542970" cy="191749"/>
            </a:xfrm>
            <a:custGeom>
              <a:avLst/>
              <a:pathLst>
                <a:path w="542970" h="191749">
                  <a:moveTo>
                    <a:pt x="27431" y="191749"/>
                  </a:moveTo>
                  <a:lnTo>
                    <a:pt x="515538" y="191749"/>
                  </a:lnTo>
                  <a:lnTo>
                    <a:pt x="514434" y="191727"/>
                  </a:lnTo>
                  <a:lnTo>
                    <a:pt x="518845" y="191549"/>
                  </a:lnTo>
                  <a:lnTo>
                    <a:pt x="523170" y="190666"/>
                  </a:lnTo>
                  <a:lnTo>
                    <a:pt x="527298" y="189101"/>
                  </a:lnTo>
                  <a:lnTo>
                    <a:pt x="531121" y="186893"/>
                  </a:lnTo>
                  <a:lnTo>
                    <a:pt x="534541" y="184101"/>
                  </a:lnTo>
                  <a:lnTo>
                    <a:pt x="537469" y="180797"/>
                  </a:lnTo>
                  <a:lnTo>
                    <a:pt x="539828" y="177065"/>
                  </a:lnTo>
                  <a:lnTo>
                    <a:pt x="541558" y="173004"/>
                  </a:lnTo>
                  <a:lnTo>
                    <a:pt x="542615" y="168718"/>
                  </a:lnTo>
                  <a:lnTo>
                    <a:pt x="542970" y="164317"/>
                  </a:lnTo>
                  <a:lnTo>
                    <a:pt x="542970" y="27431"/>
                  </a:lnTo>
                  <a:lnTo>
                    <a:pt x="542615" y="23031"/>
                  </a:lnTo>
                  <a:lnTo>
                    <a:pt x="541558" y="18745"/>
                  </a:lnTo>
                  <a:lnTo>
                    <a:pt x="539828" y="14683"/>
                  </a:lnTo>
                  <a:lnTo>
                    <a:pt x="537469" y="10952"/>
                  </a:lnTo>
                  <a:lnTo>
                    <a:pt x="534541" y="7647"/>
                  </a:lnTo>
                  <a:lnTo>
                    <a:pt x="531121" y="4855"/>
                  </a:lnTo>
                  <a:lnTo>
                    <a:pt x="527298" y="2648"/>
                  </a:lnTo>
                  <a:lnTo>
                    <a:pt x="523170" y="1083"/>
                  </a:lnTo>
                  <a:lnTo>
                    <a:pt x="518845" y="200"/>
                  </a:lnTo>
                  <a:lnTo>
                    <a:pt x="51553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" name="tx3968"/>
            <p:cNvSpPr/>
            <p:nvPr/>
          </p:nvSpPr>
          <p:spPr>
            <a:xfrm>
              <a:off x="3319412" y="3072874"/>
              <a:ext cx="451530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W3_FL</a:t>
              </a:r>
            </a:p>
          </p:txBody>
        </p:sp>
        <p:sp>
          <p:nvSpPr>
            <p:cNvPr id="3969" name="pg3969"/>
            <p:cNvSpPr/>
            <p:nvPr/>
          </p:nvSpPr>
          <p:spPr>
            <a:xfrm>
              <a:off x="2630944" y="3152872"/>
              <a:ext cx="550834" cy="191749"/>
            </a:xfrm>
            <a:custGeom>
              <a:avLst/>
              <a:pathLst>
                <a:path w="550834" h="191749">
                  <a:moveTo>
                    <a:pt x="27431" y="191749"/>
                  </a:moveTo>
                  <a:lnTo>
                    <a:pt x="523402" y="191749"/>
                  </a:lnTo>
                  <a:lnTo>
                    <a:pt x="522297" y="191727"/>
                  </a:lnTo>
                  <a:lnTo>
                    <a:pt x="526709" y="191549"/>
                  </a:lnTo>
                  <a:lnTo>
                    <a:pt x="531034" y="190666"/>
                  </a:lnTo>
                  <a:lnTo>
                    <a:pt x="535162" y="189101"/>
                  </a:lnTo>
                  <a:lnTo>
                    <a:pt x="538985" y="186893"/>
                  </a:lnTo>
                  <a:lnTo>
                    <a:pt x="542405" y="184101"/>
                  </a:lnTo>
                  <a:lnTo>
                    <a:pt x="545332" y="180797"/>
                  </a:lnTo>
                  <a:lnTo>
                    <a:pt x="547692" y="177065"/>
                  </a:lnTo>
                  <a:lnTo>
                    <a:pt x="549422" y="173004"/>
                  </a:lnTo>
                  <a:lnTo>
                    <a:pt x="550479" y="168718"/>
                  </a:lnTo>
                  <a:lnTo>
                    <a:pt x="550834" y="164317"/>
                  </a:lnTo>
                  <a:lnTo>
                    <a:pt x="550834" y="27432"/>
                  </a:lnTo>
                  <a:lnTo>
                    <a:pt x="550479" y="23031"/>
                  </a:lnTo>
                  <a:lnTo>
                    <a:pt x="549422" y="18745"/>
                  </a:lnTo>
                  <a:lnTo>
                    <a:pt x="547692" y="14683"/>
                  </a:lnTo>
                  <a:lnTo>
                    <a:pt x="545332" y="10952"/>
                  </a:lnTo>
                  <a:lnTo>
                    <a:pt x="542405" y="7647"/>
                  </a:lnTo>
                  <a:lnTo>
                    <a:pt x="538985" y="4855"/>
                  </a:lnTo>
                  <a:lnTo>
                    <a:pt x="535162" y="2648"/>
                  </a:lnTo>
                  <a:lnTo>
                    <a:pt x="531034" y="1083"/>
                  </a:lnTo>
                  <a:lnTo>
                    <a:pt x="526709" y="200"/>
                  </a:lnTo>
                  <a:lnTo>
                    <a:pt x="523402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tx3970"/>
            <p:cNvSpPr/>
            <p:nvPr/>
          </p:nvSpPr>
          <p:spPr>
            <a:xfrm>
              <a:off x="2676664" y="3198592"/>
              <a:ext cx="459394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W2_LA</a:t>
              </a:r>
            </a:p>
          </p:txBody>
        </p:sp>
        <p:sp>
          <p:nvSpPr>
            <p:cNvPr id="3971" name="pg3971"/>
            <p:cNvSpPr/>
            <p:nvPr/>
          </p:nvSpPr>
          <p:spPr>
            <a:xfrm>
              <a:off x="4078739" y="1847071"/>
              <a:ext cx="581741" cy="191749"/>
            </a:xfrm>
            <a:custGeom>
              <a:avLst/>
              <a:pathLst>
                <a:path w="581741" h="191749">
                  <a:moveTo>
                    <a:pt x="27431" y="191749"/>
                  </a:moveTo>
                  <a:lnTo>
                    <a:pt x="554309" y="191749"/>
                  </a:lnTo>
                  <a:lnTo>
                    <a:pt x="553204" y="191727"/>
                  </a:lnTo>
                  <a:lnTo>
                    <a:pt x="557615" y="191549"/>
                  </a:lnTo>
                  <a:lnTo>
                    <a:pt x="561941" y="190666"/>
                  </a:lnTo>
                  <a:lnTo>
                    <a:pt x="566069" y="189101"/>
                  </a:lnTo>
                  <a:lnTo>
                    <a:pt x="569892" y="186893"/>
                  </a:lnTo>
                  <a:lnTo>
                    <a:pt x="573312" y="184101"/>
                  </a:lnTo>
                  <a:lnTo>
                    <a:pt x="576239" y="180797"/>
                  </a:lnTo>
                  <a:lnTo>
                    <a:pt x="578599" y="177065"/>
                  </a:lnTo>
                  <a:lnTo>
                    <a:pt x="580329" y="173004"/>
                  </a:lnTo>
                  <a:lnTo>
                    <a:pt x="581386" y="168718"/>
                  </a:lnTo>
                  <a:lnTo>
                    <a:pt x="581741" y="164317"/>
                  </a:lnTo>
                  <a:lnTo>
                    <a:pt x="581741" y="27431"/>
                  </a:lnTo>
                  <a:lnTo>
                    <a:pt x="581386" y="23031"/>
                  </a:lnTo>
                  <a:lnTo>
                    <a:pt x="580329" y="18745"/>
                  </a:lnTo>
                  <a:lnTo>
                    <a:pt x="578599" y="14683"/>
                  </a:lnTo>
                  <a:lnTo>
                    <a:pt x="576239" y="10952"/>
                  </a:lnTo>
                  <a:lnTo>
                    <a:pt x="573312" y="7647"/>
                  </a:lnTo>
                  <a:lnTo>
                    <a:pt x="569892" y="4855"/>
                  </a:lnTo>
                  <a:lnTo>
                    <a:pt x="566069" y="2648"/>
                  </a:lnTo>
                  <a:lnTo>
                    <a:pt x="561941" y="1083"/>
                  </a:lnTo>
                  <a:lnTo>
                    <a:pt x="557615" y="200"/>
                  </a:lnTo>
                  <a:lnTo>
                    <a:pt x="55430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tx3972"/>
            <p:cNvSpPr/>
            <p:nvPr/>
          </p:nvSpPr>
          <p:spPr>
            <a:xfrm>
              <a:off x="4124459" y="1892791"/>
              <a:ext cx="49030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W5_NH</a:t>
              </a:r>
            </a:p>
          </p:txBody>
        </p:sp>
        <p:sp>
          <p:nvSpPr>
            <p:cNvPr id="3973" name="rc3973"/>
            <p:cNvSpPr/>
            <p:nvPr/>
          </p:nvSpPr>
          <p:spPr>
            <a:xfrm>
              <a:off x="4155229" y="2281426"/>
              <a:ext cx="434719" cy="411073"/>
            </a:xfrm>
            <a:prstGeom prst="rect">
              <a:avLst/>
            </a:prstGeom>
            <a:noFill/>
            <a:ln w="13550" cap="flat">
              <a:solidFill>
                <a:srgbClr val="000000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974" name="pl3974"/>
            <p:cNvSpPr/>
            <p:nvPr/>
          </p:nvSpPr>
          <p:spPr>
            <a:xfrm>
              <a:off x="3340740" y="1535667"/>
              <a:ext cx="814489" cy="745758"/>
            </a:xfrm>
            <a:custGeom>
              <a:avLst/>
              <a:pathLst>
                <a:path w="814489" h="745758">
                  <a:moveTo>
                    <a:pt x="0" y="0"/>
                  </a:moveTo>
                  <a:lnTo>
                    <a:pt x="814489" y="745758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" name="pl3975"/>
            <p:cNvSpPr/>
            <p:nvPr/>
          </p:nvSpPr>
          <p:spPr>
            <a:xfrm>
              <a:off x="3340740" y="2692500"/>
              <a:ext cx="814489" cy="44001"/>
            </a:xfrm>
            <a:custGeom>
              <a:avLst/>
              <a:pathLst>
                <a:path w="814489" h="44001">
                  <a:moveTo>
                    <a:pt x="0" y="44001"/>
                  </a:moveTo>
                  <a:lnTo>
                    <a:pt x="81448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rc3976"/>
            <p:cNvSpPr/>
            <p:nvPr/>
          </p:nvSpPr>
          <p:spPr>
            <a:xfrm>
              <a:off x="1935545" y="1386057"/>
              <a:ext cx="3501561" cy="271461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tx3977"/>
            <p:cNvSpPr/>
            <p:nvPr/>
          </p:nvSpPr>
          <p:spPr>
            <a:xfrm>
              <a:off x="1623192" y="380768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3978" name="tx3978"/>
            <p:cNvSpPr/>
            <p:nvPr/>
          </p:nvSpPr>
          <p:spPr>
            <a:xfrm>
              <a:off x="1747550" y="378921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79" name="tx3979"/>
            <p:cNvSpPr/>
            <p:nvPr/>
          </p:nvSpPr>
          <p:spPr>
            <a:xfrm>
              <a:off x="1792265" y="380768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0" name="tx3980"/>
            <p:cNvSpPr/>
            <p:nvPr/>
          </p:nvSpPr>
          <p:spPr>
            <a:xfrm>
              <a:off x="1623192" y="328330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3981" name="tx3981"/>
            <p:cNvSpPr/>
            <p:nvPr/>
          </p:nvSpPr>
          <p:spPr>
            <a:xfrm>
              <a:off x="1747550" y="326483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2" name="tx3982"/>
            <p:cNvSpPr/>
            <p:nvPr/>
          </p:nvSpPr>
          <p:spPr>
            <a:xfrm>
              <a:off x="1792265" y="3283301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3" name="tx3983"/>
            <p:cNvSpPr/>
            <p:nvPr/>
          </p:nvSpPr>
          <p:spPr>
            <a:xfrm>
              <a:off x="1623192" y="275891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35</a:t>
              </a:r>
            </a:p>
          </p:txBody>
        </p:sp>
        <p:sp>
          <p:nvSpPr>
            <p:cNvPr id="3984" name="tx3984"/>
            <p:cNvSpPr/>
            <p:nvPr/>
          </p:nvSpPr>
          <p:spPr>
            <a:xfrm>
              <a:off x="1747550" y="2740448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5" name="tx3985"/>
            <p:cNvSpPr/>
            <p:nvPr/>
          </p:nvSpPr>
          <p:spPr>
            <a:xfrm>
              <a:off x="1792265" y="2758919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6" name="tx3986"/>
            <p:cNvSpPr/>
            <p:nvPr/>
          </p:nvSpPr>
          <p:spPr>
            <a:xfrm>
              <a:off x="1623192" y="223453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3987" name="tx3987"/>
            <p:cNvSpPr/>
            <p:nvPr/>
          </p:nvSpPr>
          <p:spPr>
            <a:xfrm>
              <a:off x="1747550" y="2216066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8" name="tx3988"/>
            <p:cNvSpPr/>
            <p:nvPr/>
          </p:nvSpPr>
          <p:spPr>
            <a:xfrm>
              <a:off x="1792265" y="2234537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9" name="tx3989"/>
            <p:cNvSpPr/>
            <p:nvPr/>
          </p:nvSpPr>
          <p:spPr>
            <a:xfrm>
              <a:off x="1623192" y="170997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45</a:t>
              </a:r>
            </a:p>
          </p:txBody>
        </p:sp>
        <p:sp>
          <p:nvSpPr>
            <p:cNvPr id="3990" name="tx3990"/>
            <p:cNvSpPr/>
            <p:nvPr/>
          </p:nvSpPr>
          <p:spPr>
            <a:xfrm>
              <a:off x="1747550" y="169150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91" name="tx3991"/>
            <p:cNvSpPr/>
            <p:nvPr/>
          </p:nvSpPr>
          <p:spPr>
            <a:xfrm>
              <a:off x="1792265" y="170997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92" name="pl3992"/>
            <p:cNvSpPr/>
            <p:nvPr/>
          </p:nvSpPr>
          <p:spPr>
            <a:xfrm>
              <a:off x="1900750" y="384819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" name="pl3993"/>
            <p:cNvSpPr/>
            <p:nvPr/>
          </p:nvSpPr>
          <p:spPr>
            <a:xfrm>
              <a:off x="1900750" y="332380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l3994"/>
            <p:cNvSpPr/>
            <p:nvPr/>
          </p:nvSpPr>
          <p:spPr>
            <a:xfrm>
              <a:off x="1900750" y="279942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l3995"/>
            <p:cNvSpPr/>
            <p:nvPr/>
          </p:nvSpPr>
          <p:spPr>
            <a:xfrm>
              <a:off x="1900750" y="227504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l3996"/>
            <p:cNvSpPr/>
            <p:nvPr/>
          </p:nvSpPr>
          <p:spPr>
            <a:xfrm>
              <a:off x="1900750" y="175066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tx3997"/>
            <p:cNvSpPr/>
            <p:nvPr/>
          </p:nvSpPr>
          <p:spPr>
            <a:xfrm rot="-5400000">
              <a:off x="1260265" y="2693346"/>
              <a:ext cx="4973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3998" name="pl3998"/>
            <p:cNvSpPr/>
            <p:nvPr/>
          </p:nvSpPr>
          <p:spPr>
            <a:xfrm>
              <a:off x="2265396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l3999"/>
            <p:cNvSpPr/>
            <p:nvPr/>
          </p:nvSpPr>
          <p:spPr>
            <a:xfrm>
              <a:off x="2692120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l4000"/>
            <p:cNvSpPr/>
            <p:nvPr/>
          </p:nvSpPr>
          <p:spPr>
            <a:xfrm>
              <a:off x="3118843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l4001"/>
            <p:cNvSpPr/>
            <p:nvPr/>
          </p:nvSpPr>
          <p:spPr>
            <a:xfrm>
              <a:off x="3545567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l4002"/>
            <p:cNvSpPr/>
            <p:nvPr/>
          </p:nvSpPr>
          <p:spPr>
            <a:xfrm>
              <a:off x="3972290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l4003"/>
            <p:cNvSpPr/>
            <p:nvPr/>
          </p:nvSpPr>
          <p:spPr>
            <a:xfrm>
              <a:off x="4399014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l4004"/>
            <p:cNvSpPr/>
            <p:nvPr/>
          </p:nvSpPr>
          <p:spPr>
            <a:xfrm>
              <a:off x="4825737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l4005"/>
            <p:cNvSpPr/>
            <p:nvPr/>
          </p:nvSpPr>
          <p:spPr>
            <a:xfrm>
              <a:off x="5252461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tx4006"/>
            <p:cNvSpPr/>
            <p:nvPr/>
          </p:nvSpPr>
          <p:spPr>
            <a:xfrm>
              <a:off x="2097055" y="4163666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4007" name="tx4007"/>
            <p:cNvSpPr/>
            <p:nvPr/>
          </p:nvSpPr>
          <p:spPr>
            <a:xfrm>
              <a:off x="2283593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8" name="tx4008"/>
            <p:cNvSpPr/>
            <p:nvPr/>
          </p:nvSpPr>
          <p:spPr>
            <a:xfrm>
              <a:off x="2328307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09" name="tx4009"/>
            <p:cNvSpPr/>
            <p:nvPr/>
          </p:nvSpPr>
          <p:spPr>
            <a:xfrm>
              <a:off x="2539323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95</a:t>
              </a:r>
            </a:p>
          </p:txBody>
        </p:sp>
        <p:sp>
          <p:nvSpPr>
            <p:cNvPr id="4010" name="tx4010"/>
            <p:cNvSpPr/>
            <p:nvPr/>
          </p:nvSpPr>
          <p:spPr>
            <a:xfrm>
              <a:off x="2694771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1" name="tx4011"/>
            <p:cNvSpPr/>
            <p:nvPr/>
          </p:nvSpPr>
          <p:spPr>
            <a:xfrm>
              <a:off x="2739486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2" name="tx4012"/>
            <p:cNvSpPr/>
            <p:nvPr/>
          </p:nvSpPr>
          <p:spPr>
            <a:xfrm>
              <a:off x="2966047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90</a:t>
              </a:r>
            </a:p>
          </p:txBody>
        </p:sp>
        <p:sp>
          <p:nvSpPr>
            <p:cNvPr id="4013" name="tx4013"/>
            <p:cNvSpPr/>
            <p:nvPr/>
          </p:nvSpPr>
          <p:spPr>
            <a:xfrm>
              <a:off x="3121495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4" name="tx4014"/>
            <p:cNvSpPr/>
            <p:nvPr/>
          </p:nvSpPr>
          <p:spPr>
            <a:xfrm>
              <a:off x="3166209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5" name="tx4015"/>
            <p:cNvSpPr/>
            <p:nvPr/>
          </p:nvSpPr>
          <p:spPr>
            <a:xfrm>
              <a:off x="3392771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85</a:t>
              </a:r>
            </a:p>
          </p:txBody>
        </p:sp>
        <p:sp>
          <p:nvSpPr>
            <p:cNvPr id="4016" name="tx4016"/>
            <p:cNvSpPr/>
            <p:nvPr/>
          </p:nvSpPr>
          <p:spPr>
            <a:xfrm>
              <a:off x="3548219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7" name="tx4017"/>
            <p:cNvSpPr/>
            <p:nvPr/>
          </p:nvSpPr>
          <p:spPr>
            <a:xfrm>
              <a:off x="3592933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8" name="tx4018"/>
            <p:cNvSpPr/>
            <p:nvPr/>
          </p:nvSpPr>
          <p:spPr>
            <a:xfrm>
              <a:off x="3819494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80</a:t>
              </a:r>
            </a:p>
          </p:txBody>
        </p:sp>
        <p:sp>
          <p:nvSpPr>
            <p:cNvPr id="4019" name="tx4019"/>
            <p:cNvSpPr/>
            <p:nvPr/>
          </p:nvSpPr>
          <p:spPr>
            <a:xfrm>
              <a:off x="3974942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0" name="tx4020"/>
            <p:cNvSpPr/>
            <p:nvPr/>
          </p:nvSpPr>
          <p:spPr>
            <a:xfrm>
              <a:off x="4019656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1" name="tx4021"/>
            <p:cNvSpPr/>
            <p:nvPr/>
          </p:nvSpPr>
          <p:spPr>
            <a:xfrm>
              <a:off x="4246218" y="4163300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75</a:t>
              </a:r>
            </a:p>
          </p:txBody>
        </p:sp>
        <p:sp>
          <p:nvSpPr>
            <p:cNvPr id="4022" name="tx4022"/>
            <p:cNvSpPr/>
            <p:nvPr/>
          </p:nvSpPr>
          <p:spPr>
            <a:xfrm>
              <a:off x="4401666" y="414483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3" name="tx4023"/>
            <p:cNvSpPr/>
            <p:nvPr/>
          </p:nvSpPr>
          <p:spPr>
            <a:xfrm>
              <a:off x="4446380" y="4163300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4" name="tx4024"/>
            <p:cNvSpPr/>
            <p:nvPr/>
          </p:nvSpPr>
          <p:spPr>
            <a:xfrm>
              <a:off x="4672941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70</a:t>
              </a:r>
            </a:p>
          </p:txBody>
        </p:sp>
        <p:sp>
          <p:nvSpPr>
            <p:cNvPr id="4025" name="tx4025"/>
            <p:cNvSpPr/>
            <p:nvPr/>
          </p:nvSpPr>
          <p:spPr>
            <a:xfrm>
              <a:off x="4828389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6" name="tx4026"/>
            <p:cNvSpPr/>
            <p:nvPr/>
          </p:nvSpPr>
          <p:spPr>
            <a:xfrm>
              <a:off x="4873103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7" name="tx4027"/>
            <p:cNvSpPr/>
            <p:nvPr/>
          </p:nvSpPr>
          <p:spPr>
            <a:xfrm>
              <a:off x="5099665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65</a:t>
              </a:r>
            </a:p>
          </p:txBody>
        </p:sp>
        <p:sp>
          <p:nvSpPr>
            <p:cNvPr id="4028" name="tx4028"/>
            <p:cNvSpPr/>
            <p:nvPr/>
          </p:nvSpPr>
          <p:spPr>
            <a:xfrm>
              <a:off x="5255113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9" name="tx4029"/>
            <p:cNvSpPr/>
            <p:nvPr/>
          </p:nvSpPr>
          <p:spPr>
            <a:xfrm>
              <a:off x="5299827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30" name="tx4030"/>
            <p:cNvSpPr/>
            <p:nvPr/>
          </p:nvSpPr>
          <p:spPr>
            <a:xfrm>
              <a:off x="3379362" y="4303342"/>
              <a:ext cx="6139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4031" name="rc4031"/>
            <p:cNvSpPr/>
            <p:nvPr/>
          </p:nvSpPr>
          <p:spPr>
            <a:xfrm>
              <a:off x="5576285" y="1950162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32" name="tx4032"/>
            <p:cNvSpPr/>
            <p:nvPr/>
          </p:nvSpPr>
          <p:spPr>
            <a:xfrm>
              <a:off x="5645874" y="2034473"/>
              <a:ext cx="59801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4033" name="tx4033"/>
            <p:cNvSpPr/>
            <p:nvPr/>
          </p:nvSpPr>
          <p:spPr>
            <a:xfrm>
              <a:off x="5645874" y="2185349"/>
              <a:ext cx="3703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4034" name="pic40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45874" y="2369695"/>
              <a:ext cx="219455" cy="1097280"/>
            </a:xfrm>
            <a:prstGeom prst="rect">
              <a:avLst/>
            </a:prstGeom>
          </p:spPr>
        </p:pic>
        <p:sp>
          <p:nvSpPr>
            <p:cNvPr id="4035" name="pl4035"/>
            <p:cNvSpPr/>
            <p:nvPr/>
          </p:nvSpPr>
          <p:spPr>
            <a:xfrm>
              <a:off x="5821439" y="346514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l4036"/>
            <p:cNvSpPr/>
            <p:nvPr/>
          </p:nvSpPr>
          <p:spPr>
            <a:xfrm>
              <a:off x="5821439" y="31917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l4037"/>
            <p:cNvSpPr/>
            <p:nvPr/>
          </p:nvSpPr>
          <p:spPr>
            <a:xfrm>
              <a:off x="5821439" y="291833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l4038"/>
            <p:cNvSpPr/>
            <p:nvPr/>
          </p:nvSpPr>
          <p:spPr>
            <a:xfrm>
              <a:off x="5821439" y="26449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l4039"/>
            <p:cNvSpPr/>
            <p:nvPr/>
          </p:nvSpPr>
          <p:spPr>
            <a:xfrm>
              <a:off x="5821439" y="237152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l4040"/>
            <p:cNvSpPr/>
            <p:nvPr/>
          </p:nvSpPr>
          <p:spPr>
            <a:xfrm>
              <a:off x="5645874" y="346514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l4041"/>
            <p:cNvSpPr/>
            <p:nvPr/>
          </p:nvSpPr>
          <p:spPr>
            <a:xfrm>
              <a:off x="5645874" y="31917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l4042"/>
            <p:cNvSpPr/>
            <p:nvPr/>
          </p:nvSpPr>
          <p:spPr>
            <a:xfrm>
              <a:off x="5645874" y="291833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l4043"/>
            <p:cNvSpPr/>
            <p:nvPr/>
          </p:nvSpPr>
          <p:spPr>
            <a:xfrm>
              <a:off x="5645874" y="26449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l4044"/>
            <p:cNvSpPr/>
            <p:nvPr/>
          </p:nvSpPr>
          <p:spPr>
            <a:xfrm>
              <a:off x="5645874" y="237152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tx4045"/>
            <p:cNvSpPr/>
            <p:nvPr/>
          </p:nvSpPr>
          <p:spPr>
            <a:xfrm>
              <a:off x="5934919" y="3425142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4046" name="tx4046"/>
            <p:cNvSpPr/>
            <p:nvPr/>
          </p:nvSpPr>
          <p:spPr>
            <a:xfrm>
              <a:off x="5934919" y="315173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</a:t>
              </a:r>
            </a:p>
          </p:txBody>
        </p:sp>
        <p:sp>
          <p:nvSpPr>
            <p:cNvPr id="4047" name="tx4047"/>
            <p:cNvSpPr/>
            <p:nvPr/>
          </p:nvSpPr>
          <p:spPr>
            <a:xfrm>
              <a:off x="5934919" y="2878330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4048" name="tx4048"/>
            <p:cNvSpPr/>
            <p:nvPr/>
          </p:nvSpPr>
          <p:spPr>
            <a:xfrm>
              <a:off x="5934919" y="2604925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</a:t>
              </a:r>
            </a:p>
          </p:txBody>
        </p:sp>
        <p:sp>
          <p:nvSpPr>
            <p:cNvPr id="4049" name="tx4049"/>
            <p:cNvSpPr/>
            <p:nvPr/>
          </p:nvSpPr>
          <p:spPr>
            <a:xfrm>
              <a:off x="5934919" y="2331519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4050" name="tx4050"/>
            <p:cNvSpPr/>
            <p:nvPr/>
          </p:nvSpPr>
          <p:spPr>
            <a:xfrm>
              <a:off x="1935545" y="1056412"/>
              <a:ext cx="1410096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(C) Predicted </a:t>
              </a:r>
            </a:p>
          </p:txBody>
        </p:sp>
        <p:sp>
          <p:nvSpPr>
            <p:cNvPr id="4051" name="tx4051"/>
            <p:cNvSpPr/>
            <p:nvPr/>
          </p:nvSpPr>
          <p:spPr>
            <a:xfrm>
              <a:off x="3345641" y="1056412"/>
              <a:ext cx="165049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</a:t>
              </a:r>
            </a:p>
          </p:txBody>
        </p:sp>
        <p:sp>
          <p:nvSpPr>
            <p:cNvPr id="4052" name="tx4052"/>
            <p:cNvSpPr/>
            <p:nvPr/>
          </p:nvSpPr>
          <p:spPr>
            <a:xfrm>
              <a:off x="3510690" y="1056412"/>
              <a:ext cx="165049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</a:t>
              </a:r>
            </a:p>
          </p:txBody>
        </p:sp>
        <p:sp>
          <p:nvSpPr>
            <p:cNvPr id="4053" name="tx4053"/>
            <p:cNvSpPr/>
            <p:nvPr/>
          </p:nvSpPr>
          <p:spPr>
            <a:xfrm>
              <a:off x="3675740" y="1056412"/>
              <a:ext cx="15243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</a:t>
              </a:r>
            </a:p>
          </p:txBody>
        </p:sp>
        <p:sp>
          <p:nvSpPr>
            <p:cNvPr id="4054" name="tx4054"/>
            <p:cNvSpPr/>
            <p:nvPr/>
          </p:nvSpPr>
          <p:spPr>
            <a:xfrm>
              <a:off x="3828170" y="1147116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4055" name="tx4055"/>
            <p:cNvSpPr/>
            <p:nvPr/>
          </p:nvSpPr>
          <p:spPr>
            <a:xfrm>
              <a:off x="3917141" y="1147116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4056" name="tx4056"/>
            <p:cNvSpPr/>
            <p:nvPr/>
          </p:nvSpPr>
          <p:spPr>
            <a:xfrm>
              <a:off x="3961581" y="1147116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4057" name="tx4057"/>
            <p:cNvSpPr/>
            <p:nvPr/>
          </p:nvSpPr>
          <p:spPr>
            <a:xfrm>
              <a:off x="4006021" y="1147116"/>
              <a:ext cx="80010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4058" name="tx4058"/>
            <p:cNvSpPr/>
            <p:nvPr/>
          </p:nvSpPr>
          <p:spPr>
            <a:xfrm>
              <a:off x="4086031" y="1147116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4059" name="tx4059"/>
            <p:cNvSpPr/>
            <p:nvPr/>
          </p:nvSpPr>
          <p:spPr>
            <a:xfrm>
              <a:off x="4175002" y="1147116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  <p:sp>
          <p:nvSpPr>
            <p:cNvPr id="4060" name="tx4060"/>
            <p:cNvSpPr/>
            <p:nvPr/>
          </p:nvSpPr>
          <p:spPr>
            <a:xfrm>
              <a:off x="4219442" y="1056412"/>
              <a:ext cx="128336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 to Lewisetta</a:t>
              </a:r>
            </a:p>
          </p:txBody>
        </p:sp>
        <p:sp>
          <p:nvSpPr>
            <p:cNvPr id="4061" name="rc4061"/>
            <p:cNvSpPr/>
            <p:nvPr/>
          </p:nvSpPr>
          <p:spPr>
            <a:xfrm>
              <a:off x="2097741" y="1521787"/>
              <a:ext cx="1251309" cy="1221576"/>
            </a:xfrm>
            <a:prstGeom prst="rect">
              <a:avLst/>
            </a:prstGeom>
            <a:noFill/>
          </p:spPr>
          <p:txBody>
            <a:bodyPr/>
            <a:lstStyle/>
            <a:p/>
          </p:txBody>
        </p:sp>
        <p:sp>
          <p:nvSpPr>
            <p:cNvPr id="4062" name="rc4062"/>
            <p:cNvSpPr/>
            <p:nvPr/>
          </p:nvSpPr>
          <p:spPr>
            <a:xfrm>
              <a:off x="2097741" y="1521787"/>
              <a:ext cx="1251309" cy="1221576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63" name="pl4063"/>
            <p:cNvSpPr/>
            <p:nvPr/>
          </p:nvSpPr>
          <p:spPr>
            <a:xfrm>
              <a:off x="2122566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l4064"/>
            <p:cNvSpPr/>
            <p:nvPr/>
          </p:nvSpPr>
          <p:spPr>
            <a:xfrm>
              <a:off x="2345893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l4065"/>
            <p:cNvSpPr/>
            <p:nvPr/>
          </p:nvSpPr>
          <p:spPr>
            <a:xfrm>
              <a:off x="2569219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l4066"/>
            <p:cNvSpPr/>
            <p:nvPr/>
          </p:nvSpPr>
          <p:spPr>
            <a:xfrm>
              <a:off x="2792545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l4067"/>
            <p:cNvSpPr/>
            <p:nvPr/>
          </p:nvSpPr>
          <p:spPr>
            <a:xfrm>
              <a:off x="3015871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l4068"/>
            <p:cNvSpPr/>
            <p:nvPr/>
          </p:nvSpPr>
          <p:spPr>
            <a:xfrm>
              <a:off x="3239198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l4069"/>
            <p:cNvSpPr/>
            <p:nvPr/>
          </p:nvSpPr>
          <p:spPr>
            <a:xfrm>
              <a:off x="2097741" y="2693378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l4070"/>
            <p:cNvSpPr/>
            <p:nvPr/>
          </p:nvSpPr>
          <p:spPr>
            <a:xfrm>
              <a:off x="2097741" y="2410053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l4071"/>
            <p:cNvSpPr/>
            <p:nvPr/>
          </p:nvSpPr>
          <p:spPr>
            <a:xfrm>
              <a:off x="2097741" y="2126728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l4072"/>
            <p:cNvSpPr/>
            <p:nvPr/>
          </p:nvSpPr>
          <p:spPr>
            <a:xfrm>
              <a:off x="2097741" y="1843402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l4073"/>
            <p:cNvSpPr/>
            <p:nvPr/>
          </p:nvSpPr>
          <p:spPr>
            <a:xfrm>
              <a:off x="2097741" y="1560077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1747014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1771570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1796127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1820683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1845240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1869796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1894352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2017134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2041690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2066247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2090803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2115359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1722458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1747014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1771570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1796127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1820683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1845240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1869796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1894352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2017134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2041690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2066247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2090803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2115359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1599676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1624232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1648789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1673345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1697901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1722458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1747014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1771570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1796127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1820683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1845240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1869796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1992578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2017134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2041690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2066247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2090803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2115359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157512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1599676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1624232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1648789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1673345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1697901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1722458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1747014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177157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8AC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1796127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1820683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184524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1968021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1992578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2017134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204169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2066247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2090803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2115359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1526007" y="75816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1550563" y="75816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1575120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1599676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1624232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1648789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1673345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1697901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1722458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1747014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1771570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1796127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1943465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1968021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1992578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2017134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2041690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2066247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1476894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1501451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1526007" y="78931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1550563" y="78931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157512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1599676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1624232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1648789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1673345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1697901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1722458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1747014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177157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1796127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1820683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184524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1869796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1918909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1943465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1968021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1992578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2017134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204169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2066247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1476894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1501451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1526007" y="82046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1550563" y="82046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157512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1599676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1624232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1648789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1673345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61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1697901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1722458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1747014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177157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1796127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1820683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184524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1869796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1894352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1918909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1943465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1968021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1992578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2017134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204169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1476894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1501451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1526007" y="85162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1550563" y="85162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1575120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1599676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1624232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1648789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1673345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1697901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1722458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1747014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1771570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1796127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1820683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1845240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1869796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1894352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1918909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1943465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1968021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1992578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2017134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1403225" y="882775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1427782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1476894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1501451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1526007" y="882775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1550563" y="882775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1575120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1599676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1624232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1648789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1722458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1747014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1771570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1796127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1820683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1845240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1869796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1894352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1918909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1943465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1968021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1992578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1378669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1403225" y="91392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1427782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1452338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1476894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1501451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1526007" y="91392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1550563" y="91392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1575120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1599676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1624232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1648789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1747014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1771570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1796127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1820683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1845240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1869796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1894352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1918909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1943465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1968021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1354113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1378669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1403225" y="945083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1427782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83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1452338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1476894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1501451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1526007" y="945083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1550563" y="945083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1575120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1599676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1624232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1648789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1747014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1771570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1796127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1820683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1845240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1869796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1894352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1918909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1943465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1329556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1354113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1378669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92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1403225" y="97623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1427782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1452338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1476894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1501451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1526007" y="97623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1550563" y="97623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1575120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1599676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1624232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1648789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1673345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1771570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1796127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1820683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1845240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1869796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1894352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1918909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1329556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1354113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1378669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1403225" y="1007390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1427782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A2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1452338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1476894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1501451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1526007" y="1007390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1550563" y="1007390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1575120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1599676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1624232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1648789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1673345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1771570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1796127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1820683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1845240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1869796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1894352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130500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1329556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1354113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1378669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1403225" y="103854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1427782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1452338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F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1476894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1501451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1526007" y="103854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1550563" y="103854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157512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1599676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1624232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1648789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1673345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1697901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177157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1796127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1820683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184524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1869796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1894352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1305000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1329556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1354113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1378669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1403225" y="106969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6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1427782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4EDD8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1452338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1EBD6">
                <a:alpha val="100000"/>
              </a:srgbClr>
            </a:solidFill>
            <a:ln w="5420" cap="flat">
              <a:solidFill>
                <a:srgbClr val="C4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1476894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1501451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1526007" y="106969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1550563" y="106969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1575120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1599676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1624232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1648789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1673345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1697901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1722458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1796127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1820683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1845240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1869796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1894352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130500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1329556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1354113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8E8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1378669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1403225" y="110085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C3ECD7">
                <a:alpha val="100000"/>
              </a:srgbClr>
            </a:solidFill>
            <a:ln w="5420" cap="flat">
              <a:solidFill>
                <a:srgbClr val="C7EDD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1427782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5EDD9">
                <a:alpha val="100000"/>
              </a:srgbClr>
            </a:solidFill>
            <a:ln w="5420" cap="flat">
              <a:solidFill>
                <a:srgbClr val="C9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1452338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5ED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1476894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C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1501451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1526007" y="110085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1550563" y="110085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157512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D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1599676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1624232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1648789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1673345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1697901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1722458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177157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1796127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1820683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184524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1869796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1894352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1329556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1354113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CE5CC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1378669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5E8D0">
                <a:alpha val="100000"/>
              </a:srgbClr>
            </a:solidFill>
            <a:ln w="5420" cap="flat">
              <a:solidFill>
                <a:srgbClr val="BA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1403225" y="113200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BBEAD3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1427782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DEAD4">
                <a:alpha val="100000"/>
              </a:srgbClr>
            </a:solidFill>
            <a:ln w="5420" cap="flat">
              <a:solidFill>
                <a:srgbClr val="C1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1452338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D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1476894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1501451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A5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1526007" y="113200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1550563" y="113200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1575120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1599676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1624232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1648789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1673345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1697901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1722458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1747014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1771570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1796127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1820683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1845240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1869796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1894352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1354113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1378669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1403225" y="1163158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1427782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1452338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1476894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1501451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C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1526007" y="1163158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1550563" y="1163158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1575120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1599676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1624232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1648789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1673345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1697901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1722458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1747014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1771570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1796127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1820683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1845240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1869796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1354113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CDF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1378669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1403225" y="119431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A0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1427782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1452338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1476894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1501451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1526007" y="119431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1550563" y="119431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1575120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1599676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1624232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1648789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1673345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1697901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1722458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1747014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1771570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1796127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1820683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1845240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1403225" y="122546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1427782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1452338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1476894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1501451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1526007" y="122546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1550563" y="122546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1575120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1599676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1624232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1648789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1673345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1697901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1722458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1747014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1771570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1796127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1820683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1427782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1452338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1476894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1501451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1526007" y="125661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1550563" y="125661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1575120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1599676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1624232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1648789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1673345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1697901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1722458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1747014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1771570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1796127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1452338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1476894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1501451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1526007" y="128777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1550563" y="128777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1575120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1599676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1624232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1648789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1673345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1697901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1722458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1747014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1771570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5B98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1796127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1354113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1378669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1403225" y="131892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1427782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1452338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1476894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1501451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1526007" y="131892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1550563" y="131892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1575120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1599676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1624232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1648789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1673345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1697901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1722458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1747014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1771570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1329556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1354113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1378669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1403225" y="135008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1427782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1452338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1476894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1501451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1526007" y="135008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1550563" y="135008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1575120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1599676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1624232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1648789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1673345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1697901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1722458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1747014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1771570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1329556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1354113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1378669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1403225" y="1381234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1427782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1452338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1476894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1501451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1526007" y="1381234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1550563" y="1381234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1575120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1599676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1624232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1648789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1673345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1697901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1722458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1747014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1329556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1354113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1378669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1403225" y="141238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1427782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1452338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1476894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1501451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1526007" y="141238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1550563" y="141238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1575120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1599676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1624232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1648789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1673345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1697901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1722458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1354113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1378669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1403225" y="1443542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1427782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1452338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1476894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1501451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1526007" y="1443542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1550563" y="1443542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1575120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1599676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1624232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1648789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1673345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1697901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1427782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1452338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1476894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FD6B8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1501451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1526007" y="147469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1550563" y="147469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1575120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1599676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1624232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1648789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1673345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1697901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1476894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1501451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83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1526007" y="150584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1550563" y="150584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1575120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1599676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1624232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1648789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1673345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1697901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1501451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1526007" y="153700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1550563" y="153700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1575120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1599676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1624232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1648789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1673345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1697901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1526007" y="156815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1550563" y="156815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1575120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1599676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1624232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1648789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1673345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1697901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1722458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1599676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1624232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1648789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1673345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1697901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1722458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1476894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1575120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1599676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1624232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1648789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1673345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1697901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1722458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1452338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1476894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1501451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1526007" y="166161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1550563" y="166161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1575120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1599676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1624232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1648789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1673345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1697901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1722458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1427782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1452338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1476894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1501451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1526007" y="169277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1550563" y="169277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1575120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1599676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1624232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1648789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1673345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1697901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1722458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1747014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1427782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1452338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1476894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1501451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1526007" y="172392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1550563" y="172392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1575120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1599676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1624232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1648789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1673345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1697901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1722458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1747014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1771570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1427782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1452338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1476894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1501451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1526007" y="175507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1550563" y="175507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1575120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1599676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1624232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1648789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1673345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1697901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1722458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1747014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1771570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2090545" y="667480"/>
              <a:ext cx="914894" cy="952624"/>
            </a:xfrm>
            <a:custGeom>
              <a:avLst/>
              <a:pathLst>
                <a:path w="914894" h="952624">
                  <a:moveTo>
                    <a:pt x="914400" y="914400"/>
                  </a:moveTo>
                  <a:lnTo>
                    <a:pt x="907475" y="952624"/>
                  </a:lnTo>
                  <a:lnTo>
                    <a:pt x="906570" y="941017"/>
                  </a:lnTo>
                  <a:lnTo>
                    <a:pt x="909475" y="909833"/>
                  </a:lnTo>
                  <a:lnTo>
                    <a:pt x="914894" y="90983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2075202" y="663205"/>
              <a:ext cx="914531" cy="1196881"/>
            </a:xfrm>
            <a:custGeom>
              <a:avLst/>
              <a:pathLst>
                <a:path w="914531" h="1196881">
                  <a:moveTo>
                    <a:pt x="914400" y="914400"/>
                  </a:moveTo>
                  <a:lnTo>
                    <a:pt x="901336" y="974329"/>
                  </a:lnTo>
                  <a:lnTo>
                    <a:pt x="883376" y="1006273"/>
                  </a:lnTo>
                  <a:lnTo>
                    <a:pt x="866834" y="1028366"/>
                  </a:lnTo>
                  <a:lnTo>
                    <a:pt x="849768" y="1024714"/>
                  </a:lnTo>
                  <a:lnTo>
                    <a:pt x="853606" y="1042269"/>
                  </a:lnTo>
                  <a:lnTo>
                    <a:pt x="848917" y="1051414"/>
                  </a:lnTo>
                  <a:lnTo>
                    <a:pt x="844904" y="1070491"/>
                  </a:lnTo>
                  <a:lnTo>
                    <a:pt x="834730" y="1083136"/>
                  </a:lnTo>
                  <a:lnTo>
                    <a:pt x="825167" y="1081918"/>
                  </a:lnTo>
                  <a:lnTo>
                    <a:pt x="811427" y="1090634"/>
                  </a:lnTo>
                  <a:lnTo>
                    <a:pt x="806008" y="1097302"/>
                  </a:lnTo>
                  <a:lnTo>
                    <a:pt x="805604" y="1110071"/>
                  </a:lnTo>
                  <a:lnTo>
                    <a:pt x="796412" y="1121304"/>
                  </a:lnTo>
                  <a:lnTo>
                    <a:pt x="763240" y="1179657"/>
                  </a:lnTo>
                  <a:lnTo>
                    <a:pt x="734441" y="1196881"/>
                  </a:lnTo>
                  <a:lnTo>
                    <a:pt x="727549" y="1194377"/>
                  </a:lnTo>
                  <a:lnTo>
                    <a:pt x="735139" y="1166833"/>
                  </a:lnTo>
                  <a:lnTo>
                    <a:pt x="740340" y="1138985"/>
                  </a:lnTo>
                  <a:lnTo>
                    <a:pt x="722860" y="1126866"/>
                  </a:lnTo>
                  <a:lnTo>
                    <a:pt x="706133" y="1120461"/>
                  </a:lnTo>
                  <a:lnTo>
                    <a:pt x="686940" y="1121304"/>
                  </a:lnTo>
                  <a:lnTo>
                    <a:pt x="665742" y="1099654"/>
                  </a:lnTo>
                  <a:lnTo>
                    <a:pt x="638415" y="1083911"/>
                  </a:lnTo>
                  <a:lnTo>
                    <a:pt x="600271" y="1041315"/>
                  </a:lnTo>
                  <a:lnTo>
                    <a:pt x="601383" y="1029500"/>
                  </a:lnTo>
                  <a:lnTo>
                    <a:pt x="600423" y="1009676"/>
                  </a:lnTo>
                  <a:lnTo>
                    <a:pt x="612015" y="978355"/>
                  </a:lnTo>
                  <a:lnTo>
                    <a:pt x="623127" y="956456"/>
                  </a:lnTo>
                  <a:lnTo>
                    <a:pt x="638469" y="945112"/>
                  </a:lnTo>
                  <a:lnTo>
                    <a:pt x="682993" y="933560"/>
                  </a:lnTo>
                  <a:lnTo>
                    <a:pt x="694159" y="916184"/>
                  </a:lnTo>
                  <a:lnTo>
                    <a:pt x="695098" y="914108"/>
                  </a:lnTo>
                  <a:lnTo>
                    <a:pt x="914531" y="91410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1839521" y="675490"/>
              <a:ext cx="945009" cy="2012347"/>
            </a:xfrm>
            <a:custGeom>
              <a:avLst/>
              <a:pathLst>
                <a:path w="945009" h="2012347">
                  <a:moveTo>
                    <a:pt x="914400" y="914400"/>
                  </a:moveTo>
                  <a:lnTo>
                    <a:pt x="881359" y="922921"/>
                  </a:lnTo>
                  <a:lnTo>
                    <a:pt x="863551" y="932301"/>
                  </a:lnTo>
                  <a:lnTo>
                    <a:pt x="849310" y="946647"/>
                  </a:lnTo>
                  <a:lnTo>
                    <a:pt x="840881" y="964659"/>
                  </a:lnTo>
                  <a:lnTo>
                    <a:pt x="821798" y="986365"/>
                  </a:lnTo>
                  <a:lnTo>
                    <a:pt x="823139" y="1000905"/>
                  </a:lnTo>
                  <a:lnTo>
                    <a:pt x="826334" y="1011239"/>
                  </a:lnTo>
                  <a:lnTo>
                    <a:pt x="824862" y="1032779"/>
                  </a:lnTo>
                  <a:lnTo>
                    <a:pt x="836933" y="1053780"/>
                  </a:lnTo>
                  <a:lnTo>
                    <a:pt x="860869" y="1088185"/>
                  </a:lnTo>
                  <a:lnTo>
                    <a:pt x="865438" y="1141627"/>
                  </a:lnTo>
                  <a:lnTo>
                    <a:pt x="883703" y="1177389"/>
                  </a:lnTo>
                  <a:lnTo>
                    <a:pt x="911695" y="1219085"/>
                  </a:lnTo>
                  <a:lnTo>
                    <a:pt x="933221" y="1230941"/>
                  </a:lnTo>
                  <a:lnTo>
                    <a:pt x="934268" y="1246449"/>
                  </a:lnTo>
                  <a:lnTo>
                    <a:pt x="924334" y="1272056"/>
                  </a:lnTo>
                  <a:lnTo>
                    <a:pt x="911237" y="1283760"/>
                  </a:lnTo>
                  <a:lnTo>
                    <a:pt x="928270" y="1281422"/>
                  </a:lnTo>
                  <a:lnTo>
                    <a:pt x="936754" y="1287274"/>
                  </a:lnTo>
                  <a:lnTo>
                    <a:pt x="945009" y="1308634"/>
                  </a:lnTo>
                  <a:lnTo>
                    <a:pt x="944365" y="1330437"/>
                  </a:lnTo>
                  <a:lnTo>
                    <a:pt x="941574" y="1342722"/>
                  </a:lnTo>
                  <a:lnTo>
                    <a:pt x="936416" y="1347619"/>
                  </a:lnTo>
                  <a:lnTo>
                    <a:pt x="936634" y="1335071"/>
                  </a:lnTo>
                  <a:lnTo>
                    <a:pt x="932981" y="1330713"/>
                  </a:lnTo>
                  <a:lnTo>
                    <a:pt x="926951" y="1336150"/>
                  </a:lnTo>
                  <a:lnTo>
                    <a:pt x="923047" y="1342348"/>
                  </a:lnTo>
                  <a:lnTo>
                    <a:pt x="921422" y="1366766"/>
                  </a:lnTo>
                  <a:lnTo>
                    <a:pt x="917289" y="1378967"/>
                  </a:lnTo>
                  <a:lnTo>
                    <a:pt x="902677" y="1382592"/>
                  </a:lnTo>
                  <a:lnTo>
                    <a:pt x="887858" y="1414632"/>
                  </a:lnTo>
                  <a:lnTo>
                    <a:pt x="874074" y="1432810"/>
                  </a:lnTo>
                  <a:lnTo>
                    <a:pt x="819835" y="1555727"/>
                  </a:lnTo>
                  <a:lnTo>
                    <a:pt x="821907" y="1576271"/>
                  </a:lnTo>
                  <a:lnTo>
                    <a:pt x="811983" y="1582884"/>
                  </a:lnTo>
                  <a:lnTo>
                    <a:pt x="796957" y="1588266"/>
                  </a:lnTo>
                  <a:lnTo>
                    <a:pt x="781756" y="1600550"/>
                  </a:lnTo>
                  <a:lnTo>
                    <a:pt x="771669" y="1614094"/>
                  </a:lnTo>
                  <a:lnTo>
                    <a:pt x="762302" y="1650520"/>
                  </a:lnTo>
                  <a:lnTo>
                    <a:pt x="744353" y="1691524"/>
                  </a:lnTo>
                  <a:lnTo>
                    <a:pt x="733154" y="1674439"/>
                  </a:lnTo>
                  <a:lnTo>
                    <a:pt x="730286" y="1659816"/>
                  </a:lnTo>
                  <a:lnTo>
                    <a:pt x="735270" y="1621675"/>
                  </a:lnTo>
                  <a:lnTo>
                    <a:pt x="754680" y="1559145"/>
                  </a:lnTo>
                  <a:lnTo>
                    <a:pt x="776064" y="1520270"/>
                  </a:lnTo>
                  <a:lnTo>
                    <a:pt x="792377" y="1501843"/>
                  </a:lnTo>
                  <a:lnTo>
                    <a:pt x="805790" y="1464283"/>
                  </a:lnTo>
                  <a:lnTo>
                    <a:pt x="788844" y="1458680"/>
                  </a:lnTo>
                  <a:lnTo>
                    <a:pt x="763011" y="1459289"/>
                  </a:lnTo>
                  <a:lnTo>
                    <a:pt x="767874" y="1441955"/>
                  </a:lnTo>
                  <a:lnTo>
                    <a:pt x="775409" y="1426682"/>
                  </a:lnTo>
                  <a:lnTo>
                    <a:pt x="761942" y="1411464"/>
                  </a:lnTo>
                  <a:lnTo>
                    <a:pt x="753971" y="1409527"/>
                  </a:lnTo>
                  <a:lnTo>
                    <a:pt x="745760" y="1403288"/>
                  </a:lnTo>
                  <a:lnTo>
                    <a:pt x="755389" y="1390616"/>
                  </a:lnTo>
                  <a:lnTo>
                    <a:pt x="760088" y="1377224"/>
                  </a:lnTo>
                  <a:lnTo>
                    <a:pt x="757221" y="1360927"/>
                  </a:lnTo>
                  <a:lnTo>
                    <a:pt x="761255" y="1348656"/>
                  </a:lnTo>
                  <a:lnTo>
                    <a:pt x="754527" y="1350510"/>
                  </a:lnTo>
                  <a:lnTo>
                    <a:pt x="743710" y="1363501"/>
                  </a:lnTo>
                  <a:lnTo>
                    <a:pt x="736982" y="1368688"/>
                  </a:lnTo>
                  <a:lnTo>
                    <a:pt x="732881" y="1357192"/>
                  </a:lnTo>
                  <a:lnTo>
                    <a:pt x="728203" y="1359793"/>
                  </a:lnTo>
                  <a:lnTo>
                    <a:pt x="725161" y="1367692"/>
                  </a:lnTo>
                  <a:lnTo>
                    <a:pt x="718258" y="1372036"/>
                  </a:lnTo>
                  <a:lnTo>
                    <a:pt x="703679" y="1361232"/>
                  </a:lnTo>
                  <a:lnTo>
                    <a:pt x="682426" y="1348864"/>
                  </a:lnTo>
                  <a:lnTo>
                    <a:pt x="670594" y="1327587"/>
                  </a:lnTo>
                  <a:lnTo>
                    <a:pt x="663844" y="1311097"/>
                  </a:lnTo>
                  <a:lnTo>
                    <a:pt x="670703" y="1281256"/>
                  </a:lnTo>
                  <a:lnTo>
                    <a:pt x="685392" y="1275958"/>
                  </a:lnTo>
                  <a:lnTo>
                    <a:pt x="704475" y="1280800"/>
                  </a:lnTo>
                  <a:lnTo>
                    <a:pt x="729490" y="1280758"/>
                  </a:lnTo>
                  <a:lnTo>
                    <a:pt x="725913" y="1274131"/>
                  </a:lnTo>
                  <a:lnTo>
                    <a:pt x="716983" y="1275224"/>
                  </a:lnTo>
                  <a:lnTo>
                    <a:pt x="690615" y="1251014"/>
                  </a:lnTo>
                  <a:lnTo>
                    <a:pt x="682131" y="1236392"/>
                  </a:lnTo>
                  <a:lnTo>
                    <a:pt x="667541" y="1232380"/>
                  </a:lnTo>
                  <a:lnTo>
                    <a:pt x="660889" y="1246435"/>
                  </a:lnTo>
                  <a:lnTo>
                    <a:pt x="653507" y="1250170"/>
                  </a:lnTo>
                  <a:lnTo>
                    <a:pt x="662623" y="1219417"/>
                  </a:lnTo>
                  <a:lnTo>
                    <a:pt x="674542" y="1218158"/>
                  </a:lnTo>
                  <a:lnTo>
                    <a:pt x="692142" y="1209636"/>
                  </a:lnTo>
                  <a:lnTo>
                    <a:pt x="687028" y="1191831"/>
                  </a:lnTo>
                  <a:lnTo>
                    <a:pt x="675916" y="1184043"/>
                  </a:lnTo>
                  <a:lnTo>
                    <a:pt x="655851" y="1193810"/>
                  </a:lnTo>
                  <a:lnTo>
                    <a:pt x="656091" y="1181290"/>
                  </a:lnTo>
                  <a:lnTo>
                    <a:pt x="659853" y="1165256"/>
                  </a:lnTo>
                  <a:lnTo>
                    <a:pt x="674978" y="1165311"/>
                  </a:lnTo>
                  <a:lnTo>
                    <a:pt x="688227" y="1170541"/>
                  </a:lnTo>
                  <a:lnTo>
                    <a:pt x="699503" y="1144643"/>
                  </a:lnTo>
                  <a:lnTo>
                    <a:pt x="700004" y="1133077"/>
                  </a:lnTo>
                  <a:lnTo>
                    <a:pt x="681270" y="1149886"/>
                  </a:lnTo>
                  <a:lnTo>
                    <a:pt x="677061" y="1113626"/>
                  </a:lnTo>
                  <a:lnTo>
                    <a:pt x="695501" y="1078654"/>
                  </a:lnTo>
                  <a:lnTo>
                    <a:pt x="713090" y="1063408"/>
                  </a:lnTo>
                  <a:lnTo>
                    <a:pt x="735062" y="1063851"/>
                  </a:lnTo>
                  <a:lnTo>
                    <a:pt x="757395" y="1061388"/>
                  </a:lnTo>
                  <a:lnTo>
                    <a:pt x="743383" y="1054983"/>
                  </a:lnTo>
                  <a:lnTo>
                    <a:pt x="728999" y="1051511"/>
                  </a:lnTo>
                  <a:lnTo>
                    <a:pt x="739806" y="1037690"/>
                  </a:lnTo>
                  <a:lnTo>
                    <a:pt x="749020" y="1035214"/>
                  </a:lnTo>
                  <a:lnTo>
                    <a:pt x="758071" y="1023164"/>
                  </a:lnTo>
                  <a:lnTo>
                    <a:pt x="736306" y="1024949"/>
                  </a:lnTo>
                  <a:lnTo>
                    <a:pt x="738868" y="1002150"/>
                  </a:lnTo>
                  <a:lnTo>
                    <a:pt x="728291" y="1006785"/>
                  </a:lnTo>
                  <a:lnTo>
                    <a:pt x="715630" y="1008929"/>
                  </a:lnTo>
                  <a:lnTo>
                    <a:pt x="710702" y="1018599"/>
                  </a:lnTo>
                  <a:lnTo>
                    <a:pt x="711672" y="1034661"/>
                  </a:lnTo>
                  <a:lnTo>
                    <a:pt x="707975" y="1045202"/>
                  </a:lnTo>
                  <a:lnTo>
                    <a:pt x="698129" y="1053669"/>
                  </a:lnTo>
                  <a:lnTo>
                    <a:pt x="681499" y="1060268"/>
                  </a:lnTo>
                  <a:lnTo>
                    <a:pt x="679885" y="1048827"/>
                  </a:lnTo>
                  <a:lnTo>
                    <a:pt x="674389" y="1043639"/>
                  </a:lnTo>
                  <a:lnTo>
                    <a:pt x="672339" y="1068139"/>
                  </a:lnTo>
                  <a:lnTo>
                    <a:pt x="667977" y="1076468"/>
                  </a:lnTo>
                  <a:lnTo>
                    <a:pt x="655819" y="1053475"/>
                  </a:lnTo>
                  <a:lnTo>
                    <a:pt x="652166" y="1058110"/>
                  </a:lnTo>
                  <a:lnTo>
                    <a:pt x="652635" y="1064639"/>
                  </a:lnTo>
                  <a:lnTo>
                    <a:pt x="649527" y="1075928"/>
                  </a:lnTo>
                  <a:lnTo>
                    <a:pt x="639102" y="1081808"/>
                  </a:lnTo>
                  <a:lnTo>
                    <a:pt x="639745" y="1096278"/>
                  </a:lnTo>
                  <a:lnTo>
                    <a:pt x="635700" y="1104164"/>
                  </a:lnTo>
                  <a:lnTo>
                    <a:pt x="602310" y="1091602"/>
                  </a:lnTo>
                  <a:lnTo>
                    <a:pt x="601525" y="1095863"/>
                  </a:lnTo>
                  <a:lnTo>
                    <a:pt x="620411" y="1122951"/>
                  </a:lnTo>
                  <a:lnTo>
                    <a:pt x="634206" y="1132206"/>
                  </a:lnTo>
                  <a:lnTo>
                    <a:pt x="635885" y="1146981"/>
                  </a:lnTo>
                  <a:lnTo>
                    <a:pt x="624043" y="1159238"/>
                  </a:lnTo>
                  <a:lnTo>
                    <a:pt x="607708" y="1148655"/>
                  </a:lnTo>
                  <a:lnTo>
                    <a:pt x="604960" y="1149430"/>
                  </a:lnTo>
                  <a:lnTo>
                    <a:pt x="613836" y="1167580"/>
                  </a:lnTo>
                  <a:lnTo>
                    <a:pt x="619430" y="1183434"/>
                  </a:lnTo>
                  <a:lnTo>
                    <a:pt x="613672" y="1196715"/>
                  </a:lnTo>
                  <a:lnTo>
                    <a:pt x="614567" y="1213067"/>
                  </a:lnTo>
                  <a:lnTo>
                    <a:pt x="613323" y="1227897"/>
                  </a:lnTo>
                  <a:lnTo>
                    <a:pt x="609801" y="1240832"/>
                  </a:lnTo>
                  <a:lnTo>
                    <a:pt x="617740" y="1300458"/>
                  </a:lnTo>
                  <a:lnTo>
                    <a:pt x="627303" y="1316672"/>
                  </a:lnTo>
                  <a:lnTo>
                    <a:pt x="636703" y="1332180"/>
                  </a:lnTo>
                  <a:lnTo>
                    <a:pt x="641686" y="1346692"/>
                  </a:lnTo>
                  <a:lnTo>
                    <a:pt x="631709" y="1348809"/>
                  </a:lnTo>
                  <a:lnTo>
                    <a:pt x="615821" y="1336870"/>
                  </a:lnTo>
                  <a:lnTo>
                    <a:pt x="601863" y="1327767"/>
                  </a:lnTo>
                  <a:lnTo>
                    <a:pt x="585233" y="1298660"/>
                  </a:lnTo>
                  <a:lnTo>
                    <a:pt x="582485" y="1287039"/>
                  </a:lnTo>
                  <a:lnTo>
                    <a:pt x="578429" y="1277853"/>
                  </a:lnTo>
                  <a:lnTo>
                    <a:pt x="580392" y="1298950"/>
                  </a:lnTo>
                  <a:lnTo>
                    <a:pt x="586324" y="1322510"/>
                  </a:lnTo>
                  <a:lnTo>
                    <a:pt x="638404" y="1375232"/>
                  </a:lnTo>
                  <a:lnTo>
                    <a:pt x="648022" y="1395458"/>
                  </a:lnTo>
                  <a:lnTo>
                    <a:pt x="655350" y="1411353"/>
                  </a:lnTo>
                  <a:lnTo>
                    <a:pt x="653507" y="1426585"/>
                  </a:lnTo>
                  <a:lnTo>
                    <a:pt x="639931" y="1415808"/>
                  </a:lnTo>
                  <a:lnTo>
                    <a:pt x="628219" y="1402071"/>
                  </a:lnTo>
                  <a:lnTo>
                    <a:pt x="597130" y="1386548"/>
                  </a:lnTo>
                  <a:lnTo>
                    <a:pt x="557928" y="1376740"/>
                  </a:lnTo>
                  <a:lnTo>
                    <a:pt x="535824" y="1340660"/>
                  </a:lnTo>
                  <a:lnTo>
                    <a:pt x="535901" y="1355712"/>
                  </a:lnTo>
                  <a:lnTo>
                    <a:pt x="530994" y="1368481"/>
                  </a:lnTo>
                  <a:lnTo>
                    <a:pt x="517483" y="1352917"/>
                  </a:lnTo>
                  <a:lnTo>
                    <a:pt x="508966" y="1339637"/>
                  </a:lnTo>
                  <a:lnTo>
                    <a:pt x="506109" y="1325083"/>
                  </a:lnTo>
                  <a:lnTo>
                    <a:pt x="489240" y="1326079"/>
                  </a:lnTo>
                  <a:lnTo>
                    <a:pt x="471553" y="1338723"/>
                  </a:lnTo>
                  <a:lnTo>
                    <a:pt x="454443" y="1335721"/>
                  </a:lnTo>
                  <a:lnTo>
                    <a:pt x="452415" y="1311041"/>
                  </a:lnTo>
                  <a:lnTo>
                    <a:pt x="457039" y="1297968"/>
                  </a:lnTo>
                  <a:lnTo>
                    <a:pt x="476242" y="1267048"/>
                  </a:lnTo>
                  <a:lnTo>
                    <a:pt x="494332" y="1251263"/>
                  </a:lnTo>
                  <a:lnTo>
                    <a:pt x="502315" y="1230886"/>
                  </a:lnTo>
                  <a:lnTo>
                    <a:pt x="499588" y="1199288"/>
                  </a:lnTo>
                  <a:lnTo>
                    <a:pt x="496186" y="1231439"/>
                  </a:lnTo>
                  <a:lnTo>
                    <a:pt x="485849" y="1247376"/>
                  </a:lnTo>
                  <a:lnTo>
                    <a:pt x="469601" y="1259550"/>
                  </a:lnTo>
                  <a:lnTo>
                    <a:pt x="448217" y="1281242"/>
                  </a:lnTo>
                  <a:lnTo>
                    <a:pt x="442994" y="1301302"/>
                  </a:lnTo>
                  <a:lnTo>
                    <a:pt x="436320" y="1338862"/>
                  </a:lnTo>
                  <a:lnTo>
                    <a:pt x="445349" y="1351576"/>
                  </a:lnTo>
                  <a:lnTo>
                    <a:pt x="454574" y="1354896"/>
                  </a:lnTo>
                  <a:lnTo>
                    <a:pt x="481825" y="1346374"/>
                  </a:lnTo>
                  <a:lnTo>
                    <a:pt x="495924" y="1350178"/>
                  </a:lnTo>
                  <a:lnTo>
                    <a:pt x="527286" y="1395402"/>
                  </a:lnTo>
                  <a:lnTo>
                    <a:pt x="585680" y="1413290"/>
                  </a:lnTo>
                  <a:lnTo>
                    <a:pt x="606977" y="1424468"/>
                  </a:lnTo>
                  <a:lnTo>
                    <a:pt x="624337" y="1448069"/>
                  </a:lnTo>
                  <a:lnTo>
                    <a:pt x="650432" y="1461655"/>
                  </a:lnTo>
                  <a:lnTo>
                    <a:pt x="670682" y="1481396"/>
                  </a:lnTo>
                  <a:lnTo>
                    <a:pt x="671227" y="1494276"/>
                  </a:lnTo>
                  <a:lnTo>
                    <a:pt x="664215" y="1509507"/>
                  </a:lnTo>
                  <a:lnTo>
                    <a:pt x="661445" y="1530120"/>
                  </a:lnTo>
                  <a:lnTo>
                    <a:pt x="652842" y="1543124"/>
                  </a:lnTo>
                  <a:lnTo>
                    <a:pt x="632188" y="1544619"/>
                  </a:lnTo>
                  <a:lnTo>
                    <a:pt x="619714" y="1541271"/>
                  </a:lnTo>
                  <a:lnTo>
                    <a:pt x="552650" y="1468807"/>
                  </a:lnTo>
                  <a:lnTo>
                    <a:pt x="544646" y="1462139"/>
                  </a:lnTo>
                  <a:lnTo>
                    <a:pt x="519773" y="1424191"/>
                  </a:lnTo>
                  <a:lnTo>
                    <a:pt x="490592" y="1403869"/>
                  </a:lnTo>
                  <a:lnTo>
                    <a:pt x="481563" y="1404298"/>
                  </a:lnTo>
                  <a:lnTo>
                    <a:pt x="523099" y="1441885"/>
                  </a:lnTo>
                  <a:lnTo>
                    <a:pt x="540055" y="1468171"/>
                  </a:lnTo>
                  <a:lnTo>
                    <a:pt x="569923" y="1505025"/>
                  </a:lnTo>
                  <a:lnTo>
                    <a:pt x="591274" y="1520630"/>
                  </a:lnTo>
                  <a:lnTo>
                    <a:pt x="606988" y="1544978"/>
                  </a:lnTo>
                  <a:lnTo>
                    <a:pt x="621589" y="1556392"/>
                  </a:lnTo>
                  <a:lnTo>
                    <a:pt x="661456" y="1572647"/>
                  </a:lnTo>
                  <a:lnTo>
                    <a:pt x="647597" y="1584323"/>
                  </a:lnTo>
                  <a:lnTo>
                    <a:pt x="669722" y="1594270"/>
                  </a:lnTo>
                  <a:lnTo>
                    <a:pt x="672884" y="1612559"/>
                  </a:lnTo>
                  <a:lnTo>
                    <a:pt x="670856" y="1633407"/>
                  </a:lnTo>
                  <a:lnTo>
                    <a:pt x="640149" y="1625162"/>
                  </a:lnTo>
                  <a:lnTo>
                    <a:pt x="639146" y="1640518"/>
                  </a:lnTo>
                  <a:lnTo>
                    <a:pt x="641893" y="1649579"/>
                  </a:lnTo>
                  <a:lnTo>
                    <a:pt x="628328" y="1657063"/>
                  </a:lnTo>
                  <a:lnTo>
                    <a:pt x="609463" y="1646909"/>
                  </a:lnTo>
                  <a:lnTo>
                    <a:pt x="560480" y="1591364"/>
                  </a:lnTo>
                  <a:lnTo>
                    <a:pt x="560894" y="1598793"/>
                  </a:lnTo>
                  <a:lnTo>
                    <a:pt x="564863" y="1607412"/>
                  </a:lnTo>
                  <a:lnTo>
                    <a:pt x="593270" y="1643174"/>
                  </a:lnTo>
                  <a:lnTo>
                    <a:pt x="618623" y="1664617"/>
                  </a:lnTo>
                  <a:lnTo>
                    <a:pt x="640116" y="1674301"/>
                  </a:lnTo>
                  <a:lnTo>
                    <a:pt x="656680" y="1692271"/>
                  </a:lnTo>
                  <a:lnTo>
                    <a:pt x="662525" y="1703145"/>
                  </a:lnTo>
                  <a:lnTo>
                    <a:pt x="666429" y="1719636"/>
                  </a:lnTo>
                  <a:lnTo>
                    <a:pt x="654150" y="1730841"/>
                  </a:lnTo>
                  <a:lnTo>
                    <a:pt x="640171" y="1737025"/>
                  </a:lnTo>
                  <a:lnTo>
                    <a:pt x="626518" y="1725847"/>
                  </a:lnTo>
                  <a:lnTo>
                    <a:pt x="616508" y="1714074"/>
                  </a:lnTo>
                  <a:lnTo>
                    <a:pt x="595189" y="1694084"/>
                  </a:lnTo>
                  <a:lnTo>
                    <a:pt x="588799" y="1671741"/>
                  </a:lnTo>
                  <a:lnTo>
                    <a:pt x="572584" y="1672890"/>
                  </a:lnTo>
                  <a:lnTo>
                    <a:pt x="504812" y="1644557"/>
                  </a:lnTo>
                  <a:lnTo>
                    <a:pt x="450343" y="1641292"/>
                  </a:lnTo>
                  <a:lnTo>
                    <a:pt x="455665" y="1646992"/>
                  </a:lnTo>
                  <a:lnTo>
                    <a:pt x="462556" y="1650783"/>
                  </a:lnTo>
                  <a:lnTo>
                    <a:pt x="505935" y="1657769"/>
                  </a:lnTo>
                  <a:lnTo>
                    <a:pt x="523077" y="1670815"/>
                  </a:lnTo>
                  <a:lnTo>
                    <a:pt x="558757" y="1682394"/>
                  </a:lnTo>
                  <a:lnTo>
                    <a:pt x="579650" y="1685562"/>
                  </a:lnTo>
                  <a:lnTo>
                    <a:pt x="588123" y="1721130"/>
                  </a:lnTo>
                  <a:lnTo>
                    <a:pt x="616998" y="1745602"/>
                  </a:lnTo>
                  <a:lnTo>
                    <a:pt x="620749" y="1763739"/>
                  </a:lnTo>
                  <a:lnTo>
                    <a:pt x="640465" y="1765773"/>
                  </a:lnTo>
                  <a:lnTo>
                    <a:pt x="675153" y="1747982"/>
                  </a:lnTo>
                  <a:lnTo>
                    <a:pt x="697540" y="1754221"/>
                  </a:lnTo>
                  <a:lnTo>
                    <a:pt x="729828" y="1759312"/>
                  </a:lnTo>
                  <a:lnTo>
                    <a:pt x="737211" y="1773672"/>
                  </a:lnTo>
                  <a:lnTo>
                    <a:pt x="742750" y="1800995"/>
                  </a:lnTo>
                  <a:lnTo>
                    <a:pt x="754167" y="1831735"/>
                  </a:lnTo>
                  <a:lnTo>
                    <a:pt x="783773" y="1952936"/>
                  </a:lnTo>
                  <a:lnTo>
                    <a:pt x="810429" y="2012347"/>
                  </a:lnTo>
                  <a:lnTo>
                    <a:pt x="802375" y="2012347"/>
                  </a:lnTo>
                  <a:lnTo>
                    <a:pt x="790392" y="1988504"/>
                  </a:lnTo>
                  <a:lnTo>
                    <a:pt x="772182" y="1941094"/>
                  </a:lnTo>
                  <a:lnTo>
                    <a:pt x="753469" y="1857383"/>
                  </a:lnTo>
                  <a:lnTo>
                    <a:pt x="748039" y="1838638"/>
                  </a:lnTo>
                  <a:lnTo>
                    <a:pt x="741649" y="1831153"/>
                  </a:lnTo>
                  <a:lnTo>
                    <a:pt x="737440" y="1837241"/>
                  </a:lnTo>
                  <a:lnTo>
                    <a:pt x="735629" y="1847907"/>
                  </a:lnTo>
                  <a:lnTo>
                    <a:pt x="738683" y="1856097"/>
                  </a:lnTo>
                  <a:lnTo>
                    <a:pt x="731311" y="1883654"/>
                  </a:lnTo>
                  <a:lnTo>
                    <a:pt x="734506" y="1896299"/>
                  </a:lnTo>
                  <a:lnTo>
                    <a:pt x="746480" y="1909372"/>
                  </a:lnTo>
                  <a:lnTo>
                    <a:pt x="759489" y="1941993"/>
                  </a:lnTo>
                  <a:lnTo>
                    <a:pt x="769881" y="1985917"/>
                  </a:lnTo>
                  <a:lnTo>
                    <a:pt x="755825" y="1968113"/>
                  </a:lnTo>
                  <a:lnTo>
                    <a:pt x="740820" y="1958678"/>
                  </a:lnTo>
                  <a:lnTo>
                    <a:pt x="717473" y="1951442"/>
                  </a:lnTo>
                  <a:lnTo>
                    <a:pt x="696678" y="1938756"/>
                  </a:lnTo>
                  <a:lnTo>
                    <a:pt x="698194" y="1956948"/>
                  </a:lnTo>
                  <a:lnTo>
                    <a:pt x="696198" y="1976593"/>
                  </a:lnTo>
                  <a:lnTo>
                    <a:pt x="680169" y="1970603"/>
                  </a:lnTo>
                  <a:lnTo>
                    <a:pt x="669264" y="1964087"/>
                  </a:lnTo>
                  <a:lnTo>
                    <a:pt x="678915" y="1985018"/>
                  </a:lnTo>
                  <a:lnTo>
                    <a:pt x="657967" y="1978737"/>
                  </a:lnTo>
                  <a:lnTo>
                    <a:pt x="644009" y="1980051"/>
                  </a:lnTo>
                  <a:lnTo>
                    <a:pt x="634936" y="1998631"/>
                  </a:lnTo>
                  <a:lnTo>
                    <a:pt x="622767" y="2009906"/>
                  </a:lnTo>
                  <a:lnTo>
                    <a:pt x="610694" y="2012347"/>
                  </a:lnTo>
                  <a:lnTo>
                    <a:pt x="602893" y="2012347"/>
                  </a:lnTo>
                  <a:lnTo>
                    <a:pt x="578080" y="1996556"/>
                  </a:lnTo>
                  <a:lnTo>
                    <a:pt x="569432" y="1975929"/>
                  </a:lnTo>
                  <a:lnTo>
                    <a:pt x="565856" y="1952964"/>
                  </a:lnTo>
                  <a:lnTo>
                    <a:pt x="564427" y="1980121"/>
                  </a:lnTo>
                  <a:lnTo>
                    <a:pt x="569182" y="2008398"/>
                  </a:lnTo>
                  <a:lnTo>
                    <a:pt x="568875" y="2012347"/>
                  </a:lnTo>
                  <a:lnTo>
                    <a:pt x="315098" y="2012347"/>
                  </a:lnTo>
                  <a:lnTo>
                    <a:pt x="315098" y="901823"/>
                  </a:lnTo>
                  <a:lnTo>
                    <a:pt x="925436" y="9018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2045531" y="779011"/>
              <a:ext cx="946503" cy="914400"/>
            </a:xfrm>
            <a:custGeom>
              <a:avLst/>
              <a:pathLst>
                <a:path w="946503" h="914400">
                  <a:moveTo>
                    <a:pt x="914400" y="914400"/>
                  </a:moveTo>
                  <a:lnTo>
                    <a:pt x="913800" y="906154"/>
                  </a:lnTo>
                  <a:lnTo>
                    <a:pt x="946503" y="852906"/>
                  </a:lnTo>
                  <a:lnTo>
                    <a:pt x="940592" y="87151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1793613" y="1248573"/>
              <a:ext cx="977068" cy="914400"/>
            </a:xfrm>
            <a:custGeom>
              <a:avLst/>
              <a:pathLst>
                <a:path w="977068" h="914400">
                  <a:moveTo>
                    <a:pt x="914400" y="914400"/>
                  </a:moveTo>
                  <a:lnTo>
                    <a:pt x="948465" y="857665"/>
                  </a:lnTo>
                  <a:lnTo>
                    <a:pt x="968246" y="810131"/>
                  </a:lnTo>
                  <a:lnTo>
                    <a:pt x="977068" y="793696"/>
                  </a:lnTo>
                  <a:lnTo>
                    <a:pt x="968508" y="827009"/>
                  </a:lnTo>
                  <a:lnTo>
                    <a:pt x="953547" y="857638"/>
                  </a:lnTo>
                  <a:lnTo>
                    <a:pt x="924552" y="9098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t4722"/>
            <p:cNvSpPr/>
            <p:nvPr/>
          </p:nvSpPr>
          <p:spPr>
            <a:xfrm>
              <a:off x="2612670" y="2203748"/>
              <a:ext cx="63202" cy="63202"/>
            </a:xfrm>
            <a:prstGeom prst="ellipse">
              <a:avLst/>
            </a:prstGeom>
            <a:solidFill>
              <a:srgbClr val="3B528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t4723"/>
            <p:cNvSpPr/>
            <p:nvPr/>
          </p:nvSpPr>
          <p:spPr>
            <a:xfrm>
              <a:off x="2780369" y="1790950"/>
              <a:ext cx="63202" cy="63202"/>
            </a:xfrm>
            <a:prstGeom prst="ellipse">
              <a:avLst/>
            </a:prstGeom>
            <a:solidFill>
              <a:srgbClr val="3984A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t4724"/>
            <p:cNvSpPr/>
            <p:nvPr/>
          </p:nvSpPr>
          <p:spPr>
            <a:xfrm>
              <a:off x="2395685" y="2336270"/>
              <a:ext cx="63202" cy="63202"/>
            </a:xfrm>
            <a:prstGeom prst="ellipse">
              <a:avLst/>
            </a:prstGeom>
            <a:solidFill>
              <a:srgbClr val="8CDBB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t4725"/>
            <p:cNvSpPr/>
            <p:nvPr/>
          </p:nvSpPr>
          <p:spPr>
            <a:xfrm>
              <a:off x="2645497" y="1688633"/>
              <a:ext cx="63202" cy="63202"/>
            </a:xfrm>
            <a:prstGeom prst="ellipse">
              <a:avLst/>
            </a:prstGeom>
            <a:solidFill>
              <a:srgbClr val="73D3B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t4726"/>
            <p:cNvSpPr/>
            <p:nvPr/>
          </p:nvSpPr>
          <p:spPr>
            <a:xfrm>
              <a:off x="2319497" y="1999657"/>
              <a:ext cx="63202" cy="63202"/>
            </a:xfrm>
            <a:prstGeom prst="ellipse">
              <a:avLst/>
            </a:prstGeom>
            <a:solidFill>
              <a:srgbClr val="C7EDD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t4727"/>
            <p:cNvSpPr/>
            <p:nvPr/>
          </p:nvSpPr>
          <p:spPr>
            <a:xfrm>
              <a:off x="2368584" y="2309169"/>
              <a:ext cx="117405" cy="117405"/>
            </a:xfrm>
            <a:prstGeom prst="ellipse">
              <a:avLst/>
            </a:prstGeom>
            <a:solidFill>
              <a:srgbClr val="8CDBB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t4728"/>
            <p:cNvSpPr/>
            <p:nvPr/>
          </p:nvSpPr>
          <p:spPr>
            <a:xfrm>
              <a:off x="2407362" y="2073607"/>
              <a:ext cx="117405" cy="117405"/>
            </a:xfrm>
            <a:prstGeom prst="ellipse">
              <a:avLst/>
            </a:prstGeom>
            <a:solidFill>
              <a:srgbClr val="C5EDD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t4729"/>
            <p:cNvSpPr/>
            <p:nvPr/>
          </p:nvSpPr>
          <p:spPr>
            <a:xfrm>
              <a:off x="2398994" y="2281290"/>
              <a:ext cx="117405" cy="117405"/>
            </a:xfrm>
            <a:prstGeom prst="ellipse">
              <a:avLst/>
            </a:prstGeom>
            <a:solidFill>
              <a:srgbClr val="43A7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g4730"/>
            <p:cNvSpPr/>
            <p:nvPr/>
          </p:nvSpPr>
          <p:spPr>
            <a:xfrm>
              <a:off x="2342340" y="2041020"/>
              <a:ext cx="158117" cy="136934"/>
            </a:xfrm>
            <a:custGeom>
              <a:avLst/>
              <a:pathLst>
                <a:path w="158117" h="136934">
                  <a:moveTo>
                    <a:pt x="79058" y="0"/>
                  </a:moveTo>
                  <a:lnTo>
                    <a:pt x="158117" y="136934"/>
                  </a:lnTo>
                  <a:lnTo>
                    <a:pt x="0" y="136934"/>
                  </a:lnTo>
                  <a:close/>
                </a:path>
              </a:pathLst>
            </a:custGeom>
            <a:solidFill>
              <a:srgbClr val="FF149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l4731"/>
            <p:cNvSpPr/>
            <p:nvPr/>
          </p:nvSpPr>
          <p:spPr>
            <a:xfrm>
              <a:off x="2440153" y="2266936"/>
              <a:ext cx="292592" cy="96683"/>
            </a:xfrm>
            <a:custGeom>
              <a:avLst/>
              <a:pathLst>
                <a:path w="292592" h="96683">
                  <a:moveTo>
                    <a:pt x="292592" y="0"/>
                  </a:moveTo>
                  <a:lnTo>
                    <a:pt x="0" y="96683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l4732"/>
            <p:cNvSpPr/>
            <p:nvPr/>
          </p:nvSpPr>
          <p:spPr>
            <a:xfrm>
              <a:off x="2469788" y="1715209"/>
              <a:ext cx="115465" cy="404071"/>
            </a:xfrm>
            <a:custGeom>
              <a:avLst/>
              <a:pathLst>
                <a:path w="115465" h="404071">
                  <a:moveTo>
                    <a:pt x="115465" y="0"/>
                  </a:moveTo>
                  <a:lnTo>
                    <a:pt x="0" y="404071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l4733"/>
            <p:cNvSpPr/>
            <p:nvPr/>
          </p:nvSpPr>
          <p:spPr>
            <a:xfrm>
              <a:off x="2464698" y="2072555"/>
              <a:ext cx="154401" cy="255835"/>
            </a:xfrm>
            <a:custGeom>
              <a:avLst/>
              <a:pathLst>
                <a:path w="154401" h="255835">
                  <a:moveTo>
                    <a:pt x="154401" y="0"/>
                  </a:moveTo>
                  <a:lnTo>
                    <a:pt x="0" y="255835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g4734"/>
            <p:cNvSpPr/>
            <p:nvPr/>
          </p:nvSpPr>
          <p:spPr>
            <a:xfrm>
              <a:off x="2732746" y="2163867"/>
              <a:ext cx="570585" cy="194858"/>
            </a:xfrm>
            <a:custGeom>
              <a:avLst/>
              <a:pathLst>
                <a:path w="570585" h="194858">
                  <a:moveTo>
                    <a:pt x="27431" y="194858"/>
                  </a:moveTo>
                  <a:lnTo>
                    <a:pt x="543153" y="194858"/>
                  </a:lnTo>
                  <a:lnTo>
                    <a:pt x="542049" y="194836"/>
                  </a:lnTo>
                  <a:lnTo>
                    <a:pt x="546460" y="194658"/>
                  </a:lnTo>
                  <a:lnTo>
                    <a:pt x="550785" y="193775"/>
                  </a:lnTo>
                  <a:lnTo>
                    <a:pt x="554913" y="192210"/>
                  </a:lnTo>
                  <a:lnTo>
                    <a:pt x="558736" y="190002"/>
                  </a:lnTo>
                  <a:lnTo>
                    <a:pt x="562156" y="187210"/>
                  </a:lnTo>
                  <a:lnTo>
                    <a:pt x="565083" y="183906"/>
                  </a:lnTo>
                  <a:lnTo>
                    <a:pt x="567443" y="180174"/>
                  </a:lnTo>
                  <a:lnTo>
                    <a:pt x="569173" y="176113"/>
                  </a:lnTo>
                  <a:lnTo>
                    <a:pt x="570230" y="171827"/>
                  </a:lnTo>
                  <a:lnTo>
                    <a:pt x="570585" y="167426"/>
                  </a:lnTo>
                  <a:lnTo>
                    <a:pt x="570585" y="27431"/>
                  </a:lnTo>
                  <a:lnTo>
                    <a:pt x="570230" y="23031"/>
                  </a:lnTo>
                  <a:lnTo>
                    <a:pt x="569173" y="18745"/>
                  </a:lnTo>
                  <a:lnTo>
                    <a:pt x="567443" y="14683"/>
                  </a:lnTo>
                  <a:lnTo>
                    <a:pt x="565083" y="10952"/>
                  </a:lnTo>
                  <a:lnTo>
                    <a:pt x="562156" y="7647"/>
                  </a:lnTo>
                  <a:lnTo>
                    <a:pt x="558736" y="4855"/>
                  </a:lnTo>
                  <a:lnTo>
                    <a:pt x="554913" y="2648"/>
                  </a:lnTo>
                  <a:lnTo>
                    <a:pt x="550785" y="1083"/>
                  </a:lnTo>
                  <a:lnTo>
                    <a:pt x="546460" y="200"/>
                  </a:lnTo>
                  <a:lnTo>
                    <a:pt x="54315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6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tx4735"/>
            <p:cNvSpPr/>
            <p:nvPr/>
          </p:nvSpPr>
          <p:spPr>
            <a:xfrm>
              <a:off x="2778466" y="2209587"/>
              <a:ext cx="479145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W4_VA</a:t>
              </a:r>
            </a:p>
          </p:txBody>
        </p:sp>
        <p:sp>
          <p:nvSpPr>
            <p:cNvPr id="4736" name="pg4736"/>
            <p:cNvSpPr/>
            <p:nvPr/>
          </p:nvSpPr>
          <p:spPr>
            <a:xfrm>
              <a:off x="2585253" y="1597691"/>
              <a:ext cx="718078" cy="194858"/>
            </a:xfrm>
            <a:custGeom>
              <a:avLst/>
              <a:pathLst>
                <a:path w="718078" h="194858">
                  <a:moveTo>
                    <a:pt x="27431" y="194858"/>
                  </a:moveTo>
                  <a:lnTo>
                    <a:pt x="690646" y="194858"/>
                  </a:lnTo>
                  <a:lnTo>
                    <a:pt x="689541" y="194836"/>
                  </a:lnTo>
                  <a:lnTo>
                    <a:pt x="693952" y="194658"/>
                  </a:lnTo>
                  <a:lnTo>
                    <a:pt x="698278" y="193775"/>
                  </a:lnTo>
                  <a:lnTo>
                    <a:pt x="702406" y="192210"/>
                  </a:lnTo>
                  <a:lnTo>
                    <a:pt x="706229" y="190002"/>
                  </a:lnTo>
                  <a:lnTo>
                    <a:pt x="709649" y="187210"/>
                  </a:lnTo>
                  <a:lnTo>
                    <a:pt x="712576" y="183906"/>
                  </a:lnTo>
                  <a:lnTo>
                    <a:pt x="714936" y="180174"/>
                  </a:lnTo>
                  <a:lnTo>
                    <a:pt x="716666" y="176113"/>
                  </a:lnTo>
                  <a:lnTo>
                    <a:pt x="717723" y="171827"/>
                  </a:lnTo>
                  <a:lnTo>
                    <a:pt x="718078" y="167426"/>
                  </a:lnTo>
                  <a:lnTo>
                    <a:pt x="718078" y="27431"/>
                  </a:lnTo>
                  <a:lnTo>
                    <a:pt x="717723" y="23031"/>
                  </a:lnTo>
                  <a:lnTo>
                    <a:pt x="716666" y="18745"/>
                  </a:lnTo>
                  <a:lnTo>
                    <a:pt x="714936" y="14683"/>
                  </a:lnTo>
                  <a:lnTo>
                    <a:pt x="712576" y="10952"/>
                  </a:lnTo>
                  <a:lnTo>
                    <a:pt x="709649" y="7647"/>
                  </a:lnTo>
                  <a:lnTo>
                    <a:pt x="706229" y="4855"/>
                  </a:lnTo>
                  <a:lnTo>
                    <a:pt x="702406" y="2648"/>
                  </a:lnTo>
                  <a:lnTo>
                    <a:pt x="698278" y="1083"/>
                  </a:lnTo>
                  <a:lnTo>
                    <a:pt x="693952" y="200"/>
                  </a:lnTo>
                  <a:lnTo>
                    <a:pt x="690646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5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tx4737"/>
            <p:cNvSpPr/>
            <p:nvPr/>
          </p:nvSpPr>
          <p:spPr>
            <a:xfrm>
              <a:off x="2630973" y="1643411"/>
              <a:ext cx="626638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S1_LOLA</a:t>
              </a:r>
            </a:p>
          </p:txBody>
        </p:sp>
        <p:sp>
          <p:nvSpPr>
            <p:cNvPr id="4738" name="pg4738"/>
            <p:cNvSpPr/>
            <p:nvPr/>
          </p:nvSpPr>
          <p:spPr>
            <a:xfrm>
              <a:off x="2286433" y="1877696"/>
              <a:ext cx="742035" cy="194858"/>
            </a:xfrm>
            <a:custGeom>
              <a:avLst/>
              <a:pathLst>
                <a:path w="742035" h="194858">
                  <a:moveTo>
                    <a:pt x="27431" y="194858"/>
                  </a:moveTo>
                  <a:lnTo>
                    <a:pt x="714603" y="194858"/>
                  </a:lnTo>
                  <a:lnTo>
                    <a:pt x="713499" y="194836"/>
                  </a:lnTo>
                  <a:lnTo>
                    <a:pt x="717910" y="194658"/>
                  </a:lnTo>
                  <a:lnTo>
                    <a:pt x="722235" y="193775"/>
                  </a:lnTo>
                  <a:lnTo>
                    <a:pt x="726363" y="192210"/>
                  </a:lnTo>
                  <a:lnTo>
                    <a:pt x="730186" y="190002"/>
                  </a:lnTo>
                  <a:lnTo>
                    <a:pt x="733606" y="187210"/>
                  </a:lnTo>
                  <a:lnTo>
                    <a:pt x="736533" y="183906"/>
                  </a:lnTo>
                  <a:lnTo>
                    <a:pt x="738893" y="180174"/>
                  </a:lnTo>
                  <a:lnTo>
                    <a:pt x="740623" y="176113"/>
                  </a:lnTo>
                  <a:lnTo>
                    <a:pt x="741680" y="171827"/>
                  </a:lnTo>
                  <a:lnTo>
                    <a:pt x="742035" y="167426"/>
                  </a:lnTo>
                  <a:lnTo>
                    <a:pt x="742035" y="27432"/>
                  </a:lnTo>
                  <a:lnTo>
                    <a:pt x="741680" y="23031"/>
                  </a:lnTo>
                  <a:lnTo>
                    <a:pt x="740623" y="18745"/>
                  </a:lnTo>
                  <a:lnTo>
                    <a:pt x="738893" y="14683"/>
                  </a:lnTo>
                  <a:lnTo>
                    <a:pt x="736533" y="10952"/>
                  </a:lnTo>
                  <a:lnTo>
                    <a:pt x="733606" y="7647"/>
                  </a:lnTo>
                  <a:lnTo>
                    <a:pt x="730186" y="4855"/>
                  </a:lnTo>
                  <a:lnTo>
                    <a:pt x="726363" y="2648"/>
                  </a:lnTo>
                  <a:lnTo>
                    <a:pt x="722235" y="1083"/>
                  </a:lnTo>
                  <a:lnTo>
                    <a:pt x="717910" y="200"/>
                  </a:lnTo>
                  <a:lnTo>
                    <a:pt x="71460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5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tx4739"/>
            <p:cNvSpPr/>
            <p:nvPr/>
          </p:nvSpPr>
          <p:spPr>
            <a:xfrm>
              <a:off x="2332153" y="1923416"/>
              <a:ext cx="650595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S2_DEBY</a:t>
              </a:r>
            </a:p>
          </p:txBody>
        </p:sp>
        <p:sp>
          <p:nvSpPr>
            <p:cNvPr id="4740" name="rc4740"/>
            <p:cNvSpPr/>
            <p:nvPr/>
          </p:nvSpPr>
          <p:spPr>
            <a:xfrm>
              <a:off x="2097741" y="1521787"/>
              <a:ext cx="1251309" cy="1221576"/>
            </a:xfrm>
            <a:prstGeom prst="rect">
              <a:avLst/>
            </a:prstGeom>
            <a:noFill/>
            <a:ln w="2710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914400" y="914400"/>
            <a:ext cx="5943600" cy="3657600"/>
            <a:chOff x="914400" y="914400"/>
            <a:chExt cx="5943600" cy="365760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319740" y="914400"/>
              <a:ext cx="5132918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1389329" y="983989"/>
              <a:ext cx="4993740" cy="351842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1935545" y="1386057"/>
              <a:ext cx="3501561" cy="271461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265396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692120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118843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3545567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972290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399014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825737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5252461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35545" y="3848191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935545" y="3323809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935545" y="2799427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935545" y="2275045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935545" y="1750663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h20"/>
            <p:cNvSpPr/>
            <p:nvPr/>
          </p:nvSpPr>
          <p:spPr>
            <a:xfrm>
              <a:off x="3819257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3828641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3838026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3856794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3866178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3875563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4307239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4316623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4326008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3800488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3809873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3819257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3828641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3838026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3847410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3856794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3866178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3875563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4297855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4307239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4316623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4326008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4335392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3791104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3800488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3809873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3819257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3828641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3838026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3847410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3856794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3866178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3875563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3884947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4297855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4307239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4316623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4326008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4335392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374418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3753567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3762951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3772336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3781720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3791104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3800488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380987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3819257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3828641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3838026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3847410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3856794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3866178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387556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4307239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431662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4326008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3716030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3725414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3734799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3744183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3753567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3762951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3772336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3781720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3791104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3800488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3809873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3819257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3828641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3838026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3847410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3856794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3866178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4316623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3706646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3716030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3725414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3734799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3744183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3753567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3762951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3772336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3781720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3791104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3800488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3809873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3819257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3828641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3838026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3687877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3697262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3706646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3716030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3725414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3734799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3744183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3753567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3762951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3772336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3781720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3791104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3800488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3809873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3659724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3669109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3678493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3687877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3697262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3706646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3716030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3725414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3734799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3744183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3753567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3762951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3772336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3781720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3640956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3650340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3659724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3669109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3678493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3687877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3697262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3706646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3716030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3725414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3734799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3744183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3631572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3640956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3650340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3659724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3669109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3678493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3687877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3697262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3706646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3716030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3725414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3622187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3631572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3640956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3650340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3659724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3669109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3678493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3687877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3697262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3706646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3612803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3622187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3631572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3640956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3650340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3659724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3669109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3678493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3687877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3584650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3594035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3603419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3612803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3622187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3631572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3640956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3650340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3659724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3669109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3575266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3584650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3594035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3603419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3612803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3622187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3631572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3640956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3650340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4335392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3528345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3537729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3547113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3556497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3565882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3575266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3584650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3594035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3603419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3612803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3622187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3631572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3640956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4307239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4316623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4326008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4335392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4344776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3518960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352834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353772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3547113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3556497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3565882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3575266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3584650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359403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360341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3612803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3622187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3631572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423216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424154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4250934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4260318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4288471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429785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430723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4316623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4326008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4335392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4344776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4354161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3518960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352834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353772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3547113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3556497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3565882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3575266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3584650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359403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360341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3612803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3622187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4222781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423216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424154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4250934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4260318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4269702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4279086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4288471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429785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430723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4316623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4326008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4335392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4344776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3518960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352834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353772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3547113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3556497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356588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357526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3584650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359403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360341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3612803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3622187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4147707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4157091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416647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417585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420401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421339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4222781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423216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424154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4250934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4260318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426970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427908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4288471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429785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430723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4316623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4326008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433539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434477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350957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3518960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352834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353772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3547113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3556497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356588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357526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3584650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359403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360341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3612803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413832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4147707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4157091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416647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417585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4185244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4194628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420401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421339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4222781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423216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424154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4250934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4260318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426970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427908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4288471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429785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430723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4316623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4326008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433539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434477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349080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350019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350957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3518960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352834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353772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3547113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3556497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356588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357526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3584650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413832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4147707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4157091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416647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417585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4185244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419462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420401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421339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4222781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423216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424154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4250934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426031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426970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427908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4288471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429785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430723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4316623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432600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433539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434477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349080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350019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350957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3518960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352834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353772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3547113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3556497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356588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413832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4147707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415709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416647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417585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4185244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419462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420401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421339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422278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423216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424154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4250934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426031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426970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427908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428847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429785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430723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4316623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432600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433539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434477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435416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349080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350019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350957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3518960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3528345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3537729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412893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413832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4147707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4157091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4166475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4175859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4185244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419462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420401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421339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4222781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426970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427908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4288471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4297855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4307239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4316623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432600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433539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434477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349080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350019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3509576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3518960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4091401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4100785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4110169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4119554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412893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413832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4147707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4157091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4166475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4175859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4250934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426031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426970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4279086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4288471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4297855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4307239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4316623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432600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433539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399755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400694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4016327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402571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403509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4044480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4053864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406324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407263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4082017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409140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410078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411016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4119554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412893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413832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4147707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415709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416647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417585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423216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424154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4250934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426031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426970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4279086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428847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429785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430723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4316623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398817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399755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400694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4016327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402571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403509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4044480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405386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406324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407263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4082017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409140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410078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4110169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411955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412893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413832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4147707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415709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416647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422278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423216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4241549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425093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426031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426970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4279086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428847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429785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4307239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3978790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398817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399755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400694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4016327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402571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4035095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4044480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405386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406324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407263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4082017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409140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4100785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4110169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411955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412893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413832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4147707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415709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422278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4232165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4241549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425093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426031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426970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4279086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428847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3978790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398817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3997558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4006942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4016327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4025711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4035095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4044480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405386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4063248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4072632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4082017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4091401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4100785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4110169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411955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4222781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4232165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4241549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425093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4260318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4269702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3969405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3978790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3988174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3997558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4006942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4016327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4025711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4035095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4044480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4053864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4063248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4072632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4082017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4091401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4213396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4222781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4232165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4241549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4250934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4260318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3922484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3931868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3941253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3950637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3960021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3969405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3978790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3988174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3997558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4006942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4016327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4025711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4035095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4044480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4063248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4072632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4082017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4213396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4222781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4232165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4241549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4250934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389433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390371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3913100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3922484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3931868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3941253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3950637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396002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396940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3978790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3988174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3997558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4006942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402571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403509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4213396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422278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423216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4241549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4250934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3884947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3894331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3903715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3913100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3922484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393186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3941253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3950637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3960021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3969405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3978790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3988174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399755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4213396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4222781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4232165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4241549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4250934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426031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4269702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4307239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4316623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432600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4335392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4344776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3875563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3884947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389433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390371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3913100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3922484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3931868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3941253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3950637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396002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396940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3978790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3988174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422278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423216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4241549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4250934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4260318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4269702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4279086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429785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4307239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4316623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4326008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4335392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4344776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435416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386617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3875563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3884947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389433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3903715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3913100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3922484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393186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3941253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3950637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396002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422278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4232165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4241549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4250934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426031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4269702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4279086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428847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4297855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4307239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4316623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432600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4335392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4344776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435416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3856794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386617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3875563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3884947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3894331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3903715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3913100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3922484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393186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4232165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4241549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4250934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426031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4269702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4279086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4288471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4297855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4307239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4316623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432600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4335392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4344776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3847410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3856794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3866178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3875563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3884947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3894331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3903715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4241549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4250934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4260318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4269702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4279086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4288471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4297855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4307239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4316623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4326008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4335392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3847410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3856794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3866178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3875563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3884947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3894331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4260318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4269702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4279086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4288471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4297855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4307239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4316623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3838026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3847410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3856794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3866178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3875563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3884947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4279086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4288471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4297855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3828641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BBD">
                <a:alpha val="100000"/>
              </a:srgbClr>
            </a:solidFill>
            <a:ln w="5420" cap="flat">
              <a:solidFill>
                <a:srgbClr val="8CDB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3838026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3847410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3856794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3866178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3875563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3828641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3838026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3847410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3856794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3866178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4B4">
                <a:alpha val="100000"/>
              </a:srgbClr>
            </a:solidFill>
            <a:ln w="5420" cap="flat">
              <a:solidFill>
                <a:srgbClr val="74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3819257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3828641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3DDC0">
                <a:alpha val="100000"/>
              </a:srgbClr>
            </a:solidFill>
            <a:ln w="5420" cap="flat">
              <a:solidFill>
                <a:srgbClr val="93DD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3838026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3847410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3856794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3866178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3819257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3828641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3838026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3847410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3856794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3866178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3819257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3828641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8B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3838026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3847410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3856794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3866178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3819257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3828641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3838026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3847410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3856794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DD6B7">
                <a:alpha val="100000"/>
              </a:srgbClr>
            </a:solidFill>
            <a:ln w="5420" cap="flat">
              <a:solidFill>
                <a:srgbClr val="7D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3866178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3875563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3809873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3819257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3828641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3838026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3847410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3856794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3866178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3800488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3809873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3819257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3828641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AF">
                <a:alpha val="100000"/>
              </a:srgbClr>
            </a:solidFill>
            <a:ln w="5420" cap="flat">
              <a:solidFill>
                <a:srgbClr val="6A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3838026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3847410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3856794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3800488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3809873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3819257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3828641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3838026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3847410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3856794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3875563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3884947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3894331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3903715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3800488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3809873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3819257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3828641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3838026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3847410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3856794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3866178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3875563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3884947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3894331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3903715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3913100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3819257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3828641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3838026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3847410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3856794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3866178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3875563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3884947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3894331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3903715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3913100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3922484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3781720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3791104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3800488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3809873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3838026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3847410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3856794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3866178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3875563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3884947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3894331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3903715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3913100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3922484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3772336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3781720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3791104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3800488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3809873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3819257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3828641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3838026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3847410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3856794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3866178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3875563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3884947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3894331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3903715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3913100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3922484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3931868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3772336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3781720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3791104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3800488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3809873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3819257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3828641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3838026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3847410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3856794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3866178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3875563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3884947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3894331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3903715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3913100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3922484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3931868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3772336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3781720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3791104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3800488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3809873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3819257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3828641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3838026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3847410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3856794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3866178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3875563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3884947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3894331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3903715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3913100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3922484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3931868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365972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3697262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3706646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371603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372541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3734799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3744183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3753567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3762951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3772336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378172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379110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3800488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3809873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3819257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3828641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3838026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384741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385679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3866178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3875563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3884947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3894331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3903715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391310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392248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355649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3565882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357526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3631572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364095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BF">
                <a:alpha val="100000"/>
              </a:srgbClr>
            </a:solidFill>
            <a:ln w="5420" cap="flat">
              <a:solidFill>
                <a:srgbClr val="91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365034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365972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3669109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367849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368787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3697262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370664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371603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372541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3734799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374418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375356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3762951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377233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378172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379110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3800488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380987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381925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3828641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383802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384741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385679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3866178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387556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388494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3894331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354711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355649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3565882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357526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358465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361280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362218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3631572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364095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365034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365972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3669109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367849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368787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3697262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370664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371603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372541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3734799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374418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375356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3762951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377233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378172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379110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3800488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380987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381925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3828641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384741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385679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354711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355649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3565882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357526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358465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3594035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3603419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3">
                <a:alpha val="100000"/>
              </a:srgbClr>
            </a:solidFill>
            <a:ln w="5420" cap="flat">
              <a:solidFill>
                <a:srgbClr val="97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361280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362218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3631572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364095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365034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3659724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3669109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367849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368787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3697262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370664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371603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3725414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3734799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374418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375356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3762951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377233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378172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3791104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355649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3565882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3575266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3584650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89DA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3594035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3603419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3612803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362218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3631572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3640956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3650340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3659724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3669109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9">
                <a:alpha val="100000"/>
              </a:srgbClr>
            </a:solidFill>
            <a:ln w="5420" cap="flat">
              <a:solidFill>
                <a:srgbClr val="83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3678493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368787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3697262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3706646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3716030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3725414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3734799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375356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3556497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3565882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3575266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3584650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3594035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3603419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3612803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3622187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3631572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FE1C6">
                <a:alpha val="100000"/>
              </a:srgbClr>
            </a:solidFill>
            <a:ln w="5420" cap="flat">
              <a:solidFill>
                <a:srgbClr val="9FE1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3640956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3650340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3547113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3556497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3565882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3575266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3584650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3594035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3603419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3612803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3622187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3537729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3547113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3556497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3565882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3575266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3584650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3594035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3603419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3528345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3537729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3547113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3556497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3565882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3575266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3584650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3528345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3537729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3547113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3556497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3565882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3575266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3584650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3528345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3537729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3547113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3556497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3565882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3575266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3584650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3528345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3537729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3547113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3556497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3565882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3575266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3584650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3472039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3481423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3547113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3556497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3565882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3575266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3584650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3453270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3462655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3472039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3481423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3490808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3547113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3556497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3565882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3575266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3584650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3434502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3443886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3453270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3462655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3472039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3481423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3490808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3537729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3547113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3556497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3565882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3575266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3425118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3434502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3443886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3453270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3462655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3472039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3481423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3490808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3537729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3547113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3556497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3565882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3575266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3378196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3387581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3396965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3406349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3415733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3425118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3434502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3443886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3453270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3462655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3472039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3481423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3528345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3537729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3547113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3556497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3565882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3575266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3368812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3378196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3387581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3396965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3406349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3415733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3425118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3434502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3443886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3453270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3462655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3472039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3518960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3528345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3537729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3547113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3556497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3565882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3575266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3350043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3359428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3368812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3378196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3387581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3396965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3406349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3415733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3425118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3434502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3443886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3453270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3509576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3518960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3528345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3537729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3547113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3556497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333127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334065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335004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3359428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3368812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3378196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3387581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339696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340634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341573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3425118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3434502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3443886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3453270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346265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347203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348142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3500192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3509576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3518960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352834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353772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354711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3556497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333127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334065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335004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3359428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3368812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3378196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3387581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339696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340634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341573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3425118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3434502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3443886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3453270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346265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347203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348142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3490808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3500192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3509576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3518960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352834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353772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354711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333127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334065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3350043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3359428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3368812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3378196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3387581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339696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340634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3415733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3425118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3434502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3443886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453270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346265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347203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6DEC2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481423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3490808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3500192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6CD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3509576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9">
                <a:alpha val="100000"/>
              </a:srgbClr>
            </a:solidFill>
            <a:ln w="5420" cap="flat">
              <a:solidFill>
                <a:srgbClr val="A4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3518960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352834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353772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8B9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330312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331250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333127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3340659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3350043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3359428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336881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337819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3387581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339696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3425118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343450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344388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3453270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346265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3472039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3481423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3490808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3ECD8">
                <a:alpha val="100000"/>
              </a:srgbClr>
            </a:solidFill>
            <a:ln w="5420" cap="flat">
              <a:solidFill>
                <a:srgbClr val="C3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350019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350957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3518960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352834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3293738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330312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331250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3321891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3331275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3340659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3350043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3359428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336881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337819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3387581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3396965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343450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344388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3453270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3462655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2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3472039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3481423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EEBD5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3490808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350019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9E9D3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350957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3518960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3284354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3293738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330312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331250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3321891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3331275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3340659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3350043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3359428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336881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337819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3387581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3396965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343450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344388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3453270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3462655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3472039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3481423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3490808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350019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DE5CD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350957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5E3C9">
                <a:alpha val="100000"/>
              </a:srgbClr>
            </a:solidFill>
            <a:ln w="5420" cap="flat">
              <a:solidFill>
                <a:srgbClr val="A5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327496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3284354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3293738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3303122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3312506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3321891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3331275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334065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3350043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3359428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3368812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3378196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3387581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3396965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340634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3443886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3453270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3462655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347203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3481423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3490808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3500192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327496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3284354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3293738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3303122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3312506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3321891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3331275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334065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3350043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3359428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3368812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3378196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3387581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3396965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40634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3443886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3453270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3462655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4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347203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3481423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3490808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326558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327496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3284354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3293738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3303122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3312506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3321891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333127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334065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3350043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3359428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3368812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3378196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3387581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339696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340634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3415733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3443886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3453270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346265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347203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3481423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4B5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3490808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326558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327496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3284354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329373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3303122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3312506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3321891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333127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334065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3350043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335942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3368812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3378196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3387581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339696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340634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3415733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342511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3453270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346265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347203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3481423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349080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326558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327496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3284354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329373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3303122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3312506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3321891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333127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334065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3350043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335942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3368812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3378196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3387581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339696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340634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3415733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342511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3443886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3453270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346265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347203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3481423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349080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327496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3284354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329373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3303122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3312506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3321891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3331275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334065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3350043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335942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3368812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3378196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3387581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3396965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340634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3415733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342511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3434502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3443886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3453270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3462655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347203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3481423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349080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3284354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3293738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3303122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3312506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3321891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3331275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3340659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3350043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3359428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3368812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3378196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3387581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3396965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3406349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3415733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3425118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3434502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3443886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3453270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3462655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3472039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3481423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3284354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3293738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3303122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3312506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3321891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3331275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3340659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3350043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3359428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3368812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3378196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3387581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3396965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3406349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3415733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3425118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3434502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3443886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3453270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3462655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3472039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3303122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3312506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3321891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3331275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3340659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3350043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3359428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3368812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3378196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3387581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3396965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3406349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3415733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3425118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3434502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3443886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3453270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3462655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3312506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3321891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3331275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3340659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3350043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3359428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3368812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3378196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3387581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3396965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3406349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3415733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3425118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E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3434502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3443886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3453270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3321891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3331275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3340659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3350043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3359428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3368812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3378196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387581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3396965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3406349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3415733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3425118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3434502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3443886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3453270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3284354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3293738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3303122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3312506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3321891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3331275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3340659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3350043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3359428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3368812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3378196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3387581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3396965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3406349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3415733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3425118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3434502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3443886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3274969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3284354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3293738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3303122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3312506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3321891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3331275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3340659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3350043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3359428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3368812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3378196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3387581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3396965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3406349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3415733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3425118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3434502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3443886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3274969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3284354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3293738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3303122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3312506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3321891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3331275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3340659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3350043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3359428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3368812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3378196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3387581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3396965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3406349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3415733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3425118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3434502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3274969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3284354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3293738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3303122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3312506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3321891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3331275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3340659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3350043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3359428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3368812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3378196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3387581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3396965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3406349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3415733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3425118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3284354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3293738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3303122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3312506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3321891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3331275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3340659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3350043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3359428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3368812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3378196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3387581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3396965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3406349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3415733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3312506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3321891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3331275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3340659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3350043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3359428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3368812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3378196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3387581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3396965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3406349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3415733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3331275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3340659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3350043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3359428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3368812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3378196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3387581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3396965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3406349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3415733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3340659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3350043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3359428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3368812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3378196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3387581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3396965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3406349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3415733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3350043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3359428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3368812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3378196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3387581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3396965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3406349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3415733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3425118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3378196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3387581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3396965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3406349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3415733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3425118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3331275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3368812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3378196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3387581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3396965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3406349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3415733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3425118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3321891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3331275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3340659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3350043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3359428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3368812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3378196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3387581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3396965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3406349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3415733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3425118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3312506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3321891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3331275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3340659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3350043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3359428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3368812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3378196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3387581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3396965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3406349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3415733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3425118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3434502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3312506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3321891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3331275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3340659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3350043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3359428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3368812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3378196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3387581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3396965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3406349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3415733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3425118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3434502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3443886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3312506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3321891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3331275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3340659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3350043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3359428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3368812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3378196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3387581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3396965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3406349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3415733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3425118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3434502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3443886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3312506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3321891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3331275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3340659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3350043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3359428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3368812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3378196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3387581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3396965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3406349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3415733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3425118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3434502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3443886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3453270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3321891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3331275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3340659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3350043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3359428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3368812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3378196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3387581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3396965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3406349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3415733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3425118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3434502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3443886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3453270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3293738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3303122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3312506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3321891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3331275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3340659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3350043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3359428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3368812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3378196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3387581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3396965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3406349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3415733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3425118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3434502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3443886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3293738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3303122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3312506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3321891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3331275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3340659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3350043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3359428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3368812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3378196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3387581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3396965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3406349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3415733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3425118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3434502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3293738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3303122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3312506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3321891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3331275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3340659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3350043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3359428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3368812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3378196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3387581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3396965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3406349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3415733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3425118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3293738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3303122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3312506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3321891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3331275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3340659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3350043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3359428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3368812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3378196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3387581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3396965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3406349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3415733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3284354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3293738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3303122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3312506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3321891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3331275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3340659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3350043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3359428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3368812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3378196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3387581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3396965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3284354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3293738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3303122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3312506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3321891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3331275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3340659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3350043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3359428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3368812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3378196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3387581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3284354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3293738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3303122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3312506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3321891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3331275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3340659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3350043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3359428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3368812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3378196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3265585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3274969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AF">
                <a:alpha val="100000"/>
              </a:srgbClr>
            </a:solidFill>
            <a:ln w="5420" cap="flat">
              <a:solidFill>
                <a:srgbClr val="6A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3284354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3293738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3303122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3312506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3321891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3331275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3340659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3350043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3359428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3368812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3378196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3256201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3265585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3274969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3284354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3293738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3303122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3312506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3321891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3331275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3340659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3350043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3359428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3368812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3378196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3256201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3265585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3274969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3284354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3293738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3303122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3312506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3321891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3331275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3340659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3350043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3359428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3368812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3246816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3256201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3265585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3274969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3284354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3293738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3303122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3312506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3321891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3331275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3340659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3350043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3359428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3237432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3246816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3256201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3265585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3274969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2B2">
                <a:alpha val="100000"/>
              </a:srgbClr>
            </a:solidFill>
            <a:ln w="5420" cap="flat">
              <a:solidFill>
                <a:srgbClr val="71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3284354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3293738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3303122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3312506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3321891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3331275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3340659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3218664" y="1944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3228048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3237432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3246816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1B1">
                <a:alpha val="100000"/>
              </a:srgbClr>
            </a:solidFill>
            <a:ln w="5420" cap="flat">
              <a:solidFill>
                <a:srgbClr val="6D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3256201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3265585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3274969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3284354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3293738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3209279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3218664" y="1955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3228048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3237432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3246816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3256201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3265585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3274969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3190511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9">
                <a:alpha val="100000"/>
              </a:srgbClr>
            </a:solidFill>
            <a:ln w="5420" cap="flat">
              <a:solidFill>
                <a:srgbClr val="83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3199895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3209279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6B6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3218664" y="196734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3228048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3237432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3246816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62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3256201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3265585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3162358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BBE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3171742" y="197887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7D9BC">
                <a:alpha val="100000"/>
              </a:srgbClr>
            </a:solidFill>
            <a:ln w="5420" cap="flat">
              <a:solidFill>
                <a:srgbClr val="87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3181127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3190511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3199895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85D8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3209279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5D8BA">
                <a:alpha val="100000"/>
              </a:srgbClr>
            </a:solidFill>
            <a:ln w="5420" cap="flat">
              <a:solidFill>
                <a:srgbClr val="85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3218664" y="197887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3228048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3237432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3246816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3256201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3143589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3152974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3162358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3171742" y="199041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3181127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3190511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3199895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3209279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3218664" y="199041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3228048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3237432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3246816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3134205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3143589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3152974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3E2C8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3162358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5">
                <a:alpha val="100000"/>
              </a:srgbClr>
            </a:solidFill>
            <a:ln w="5420" cap="flat">
              <a:solidFill>
                <a:srgbClr val="9E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3171742" y="2001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3181127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3190511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FDBBF">
                <a:alpha val="100000"/>
              </a:srgbClr>
            </a:solidFill>
            <a:ln w="5420" cap="flat">
              <a:solidFill>
                <a:srgbClr val="8F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3199895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3209279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3218664" y="2001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3228048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3237432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3246816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3124821" y="201347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3134205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3143589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3152974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3162358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3171742" y="201347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3181127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3190511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3199895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3209279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3218664" y="201347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3228048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3DDC1">
                <a:alpha val="100000"/>
              </a:srgbClr>
            </a:solidFill>
            <a:ln w="5420" cap="flat">
              <a:solidFill>
                <a:srgbClr val="93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3237432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2DCC0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3115437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3124821" y="2025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3134205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7E8D1">
                <a:alpha val="100000"/>
              </a:srgbClr>
            </a:solidFill>
            <a:ln w="5420" cap="flat">
              <a:solidFill>
                <a:srgbClr val="B7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3143589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5E8D0">
                <a:alpha val="100000"/>
              </a:srgbClr>
            </a:solidFill>
            <a:ln w="5420" cap="flat">
              <a:solidFill>
                <a:srgbClr val="B5E8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3152974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3162358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3171742" y="2025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3106052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7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3115437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FE6CE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3124821" y="2036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3134205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3143589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3152974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3162358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3096668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7DEC2">
                <a:alpha val="100000"/>
              </a:srgbClr>
            </a:solidFill>
            <a:ln w="5420" cap="flat">
              <a:solidFill>
                <a:srgbClr val="97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3106052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3115437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ABE4C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3124821" y="204807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B1E6CF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3134205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3143589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B2E7CF">
                <a:alpha val="100000"/>
              </a:srgbClr>
            </a:solidFill>
            <a:ln w="5420" cap="flat">
              <a:solidFill>
                <a:srgbClr val="B2E7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3152974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3096668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3106052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3115437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1E1C7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3124821" y="2059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8E3C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3134205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3143589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AA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3077900" y="2071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3087284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4">
                <a:alpha val="100000"/>
              </a:srgbClr>
            </a:solidFill>
            <a:ln w="5420" cap="flat">
              <a:solidFill>
                <a:srgbClr val="77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3096668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3106052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CDABD">
                <a:alpha val="100000"/>
              </a:srgbClr>
            </a:solidFill>
            <a:ln w="5420" cap="flat">
              <a:solidFill>
                <a:srgbClr val="8C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3115437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5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3124821" y="2071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3134205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3068515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3077900" y="2082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3087284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3096668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3106052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3115437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3124821" y="2082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3134205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91DCC0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3049747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3059131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3068515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3077900" y="2094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3087284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3096668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3106052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3115437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3124821" y="2094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0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3040362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3049747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3059131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3068515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3077900" y="210573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087284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096668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106052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2993441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002825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012210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021594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030978" y="211726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040362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049747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059131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068515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077900" y="211726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087284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096668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2974673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2984057" y="212879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2993441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002825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012210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021594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030978" y="212879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040362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049747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059131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068515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077900" y="212879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087284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2965288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2974673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1">
                <a:alpha val="100000"/>
              </a:srgbClr>
            </a:solidFill>
            <a:ln w="5420" cap="flat">
              <a:solidFill>
                <a:srgbClr val="6CD1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2984057" y="2140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2993441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1AF">
                <a:alpha val="100000"/>
              </a:srgbClr>
            </a:solidFill>
            <a:ln w="5420" cap="flat">
              <a:solidFill>
                <a:srgbClr val="69D1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3002825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3012210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3021594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3030978" y="2140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3040362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3049747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3059131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3068515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965288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974673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984057" y="215185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993441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3002825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3012210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3021594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3030978" y="215185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3040362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3049747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8AC">
                <a:alpha val="100000"/>
              </a:srgbClr>
            </a:solidFill>
            <a:ln w="5420" cap="flat">
              <a:solidFill>
                <a:srgbClr val="5D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3059131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965288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974673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8D5B5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984057" y="2163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993441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3002825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3012210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3021594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3030978" y="2163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965288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974673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984057" y="2174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993441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7">
                <a:alpha val="100000"/>
              </a:srgbClr>
            </a:solidFill>
            <a:ln w="5420" cap="flat">
              <a:solidFill>
                <a:srgbClr val="7E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3002825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3012210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3021594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946520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CFAE">
                <a:alpha val="100000"/>
              </a:srgbClr>
            </a:solidFill>
            <a:ln w="5420" cap="flat">
              <a:solidFill>
                <a:srgbClr val="66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955904" y="2186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965288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974673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8D9BC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984057" y="2186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DDBBE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993441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3002825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3012210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946520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955904" y="2197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965288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974673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ED6B8">
                <a:alpha val="100000"/>
              </a:srgbClr>
            </a:solidFill>
            <a:ln w="5420" cap="flat">
              <a:solidFill>
                <a:srgbClr val="7E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984057" y="2197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993441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3002825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937135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946520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955904" y="2209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965288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974673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984057" y="2209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993441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937135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946520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955904" y="222104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965288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974673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2984057" y="222104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2927751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2937135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2946520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2955904" y="2232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2965288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2974673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2927751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2937135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2946520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2955904" y="224411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2965288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2918367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2927751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2937135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2946520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2955904" y="225564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2965288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2918367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2927751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2937135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2946520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2955904" y="226717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2908983" y="227870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2918367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2927751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2937135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2946520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2955904" y="227870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2908983" y="2290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2918367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2927751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2937135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2946520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2955904" y="2290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2908983" y="230177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2918367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2927751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2937135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2946520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2355311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2364695" y="2313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2374079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2">
                <a:alpha val="100000"/>
              </a:srgbClr>
            </a:solidFill>
            <a:ln w="5420" cap="flat">
              <a:solidFill>
                <a:srgbClr val="3A74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2383463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2908983" y="2313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2918367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2927751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2937135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2355311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2364695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2374079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2383463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2392848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2430385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2439769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2449153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2458538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2467922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2908983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2918367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2927751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8AC">
                <a:alpha val="100000"/>
              </a:srgbClr>
            </a:solidFill>
            <a:ln w="5420" cap="flat">
              <a:solidFill>
                <a:srgbClr val="5D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2937135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2946520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8AC">
                <a:alpha val="100000"/>
              </a:srgbClr>
            </a:solidFill>
            <a:ln w="5420" cap="flat">
              <a:solidFill>
                <a:srgbClr val="5D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2289621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229900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2345926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2355311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2364695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2374079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2383463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2392848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243038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2439769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2449153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2458538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2467922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2477306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2486690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249607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2505459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2514843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2524228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2533612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2908983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2918367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2927751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293713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2946520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216762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217700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2186394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219577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220516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2252084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226146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227085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228023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228962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229900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230838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2317774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232715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233654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234592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235531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2364695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237407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2383463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2392848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240223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241161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242100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243038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243976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2449153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2458538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246792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247730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2486690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249607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250545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2514843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252422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253361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254299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257114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2908983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2918367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292775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293713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2946520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215824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216762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217700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2186394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219577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220516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214547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22393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073">
                <a:alpha val="100000"/>
              </a:srgbClr>
            </a:solidFill>
            <a:ln w="5420" cap="flat">
              <a:solidFill>
                <a:srgbClr val="3B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23331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24269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252084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26146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27085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28023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28962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29900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30838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317774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32715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33654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34592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35531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364695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37407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383463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392848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40223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41161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42100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43038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43976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449153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458538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46792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47730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486690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49607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50545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514843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52422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53361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54299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552380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56176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57114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580533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589917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918367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92775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93713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946520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14885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15824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16762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17700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18639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19577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220516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221454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222393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223331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224269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225208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226146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227085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228023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228962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229900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230838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231777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232715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233654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234592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235531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2364695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237407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238346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2392848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240223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241161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242100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243038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243976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244915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2458538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246792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247730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2486690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249607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250545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51484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52422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53361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54299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552380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56176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57114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580533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58991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683760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69314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70252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71191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91836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92775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93713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946520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955904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186732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187671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14885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15824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16762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17700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18639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19577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20516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21454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22393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23331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24269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25208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26146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27085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28023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228962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229900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230838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31777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32715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33654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34592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35531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364695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37407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38346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392848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40223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41161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42100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43038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43976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44915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458538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46792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47730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486690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49607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50545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251484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252422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253361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254299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2552380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256176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257114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2580533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258991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2674376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2683760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269314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270252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271191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2721297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2730681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291836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292775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293713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2946520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2955904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185794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186732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1876713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188609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189548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214885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215824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216762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217700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218639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219577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220516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221454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22393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23331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24269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25208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26146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27085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35531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364695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37407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383463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392848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40223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411616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42100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43038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43976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52422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53361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2542996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552380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56176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57114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580533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58991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59930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65560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66499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674376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2683760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69314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270252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2711913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721297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730681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740066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749450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291836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92775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93713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946520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955904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178287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179225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180163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184856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185794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186732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187671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188609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189548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1904866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191425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192363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193301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194240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201747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202686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203624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204563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205501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214885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215824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216762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217700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218639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219577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220516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221454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222393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223331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224269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225208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226146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227085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2552380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256176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257114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2580533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258991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259930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2608686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2627454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263683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264622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265560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266499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2674376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268376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269314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270252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71191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721297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730681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740066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74945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75883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92775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93713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94652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2955904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176410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177348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178287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179225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180163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181102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183917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184856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185794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186732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187671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188609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189548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190486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191425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192363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193301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194240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195178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196117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00809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01747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02686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03624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04563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2952">
                <a:alpha val="100000"/>
              </a:srgbClr>
            </a:solidFill>
            <a:ln w="5420" cap="flat">
              <a:solidFill>
                <a:srgbClr val="3729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05501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2951">
                <a:alpha val="100000"/>
              </a:srgbClr>
            </a:solidFill>
            <a:ln w="5420" cap="flat">
              <a:solidFill>
                <a:srgbClr val="3629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06439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2951">
                <a:alpha val="100000"/>
              </a:srgbClr>
            </a:solidFill>
            <a:ln w="5420" cap="flat">
              <a:solidFill>
                <a:srgbClr val="3729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07378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2951">
                <a:alpha val="100000"/>
              </a:srgbClr>
            </a:solidFill>
            <a:ln w="5420" cap="flat">
              <a:solidFill>
                <a:srgbClr val="3729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16762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15D">
                <a:alpha val="100000"/>
              </a:srgbClr>
            </a:solidFill>
            <a:ln w="5420" cap="flat">
              <a:solidFill>
                <a:srgbClr val="39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17700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18639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19577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20516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21454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22393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23331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24269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25208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26146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27085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56176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57114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580533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58991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59930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60868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261807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2627454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263683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264622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265560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266499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2674376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268376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269314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270252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271191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2721297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2730681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2740066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274945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275883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2768219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292775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293713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294652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2955904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296528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175471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176410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177348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178287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179225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180163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181102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182040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182979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183917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184856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185794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186732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187671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188609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189548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B98">
                <a:alpha val="100000"/>
              </a:srgbClr>
            </a:solidFill>
            <a:ln w="5420" cap="flat">
              <a:solidFill>
                <a:srgbClr val="3A5B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190486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191425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192363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193301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194240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195178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196117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197055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197994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198932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199870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200809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201747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202686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203624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274D">
                <a:alpha val="100000"/>
              </a:srgbClr>
            </a:solidFill>
            <a:ln w="5420" cap="flat">
              <a:solidFill>
                <a:srgbClr val="3427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204563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3264A">
                <a:alpha val="100000"/>
              </a:srgbClr>
            </a:solidFill>
            <a:ln w="5420" cap="flat">
              <a:solidFill>
                <a:srgbClr val="332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205501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22649">
                <a:alpha val="100000"/>
              </a:srgbClr>
            </a:solidFill>
            <a:ln w="5420" cap="flat">
              <a:solidFill>
                <a:srgbClr val="3226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206439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3264B">
                <a:alpha val="100000"/>
              </a:srgbClr>
            </a:solidFill>
            <a:ln w="5420" cap="flat">
              <a:solidFill>
                <a:srgbClr val="332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207378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274D">
                <a:alpha val="100000"/>
              </a:srgbClr>
            </a:solidFill>
            <a:ln w="5420" cap="flat">
              <a:solidFill>
                <a:srgbClr val="3427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208316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284F">
                <a:alpha val="100000"/>
              </a:srgbClr>
            </a:solidFill>
            <a:ln w="5420" cap="flat">
              <a:solidFill>
                <a:srgbClr val="3528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209255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2952">
                <a:alpha val="100000"/>
              </a:srgbClr>
            </a:solidFill>
            <a:ln w="5420" cap="flat">
              <a:solidFill>
                <a:srgbClr val="3729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210193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217700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218639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219577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221454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222393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223331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224269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225208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226146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15D">
                <a:alpha val="100000"/>
              </a:srgbClr>
            </a:solidFill>
            <a:ln w="5420" cap="flat">
              <a:solidFill>
                <a:srgbClr val="39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227085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257114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2580533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258991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259930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260868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261807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2627454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263683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264622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265560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266499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2674376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268376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269314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2721297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2730681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2740066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274945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275883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2768219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2777603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292775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293713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294652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2955904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296528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175471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176410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177348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178287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179225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180163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181102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182040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182979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183917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184856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185794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186732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187671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188609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189548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190486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191425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192363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193301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194240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195178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196117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197055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197994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198932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1">
                <a:alpha val="100000"/>
              </a:srgbClr>
            </a:solidFill>
            <a:ln w="5420" cap="flat">
              <a:solidFill>
                <a:srgbClr val="3B3E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199870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200809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201747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202686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2850">
                <a:alpha val="100000"/>
              </a:srgbClr>
            </a:solidFill>
            <a:ln w="5420" cap="flat">
              <a:solidFill>
                <a:srgbClr val="362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203624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02445">
                <a:alpha val="100000"/>
              </a:srgbClr>
            </a:solidFill>
            <a:ln w="5420" cap="flat">
              <a:solidFill>
                <a:srgbClr val="3024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204563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E2342">
                <a:alpha val="100000"/>
              </a:srgbClr>
            </a:solidFill>
            <a:ln w="5420" cap="flat">
              <a:solidFill>
                <a:srgbClr val="2E23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205501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E2242">
                <a:alpha val="100000"/>
              </a:srgbClr>
            </a:solidFill>
            <a:ln w="5420" cap="flat">
              <a:solidFill>
                <a:srgbClr val="2E22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206439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F2344">
                <a:alpha val="100000"/>
              </a:srgbClr>
            </a:solidFill>
            <a:ln w="5420" cap="flat">
              <a:solidFill>
                <a:srgbClr val="2F23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207378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12547">
                <a:alpha val="100000"/>
              </a:srgbClr>
            </a:solidFill>
            <a:ln w="5420" cap="flat">
              <a:solidFill>
                <a:srgbClr val="3125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208316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3264C">
                <a:alpha val="100000"/>
              </a:srgbClr>
            </a:solidFill>
            <a:ln w="5420" cap="flat">
              <a:solidFill>
                <a:srgbClr val="3326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209255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2850">
                <a:alpha val="100000"/>
              </a:srgbClr>
            </a:solidFill>
            <a:ln w="5420" cap="flat">
              <a:solidFill>
                <a:srgbClr val="362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210193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3">
                <a:alpha val="100000"/>
              </a:srgbClr>
            </a:solidFill>
            <a:ln w="5420" cap="flat">
              <a:solidFill>
                <a:srgbClr val="382A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211132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216762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217700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218639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219577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220516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221454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222393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223331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224269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225208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226146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2580533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258991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259930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260868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261807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2627454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263683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264622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265560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266499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2730681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2740066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274945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275883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768219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777603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93713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94652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955904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96528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97467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175471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176410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177348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178287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179225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180163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181102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182040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182979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183917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184856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185794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186732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187671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188609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189548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190486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191425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192363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193301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194240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195178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196117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197055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197994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198932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199870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200809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201747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2850">
                <a:alpha val="100000"/>
              </a:srgbClr>
            </a:solidFill>
            <a:ln w="5420" cap="flat">
              <a:solidFill>
                <a:srgbClr val="362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202686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12547">
                <a:alpha val="100000"/>
              </a:srgbClr>
            </a:solidFill>
            <a:ln w="5420" cap="flat">
              <a:solidFill>
                <a:srgbClr val="3125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203624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A1F3A">
                <a:alpha val="100000"/>
              </a:srgbClr>
            </a:solidFill>
            <a:ln w="5420" cap="flat">
              <a:solidFill>
                <a:srgbClr val="2A1F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204563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81E37">
                <a:alpha val="100000"/>
              </a:srgbClr>
            </a:solidFill>
            <a:ln w="5420" cap="flat">
              <a:solidFill>
                <a:srgbClr val="281E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205501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81D36">
                <a:alpha val="100000"/>
              </a:srgbClr>
            </a:solidFill>
            <a:ln w="5420" cap="flat">
              <a:solidFill>
                <a:srgbClr val="281D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206439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91F39">
                <a:alpha val="100000"/>
              </a:srgbClr>
            </a:solidFill>
            <a:ln w="5420" cap="flat">
              <a:solidFill>
                <a:srgbClr val="291F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207378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D213F">
                <a:alpha val="100000"/>
              </a:srgbClr>
            </a:solidFill>
            <a:ln w="5420" cap="flat">
              <a:solidFill>
                <a:srgbClr val="2D21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208316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02446">
                <a:alpha val="100000"/>
              </a:srgbClr>
            </a:solidFill>
            <a:ln w="5420" cap="flat">
              <a:solidFill>
                <a:srgbClr val="3024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209255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274D">
                <a:alpha val="100000"/>
              </a:srgbClr>
            </a:solidFill>
            <a:ln w="5420" cap="flat">
              <a:solidFill>
                <a:srgbClr val="3427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210193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2951">
                <a:alpha val="100000"/>
              </a:srgbClr>
            </a:solidFill>
            <a:ln w="5420" cap="flat">
              <a:solidFill>
                <a:srgbClr val="3729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211132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215824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216762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217700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5">
                <a:alpha val="100000"/>
              </a:srgbClr>
            </a:solidFill>
            <a:ln w="5420" cap="flat">
              <a:solidFill>
                <a:srgbClr val="382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218639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2953">
                <a:alpha val="100000"/>
              </a:srgbClr>
            </a:solidFill>
            <a:ln w="5420" cap="flat">
              <a:solidFill>
                <a:srgbClr val="3729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219577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2951">
                <a:alpha val="100000"/>
              </a:srgbClr>
            </a:solidFill>
            <a:ln w="5420" cap="flat">
              <a:solidFill>
                <a:srgbClr val="3629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220516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2951">
                <a:alpha val="100000"/>
              </a:srgbClr>
            </a:solidFill>
            <a:ln w="5420" cap="flat">
              <a:solidFill>
                <a:srgbClr val="3729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21454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3">
                <a:alpha val="100000"/>
              </a:srgbClr>
            </a:solidFill>
            <a:ln w="5420" cap="flat">
              <a:solidFill>
                <a:srgbClr val="382A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22393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223331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24269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25208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26146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227085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228023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2580533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258991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259930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260868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261807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2627454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263683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264622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2740066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274945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275883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2768219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2777603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278698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279637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293713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294652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2955904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296528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297467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175471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176410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177348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178287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179225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1801639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1811023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182040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182979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183917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184856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185794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195178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196117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197055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197994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198932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199870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2008093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201747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284F">
                <a:alpha val="100000"/>
              </a:srgbClr>
            </a:solidFill>
            <a:ln w="5420" cap="flat">
              <a:solidFill>
                <a:srgbClr val="3528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202686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02446">
                <a:alpha val="100000"/>
              </a:srgbClr>
            </a:solidFill>
            <a:ln w="5420" cap="flat">
              <a:solidFill>
                <a:srgbClr val="3024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203624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A1F3A">
                <a:alpha val="100000"/>
              </a:srgbClr>
            </a:solidFill>
            <a:ln w="5420" cap="flat">
              <a:solidFill>
                <a:srgbClr val="2A1F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205501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71D35">
                <a:alpha val="100000"/>
              </a:srgbClr>
            </a:solidFill>
            <a:ln w="5420" cap="flat">
              <a:solidFill>
                <a:srgbClr val="271D3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206439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91E38">
                <a:alpha val="100000"/>
              </a:srgbClr>
            </a:solidFill>
            <a:ln w="5420" cap="flat">
              <a:solidFill>
                <a:srgbClr val="291E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207378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C213E">
                <a:alpha val="100000"/>
              </a:srgbClr>
            </a:solidFill>
            <a:ln w="5420" cap="flat">
              <a:solidFill>
                <a:srgbClr val="2C2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208316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02446">
                <a:alpha val="100000"/>
              </a:srgbClr>
            </a:solidFill>
            <a:ln w="5420" cap="flat">
              <a:solidFill>
                <a:srgbClr val="3024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209255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274D">
                <a:alpha val="100000"/>
              </a:srgbClr>
            </a:solidFill>
            <a:ln w="5420" cap="flat">
              <a:solidFill>
                <a:srgbClr val="3427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210193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2952">
                <a:alpha val="100000"/>
              </a:srgbClr>
            </a:solidFill>
            <a:ln w="5420" cap="flat">
              <a:solidFill>
                <a:srgbClr val="3729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211132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212070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213947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214885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215824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216762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2177009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218639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2952">
                <a:alpha val="100000"/>
              </a:srgbClr>
            </a:solidFill>
            <a:ln w="5420" cap="flat">
              <a:solidFill>
                <a:srgbClr val="3729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219577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2950">
                <a:alpha val="100000"/>
              </a:srgbClr>
            </a:solidFill>
            <a:ln w="5420" cap="flat">
              <a:solidFill>
                <a:srgbClr val="3629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220516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2951">
                <a:alpha val="100000"/>
              </a:srgbClr>
            </a:solidFill>
            <a:ln w="5420" cap="flat">
              <a:solidFill>
                <a:srgbClr val="3629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221454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2952">
                <a:alpha val="100000"/>
              </a:srgbClr>
            </a:solidFill>
            <a:ln w="5420" cap="flat">
              <a:solidFill>
                <a:srgbClr val="3729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222393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223331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2242699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225208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226146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15D">
                <a:alpha val="100000"/>
              </a:srgbClr>
            </a:solidFill>
            <a:ln w="5420" cap="flat">
              <a:solidFill>
                <a:srgbClr val="39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227085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228023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228962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259930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274945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275883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2768219" y="2463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2777603" y="2463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278698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279637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280575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293713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294652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2955904" y="2463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296528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2974673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174533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175471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176410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1773486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1782870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179225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1801639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181102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182040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182979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199870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200809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7">
                <a:alpha val="100000"/>
              </a:srgbClr>
            </a:solidFill>
            <a:ln w="5420" cap="flat">
              <a:solidFill>
                <a:srgbClr val="392D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206439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A1F3B">
                <a:alpha val="100000"/>
              </a:srgbClr>
            </a:solidFill>
            <a:ln w="5420" cap="flat">
              <a:solidFill>
                <a:srgbClr val="2A1F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207378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2E2241">
                <a:alpha val="100000"/>
              </a:srgbClr>
            </a:solidFill>
            <a:ln w="5420" cap="flat">
              <a:solidFill>
                <a:srgbClr val="2E22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208316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22548">
                <a:alpha val="100000"/>
              </a:srgbClr>
            </a:solidFill>
            <a:ln w="5420" cap="flat">
              <a:solidFill>
                <a:srgbClr val="3225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209255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284F">
                <a:alpha val="100000"/>
              </a:srgbClr>
            </a:solidFill>
            <a:ln w="5420" cap="flat">
              <a:solidFill>
                <a:srgbClr val="3528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210193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2953">
                <a:alpha val="100000"/>
              </a:srgbClr>
            </a:solidFill>
            <a:ln w="5420" cap="flat">
              <a:solidFill>
                <a:srgbClr val="3729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2111320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5">
                <a:alpha val="100000"/>
              </a:srgbClr>
            </a:solidFill>
            <a:ln w="5420" cap="flat">
              <a:solidFill>
                <a:srgbClr val="382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212070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213008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213947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214885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215824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216762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2177009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218639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3">
                <a:alpha val="100000"/>
              </a:srgbClr>
            </a:solidFill>
            <a:ln w="5420" cap="flat">
              <a:solidFill>
                <a:srgbClr val="382A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219577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2952">
                <a:alpha val="100000"/>
              </a:srgbClr>
            </a:solidFill>
            <a:ln w="5420" cap="flat">
              <a:solidFill>
                <a:srgbClr val="3729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220516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2952">
                <a:alpha val="100000"/>
              </a:srgbClr>
            </a:solidFill>
            <a:ln w="5420" cap="flat">
              <a:solidFill>
                <a:srgbClr val="3729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221454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222393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223331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2242699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225208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226146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227085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2280236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228962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229900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275883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2768219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2777603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278698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279637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2805756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2815140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2946520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2955904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296528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297467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2984057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1745333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175471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176410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1773486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1782870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179225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1801639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1811023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207378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02445">
                <a:alpha val="100000"/>
              </a:srgbClr>
            </a:solidFill>
            <a:ln w="5420" cap="flat">
              <a:solidFill>
                <a:srgbClr val="3024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208316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3264B">
                <a:alpha val="100000"/>
              </a:srgbClr>
            </a:solidFill>
            <a:ln w="5420" cap="flat">
              <a:solidFill>
                <a:srgbClr val="332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209255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2850">
                <a:alpha val="100000"/>
              </a:srgbClr>
            </a:solidFill>
            <a:ln w="5420" cap="flat">
              <a:solidFill>
                <a:srgbClr val="3628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210193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3">
                <a:alpha val="100000"/>
              </a:srgbClr>
            </a:solidFill>
            <a:ln w="5420" cap="flat">
              <a:solidFill>
                <a:srgbClr val="382A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2111320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5">
                <a:alpha val="100000"/>
              </a:srgbClr>
            </a:solidFill>
            <a:ln w="5420" cap="flat">
              <a:solidFill>
                <a:srgbClr val="382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212070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213008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213947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214885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215824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7">
                <a:alpha val="100000"/>
              </a:srgbClr>
            </a:solidFill>
            <a:ln w="5420" cap="flat">
              <a:solidFill>
                <a:srgbClr val="392D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216762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2177009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218639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219577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5">
                <a:alpha val="100000"/>
              </a:srgbClr>
            </a:solidFill>
            <a:ln w="5420" cap="flat">
              <a:solidFill>
                <a:srgbClr val="382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220516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221454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222393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223331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2242699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15D">
                <a:alpha val="100000"/>
              </a:srgbClr>
            </a:solidFill>
            <a:ln w="5420" cap="flat">
              <a:solidFill>
                <a:srgbClr val="39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225208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226146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227085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2280236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228962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229900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2768219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2777603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278698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279637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2805756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2815140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2824524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2946520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2955904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296528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2974673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2984057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1735949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1745333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175471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176410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1773486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6">
                <a:alpha val="100000"/>
              </a:srgbClr>
            </a:solidFill>
            <a:ln w="5420" cap="flat">
              <a:solidFill>
                <a:srgbClr val="3A58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1782870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08316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284E">
                <a:alpha val="100000"/>
              </a:srgbClr>
            </a:solidFill>
            <a:ln w="5420" cap="flat">
              <a:solidFill>
                <a:srgbClr val="3528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09255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2952">
                <a:alpha val="100000"/>
              </a:srgbClr>
            </a:solidFill>
            <a:ln w="5420" cap="flat">
              <a:solidFill>
                <a:srgbClr val="3729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10193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111320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120704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13008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139472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14885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15824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216762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2177009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2186394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7">
                <a:alpha val="100000"/>
              </a:srgbClr>
            </a:solidFill>
            <a:ln w="5420" cap="flat">
              <a:solidFill>
                <a:srgbClr val="392D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219577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2205162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7">
                <a:alpha val="100000"/>
              </a:srgbClr>
            </a:solidFill>
            <a:ln w="5420" cap="flat">
              <a:solidFill>
                <a:srgbClr val="392D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221454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222393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223331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15D">
                <a:alpha val="100000"/>
              </a:srgbClr>
            </a:solidFill>
            <a:ln w="5420" cap="flat">
              <a:solidFill>
                <a:srgbClr val="39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2242699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2252084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226146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2270852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2280236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228962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229900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2777603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278698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279637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2805756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2815140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2824524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283390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2955904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296528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2974673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2984057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299344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1717180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172656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1735949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1745333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1754717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176410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1773486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210193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2111320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212070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213008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2139472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2148857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215824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216762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2177009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218639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219577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2205162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223331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2242699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225208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226146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2270852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2280236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228962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229900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279637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2805756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2815140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2824524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283390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2843293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2955904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296528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2974673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2984057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299344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300282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1623337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1632722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164210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1651490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166087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167025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1698412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170779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1717180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172656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173594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1745333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1754717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1764101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217700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218639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C">
                <a:alpha val="100000"/>
              </a:srgbClr>
            </a:solidFill>
            <a:ln w="5420" cap="flat">
              <a:solidFill>
                <a:srgbClr val="392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224269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225208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2261468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2270852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228023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2289621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280575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2815140" y="252087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2824524" y="252087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2833908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2843293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2965288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2974673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2984057" y="252087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2993441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002825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161395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1623337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1632722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1642106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1651490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1660874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1670259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167964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1689027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1698412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1707796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1717180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1726564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1735949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174533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1754717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2242699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2252084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2261468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2270852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2805756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2815140" y="253241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2824524" y="253241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2833908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284329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2965288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297467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2984057" y="253241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2993441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3002825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3012210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161395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1623337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1632722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1642106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1651490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1660874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1670259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h3196"/>
            <p:cNvSpPr/>
            <p:nvPr/>
          </p:nvSpPr>
          <p:spPr>
            <a:xfrm>
              <a:off x="167964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h3197"/>
            <p:cNvSpPr/>
            <p:nvPr/>
          </p:nvSpPr>
          <p:spPr>
            <a:xfrm>
              <a:off x="1689027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h3198"/>
            <p:cNvSpPr/>
            <p:nvPr/>
          </p:nvSpPr>
          <p:spPr>
            <a:xfrm>
              <a:off x="1698412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h3199"/>
            <p:cNvSpPr/>
            <p:nvPr/>
          </p:nvSpPr>
          <p:spPr>
            <a:xfrm>
              <a:off x="1707796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h3200"/>
            <p:cNvSpPr/>
            <p:nvPr/>
          </p:nvSpPr>
          <p:spPr>
            <a:xfrm>
              <a:off x="1717180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h3201"/>
            <p:cNvSpPr/>
            <p:nvPr/>
          </p:nvSpPr>
          <p:spPr>
            <a:xfrm>
              <a:off x="1726564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h3202"/>
            <p:cNvSpPr/>
            <p:nvPr/>
          </p:nvSpPr>
          <p:spPr>
            <a:xfrm>
              <a:off x="1735949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h3203"/>
            <p:cNvSpPr/>
            <p:nvPr/>
          </p:nvSpPr>
          <p:spPr>
            <a:xfrm>
              <a:off x="174533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h3204"/>
            <p:cNvSpPr/>
            <p:nvPr/>
          </p:nvSpPr>
          <p:spPr>
            <a:xfrm>
              <a:off x="2805756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h3205"/>
            <p:cNvSpPr/>
            <p:nvPr/>
          </p:nvSpPr>
          <p:spPr>
            <a:xfrm>
              <a:off x="2815140" y="2543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h3206"/>
            <p:cNvSpPr/>
            <p:nvPr/>
          </p:nvSpPr>
          <p:spPr>
            <a:xfrm>
              <a:off x="2824524" y="2543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h3207"/>
            <p:cNvSpPr/>
            <p:nvPr/>
          </p:nvSpPr>
          <p:spPr>
            <a:xfrm>
              <a:off x="2833908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h3208"/>
            <p:cNvSpPr/>
            <p:nvPr/>
          </p:nvSpPr>
          <p:spPr>
            <a:xfrm>
              <a:off x="284329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h3209"/>
            <p:cNvSpPr/>
            <p:nvPr/>
          </p:nvSpPr>
          <p:spPr>
            <a:xfrm>
              <a:off x="2965288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h3210"/>
            <p:cNvSpPr/>
            <p:nvPr/>
          </p:nvSpPr>
          <p:spPr>
            <a:xfrm>
              <a:off x="297467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h3211"/>
            <p:cNvSpPr/>
            <p:nvPr/>
          </p:nvSpPr>
          <p:spPr>
            <a:xfrm>
              <a:off x="2984057" y="2543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h3212"/>
            <p:cNvSpPr/>
            <p:nvPr/>
          </p:nvSpPr>
          <p:spPr>
            <a:xfrm>
              <a:off x="2993441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h3213"/>
            <p:cNvSpPr/>
            <p:nvPr/>
          </p:nvSpPr>
          <p:spPr>
            <a:xfrm>
              <a:off x="3002825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h3214"/>
            <p:cNvSpPr/>
            <p:nvPr/>
          </p:nvSpPr>
          <p:spPr>
            <a:xfrm>
              <a:off x="3012210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h3215"/>
            <p:cNvSpPr/>
            <p:nvPr/>
          </p:nvSpPr>
          <p:spPr>
            <a:xfrm>
              <a:off x="3021594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h3216"/>
            <p:cNvSpPr/>
            <p:nvPr/>
          </p:nvSpPr>
          <p:spPr>
            <a:xfrm>
              <a:off x="1604569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h3217"/>
            <p:cNvSpPr/>
            <p:nvPr/>
          </p:nvSpPr>
          <p:spPr>
            <a:xfrm>
              <a:off x="161395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h3218"/>
            <p:cNvSpPr/>
            <p:nvPr/>
          </p:nvSpPr>
          <p:spPr>
            <a:xfrm>
              <a:off x="1623337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h3219"/>
            <p:cNvSpPr/>
            <p:nvPr/>
          </p:nvSpPr>
          <p:spPr>
            <a:xfrm>
              <a:off x="1632722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h3220"/>
            <p:cNvSpPr/>
            <p:nvPr/>
          </p:nvSpPr>
          <p:spPr>
            <a:xfrm>
              <a:off x="1642106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h3221"/>
            <p:cNvSpPr/>
            <p:nvPr/>
          </p:nvSpPr>
          <p:spPr>
            <a:xfrm>
              <a:off x="1651490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h3222"/>
            <p:cNvSpPr/>
            <p:nvPr/>
          </p:nvSpPr>
          <p:spPr>
            <a:xfrm>
              <a:off x="1660874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h3223"/>
            <p:cNvSpPr/>
            <p:nvPr/>
          </p:nvSpPr>
          <p:spPr>
            <a:xfrm>
              <a:off x="1670259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h3224"/>
            <p:cNvSpPr/>
            <p:nvPr/>
          </p:nvSpPr>
          <p:spPr>
            <a:xfrm>
              <a:off x="167964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h3225"/>
            <p:cNvSpPr/>
            <p:nvPr/>
          </p:nvSpPr>
          <p:spPr>
            <a:xfrm>
              <a:off x="1689027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h3226"/>
            <p:cNvSpPr/>
            <p:nvPr/>
          </p:nvSpPr>
          <p:spPr>
            <a:xfrm>
              <a:off x="1698412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h3227"/>
            <p:cNvSpPr/>
            <p:nvPr/>
          </p:nvSpPr>
          <p:spPr>
            <a:xfrm>
              <a:off x="1707796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h3228"/>
            <p:cNvSpPr/>
            <p:nvPr/>
          </p:nvSpPr>
          <p:spPr>
            <a:xfrm>
              <a:off x="1717180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h3229"/>
            <p:cNvSpPr/>
            <p:nvPr/>
          </p:nvSpPr>
          <p:spPr>
            <a:xfrm>
              <a:off x="1726564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h3230"/>
            <p:cNvSpPr/>
            <p:nvPr/>
          </p:nvSpPr>
          <p:spPr>
            <a:xfrm>
              <a:off x="2805756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h3231"/>
            <p:cNvSpPr/>
            <p:nvPr/>
          </p:nvSpPr>
          <p:spPr>
            <a:xfrm>
              <a:off x="2815140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h3232"/>
            <p:cNvSpPr/>
            <p:nvPr/>
          </p:nvSpPr>
          <p:spPr>
            <a:xfrm>
              <a:off x="2824524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h3233"/>
            <p:cNvSpPr/>
            <p:nvPr/>
          </p:nvSpPr>
          <p:spPr>
            <a:xfrm>
              <a:off x="2833908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h3234"/>
            <p:cNvSpPr/>
            <p:nvPr/>
          </p:nvSpPr>
          <p:spPr>
            <a:xfrm>
              <a:off x="284329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h3235"/>
            <p:cNvSpPr/>
            <p:nvPr/>
          </p:nvSpPr>
          <p:spPr>
            <a:xfrm>
              <a:off x="2965288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297467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2984057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2993441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3002825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3012210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3021594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1604569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161395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1623337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1632722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1642106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1651490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1660874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1670259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167964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1689027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1698412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1707796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2805756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2815140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2824524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2833908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284329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297467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2984057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2993441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3002825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3012210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3021594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1576416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1585800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1595185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1604569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161395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1623337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1632722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1642106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1651490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1660874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1670259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167964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1689027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2805756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2815140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2824524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2833908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284329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297467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2984057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2993441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3002825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3012210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3021594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1576416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1585800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1595185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1604569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1613953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1623337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1632722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1642106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1651490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2796371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2805756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2815140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2824524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2833908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2974673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2984057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2993441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3002825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3012210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3021594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1567032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1576416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1585800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1595185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1604569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1613953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1623337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1632722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2796371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2805756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2815140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2824524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2833908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2843293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2852677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2984057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2993441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3002825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3012210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3021594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1557647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1567032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1576416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1585800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1595185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1604569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1613953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1623337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2796371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2805756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2815140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2824524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2833908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2843293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2852677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2862061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2984057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2993441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3002825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3012210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3021594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3030978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1548263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1557647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1567032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1576416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1585800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1595185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1604569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1613953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2796371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2805756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2815140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2824524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2833908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2843293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2852677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2862061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2993441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3002825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3012210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3021594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3030978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1548263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1557647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1567032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1576416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1585800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1595185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1604569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2796371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2805756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2815140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2824524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2833908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2843293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2852677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2862061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2993441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3002825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3012210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3021594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3030978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1529495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1538879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1557647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1567032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1576416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1585800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1595185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2796371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2805756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2815140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2824524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2833908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2843293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2852677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2862061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2993441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3002825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3012210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3021594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3030978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1520110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1529495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1538879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1548263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1557647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1567032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1576416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1585800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1595185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2805756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2815140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2824524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2833908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2843293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2852677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3002825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3012210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3021594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3030978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3040362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1520110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1529495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1538879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1548263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1557647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1567032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1576416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1585800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2805756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2815140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2824524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2833908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2843293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3002825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3012210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3021594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3030978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3040362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1520110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1529495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1538879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1548263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1557647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1567032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1576416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1585800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2805756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2815140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2824524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2833908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2843293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2852677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3012210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3021594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3030978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3040362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3049747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1529495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1538879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1548263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1557647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1567032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1576416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2815140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2824524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2833908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2843293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2852677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3012210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3021594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3030978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3040362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3049747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3059131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1529495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1538879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1548263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1557647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1567032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1576416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2824524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2833908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2843293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2852677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2862061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2871446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2880830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2890214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3021594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3030978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3040362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3049747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3059131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1538879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1548263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1557647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1567032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1576416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2824524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2833908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2843293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2852677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2862061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2871446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2880830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2890214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2899598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3021594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3030978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3040362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3049747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3059131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1538879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1548263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1557647" y="2728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1567032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1576416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2833908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2843293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2852677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2862061" y="2728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2871446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2880830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2890214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2899598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3030978" y="2728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3040362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3049747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3059131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3068515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1538879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1548263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1557647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1567032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1576416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2843293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2852677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2862061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2871446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2880830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2890214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2899598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2908983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3030978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3040362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3049747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3059131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3068515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1548263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1557647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1567032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1576416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2852677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2862061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2871446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2880830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2890214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2899598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2908983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2918367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3030978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3040362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3049747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3059131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3068515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1548263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1557647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1567032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1576416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2862061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2871446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2880830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2890214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2899598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2908983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3030978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3040362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3049747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3059131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3068515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1548263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1557647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1567032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1576416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1585800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2862061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2871446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2880830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2890214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2899598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2908983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3030978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3040362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3049747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3059131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3068515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1548263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1557647" y="278611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1567032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1576416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1585800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2871446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2880830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2890214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2899598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2908983" y="278611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3030978" y="278611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3040362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3049747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3059131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1557647" y="279764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1567032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1576416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1585800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1595185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2880830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2890214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2899598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2908983" y="279764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2918367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3030978" y="279764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3040362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3049747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3059131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1557647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1567032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1576416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1585800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1595185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1604569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2880830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2890214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2899598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2908983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2918367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3030978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3040362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3049747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3059131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1567032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1576416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1585800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1595185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1604569" y="282070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2880830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2890214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2899598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2908983" y="282070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2918367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2927751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2937135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2946520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3030978" y="282070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3040362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3049747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3059131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1576416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1585800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1595185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1604569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2890214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2899598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2908983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2918367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2927751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2937135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2946520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2955904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3021594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3030978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3040362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3049747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3059131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1576416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1585800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1595185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1604569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2899598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2908983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2918367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2927751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2937135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2946520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2955904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3021594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3030978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3040362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3049747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3059131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1567032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1576416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1585800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1595185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1604569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2908983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2918367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2927751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2937135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2946520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2955904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2965288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3012210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3021594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3030978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3040362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3049747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3059131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1567032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1576416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1585800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1595185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1604569" y="2866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2927751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2937135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2946520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2955904" y="2866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2965288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3012210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3021594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3030978" y="2866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3040362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3049747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1557647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1567032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1576416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1585800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1595185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2937135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2946520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2955904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2965288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2974673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2984057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3002825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3012210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3021594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3030978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3040362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1548263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1557647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1567032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1576416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1585800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1595185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2937135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2946520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2955904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2965288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2974673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2984057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2993441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3002825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3012210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3021594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3030978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3040362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1548263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1557647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1567032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1576416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1585800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2937135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2946520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2955904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2965288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2974673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2984057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2993441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3002825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3012210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3021594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3030978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3040362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1548263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1557647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1567032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1576416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1585800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2937135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2946520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2955904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2965288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2974673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2984057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2993441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3002825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3012210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3021594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3030978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1538879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1548263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1557647" y="292449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1567032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1576416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2946520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2955904" y="292449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2965288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2974673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2984057" y="292449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2993441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3002825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3012210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3021594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1538879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1548263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1557647" y="293602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1567032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1576416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2955904" y="293602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2965288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2974673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2984057" y="293602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2993441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1538879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1548263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1557647" y="294756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1567032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1576416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1538879" y="2959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1548263" y="2959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1557647" y="2959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1567032" y="2959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1529495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1538879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1548263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1557647" y="2970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1567032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1529495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1538879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1548263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1557647" y="298215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1567032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1529495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1538879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1548263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1557647" y="2993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1567032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1529495" y="3005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1538879" y="3005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1548263" y="3005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1557647" y="3005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1529495" y="3016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1538879" y="3016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1548263" y="3016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1557647" y="3016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1529495" y="302828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1538879" y="302828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1548263" y="302828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1557647" y="302828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1529495" y="3039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1538879" y="3039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1548263" y="3039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1557647" y="3039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1529495" y="3051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1538879" y="3051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1548263" y="3051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2094707" y="835854"/>
              <a:ext cx="2988173" cy="2998361"/>
            </a:xfrm>
            <a:custGeom>
              <a:avLst/>
              <a:pathLst>
                <a:path w="2988173" h="2998361">
                  <a:moveTo>
                    <a:pt x="2333048" y="914399"/>
                  </a:moveTo>
                  <a:lnTo>
                    <a:pt x="2352921" y="914369"/>
                  </a:lnTo>
                  <a:lnTo>
                    <a:pt x="2388435" y="914318"/>
                  </a:lnTo>
                  <a:lnTo>
                    <a:pt x="2423948" y="914266"/>
                  </a:lnTo>
                  <a:lnTo>
                    <a:pt x="2459461" y="914220"/>
                  </a:lnTo>
                  <a:lnTo>
                    <a:pt x="2494974" y="914169"/>
                  </a:lnTo>
                  <a:lnTo>
                    <a:pt x="2530491" y="914118"/>
                  </a:lnTo>
                  <a:lnTo>
                    <a:pt x="2566004" y="914067"/>
                  </a:lnTo>
                  <a:lnTo>
                    <a:pt x="2601517" y="914015"/>
                  </a:lnTo>
                  <a:lnTo>
                    <a:pt x="2609922" y="893798"/>
                  </a:lnTo>
                  <a:lnTo>
                    <a:pt x="2617753" y="884386"/>
                  </a:lnTo>
                  <a:lnTo>
                    <a:pt x="2628479" y="887504"/>
                  </a:lnTo>
                  <a:lnTo>
                    <a:pt x="2634192" y="887243"/>
                  </a:lnTo>
                  <a:lnTo>
                    <a:pt x="2640543" y="882389"/>
                  </a:lnTo>
                  <a:lnTo>
                    <a:pt x="2645694" y="879439"/>
                  </a:lnTo>
                  <a:lnTo>
                    <a:pt x="2649086" y="879874"/>
                  </a:lnTo>
                  <a:lnTo>
                    <a:pt x="2651982" y="884319"/>
                  </a:lnTo>
                  <a:lnTo>
                    <a:pt x="2654391" y="887284"/>
                  </a:lnTo>
                  <a:lnTo>
                    <a:pt x="2657204" y="886419"/>
                  </a:lnTo>
                  <a:lnTo>
                    <a:pt x="2659612" y="882225"/>
                  </a:lnTo>
                  <a:lnTo>
                    <a:pt x="2659529" y="876407"/>
                  </a:lnTo>
                  <a:lnTo>
                    <a:pt x="2662825" y="872357"/>
                  </a:lnTo>
                  <a:lnTo>
                    <a:pt x="2666738" y="871737"/>
                  </a:lnTo>
                  <a:lnTo>
                    <a:pt x="2670355" y="871865"/>
                  </a:lnTo>
                  <a:lnTo>
                    <a:pt x="2672160" y="869888"/>
                  </a:lnTo>
                  <a:lnTo>
                    <a:pt x="2671960" y="867052"/>
                  </a:lnTo>
                  <a:lnTo>
                    <a:pt x="2670656" y="862484"/>
                  </a:lnTo>
                  <a:lnTo>
                    <a:pt x="2671097" y="856984"/>
                  </a:lnTo>
                  <a:lnTo>
                    <a:pt x="2680132" y="847269"/>
                  </a:lnTo>
                  <a:lnTo>
                    <a:pt x="2691208" y="840679"/>
                  </a:lnTo>
                  <a:lnTo>
                    <a:pt x="2695092" y="837386"/>
                  </a:lnTo>
                  <a:lnTo>
                    <a:pt x="2696221" y="830708"/>
                  </a:lnTo>
                  <a:lnTo>
                    <a:pt x="2702572" y="823770"/>
                  </a:lnTo>
                  <a:lnTo>
                    <a:pt x="2705748" y="819780"/>
                  </a:lnTo>
                  <a:lnTo>
                    <a:pt x="2706523" y="816313"/>
                  </a:lnTo>
                  <a:lnTo>
                    <a:pt x="2704877" y="812048"/>
                  </a:lnTo>
                  <a:lnTo>
                    <a:pt x="2705043" y="803916"/>
                  </a:lnTo>
                  <a:lnTo>
                    <a:pt x="2707227" y="794201"/>
                  </a:lnTo>
                  <a:lnTo>
                    <a:pt x="2709840" y="783622"/>
                  </a:lnTo>
                  <a:lnTo>
                    <a:pt x="2715695" y="774081"/>
                  </a:lnTo>
                  <a:lnTo>
                    <a:pt x="2725296" y="763676"/>
                  </a:lnTo>
                  <a:lnTo>
                    <a:pt x="2727767" y="750003"/>
                  </a:lnTo>
                  <a:lnTo>
                    <a:pt x="2730372" y="735582"/>
                  </a:lnTo>
                  <a:lnTo>
                    <a:pt x="2741978" y="721530"/>
                  </a:lnTo>
                  <a:lnTo>
                    <a:pt x="2755138" y="705594"/>
                  </a:lnTo>
                  <a:lnTo>
                    <a:pt x="2759911" y="699813"/>
                  </a:lnTo>
                  <a:lnTo>
                    <a:pt x="2918285" y="699813"/>
                  </a:lnTo>
                  <a:lnTo>
                    <a:pt x="2918547" y="711796"/>
                  </a:lnTo>
                  <a:lnTo>
                    <a:pt x="2918759" y="728142"/>
                  </a:lnTo>
                  <a:lnTo>
                    <a:pt x="2918984" y="745368"/>
                  </a:lnTo>
                  <a:lnTo>
                    <a:pt x="2919147" y="757664"/>
                  </a:lnTo>
                  <a:lnTo>
                    <a:pt x="2919426" y="774547"/>
                  </a:lnTo>
                  <a:lnTo>
                    <a:pt x="2919647" y="787979"/>
                  </a:lnTo>
                  <a:lnTo>
                    <a:pt x="2919943" y="805513"/>
                  </a:lnTo>
                  <a:lnTo>
                    <a:pt x="2920097" y="814885"/>
                  </a:lnTo>
                  <a:lnTo>
                    <a:pt x="2921601" y="817589"/>
                  </a:lnTo>
                  <a:lnTo>
                    <a:pt x="2920697" y="821281"/>
                  </a:lnTo>
                  <a:lnTo>
                    <a:pt x="2920301" y="823129"/>
                  </a:lnTo>
                  <a:lnTo>
                    <a:pt x="2920397" y="824599"/>
                  </a:lnTo>
                  <a:lnTo>
                    <a:pt x="2920997" y="826448"/>
                  </a:lnTo>
                  <a:lnTo>
                    <a:pt x="2920897" y="829034"/>
                  </a:lnTo>
                  <a:lnTo>
                    <a:pt x="2919497" y="831374"/>
                  </a:lnTo>
                  <a:lnTo>
                    <a:pt x="2918797" y="834078"/>
                  </a:lnTo>
                  <a:lnTo>
                    <a:pt x="2918597" y="838508"/>
                  </a:lnTo>
                  <a:lnTo>
                    <a:pt x="2920097" y="841216"/>
                  </a:lnTo>
                  <a:lnTo>
                    <a:pt x="2922602" y="842814"/>
                  </a:lnTo>
                  <a:lnTo>
                    <a:pt x="2924706" y="842814"/>
                  </a:lnTo>
                  <a:lnTo>
                    <a:pt x="2927411" y="844417"/>
                  </a:lnTo>
                  <a:lnTo>
                    <a:pt x="2930915" y="847249"/>
                  </a:lnTo>
                  <a:lnTo>
                    <a:pt x="2936220" y="849707"/>
                  </a:lnTo>
                  <a:lnTo>
                    <a:pt x="2941729" y="850567"/>
                  </a:lnTo>
                  <a:lnTo>
                    <a:pt x="2945534" y="849953"/>
                  </a:lnTo>
                  <a:lnTo>
                    <a:pt x="2950139" y="851556"/>
                  </a:lnTo>
                  <a:lnTo>
                    <a:pt x="2951743" y="855494"/>
                  </a:lnTo>
                  <a:lnTo>
                    <a:pt x="2950843" y="859181"/>
                  </a:lnTo>
                  <a:lnTo>
                    <a:pt x="2948238" y="860906"/>
                  </a:lnTo>
                  <a:lnTo>
                    <a:pt x="2945434" y="862263"/>
                  </a:lnTo>
                  <a:lnTo>
                    <a:pt x="2944934" y="865090"/>
                  </a:lnTo>
                  <a:lnTo>
                    <a:pt x="2946334" y="868045"/>
                  </a:lnTo>
                  <a:lnTo>
                    <a:pt x="2948338" y="870631"/>
                  </a:lnTo>
                  <a:lnTo>
                    <a:pt x="2950543" y="875173"/>
                  </a:lnTo>
                  <a:lnTo>
                    <a:pt x="2949639" y="879111"/>
                  </a:lnTo>
                  <a:lnTo>
                    <a:pt x="2947638" y="882435"/>
                  </a:lnTo>
                  <a:lnTo>
                    <a:pt x="2946734" y="885876"/>
                  </a:lnTo>
                  <a:lnTo>
                    <a:pt x="2948438" y="888836"/>
                  </a:lnTo>
                  <a:lnTo>
                    <a:pt x="2952943" y="892769"/>
                  </a:lnTo>
                  <a:lnTo>
                    <a:pt x="2955748" y="896584"/>
                  </a:lnTo>
                  <a:lnTo>
                    <a:pt x="2960157" y="898678"/>
                  </a:lnTo>
                  <a:lnTo>
                    <a:pt x="2962257" y="897198"/>
                  </a:lnTo>
                  <a:lnTo>
                    <a:pt x="2963961" y="895227"/>
                  </a:lnTo>
                  <a:lnTo>
                    <a:pt x="2965762" y="893752"/>
                  </a:lnTo>
                  <a:lnTo>
                    <a:pt x="2968866" y="894617"/>
                  </a:lnTo>
                  <a:lnTo>
                    <a:pt x="2972471" y="895724"/>
                  </a:lnTo>
                  <a:lnTo>
                    <a:pt x="2976409" y="897040"/>
                  </a:lnTo>
                  <a:lnTo>
                    <a:pt x="2975938" y="900230"/>
                  </a:lnTo>
                  <a:lnTo>
                    <a:pt x="2978338" y="905607"/>
                  </a:lnTo>
                  <a:lnTo>
                    <a:pt x="2980197" y="915946"/>
                  </a:lnTo>
                  <a:lnTo>
                    <a:pt x="2977342" y="920642"/>
                  </a:lnTo>
                  <a:lnTo>
                    <a:pt x="2977955" y="926864"/>
                  </a:lnTo>
                  <a:lnTo>
                    <a:pt x="2985868" y="928677"/>
                  </a:lnTo>
                  <a:lnTo>
                    <a:pt x="2987794" y="930582"/>
                  </a:lnTo>
                  <a:lnTo>
                    <a:pt x="2988173" y="932881"/>
                  </a:lnTo>
                  <a:lnTo>
                    <a:pt x="2970741" y="948833"/>
                  </a:lnTo>
                  <a:lnTo>
                    <a:pt x="2955994" y="946600"/>
                  </a:lnTo>
                  <a:lnTo>
                    <a:pt x="2947992" y="950830"/>
                  </a:lnTo>
                  <a:lnTo>
                    <a:pt x="2939612" y="952064"/>
                  </a:lnTo>
                  <a:lnTo>
                    <a:pt x="2935937" y="959192"/>
                  </a:lnTo>
                  <a:lnTo>
                    <a:pt x="2931336" y="960703"/>
                  </a:lnTo>
                  <a:lnTo>
                    <a:pt x="2925035" y="960273"/>
                  </a:lnTo>
                  <a:lnTo>
                    <a:pt x="2919601" y="958260"/>
                  </a:lnTo>
                  <a:lnTo>
                    <a:pt x="2915455" y="959248"/>
                  </a:lnTo>
                  <a:lnTo>
                    <a:pt x="2909654" y="972112"/>
                  </a:lnTo>
                  <a:lnTo>
                    <a:pt x="2904903" y="970991"/>
                  </a:lnTo>
                  <a:lnTo>
                    <a:pt x="2903011" y="975620"/>
                  </a:lnTo>
                  <a:lnTo>
                    <a:pt x="2900528" y="977643"/>
                  </a:lnTo>
                  <a:lnTo>
                    <a:pt x="2896886" y="979379"/>
                  </a:lnTo>
                  <a:lnTo>
                    <a:pt x="2893723" y="973664"/>
                  </a:lnTo>
                  <a:lnTo>
                    <a:pt x="2891710" y="968231"/>
                  </a:lnTo>
                  <a:lnTo>
                    <a:pt x="2888743" y="967037"/>
                  </a:lnTo>
                  <a:lnTo>
                    <a:pt x="2884801" y="965650"/>
                  </a:lnTo>
                  <a:lnTo>
                    <a:pt x="2880746" y="965696"/>
                  </a:lnTo>
                  <a:lnTo>
                    <a:pt x="2878041" y="966474"/>
                  </a:lnTo>
                  <a:lnTo>
                    <a:pt x="2874687" y="969987"/>
                  </a:lnTo>
                  <a:lnTo>
                    <a:pt x="2869824" y="973003"/>
                  </a:lnTo>
                  <a:lnTo>
                    <a:pt x="2866144" y="970489"/>
                  </a:lnTo>
                  <a:lnTo>
                    <a:pt x="2863265" y="966448"/>
                  </a:lnTo>
                  <a:lnTo>
                    <a:pt x="2860802" y="972947"/>
                  </a:lnTo>
                  <a:lnTo>
                    <a:pt x="2857218" y="979809"/>
                  </a:lnTo>
                  <a:lnTo>
                    <a:pt x="2857814" y="987813"/>
                  </a:lnTo>
                  <a:lnTo>
                    <a:pt x="2856272" y="992560"/>
                  </a:lnTo>
                  <a:lnTo>
                    <a:pt x="2852871" y="991280"/>
                  </a:lnTo>
                  <a:lnTo>
                    <a:pt x="2849488" y="987117"/>
                  </a:lnTo>
                  <a:lnTo>
                    <a:pt x="2839991" y="983788"/>
                  </a:lnTo>
                  <a:lnTo>
                    <a:pt x="2832427" y="984095"/>
                  </a:lnTo>
                  <a:lnTo>
                    <a:pt x="2833965" y="979650"/>
                  </a:lnTo>
                  <a:lnTo>
                    <a:pt x="2841116" y="973270"/>
                  </a:lnTo>
                  <a:lnTo>
                    <a:pt x="2838915" y="972020"/>
                  </a:lnTo>
                  <a:lnTo>
                    <a:pt x="2835407" y="972906"/>
                  </a:lnTo>
                  <a:lnTo>
                    <a:pt x="2833877" y="972020"/>
                  </a:lnTo>
                  <a:lnTo>
                    <a:pt x="2836386" y="966223"/>
                  </a:lnTo>
                  <a:lnTo>
                    <a:pt x="2836628" y="959827"/>
                  </a:lnTo>
                  <a:lnTo>
                    <a:pt x="2833427" y="962065"/>
                  </a:lnTo>
                  <a:lnTo>
                    <a:pt x="2829402" y="968814"/>
                  </a:lnTo>
                  <a:lnTo>
                    <a:pt x="2819663" y="974186"/>
                  </a:lnTo>
                  <a:lnTo>
                    <a:pt x="2820117" y="983179"/>
                  </a:lnTo>
                  <a:lnTo>
                    <a:pt x="2810949" y="1001609"/>
                  </a:lnTo>
                  <a:lnTo>
                    <a:pt x="2810541" y="1009454"/>
                  </a:lnTo>
                  <a:lnTo>
                    <a:pt x="2804661" y="1015717"/>
                  </a:lnTo>
                  <a:lnTo>
                    <a:pt x="2797081" y="1021104"/>
                  </a:lnTo>
                  <a:lnTo>
                    <a:pt x="2786971" y="1019588"/>
                  </a:lnTo>
                  <a:lnTo>
                    <a:pt x="2779253" y="1024269"/>
                  </a:lnTo>
                  <a:lnTo>
                    <a:pt x="2775336" y="1029641"/>
                  </a:lnTo>
                  <a:lnTo>
                    <a:pt x="2771932" y="1030450"/>
                  </a:lnTo>
                  <a:lnTo>
                    <a:pt x="2770156" y="1023608"/>
                  </a:lnTo>
                  <a:lnTo>
                    <a:pt x="2768864" y="1021493"/>
                  </a:lnTo>
                  <a:lnTo>
                    <a:pt x="2766022" y="1031581"/>
                  </a:lnTo>
                  <a:lnTo>
                    <a:pt x="2763126" y="1032206"/>
                  </a:lnTo>
                  <a:lnTo>
                    <a:pt x="2762030" y="1025052"/>
                  </a:lnTo>
                  <a:lnTo>
                    <a:pt x="2760655" y="1020326"/>
                  </a:lnTo>
                  <a:lnTo>
                    <a:pt x="2756709" y="1024402"/>
                  </a:lnTo>
                  <a:lnTo>
                    <a:pt x="2754087" y="1035207"/>
                  </a:lnTo>
                  <a:lnTo>
                    <a:pt x="2751341" y="1034296"/>
                  </a:lnTo>
                  <a:lnTo>
                    <a:pt x="2750466" y="1030276"/>
                  </a:lnTo>
                  <a:lnTo>
                    <a:pt x="2748499" y="1029057"/>
                  </a:lnTo>
                  <a:lnTo>
                    <a:pt x="2747824" y="1033650"/>
                  </a:lnTo>
                  <a:lnTo>
                    <a:pt x="2748816" y="1040113"/>
                  </a:lnTo>
                  <a:lnTo>
                    <a:pt x="2747387" y="1043564"/>
                  </a:lnTo>
                  <a:lnTo>
                    <a:pt x="2744657" y="1041721"/>
                  </a:lnTo>
                  <a:lnTo>
                    <a:pt x="2741911" y="1038612"/>
                  </a:lnTo>
                  <a:lnTo>
                    <a:pt x="2737381" y="1040973"/>
                  </a:lnTo>
                  <a:lnTo>
                    <a:pt x="2733222" y="1041931"/>
                  </a:lnTo>
                  <a:lnTo>
                    <a:pt x="2733206" y="1038766"/>
                  </a:lnTo>
                  <a:lnTo>
                    <a:pt x="2733997" y="1034884"/>
                  </a:lnTo>
                  <a:lnTo>
                    <a:pt x="2725709" y="1037030"/>
                  </a:lnTo>
                  <a:lnTo>
                    <a:pt x="2715770" y="1044189"/>
                  </a:lnTo>
                  <a:lnTo>
                    <a:pt x="2708052" y="1054093"/>
                  </a:lnTo>
                  <a:lnTo>
                    <a:pt x="2710728" y="1055742"/>
                  </a:lnTo>
                  <a:lnTo>
                    <a:pt x="2713740" y="1058896"/>
                  </a:lnTo>
                  <a:lnTo>
                    <a:pt x="2700334" y="1074198"/>
                  </a:lnTo>
                  <a:lnTo>
                    <a:pt x="2686591" y="1087978"/>
                  </a:lnTo>
                  <a:lnTo>
                    <a:pt x="2676210" y="1110464"/>
                  </a:lnTo>
                  <a:lnTo>
                    <a:pt x="2672043" y="1113096"/>
                  </a:lnTo>
                  <a:lnTo>
                    <a:pt x="2668464" y="1117218"/>
                  </a:lnTo>
                  <a:lnTo>
                    <a:pt x="2664663" y="1130794"/>
                  </a:lnTo>
                  <a:lnTo>
                    <a:pt x="2660275" y="1142879"/>
                  </a:lnTo>
                  <a:lnTo>
                    <a:pt x="2662729" y="1148261"/>
                  </a:lnTo>
                  <a:lnTo>
                    <a:pt x="2664346" y="1153797"/>
                  </a:lnTo>
                  <a:lnTo>
                    <a:pt x="2668243" y="1159246"/>
                  </a:lnTo>
                  <a:lnTo>
                    <a:pt x="2671556" y="1159737"/>
                  </a:lnTo>
                  <a:lnTo>
                    <a:pt x="2675144" y="1158754"/>
                  </a:lnTo>
                  <a:lnTo>
                    <a:pt x="2677777" y="1158985"/>
                  </a:lnTo>
                  <a:lnTo>
                    <a:pt x="2679469" y="1161299"/>
                  </a:lnTo>
                  <a:lnTo>
                    <a:pt x="2678719" y="1164075"/>
                  </a:lnTo>
                  <a:lnTo>
                    <a:pt x="2674581" y="1164766"/>
                  </a:lnTo>
                  <a:lnTo>
                    <a:pt x="2666863" y="1169621"/>
                  </a:lnTo>
                  <a:lnTo>
                    <a:pt x="2660096" y="1171485"/>
                  </a:lnTo>
                  <a:lnTo>
                    <a:pt x="2656704" y="1177353"/>
                  </a:lnTo>
                  <a:lnTo>
                    <a:pt x="2651620" y="1184134"/>
                  </a:lnTo>
                  <a:lnTo>
                    <a:pt x="2641743" y="1194713"/>
                  </a:lnTo>
                  <a:lnTo>
                    <a:pt x="2645965" y="1197975"/>
                  </a:lnTo>
                  <a:lnTo>
                    <a:pt x="2661221" y="1201652"/>
                  </a:lnTo>
                  <a:lnTo>
                    <a:pt x="2668022" y="1205437"/>
                  </a:lnTo>
                  <a:lnTo>
                    <a:pt x="2678315" y="1225198"/>
                  </a:lnTo>
                  <a:lnTo>
                    <a:pt x="2675965" y="1227175"/>
                  </a:lnTo>
                  <a:lnTo>
                    <a:pt x="2675031" y="1230795"/>
                  </a:lnTo>
                  <a:lnTo>
                    <a:pt x="2684182" y="1235875"/>
                  </a:lnTo>
                  <a:lnTo>
                    <a:pt x="2687104" y="1250065"/>
                  </a:lnTo>
                  <a:lnTo>
                    <a:pt x="2694617" y="1254894"/>
                  </a:lnTo>
                  <a:lnTo>
                    <a:pt x="2705814" y="1257864"/>
                  </a:lnTo>
                  <a:lnTo>
                    <a:pt x="2719508" y="1253573"/>
                  </a:lnTo>
                  <a:lnTo>
                    <a:pt x="2730909" y="1247669"/>
                  </a:lnTo>
                  <a:lnTo>
                    <a:pt x="2730509" y="1242829"/>
                  </a:lnTo>
                  <a:lnTo>
                    <a:pt x="2723346" y="1231569"/>
                  </a:lnTo>
                  <a:lnTo>
                    <a:pt x="2721621" y="1226279"/>
                  </a:lnTo>
                  <a:lnTo>
                    <a:pt x="2716303" y="1222853"/>
                  </a:lnTo>
                  <a:lnTo>
                    <a:pt x="2714282" y="1225756"/>
                  </a:lnTo>
                  <a:lnTo>
                    <a:pt x="2710844" y="1221987"/>
                  </a:lnTo>
                  <a:lnTo>
                    <a:pt x="2710457" y="1219872"/>
                  </a:lnTo>
                  <a:lnTo>
                    <a:pt x="2713661" y="1218843"/>
                  </a:lnTo>
                  <a:lnTo>
                    <a:pt x="2717387" y="1219253"/>
                  </a:lnTo>
                  <a:lnTo>
                    <a:pt x="2721733" y="1221224"/>
                  </a:lnTo>
                  <a:lnTo>
                    <a:pt x="2732918" y="1233499"/>
                  </a:lnTo>
                  <a:lnTo>
                    <a:pt x="2736014" y="1249589"/>
                  </a:lnTo>
                  <a:lnTo>
                    <a:pt x="2736677" y="1259805"/>
                  </a:lnTo>
                  <a:lnTo>
                    <a:pt x="2735414" y="1263298"/>
                  </a:lnTo>
                  <a:lnTo>
                    <a:pt x="2732160" y="1262581"/>
                  </a:lnTo>
                  <a:lnTo>
                    <a:pt x="2725950" y="1263277"/>
                  </a:lnTo>
                  <a:lnTo>
                    <a:pt x="2696492" y="1268567"/>
                  </a:lnTo>
                  <a:lnTo>
                    <a:pt x="2689950" y="1273227"/>
                  </a:lnTo>
                  <a:lnTo>
                    <a:pt x="2674948" y="1278287"/>
                  </a:lnTo>
                  <a:lnTo>
                    <a:pt x="2674014" y="1275762"/>
                  </a:lnTo>
                  <a:lnTo>
                    <a:pt x="2675098" y="1270539"/>
                  </a:lnTo>
                  <a:lnTo>
                    <a:pt x="2674152" y="1259841"/>
                  </a:lnTo>
                  <a:lnTo>
                    <a:pt x="2671193" y="1259344"/>
                  </a:lnTo>
                  <a:lnTo>
                    <a:pt x="2647886" y="1276786"/>
                  </a:lnTo>
                  <a:lnTo>
                    <a:pt x="2638876" y="1277882"/>
                  </a:lnTo>
                  <a:lnTo>
                    <a:pt x="2631300" y="1282988"/>
                  </a:lnTo>
                  <a:lnTo>
                    <a:pt x="2629604" y="1280156"/>
                  </a:lnTo>
                  <a:lnTo>
                    <a:pt x="2628250" y="1267077"/>
                  </a:lnTo>
                  <a:lnTo>
                    <a:pt x="2632992" y="1256108"/>
                  </a:lnTo>
                  <a:lnTo>
                    <a:pt x="2630467" y="1256282"/>
                  </a:lnTo>
                  <a:lnTo>
                    <a:pt x="2622549" y="1262868"/>
                  </a:lnTo>
                  <a:lnTo>
                    <a:pt x="2619165" y="1258817"/>
                  </a:lnTo>
                  <a:lnTo>
                    <a:pt x="2617469" y="1254372"/>
                  </a:lnTo>
                  <a:lnTo>
                    <a:pt x="2615031" y="1251858"/>
                  </a:lnTo>
                  <a:lnTo>
                    <a:pt x="2612389" y="1250905"/>
                  </a:lnTo>
                  <a:lnTo>
                    <a:pt x="2614648" y="1260614"/>
                  </a:lnTo>
                  <a:lnTo>
                    <a:pt x="2609281" y="1267896"/>
                  </a:lnTo>
                  <a:lnTo>
                    <a:pt x="2607810" y="1286731"/>
                  </a:lnTo>
                  <a:lnTo>
                    <a:pt x="2601063" y="1294571"/>
                  </a:lnTo>
                  <a:lnTo>
                    <a:pt x="2580031" y="1299610"/>
                  </a:lnTo>
                  <a:lnTo>
                    <a:pt x="2566321" y="1298545"/>
                  </a:lnTo>
                  <a:lnTo>
                    <a:pt x="2554036" y="1300112"/>
                  </a:lnTo>
                  <a:lnTo>
                    <a:pt x="2537700" y="1303727"/>
                  </a:lnTo>
                  <a:lnTo>
                    <a:pt x="2528674" y="1301577"/>
                  </a:lnTo>
                  <a:lnTo>
                    <a:pt x="2519427" y="1305392"/>
                  </a:lnTo>
                  <a:lnTo>
                    <a:pt x="2488039" y="1306431"/>
                  </a:lnTo>
                  <a:lnTo>
                    <a:pt x="2481422" y="1304408"/>
                  </a:lnTo>
                  <a:lnTo>
                    <a:pt x="2472971" y="1311614"/>
                  </a:lnTo>
                  <a:lnTo>
                    <a:pt x="2459440" y="1315874"/>
                  </a:lnTo>
                  <a:lnTo>
                    <a:pt x="2425239" y="1332020"/>
                  </a:lnTo>
                  <a:lnTo>
                    <a:pt x="2417697" y="1337894"/>
                  </a:lnTo>
                  <a:lnTo>
                    <a:pt x="2408512" y="1347066"/>
                  </a:lnTo>
                  <a:lnTo>
                    <a:pt x="2402345" y="1351997"/>
                  </a:lnTo>
                  <a:lnTo>
                    <a:pt x="2397273" y="1353600"/>
                  </a:lnTo>
                  <a:lnTo>
                    <a:pt x="2394156" y="1357707"/>
                  </a:lnTo>
                  <a:lnTo>
                    <a:pt x="2390752" y="1360390"/>
                  </a:lnTo>
                  <a:lnTo>
                    <a:pt x="2394039" y="1351224"/>
                  </a:lnTo>
                  <a:lnTo>
                    <a:pt x="2397611" y="1343496"/>
                  </a:lnTo>
                  <a:lnTo>
                    <a:pt x="2400578" y="1328528"/>
                  </a:lnTo>
                  <a:lnTo>
                    <a:pt x="2399703" y="1316422"/>
                  </a:lnTo>
                  <a:lnTo>
                    <a:pt x="2396023" y="1311445"/>
                  </a:lnTo>
                  <a:lnTo>
                    <a:pt x="2392218" y="1308126"/>
                  </a:lnTo>
                  <a:lnTo>
                    <a:pt x="2396677" y="1320073"/>
                  </a:lnTo>
                  <a:lnTo>
                    <a:pt x="2397398" y="1334724"/>
                  </a:lnTo>
                  <a:lnTo>
                    <a:pt x="2395865" y="1343307"/>
                  </a:lnTo>
                  <a:lnTo>
                    <a:pt x="2387476" y="1359863"/>
                  </a:lnTo>
                  <a:lnTo>
                    <a:pt x="2383905" y="1363719"/>
                  </a:lnTo>
                  <a:lnTo>
                    <a:pt x="2379729" y="1367109"/>
                  </a:lnTo>
                  <a:lnTo>
                    <a:pt x="2376583" y="1368584"/>
                  </a:lnTo>
                  <a:lnTo>
                    <a:pt x="2373678" y="1371231"/>
                  </a:lnTo>
                  <a:lnTo>
                    <a:pt x="2370303" y="1375425"/>
                  </a:lnTo>
                  <a:lnTo>
                    <a:pt x="2367103" y="1383752"/>
                  </a:lnTo>
                  <a:lnTo>
                    <a:pt x="2369040" y="1391341"/>
                  </a:lnTo>
                  <a:lnTo>
                    <a:pt x="2385397" y="1394112"/>
                  </a:lnTo>
                  <a:lnTo>
                    <a:pt x="2389785" y="1391771"/>
                  </a:lnTo>
                  <a:lnTo>
                    <a:pt x="2392018" y="1397205"/>
                  </a:lnTo>
                  <a:lnTo>
                    <a:pt x="2393269" y="1404753"/>
                  </a:lnTo>
                  <a:lnTo>
                    <a:pt x="2392043" y="1412916"/>
                  </a:lnTo>
                  <a:lnTo>
                    <a:pt x="2389310" y="1421222"/>
                  </a:lnTo>
                  <a:lnTo>
                    <a:pt x="2387234" y="1431535"/>
                  </a:lnTo>
                  <a:lnTo>
                    <a:pt x="2385476" y="1447262"/>
                  </a:lnTo>
                  <a:lnTo>
                    <a:pt x="2382830" y="1461411"/>
                  </a:lnTo>
                  <a:lnTo>
                    <a:pt x="2382484" y="1457114"/>
                  </a:lnTo>
                  <a:lnTo>
                    <a:pt x="2384138" y="1439913"/>
                  </a:lnTo>
                  <a:lnTo>
                    <a:pt x="2381459" y="1441710"/>
                  </a:lnTo>
                  <a:lnTo>
                    <a:pt x="2379613" y="1445679"/>
                  </a:lnTo>
                  <a:lnTo>
                    <a:pt x="2374620" y="1467863"/>
                  </a:lnTo>
                  <a:lnTo>
                    <a:pt x="2367757" y="1479687"/>
                  </a:lnTo>
                  <a:lnTo>
                    <a:pt x="2361435" y="1487865"/>
                  </a:lnTo>
                  <a:lnTo>
                    <a:pt x="2354913" y="1486513"/>
                  </a:lnTo>
                  <a:lnTo>
                    <a:pt x="2356380" y="1493012"/>
                  </a:lnTo>
                  <a:lnTo>
                    <a:pt x="2354588" y="1496397"/>
                  </a:lnTo>
                  <a:lnTo>
                    <a:pt x="2353055" y="1503458"/>
                  </a:lnTo>
                  <a:lnTo>
                    <a:pt x="2349167" y="1508139"/>
                  </a:lnTo>
                  <a:lnTo>
                    <a:pt x="2345512" y="1507688"/>
                  </a:lnTo>
                  <a:lnTo>
                    <a:pt x="2340261" y="1510915"/>
                  </a:lnTo>
                  <a:lnTo>
                    <a:pt x="2338190" y="1513383"/>
                  </a:lnTo>
                  <a:lnTo>
                    <a:pt x="2338036" y="1518109"/>
                  </a:lnTo>
                  <a:lnTo>
                    <a:pt x="2334523" y="1522268"/>
                  </a:lnTo>
                  <a:lnTo>
                    <a:pt x="2321847" y="1543868"/>
                  </a:lnTo>
                  <a:lnTo>
                    <a:pt x="2310841" y="1550243"/>
                  </a:lnTo>
                  <a:lnTo>
                    <a:pt x="2308207" y="1549316"/>
                  </a:lnTo>
                  <a:lnTo>
                    <a:pt x="2311108" y="1539121"/>
                  </a:lnTo>
                  <a:lnTo>
                    <a:pt x="2313095" y="1528812"/>
                  </a:lnTo>
                  <a:lnTo>
                    <a:pt x="2306415" y="1524326"/>
                  </a:lnTo>
                  <a:lnTo>
                    <a:pt x="2300023" y="1521955"/>
                  </a:lnTo>
                  <a:lnTo>
                    <a:pt x="2292688" y="1522268"/>
                  </a:lnTo>
                  <a:lnTo>
                    <a:pt x="2284587" y="1514253"/>
                  </a:lnTo>
                  <a:lnTo>
                    <a:pt x="2274144" y="1508426"/>
                  </a:lnTo>
                  <a:lnTo>
                    <a:pt x="2259567" y="1492658"/>
                  </a:lnTo>
                  <a:lnTo>
                    <a:pt x="2259992" y="1488285"/>
                  </a:lnTo>
                  <a:lnTo>
                    <a:pt x="2259626" y="1480947"/>
                  </a:lnTo>
                  <a:lnTo>
                    <a:pt x="2264055" y="1469353"/>
                  </a:lnTo>
                  <a:lnTo>
                    <a:pt x="2268302" y="1461247"/>
                  </a:lnTo>
                  <a:lnTo>
                    <a:pt x="2274165" y="1457048"/>
                  </a:lnTo>
                  <a:lnTo>
                    <a:pt x="2291180" y="1452772"/>
                  </a:lnTo>
                  <a:lnTo>
                    <a:pt x="2295447" y="1446340"/>
                  </a:lnTo>
                  <a:lnTo>
                    <a:pt x="2297977" y="1440922"/>
                  </a:lnTo>
                  <a:lnTo>
                    <a:pt x="2289546" y="1450227"/>
                  </a:lnTo>
                  <a:lnTo>
                    <a:pt x="2276920" y="1453381"/>
                  </a:lnTo>
                  <a:lnTo>
                    <a:pt x="2270115" y="1456853"/>
                  </a:lnTo>
                  <a:lnTo>
                    <a:pt x="2264672" y="1462163"/>
                  </a:lnTo>
                  <a:lnTo>
                    <a:pt x="2261451" y="1468831"/>
                  </a:lnTo>
                  <a:lnTo>
                    <a:pt x="2254158" y="1476866"/>
                  </a:lnTo>
                  <a:lnTo>
                    <a:pt x="2254671" y="1482248"/>
                  </a:lnTo>
                  <a:lnTo>
                    <a:pt x="2255892" y="1486073"/>
                  </a:lnTo>
                  <a:lnTo>
                    <a:pt x="2255329" y="1494046"/>
                  </a:lnTo>
                  <a:lnTo>
                    <a:pt x="2259942" y="1501820"/>
                  </a:lnTo>
                  <a:lnTo>
                    <a:pt x="2269089" y="1514555"/>
                  </a:lnTo>
                  <a:lnTo>
                    <a:pt x="2270836" y="1534338"/>
                  </a:lnTo>
                  <a:lnTo>
                    <a:pt x="2277816" y="1547575"/>
                  </a:lnTo>
                  <a:lnTo>
                    <a:pt x="2288513" y="1563010"/>
                  </a:lnTo>
                  <a:lnTo>
                    <a:pt x="2296739" y="1567398"/>
                  </a:lnTo>
                  <a:lnTo>
                    <a:pt x="2297139" y="1573139"/>
                  </a:lnTo>
                  <a:lnTo>
                    <a:pt x="2293343" y="1582618"/>
                  </a:lnTo>
                  <a:lnTo>
                    <a:pt x="2288338" y="1586950"/>
                  </a:lnTo>
                  <a:lnTo>
                    <a:pt x="2294847" y="1586084"/>
                  </a:lnTo>
                  <a:lnTo>
                    <a:pt x="2298089" y="1588251"/>
                  </a:lnTo>
                  <a:lnTo>
                    <a:pt x="2301244" y="1596157"/>
                  </a:lnTo>
                  <a:lnTo>
                    <a:pt x="2300998" y="1604228"/>
                  </a:lnTo>
                  <a:lnTo>
                    <a:pt x="2299931" y="1608775"/>
                  </a:lnTo>
                  <a:lnTo>
                    <a:pt x="2297960" y="1610588"/>
                  </a:lnTo>
                  <a:lnTo>
                    <a:pt x="2298043" y="1605943"/>
                  </a:lnTo>
                  <a:lnTo>
                    <a:pt x="2296647" y="1604330"/>
                  </a:lnTo>
                  <a:lnTo>
                    <a:pt x="2294343" y="1606343"/>
                  </a:lnTo>
                  <a:lnTo>
                    <a:pt x="2292851" y="1608637"/>
                  </a:lnTo>
                  <a:lnTo>
                    <a:pt x="2292230" y="1617675"/>
                  </a:lnTo>
                  <a:lnTo>
                    <a:pt x="2290651" y="1622192"/>
                  </a:lnTo>
                  <a:lnTo>
                    <a:pt x="2285067" y="1623534"/>
                  </a:lnTo>
                  <a:lnTo>
                    <a:pt x="2279403" y="1635394"/>
                  </a:lnTo>
                  <a:lnTo>
                    <a:pt x="2274136" y="1642123"/>
                  </a:lnTo>
                  <a:lnTo>
                    <a:pt x="2253408" y="1687622"/>
                  </a:lnTo>
                  <a:lnTo>
                    <a:pt x="2254200" y="1695227"/>
                  </a:lnTo>
                  <a:lnTo>
                    <a:pt x="2250408" y="1697674"/>
                  </a:lnTo>
                  <a:lnTo>
                    <a:pt x="2244665" y="1699666"/>
                  </a:lnTo>
                  <a:lnTo>
                    <a:pt x="2238856" y="1704214"/>
                  </a:lnTo>
                  <a:lnTo>
                    <a:pt x="2235002" y="1709227"/>
                  </a:lnTo>
                  <a:lnTo>
                    <a:pt x="2231422" y="1722710"/>
                  </a:lnTo>
                  <a:lnTo>
                    <a:pt x="2224563" y="1737889"/>
                  </a:lnTo>
                  <a:lnTo>
                    <a:pt x="2220283" y="1731565"/>
                  </a:lnTo>
                  <a:lnTo>
                    <a:pt x="2219187" y="1726152"/>
                  </a:lnTo>
                  <a:lnTo>
                    <a:pt x="2221091" y="1712033"/>
                  </a:lnTo>
                  <a:lnTo>
                    <a:pt x="2228509" y="1688887"/>
                  </a:lnTo>
                  <a:lnTo>
                    <a:pt x="2236681" y="1674497"/>
                  </a:lnTo>
                  <a:lnTo>
                    <a:pt x="2242915" y="1667676"/>
                  </a:lnTo>
                  <a:lnTo>
                    <a:pt x="2248041" y="1653773"/>
                  </a:lnTo>
                  <a:lnTo>
                    <a:pt x="2241565" y="1651699"/>
                  </a:lnTo>
                  <a:lnTo>
                    <a:pt x="2231693" y="1651924"/>
                  </a:lnTo>
                  <a:lnTo>
                    <a:pt x="2233551" y="1645508"/>
                  </a:lnTo>
                  <a:lnTo>
                    <a:pt x="2236431" y="1639854"/>
                  </a:lnTo>
                  <a:lnTo>
                    <a:pt x="2231284" y="1634221"/>
                  </a:lnTo>
                  <a:lnTo>
                    <a:pt x="2228238" y="1633504"/>
                  </a:lnTo>
                  <a:lnTo>
                    <a:pt x="2225100" y="1631195"/>
                  </a:lnTo>
                  <a:lnTo>
                    <a:pt x="2228780" y="1626504"/>
                  </a:lnTo>
                  <a:lnTo>
                    <a:pt x="2230576" y="1621547"/>
                  </a:lnTo>
                  <a:lnTo>
                    <a:pt x="2229480" y="1615514"/>
                  </a:lnTo>
                  <a:lnTo>
                    <a:pt x="2231022" y="1610972"/>
                  </a:lnTo>
                  <a:lnTo>
                    <a:pt x="2228451" y="1611658"/>
                  </a:lnTo>
                  <a:lnTo>
                    <a:pt x="2224317" y="1616467"/>
                  </a:lnTo>
                  <a:lnTo>
                    <a:pt x="2221746" y="1618387"/>
                  </a:lnTo>
                  <a:lnTo>
                    <a:pt x="2220179" y="1614132"/>
                  </a:lnTo>
                  <a:lnTo>
                    <a:pt x="2218391" y="1615094"/>
                  </a:lnTo>
                  <a:lnTo>
                    <a:pt x="2217228" y="1618018"/>
                  </a:lnTo>
                  <a:lnTo>
                    <a:pt x="2214591" y="1619626"/>
                  </a:lnTo>
                  <a:lnTo>
                    <a:pt x="2209019" y="1615627"/>
                  </a:lnTo>
                  <a:lnTo>
                    <a:pt x="2200897" y="1611049"/>
                  </a:lnTo>
                  <a:lnTo>
                    <a:pt x="2196376" y="1603173"/>
                  </a:lnTo>
                  <a:lnTo>
                    <a:pt x="2193796" y="1597069"/>
                  </a:lnTo>
                  <a:lnTo>
                    <a:pt x="2196417" y="1586023"/>
                  </a:lnTo>
                  <a:lnTo>
                    <a:pt x="2202031" y="1584062"/>
                  </a:lnTo>
                  <a:lnTo>
                    <a:pt x="2209323" y="1585854"/>
                  </a:lnTo>
                  <a:lnTo>
                    <a:pt x="2218883" y="1585839"/>
                  </a:lnTo>
                  <a:lnTo>
                    <a:pt x="2217516" y="1583386"/>
                  </a:lnTo>
                  <a:lnTo>
                    <a:pt x="2214103" y="1583790"/>
                  </a:lnTo>
                  <a:lnTo>
                    <a:pt x="2204027" y="1574829"/>
                  </a:lnTo>
                  <a:lnTo>
                    <a:pt x="2200785" y="1569416"/>
                  </a:lnTo>
                  <a:lnTo>
                    <a:pt x="2195209" y="1567931"/>
                  </a:lnTo>
                  <a:lnTo>
                    <a:pt x="2192667" y="1573134"/>
                  </a:lnTo>
                  <a:lnTo>
                    <a:pt x="2189846" y="1574516"/>
                  </a:lnTo>
                  <a:lnTo>
                    <a:pt x="2193329" y="1563132"/>
                  </a:lnTo>
                  <a:lnTo>
                    <a:pt x="2197884" y="1562666"/>
                  </a:lnTo>
                  <a:lnTo>
                    <a:pt x="2204610" y="1559512"/>
                  </a:lnTo>
                  <a:lnTo>
                    <a:pt x="2202656" y="1552921"/>
                  </a:lnTo>
                  <a:lnTo>
                    <a:pt x="2198409" y="1550038"/>
                  </a:lnTo>
                  <a:lnTo>
                    <a:pt x="2190742" y="1553654"/>
                  </a:lnTo>
                  <a:lnTo>
                    <a:pt x="2190833" y="1549019"/>
                  </a:lnTo>
                  <a:lnTo>
                    <a:pt x="2192271" y="1543084"/>
                  </a:lnTo>
                  <a:lnTo>
                    <a:pt x="2198051" y="1543105"/>
                  </a:lnTo>
                  <a:lnTo>
                    <a:pt x="2203114" y="1545040"/>
                  </a:lnTo>
                  <a:lnTo>
                    <a:pt x="2207423" y="1535454"/>
                  </a:lnTo>
                  <a:lnTo>
                    <a:pt x="2207615" y="1531173"/>
                  </a:lnTo>
                  <a:lnTo>
                    <a:pt x="2200455" y="1537395"/>
                  </a:lnTo>
                  <a:lnTo>
                    <a:pt x="2198847" y="1523973"/>
                  </a:lnTo>
                  <a:lnTo>
                    <a:pt x="2205894" y="1511027"/>
                  </a:lnTo>
                  <a:lnTo>
                    <a:pt x="2212615" y="1505384"/>
                  </a:lnTo>
                  <a:lnTo>
                    <a:pt x="2221012" y="1505548"/>
                  </a:lnTo>
                  <a:lnTo>
                    <a:pt x="2229547" y="1504636"/>
                  </a:lnTo>
                  <a:lnTo>
                    <a:pt x="2224192" y="1502265"/>
                  </a:lnTo>
                  <a:lnTo>
                    <a:pt x="2218695" y="1500980"/>
                  </a:lnTo>
                  <a:lnTo>
                    <a:pt x="2222825" y="1495864"/>
                  </a:lnTo>
                  <a:lnTo>
                    <a:pt x="2226346" y="1494947"/>
                  </a:lnTo>
                  <a:lnTo>
                    <a:pt x="2229805" y="1490487"/>
                  </a:lnTo>
                  <a:lnTo>
                    <a:pt x="2221487" y="1491148"/>
                  </a:lnTo>
                  <a:lnTo>
                    <a:pt x="2222467" y="1482708"/>
                  </a:lnTo>
                  <a:lnTo>
                    <a:pt x="2218424" y="1484424"/>
                  </a:lnTo>
                  <a:lnTo>
                    <a:pt x="2213586" y="1485218"/>
                  </a:lnTo>
                  <a:lnTo>
                    <a:pt x="2211703" y="1488797"/>
                  </a:lnTo>
                  <a:lnTo>
                    <a:pt x="2212074" y="1494743"/>
                  </a:lnTo>
                  <a:lnTo>
                    <a:pt x="2210661" y="1498645"/>
                  </a:lnTo>
                  <a:lnTo>
                    <a:pt x="2206898" y="1501779"/>
                  </a:lnTo>
                  <a:lnTo>
                    <a:pt x="2200543" y="1504221"/>
                  </a:lnTo>
                  <a:lnTo>
                    <a:pt x="2199926" y="1499986"/>
                  </a:lnTo>
                  <a:lnTo>
                    <a:pt x="2197826" y="1498066"/>
                  </a:lnTo>
                  <a:lnTo>
                    <a:pt x="2197042" y="1507135"/>
                  </a:lnTo>
                  <a:lnTo>
                    <a:pt x="2195375" y="1510218"/>
                  </a:lnTo>
                  <a:lnTo>
                    <a:pt x="2190729" y="1501707"/>
                  </a:lnTo>
                  <a:lnTo>
                    <a:pt x="2189333" y="1503423"/>
                  </a:lnTo>
                  <a:lnTo>
                    <a:pt x="2189512" y="1505840"/>
                  </a:lnTo>
                  <a:lnTo>
                    <a:pt x="2188325" y="1510018"/>
                  </a:lnTo>
                  <a:lnTo>
                    <a:pt x="2184341" y="1512195"/>
                  </a:lnTo>
                  <a:lnTo>
                    <a:pt x="2184587" y="1517551"/>
                  </a:lnTo>
                  <a:lnTo>
                    <a:pt x="2183041" y="1520470"/>
                  </a:lnTo>
                  <a:lnTo>
                    <a:pt x="2170280" y="1515820"/>
                  </a:lnTo>
                  <a:lnTo>
                    <a:pt x="2169980" y="1517398"/>
                  </a:lnTo>
                  <a:lnTo>
                    <a:pt x="2177198" y="1527424"/>
                  </a:lnTo>
                  <a:lnTo>
                    <a:pt x="2182470" y="1530850"/>
                  </a:lnTo>
                  <a:lnTo>
                    <a:pt x="2183111" y="1536319"/>
                  </a:lnTo>
                  <a:lnTo>
                    <a:pt x="2178586" y="1540856"/>
                  </a:lnTo>
                  <a:lnTo>
                    <a:pt x="2172343" y="1536939"/>
                  </a:lnTo>
                  <a:lnTo>
                    <a:pt x="2171293" y="1537226"/>
                  </a:lnTo>
                  <a:lnTo>
                    <a:pt x="2174685" y="1543944"/>
                  </a:lnTo>
                  <a:lnTo>
                    <a:pt x="2176823" y="1549813"/>
                  </a:lnTo>
                  <a:lnTo>
                    <a:pt x="2174623" y="1554729"/>
                  </a:lnTo>
                  <a:lnTo>
                    <a:pt x="2174964" y="1560782"/>
                  </a:lnTo>
                  <a:lnTo>
                    <a:pt x="2174489" y="1566272"/>
                  </a:lnTo>
                  <a:lnTo>
                    <a:pt x="2173143" y="1571060"/>
                  </a:lnTo>
                  <a:lnTo>
                    <a:pt x="2176177" y="1593131"/>
                  </a:lnTo>
                  <a:lnTo>
                    <a:pt x="2179832" y="1599133"/>
                  </a:lnTo>
                  <a:lnTo>
                    <a:pt x="2183424" y="1604873"/>
                  </a:lnTo>
                  <a:lnTo>
                    <a:pt x="2185328" y="1610245"/>
                  </a:lnTo>
                  <a:lnTo>
                    <a:pt x="2181515" y="1611028"/>
                  </a:lnTo>
                  <a:lnTo>
                    <a:pt x="2175444" y="1606609"/>
                  </a:lnTo>
                  <a:lnTo>
                    <a:pt x="2170110" y="1603239"/>
                  </a:lnTo>
                  <a:lnTo>
                    <a:pt x="2163755" y="1592465"/>
                  </a:lnTo>
                  <a:lnTo>
                    <a:pt x="2162704" y="1588164"/>
                  </a:lnTo>
                  <a:lnTo>
                    <a:pt x="2161154" y="1584763"/>
                  </a:lnTo>
                  <a:lnTo>
                    <a:pt x="2161904" y="1592573"/>
                  </a:lnTo>
                  <a:lnTo>
                    <a:pt x="2164171" y="1601294"/>
                  </a:lnTo>
                  <a:lnTo>
                    <a:pt x="2184074" y="1620809"/>
                  </a:lnTo>
                  <a:lnTo>
                    <a:pt x="2187749" y="1628296"/>
                  </a:lnTo>
                  <a:lnTo>
                    <a:pt x="2190550" y="1634180"/>
                  </a:lnTo>
                  <a:lnTo>
                    <a:pt x="2189846" y="1639818"/>
                  </a:lnTo>
                  <a:lnTo>
                    <a:pt x="2184657" y="1635829"/>
                  </a:lnTo>
                  <a:lnTo>
                    <a:pt x="2180182" y="1630744"/>
                  </a:lnTo>
                  <a:lnTo>
                    <a:pt x="2168301" y="1624998"/>
                  </a:lnTo>
                  <a:lnTo>
                    <a:pt x="2153320" y="1621368"/>
                  </a:lnTo>
                  <a:lnTo>
                    <a:pt x="2144873" y="1608012"/>
                  </a:lnTo>
                  <a:lnTo>
                    <a:pt x="2144902" y="1613584"/>
                  </a:lnTo>
                  <a:lnTo>
                    <a:pt x="2143027" y="1618310"/>
                  </a:lnTo>
                  <a:lnTo>
                    <a:pt x="2137864" y="1612549"/>
                  </a:lnTo>
                  <a:lnTo>
                    <a:pt x="2134609" y="1607633"/>
                  </a:lnTo>
                  <a:lnTo>
                    <a:pt x="2133517" y="1602246"/>
                  </a:lnTo>
                  <a:lnTo>
                    <a:pt x="2127071" y="1602615"/>
                  </a:lnTo>
                  <a:lnTo>
                    <a:pt x="2120311" y="1607295"/>
                  </a:lnTo>
                  <a:lnTo>
                    <a:pt x="2113773" y="1606184"/>
                  </a:lnTo>
                  <a:lnTo>
                    <a:pt x="2112998" y="1597048"/>
                  </a:lnTo>
                  <a:lnTo>
                    <a:pt x="2114765" y="1592209"/>
                  </a:lnTo>
                  <a:lnTo>
                    <a:pt x="2122103" y="1580764"/>
                  </a:lnTo>
                  <a:lnTo>
                    <a:pt x="2129017" y="1574921"/>
                  </a:lnTo>
                  <a:lnTo>
                    <a:pt x="2132067" y="1567378"/>
                  </a:lnTo>
                  <a:lnTo>
                    <a:pt x="2131025" y="1555682"/>
                  </a:lnTo>
                  <a:lnTo>
                    <a:pt x="2129725" y="1567583"/>
                  </a:lnTo>
                  <a:lnTo>
                    <a:pt x="2125775" y="1573482"/>
                  </a:lnTo>
                  <a:lnTo>
                    <a:pt x="2119565" y="1577988"/>
                  </a:lnTo>
                  <a:lnTo>
                    <a:pt x="2111393" y="1586018"/>
                  </a:lnTo>
                  <a:lnTo>
                    <a:pt x="2109397" y="1593443"/>
                  </a:lnTo>
                  <a:lnTo>
                    <a:pt x="2106847" y="1607346"/>
                  </a:lnTo>
                  <a:lnTo>
                    <a:pt x="2110297" y="1612053"/>
                  </a:lnTo>
                  <a:lnTo>
                    <a:pt x="2113823" y="1613282"/>
                  </a:lnTo>
                  <a:lnTo>
                    <a:pt x="2124237" y="1610127"/>
                  </a:lnTo>
                  <a:lnTo>
                    <a:pt x="2129625" y="1611535"/>
                  </a:lnTo>
                  <a:lnTo>
                    <a:pt x="2141610" y="1628276"/>
                  </a:lnTo>
                  <a:lnTo>
                    <a:pt x="2163925" y="1634897"/>
                  </a:lnTo>
                  <a:lnTo>
                    <a:pt x="2172064" y="1639035"/>
                  </a:lnTo>
                  <a:lnTo>
                    <a:pt x="2178698" y="1647771"/>
                  </a:lnTo>
                  <a:lnTo>
                    <a:pt x="2188670" y="1652800"/>
                  </a:lnTo>
                  <a:lnTo>
                    <a:pt x="2196409" y="1660107"/>
                  </a:lnTo>
                  <a:lnTo>
                    <a:pt x="2196617" y="1664875"/>
                  </a:lnTo>
                  <a:lnTo>
                    <a:pt x="2193938" y="1670513"/>
                  </a:lnTo>
                  <a:lnTo>
                    <a:pt x="2192879" y="1678143"/>
                  </a:lnTo>
                  <a:lnTo>
                    <a:pt x="2189591" y="1682957"/>
                  </a:lnTo>
                  <a:lnTo>
                    <a:pt x="2181699" y="1683510"/>
                  </a:lnTo>
                  <a:lnTo>
                    <a:pt x="2176931" y="1682271"/>
                  </a:lnTo>
                  <a:lnTo>
                    <a:pt x="2151303" y="1655447"/>
                  </a:lnTo>
                  <a:lnTo>
                    <a:pt x="2148244" y="1652979"/>
                  </a:lnTo>
                  <a:lnTo>
                    <a:pt x="2138739" y="1638932"/>
                  </a:lnTo>
                  <a:lnTo>
                    <a:pt x="2127587" y="1631410"/>
                  </a:lnTo>
                  <a:lnTo>
                    <a:pt x="2124137" y="1631568"/>
                  </a:lnTo>
                  <a:lnTo>
                    <a:pt x="2140010" y="1645482"/>
                  </a:lnTo>
                  <a:lnTo>
                    <a:pt x="2146490" y="1655212"/>
                  </a:lnTo>
                  <a:lnTo>
                    <a:pt x="2157904" y="1668854"/>
                  </a:lnTo>
                  <a:lnTo>
                    <a:pt x="2166063" y="1674630"/>
                  </a:lnTo>
                  <a:lnTo>
                    <a:pt x="2172068" y="1683643"/>
                  </a:lnTo>
                  <a:lnTo>
                    <a:pt x="2177648" y="1687868"/>
                  </a:lnTo>
                  <a:lnTo>
                    <a:pt x="2192883" y="1693885"/>
                  </a:lnTo>
                  <a:lnTo>
                    <a:pt x="2187587" y="1698207"/>
                  </a:lnTo>
                  <a:lnTo>
                    <a:pt x="2196042" y="1701889"/>
                  </a:lnTo>
                  <a:lnTo>
                    <a:pt x="2197251" y="1708659"/>
                  </a:lnTo>
                  <a:lnTo>
                    <a:pt x="2196476" y="1716376"/>
                  </a:lnTo>
                  <a:lnTo>
                    <a:pt x="2184741" y="1713324"/>
                  </a:lnTo>
                  <a:lnTo>
                    <a:pt x="2184357" y="1719008"/>
                  </a:lnTo>
                  <a:lnTo>
                    <a:pt x="2185407" y="1722362"/>
                  </a:lnTo>
                  <a:lnTo>
                    <a:pt x="2180223" y="1725133"/>
                  </a:lnTo>
                  <a:lnTo>
                    <a:pt x="2173014" y="1721374"/>
                  </a:lnTo>
                  <a:lnTo>
                    <a:pt x="2154295" y="1700813"/>
                  </a:lnTo>
                  <a:lnTo>
                    <a:pt x="2154453" y="1703563"/>
                  </a:lnTo>
                  <a:lnTo>
                    <a:pt x="2155970" y="1706754"/>
                  </a:lnTo>
                  <a:lnTo>
                    <a:pt x="2166826" y="1719991"/>
                  </a:lnTo>
                  <a:lnTo>
                    <a:pt x="2176515" y="1727929"/>
                  </a:lnTo>
                  <a:lnTo>
                    <a:pt x="2184728" y="1731513"/>
                  </a:lnTo>
                  <a:lnTo>
                    <a:pt x="2191058" y="1738165"/>
                  </a:lnTo>
                  <a:lnTo>
                    <a:pt x="2193292" y="1742190"/>
                  </a:lnTo>
                  <a:lnTo>
                    <a:pt x="2194784" y="1748295"/>
                  </a:lnTo>
                  <a:lnTo>
                    <a:pt x="2190091" y="1752443"/>
                  </a:lnTo>
                  <a:lnTo>
                    <a:pt x="2184749" y="1754732"/>
                  </a:lnTo>
                  <a:lnTo>
                    <a:pt x="2179532" y="1750594"/>
                  </a:lnTo>
                  <a:lnTo>
                    <a:pt x="2175706" y="1746236"/>
                  </a:lnTo>
                  <a:lnTo>
                    <a:pt x="2167559" y="1738836"/>
                  </a:lnTo>
                  <a:lnTo>
                    <a:pt x="2165117" y="1730566"/>
                  </a:lnTo>
                  <a:lnTo>
                    <a:pt x="2158921" y="1730991"/>
                  </a:lnTo>
                  <a:lnTo>
                    <a:pt x="2133021" y="1720503"/>
                  </a:lnTo>
                  <a:lnTo>
                    <a:pt x="2112206" y="1719295"/>
                  </a:lnTo>
                  <a:lnTo>
                    <a:pt x="2114240" y="1721405"/>
                  </a:lnTo>
                  <a:lnTo>
                    <a:pt x="2116873" y="1722808"/>
                  </a:lnTo>
                  <a:lnTo>
                    <a:pt x="2133451" y="1725394"/>
                  </a:lnTo>
                  <a:lnTo>
                    <a:pt x="2140001" y="1730223"/>
                  </a:lnTo>
                  <a:lnTo>
                    <a:pt x="2153637" y="1734509"/>
                  </a:lnTo>
                  <a:lnTo>
                    <a:pt x="2161621" y="1735682"/>
                  </a:lnTo>
                  <a:lnTo>
                    <a:pt x="2164859" y="1748848"/>
                  </a:lnTo>
                  <a:lnTo>
                    <a:pt x="2175894" y="1757907"/>
                  </a:lnTo>
                  <a:lnTo>
                    <a:pt x="2177327" y="1764620"/>
                  </a:lnTo>
                  <a:lnTo>
                    <a:pt x="2184862" y="1765373"/>
                  </a:lnTo>
                  <a:lnTo>
                    <a:pt x="2198118" y="1758787"/>
                  </a:lnTo>
                  <a:lnTo>
                    <a:pt x="2206673" y="1761097"/>
                  </a:lnTo>
                  <a:lnTo>
                    <a:pt x="2219012" y="1762981"/>
                  </a:lnTo>
                  <a:lnTo>
                    <a:pt x="2221833" y="1768297"/>
                  </a:lnTo>
                  <a:lnTo>
                    <a:pt x="2223950" y="1778411"/>
                  </a:lnTo>
                  <a:lnTo>
                    <a:pt x="2228313" y="1789789"/>
                  </a:lnTo>
                  <a:lnTo>
                    <a:pt x="2239627" y="1834654"/>
                  </a:lnTo>
                  <a:lnTo>
                    <a:pt x="2256625" y="1871350"/>
                  </a:lnTo>
                  <a:lnTo>
                    <a:pt x="2258717" y="1877669"/>
                  </a:lnTo>
                  <a:lnTo>
                    <a:pt x="2254767" y="1872123"/>
                  </a:lnTo>
                  <a:lnTo>
                    <a:pt x="2242157" y="1847820"/>
                  </a:lnTo>
                  <a:lnTo>
                    <a:pt x="2235197" y="1830270"/>
                  </a:lnTo>
                  <a:lnTo>
                    <a:pt x="2228047" y="1799284"/>
                  </a:lnTo>
                  <a:lnTo>
                    <a:pt x="2225971" y="1792345"/>
                  </a:lnTo>
                  <a:lnTo>
                    <a:pt x="2223529" y="1789574"/>
                  </a:lnTo>
                  <a:lnTo>
                    <a:pt x="2221921" y="1791827"/>
                  </a:lnTo>
                  <a:lnTo>
                    <a:pt x="2221229" y="1795776"/>
                  </a:lnTo>
                  <a:lnTo>
                    <a:pt x="2222396" y="1798807"/>
                  </a:lnTo>
                  <a:lnTo>
                    <a:pt x="2219579" y="1809008"/>
                  </a:lnTo>
                  <a:lnTo>
                    <a:pt x="2220800" y="1813689"/>
                  </a:lnTo>
                  <a:lnTo>
                    <a:pt x="2225375" y="1818528"/>
                  </a:lnTo>
                  <a:lnTo>
                    <a:pt x="2230347" y="1830603"/>
                  </a:lnTo>
                  <a:lnTo>
                    <a:pt x="2234318" y="1846862"/>
                  </a:lnTo>
                  <a:lnTo>
                    <a:pt x="2228947" y="1840271"/>
                  </a:lnTo>
                  <a:lnTo>
                    <a:pt x="2223213" y="1836779"/>
                  </a:lnTo>
                  <a:lnTo>
                    <a:pt x="2214291" y="1834101"/>
                  </a:lnTo>
                  <a:lnTo>
                    <a:pt x="2206344" y="1829405"/>
                  </a:lnTo>
                  <a:lnTo>
                    <a:pt x="2206923" y="1836139"/>
                  </a:lnTo>
                  <a:lnTo>
                    <a:pt x="2206160" y="1843410"/>
                  </a:lnTo>
                  <a:lnTo>
                    <a:pt x="2200034" y="1841193"/>
                  </a:lnTo>
                  <a:lnTo>
                    <a:pt x="2195867" y="1838781"/>
                  </a:lnTo>
                  <a:lnTo>
                    <a:pt x="2199555" y="1846529"/>
                  </a:lnTo>
                  <a:lnTo>
                    <a:pt x="2191550" y="1844204"/>
                  </a:lnTo>
                  <a:lnTo>
                    <a:pt x="2186216" y="1844691"/>
                  </a:lnTo>
                  <a:lnTo>
                    <a:pt x="2182749" y="1851568"/>
                  </a:lnTo>
                  <a:lnTo>
                    <a:pt x="2178098" y="1855742"/>
                  </a:lnTo>
                  <a:lnTo>
                    <a:pt x="2171222" y="1857088"/>
                  </a:lnTo>
                  <a:lnTo>
                    <a:pt x="2161021" y="1850800"/>
                  </a:lnTo>
                  <a:lnTo>
                    <a:pt x="2157716" y="1843165"/>
                  </a:lnTo>
                  <a:lnTo>
                    <a:pt x="2156349" y="1834664"/>
                  </a:lnTo>
                  <a:lnTo>
                    <a:pt x="2155804" y="1844716"/>
                  </a:lnTo>
                  <a:lnTo>
                    <a:pt x="2157620" y="1855183"/>
                  </a:lnTo>
                  <a:lnTo>
                    <a:pt x="2156983" y="1863141"/>
                  </a:lnTo>
                  <a:lnTo>
                    <a:pt x="2166805" y="1864606"/>
                  </a:lnTo>
                  <a:lnTo>
                    <a:pt x="2175990" y="1863305"/>
                  </a:lnTo>
                  <a:lnTo>
                    <a:pt x="2188383" y="1863638"/>
                  </a:lnTo>
                  <a:lnTo>
                    <a:pt x="2196467" y="1862148"/>
                  </a:lnTo>
                  <a:lnTo>
                    <a:pt x="2201335" y="1859618"/>
                  </a:lnTo>
                  <a:lnTo>
                    <a:pt x="2213007" y="1861810"/>
                  </a:lnTo>
                  <a:lnTo>
                    <a:pt x="2213836" y="1871422"/>
                  </a:lnTo>
                  <a:lnTo>
                    <a:pt x="2212503" y="1880977"/>
                  </a:lnTo>
                  <a:lnTo>
                    <a:pt x="2211828" y="1891153"/>
                  </a:lnTo>
                  <a:lnTo>
                    <a:pt x="2215061" y="1891086"/>
                  </a:lnTo>
                  <a:lnTo>
                    <a:pt x="2218862" y="1887834"/>
                  </a:lnTo>
                  <a:lnTo>
                    <a:pt x="2220762" y="1869609"/>
                  </a:lnTo>
                  <a:lnTo>
                    <a:pt x="2231430" y="1862875"/>
                  </a:lnTo>
                  <a:lnTo>
                    <a:pt x="2235006" y="1863336"/>
                  </a:lnTo>
                  <a:lnTo>
                    <a:pt x="2238402" y="1869194"/>
                  </a:lnTo>
                  <a:lnTo>
                    <a:pt x="2239544" y="1875135"/>
                  </a:lnTo>
                  <a:lnTo>
                    <a:pt x="2240748" y="1883292"/>
                  </a:lnTo>
                  <a:lnTo>
                    <a:pt x="2238256" y="1895721"/>
                  </a:lnTo>
                  <a:lnTo>
                    <a:pt x="2221867" y="1910254"/>
                  </a:lnTo>
                  <a:lnTo>
                    <a:pt x="2210127" y="1923691"/>
                  </a:lnTo>
                  <a:lnTo>
                    <a:pt x="2204127" y="1926431"/>
                  </a:lnTo>
                  <a:lnTo>
                    <a:pt x="2195471" y="1924869"/>
                  </a:lnTo>
                  <a:lnTo>
                    <a:pt x="2185658" y="1921489"/>
                  </a:lnTo>
                  <a:lnTo>
                    <a:pt x="2180844" y="1920808"/>
                  </a:lnTo>
                  <a:lnTo>
                    <a:pt x="2177186" y="1921935"/>
                  </a:lnTo>
                  <a:lnTo>
                    <a:pt x="2174956" y="1917797"/>
                  </a:lnTo>
                  <a:lnTo>
                    <a:pt x="2173518" y="1910249"/>
                  </a:lnTo>
                  <a:lnTo>
                    <a:pt x="2169701" y="1907745"/>
                  </a:lnTo>
                  <a:lnTo>
                    <a:pt x="2166813" y="1908021"/>
                  </a:lnTo>
                  <a:lnTo>
                    <a:pt x="2164842" y="1916040"/>
                  </a:lnTo>
                  <a:lnTo>
                    <a:pt x="2155687" y="1918319"/>
                  </a:lnTo>
                  <a:lnTo>
                    <a:pt x="2143239" y="1915006"/>
                  </a:lnTo>
                  <a:lnTo>
                    <a:pt x="2130204" y="1908262"/>
                  </a:lnTo>
                  <a:lnTo>
                    <a:pt x="2135797" y="1915498"/>
                  </a:lnTo>
                  <a:lnTo>
                    <a:pt x="2168143" y="1928996"/>
                  </a:lnTo>
                  <a:lnTo>
                    <a:pt x="2171785" y="1931521"/>
                  </a:lnTo>
                  <a:lnTo>
                    <a:pt x="2175185" y="1935213"/>
                  </a:lnTo>
                  <a:lnTo>
                    <a:pt x="2170660" y="1941005"/>
                  </a:lnTo>
                  <a:lnTo>
                    <a:pt x="2167113" y="1947529"/>
                  </a:lnTo>
                  <a:lnTo>
                    <a:pt x="2166613" y="1952650"/>
                  </a:lnTo>
                  <a:lnTo>
                    <a:pt x="2165363" y="1955881"/>
                  </a:lnTo>
                  <a:lnTo>
                    <a:pt x="2152466" y="1964587"/>
                  </a:lnTo>
                  <a:lnTo>
                    <a:pt x="2145477" y="1963050"/>
                  </a:lnTo>
                  <a:lnTo>
                    <a:pt x="2127621" y="1947355"/>
                  </a:lnTo>
                  <a:lnTo>
                    <a:pt x="2135755" y="1960930"/>
                  </a:lnTo>
                  <a:lnTo>
                    <a:pt x="2142268" y="1966691"/>
                  </a:lnTo>
                  <a:lnTo>
                    <a:pt x="2155383" y="1969764"/>
                  </a:lnTo>
                  <a:lnTo>
                    <a:pt x="2179982" y="1964689"/>
                  </a:lnTo>
                  <a:lnTo>
                    <a:pt x="2188050" y="1970230"/>
                  </a:lnTo>
                  <a:lnTo>
                    <a:pt x="2181428" y="1980047"/>
                  </a:lnTo>
                  <a:lnTo>
                    <a:pt x="2174848" y="1986934"/>
                  </a:lnTo>
                  <a:lnTo>
                    <a:pt x="2166217" y="1987702"/>
                  </a:lnTo>
                  <a:lnTo>
                    <a:pt x="2158616" y="1989567"/>
                  </a:lnTo>
                  <a:lnTo>
                    <a:pt x="2156387" y="1994303"/>
                  </a:lnTo>
                  <a:lnTo>
                    <a:pt x="2150970" y="1994600"/>
                  </a:lnTo>
                  <a:lnTo>
                    <a:pt x="2142502" y="1994882"/>
                  </a:lnTo>
                  <a:lnTo>
                    <a:pt x="2129392" y="1995312"/>
                  </a:lnTo>
                  <a:lnTo>
                    <a:pt x="2122191" y="1994206"/>
                  </a:lnTo>
                  <a:lnTo>
                    <a:pt x="2112131" y="2003885"/>
                  </a:lnTo>
                  <a:lnTo>
                    <a:pt x="2108335" y="2005216"/>
                  </a:lnTo>
                  <a:lnTo>
                    <a:pt x="2103030" y="2003398"/>
                  </a:lnTo>
                  <a:lnTo>
                    <a:pt x="2100805" y="1995625"/>
                  </a:lnTo>
                  <a:lnTo>
                    <a:pt x="2098433" y="1991804"/>
                  </a:lnTo>
                  <a:lnTo>
                    <a:pt x="2098375" y="2006348"/>
                  </a:lnTo>
                  <a:lnTo>
                    <a:pt x="2099304" y="2010265"/>
                  </a:lnTo>
                  <a:lnTo>
                    <a:pt x="2101205" y="2013220"/>
                  </a:lnTo>
                  <a:lnTo>
                    <a:pt x="2089436" y="2021111"/>
                  </a:lnTo>
                  <a:lnTo>
                    <a:pt x="2078172" y="2030954"/>
                  </a:lnTo>
                  <a:lnTo>
                    <a:pt x="2074134" y="2033632"/>
                  </a:lnTo>
                  <a:lnTo>
                    <a:pt x="2069546" y="2038563"/>
                  </a:lnTo>
                  <a:lnTo>
                    <a:pt x="2060149" y="2052805"/>
                  </a:lnTo>
                  <a:lnTo>
                    <a:pt x="2057828" y="2063190"/>
                  </a:lnTo>
                  <a:lnTo>
                    <a:pt x="2054432" y="2074768"/>
                  </a:lnTo>
                  <a:lnTo>
                    <a:pt x="2054002" y="2069555"/>
                  </a:lnTo>
                  <a:lnTo>
                    <a:pt x="2054586" y="2060778"/>
                  </a:lnTo>
                  <a:lnTo>
                    <a:pt x="2052261" y="2050726"/>
                  </a:lnTo>
                  <a:lnTo>
                    <a:pt x="2050785" y="2069140"/>
                  </a:lnTo>
                  <a:lnTo>
                    <a:pt x="2047135" y="2077697"/>
                  </a:lnTo>
                  <a:lnTo>
                    <a:pt x="2013635" y="2077093"/>
                  </a:lnTo>
                  <a:lnTo>
                    <a:pt x="1998970" y="2081743"/>
                  </a:lnTo>
                  <a:lnTo>
                    <a:pt x="1976459" y="2097387"/>
                  </a:lnTo>
                  <a:lnTo>
                    <a:pt x="1969729" y="2104244"/>
                  </a:lnTo>
                  <a:lnTo>
                    <a:pt x="1951135" y="2130755"/>
                  </a:lnTo>
                  <a:lnTo>
                    <a:pt x="1946388" y="2147721"/>
                  </a:lnTo>
                  <a:lnTo>
                    <a:pt x="1942583" y="2140587"/>
                  </a:lnTo>
                  <a:lnTo>
                    <a:pt x="1943525" y="2135236"/>
                  </a:lnTo>
                  <a:lnTo>
                    <a:pt x="1943600" y="2130863"/>
                  </a:lnTo>
                  <a:lnTo>
                    <a:pt x="1938916" y="2140244"/>
                  </a:lnTo>
                  <a:lnTo>
                    <a:pt x="1943363" y="2153907"/>
                  </a:lnTo>
                  <a:lnTo>
                    <a:pt x="1939371" y="2159125"/>
                  </a:lnTo>
                  <a:lnTo>
                    <a:pt x="1927090" y="2168865"/>
                  </a:lnTo>
                  <a:lnTo>
                    <a:pt x="1920368" y="2170463"/>
                  </a:lnTo>
                  <a:lnTo>
                    <a:pt x="1912821" y="2173233"/>
                  </a:lnTo>
                  <a:lnTo>
                    <a:pt x="1910446" y="2182840"/>
                  </a:lnTo>
                  <a:lnTo>
                    <a:pt x="1900199" y="2191699"/>
                  </a:lnTo>
                  <a:lnTo>
                    <a:pt x="1894227" y="2195622"/>
                  </a:lnTo>
                  <a:lnTo>
                    <a:pt x="1883292" y="2193246"/>
                  </a:lnTo>
                  <a:lnTo>
                    <a:pt x="1886659" y="2201777"/>
                  </a:lnTo>
                  <a:lnTo>
                    <a:pt x="1882642" y="2208235"/>
                  </a:lnTo>
                  <a:lnTo>
                    <a:pt x="1875725" y="2213187"/>
                  </a:lnTo>
                  <a:lnTo>
                    <a:pt x="1867123" y="2216418"/>
                  </a:lnTo>
                  <a:lnTo>
                    <a:pt x="1862194" y="2216024"/>
                  </a:lnTo>
                  <a:lnTo>
                    <a:pt x="1857981" y="2217739"/>
                  </a:lnTo>
                  <a:lnTo>
                    <a:pt x="1854680" y="2221846"/>
                  </a:lnTo>
                  <a:lnTo>
                    <a:pt x="1846616" y="2225687"/>
                  </a:lnTo>
                  <a:lnTo>
                    <a:pt x="1838240" y="2223526"/>
                  </a:lnTo>
                  <a:lnTo>
                    <a:pt x="1828747" y="2222230"/>
                  </a:lnTo>
                  <a:lnTo>
                    <a:pt x="1823459" y="2224535"/>
                  </a:lnTo>
                  <a:lnTo>
                    <a:pt x="1832348" y="2228345"/>
                  </a:lnTo>
                  <a:lnTo>
                    <a:pt x="1837107" y="2233865"/>
                  </a:lnTo>
                  <a:lnTo>
                    <a:pt x="1836128" y="2241306"/>
                  </a:lnTo>
                  <a:lnTo>
                    <a:pt x="1833748" y="2244178"/>
                  </a:lnTo>
                  <a:lnTo>
                    <a:pt x="1828139" y="2248070"/>
                  </a:lnTo>
                  <a:lnTo>
                    <a:pt x="1825676" y="2247492"/>
                  </a:lnTo>
                  <a:lnTo>
                    <a:pt x="1824172" y="2243984"/>
                  </a:lnTo>
                  <a:lnTo>
                    <a:pt x="1822347" y="2236676"/>
                  </a:lnTo>
                  <a:lnTo>
                    <a:pt x="1819738" y="2238233"/>
                  </a:lnTo>
                  <a:lnTo>
                    <a:pt x="1819288" y="2241638"/>
                  </a:lnTo>
                  <a:lnTo>
                    <a:pt x="1817046" y="2242852"/>
                  </a:lnTo>
                  <a:lnTo>
                    <a:pt x="1809091" y="2231212"/>
                  </a:lnTo>
                  <a:lnTo>
                    <a:pt x="1809487" y="2240092"/>
                  </a:lnTo>
                  <a:lnTo>
                    <a:pt x="1812266" y="2246913"/>
                  </a:lnTo>
                  <a:lnTo>
                    <a:pt x="1814954" y="2250375"/>
                  </a:lnTo>
                  <a:lnTo>
                    <a:pt x="1817667" y="2252413"/>
                  </a:lnTo>
                  <a:lnTo>
                    <a:pt x="1818334" y="2255578"/>
                  </a:lnTo>
                  <a:lnTo>
                    <a:pt x="1812891" y="2263290"/>
                  </a:lnTo>
                  <a:lnTo>
                    <a:pt x="1810091" y="2265005"/>
                  </a:lnTo>
                  <a:lnTo>
                    <a:pt x="1805107" y="2266255"/>
                  </a:lnTo>
                  <a:lnTo>
                    <a:pt x="1802302" y="2271007"/>
                  </a:lnTo>
                  <a:lnTo>
                    <a:pt x="1803132" y="2275099"/>
                  </a:lnTo>
                  <a:lnTo>
                    <a:pt x="1798773" y="2283978"/>
                  </a:lnTo>
                  <a:lnTo>
                    <a:pt x="1788350" y="2289524"/>
                  </a:lnTo>
                  <a:lnTo>
                    <a:pt x="1785167" y="2289309"/>
                  </a:lnTo>
                  <a:lnTo>
                    <a:pt x="1782570" y="2290932"/>
                  </a:lnTo>
                  <a:lnTo>
                    <a:pt x="1784087" y="2294886"/>
                  </a:lnTo>
                  <a:lnTo>
                    <a:pt x="1786688" y="2297764"/>
                  </a:lnTo>
                  <a:lnTo>
                    <a:pt x="1786596" y="2300437"/>
                  </a:lnTo>
                  <a:lnTo>
                    <a:pt x="1783841" y="2304068"/>
                  </a:lnTo>
                  <a:lnTo>
                    <a:pt x="1778403" y="2305081"/>
                  </a:lnTo>
                  <a:lnTo>
                    <a:pt x="1775349" y="2309224"/>
                  </a:lnTo>
                  <a:lnTo>
                    <a:pt x="1776315" y="2313132"/>
                  </a:lnTo>
                  <a:lnTo>
                    <a:pt x="1778112" y="2315313"/>
                  </a:lnTo>
                  <a:lnTo>
                    <a:pt x="1777736" y="2319072"/>
                  </a:lnTo>
                  <a:lnTo>
                    <a:pt x="1771552" y="2322846"/>
                  </a:lnTo>
                  <a:lnTo>
                    <a:pt x="1770102" y="2326559"/>
                  </a:lnTo>
                  <a:lnTo>
                    <a:pt x="1773173" y="2327654"/>
                  </a:lnTo>
                  <a:lnTo>
                    <a:pt x="1775536" y="2326559"/>
                  </a:lnTo>
                  <a:lnTo>
                    <a:pt x="1777266" y="2327357"/>
                  </a:lnTo>
                  <a:lnTo>
                    <a:pt x="1773557" y="2333564"/>
                  </a:lnTo>
                  <a:lnTo>
                    <a:pt x="1770227" y="2337348"/>
                  </a:lnTo>
                  <a:lnTo>
                    <a:pt x="1767064" y="2344149"/>
                  </a:lnTo>
                  <a:lnTo>
                    <a:pt x="1759726" y="2346028"/>
                  </a:lnTo>
                  <a:lnTo>
                    <a:pt x="1760001" y="2348225"/>
                  </a:lnTo>
                  <a:lnTo>
                    <a:pt x="1764147" y="2350171"/>
                  </a:lnTo>
                  <a:lnTo>
                    <a:pt x="1767618" y="2355400"/>
                  </a:lnTo>
                  <a:lnTo>
                    <a:pt x="1761097" y="2365053"/>
                  </a:lnTo>
                  <a:lnTo>
                    <a:pt x="1757025" y="2364259"/>
                  </a:lnTo>
                  <a:lnTo>
                    <a:pt x="1754538" y="2362134"/>
                  </a:lnTo>
                  <a:lnTo>
                    <a:pt x="1752950" y="2369754"/>
                  </a:lnTo>
                  <a:lnTo>
                    <a:pt x="1753558" y="2373820"/>
                  </a:lnTo>
                  <a:lnTo>
                    <a:pt x="1752008" y="2382131"/>
                  </a:lnTo>
                  <a:lnTo>
                    <a:pt x="1749516" y="2392122"/>
                  </a:lnTo>
                  <a:lnTo>
                    <a:pt x="1747824" y="2396224"/>
                  </a:lnTo>
                  <a:lnTo>
                    <a:pt x="1748183" y="2403864"/>
                  </a:lnTo>
                  <a:lnTo>
                    <a:pt x="1749229" y="2411243"/>
                  </a:lnTo>
                  <a:lnTo>
                    <a:pt x="1753221" y="2420753"/>
                  </a:lnTo>
                  <a:lnTo>
                    <a:pt x="1759317" y="2459641"/>
                  </a:lnTo>
                  <a:lnTo>
                    <a:pt x="1763468" y="2473145"/>
                  </a:lnTo>
                  <a:lnTo>
                    <a:pt x="1770944" y="2509580"/>
                  </a:lnTo>
                  <a:lnTo>
                    <a:pt x="1783316" y="2544904"/>
                  </a:lnTo>
                  <a:lnTo>
                    <a:pt x="1800773" y="2587602"/>
                  </a:lnTo>
                  <a:lnTo>
                    <a:pt x="1829423" y="2639354"/>
                  </a:lnTo>
                  <a:lnTo>
                    <a:pt x="1832852" y="2646729"/>
                  </a:lnTo>
                  <a:lnTo>
                    <a:pt x="1829122" y="2652981"/>
                  </a:lnTo>
                  <a:lnTo>
                    <a:pt x="1827985" y="2659459"/>
                  </a:lnTo>
                  <a:lnTo>
                    <a:pt x="1827660" y="2669225"/>
                  </a:lnTo>
                  <a:lnTo>
                    <a:pt x="1828693" y="2678739"/>
                  </a:lnTo>
                  <a:lnTo>
                    <a:pt x="1832081" y="2690359"/>
                  </a:lnTo>
                  <a:lnTo>
                    <a:pt x="1838590" y="2708123"/>
                  </a:lnTo>
                  <a:lnTo>
                    <a:pt x="1834948" y="2704580"/>
                  </a:lnTo>
                  <a:lnTo>
                    <a:pt x="1825522" y="2679082"/>
                  </a:lnTo>
                  <a:lnTo>
                    <a:pt x="1824426" y="2664109"/>
                  </a:lnTo>
                  <a:lnTo>
                    <a:pt x="1825785" y="2642867"/>
                  </a:lnTo>
                  <a:lnTo>
                    <a:pt x="1823572" y="2643379"/>
                  </a:lnTo>
                  <a:lnTo>
                    <a:pt x="1821776" y="2650282"/>
                  </a:lnTo>
                  <a:lnTo>
                    <a:pt x="1820788" y="2658389"/>
                  </a:lnTo>
                  <a:lnTo>
                    <a:pt x="1818396" y="2661528"/>
                  </a:lnTo>
                  <a:lnTo>
                    <a:pt x="1815133" y="2649161"/>
                  </a:lnTo>
                  <a:lnTo>
                    <a:pt x="1815362" y="2643569"/>
                  </a:lnTo>
                  <a:lnTo>
                    <a:pt x="1818825" y="2637035"/>
                  </a:lnTo>
                  <a:lnTo>
                    <a:pt x="1817821" y="2634684"/>
                  </a:lnTo>
                  <a:lnTo>
                    <a:pt x="1812216" y="2631340"/>
                  </a:lnTo>
                  <a:lnTo>
                    <a:pt x="1811024" y="2626081"/>
                  </a:lnTo>
                  <a:lnTo>
                    <a:pt x="1811783" y="2620888"/>
                  </a:lnTo>
                  <a:lnTo>
                    <a:pt x="1808566" y="2618113"/>
                  </a:lnTo>
                  <a:lnTo>
                    <a:pt x="1806049" y="2618246"/>
                  </a:lnTo>
                  <a:lnTo>
                    <a:pt x="1807736" y="2631048"/>
                  </a:lnTo>
                  <a:lnTo>
                    <a:pt x="1810399" y="2638909"/>
                  </a:lnTo>
                  <a:lnTo>
                    <a:pt x="1813691" y="2657749"/>
                  </a:lnTo>
                  <a:lnTo>
                    <a:pt x="1819004" y="2669163"/>
                  </a:lnTo>
                  <a:lnTo>
                    <a:pt x="1822101" y="2678734"/>
                  </a:lnTo>
                  <a:lnTo>
                    <a:pt x="1858285" y="2780871"/>
                  </a:lnTo>
                  <a:lnTo>
                    <a:pt x="1866848" y="2793878"/>
                  </a:lnTo>
                  <a:lnTo>
                    <a:pt x="1870015" y="2803219"/>
                  </a:lnTo>
                  <a:lnTo>
                    <a:pt x="1873312" y="2822750"/>
                  </a:lnTo>
                  <a:lnTo>
                    <a:pt x="1874058" y="2847827"/>
                  </a:lnTo>
                  <a:lnTo>
                    <a:pt x="1868144" y="2893659"/>
                  </a:lnTo>
                  <a:lnTo>
                    <a:pt x="1866798" y="2924922"/>
                  </a:lnTo>
                  <a:lnTo>
                    <a:pt x="1865952" y="2923965"/>
                  </a:lnTo>
                  <a:lnTo>
                    <a:pt x="1865386" y="2920672"/>
                  </a:lnTo>
                  <a:lnTo>
                    <a:pt x="1864019" y="2920221"/>
                  </a:lnTo>
                  <a:lnTo>
                    <a:pt x="1858885" y="2934544"/>
                  </a:lnTo>
                  <a:lnTo>
                    <a:pt x="1851909" y="2947465"/>
                  </a:lnTo>
                  <a:lnTo>
                    <a:pt x="1849613" y="2967544"/>
                  </a:lnTo>
                  <a:lnTo>
                    <a:pt x="1846266" y="2977596"/>
                  </a:lnTo>
                  <a:lnTo>
                    <a:pt x="1836219" y="2988232"/>
                  </a:lnTo>
                  <a:lnTo>
                    <a:pt x="1829993" y="2987961"/>
                  </a:lnTo>
                  <a:lnTo>
                    <a:pt x="1814725" y="2995939"/>
                  </a:lnTo>
                  <a:lnTo>
                    <a:pt x="1803998" y="2993860"/>
                  </a:lnTo>
                  <a:lnTo>
                    <a:pt x="1791217" y="2998361"/>
                  </a:lnTo>
                  <a:lnTo>
                    <a:pt x="1782808" y="2997859"/>
                  </a:lnTo>
                  <a:lnTo>
                    <a:pt x="1777953" y="2988370"/>
                  </a:lnTo>
                  <a:lnTo>
                    <a:pt x="1778695" y="2984125"/>
                  </a:lnTo>
                  <a:lnTo>
                    <a:pt x="1780629" y="2979859"/>
                  </a:lnTo>
                  <a:lnTo>
                    <a:pt x="1783904" y="2978866"/>
                  </a:lnTo>
                  <a:lnTo>
                    <a:pt x="1795193" y="2988811"/>
                  </a:lnTo>
                  <a:lnTo>
                    <a:pt x="1797322" y="2984627"/>
                  </a:lnTo>
                  <a:lnTo>
                    <a:pt x="1793914" y="2979650"/>
                  </a:lnTo>
                  <a:lnTo>
                    <a:pt x="1787388" y="2976874"/>
                  </a:lnTo>
                  <a:lnTo>
                    <a:pt x="1782566" y="2973822"/>
                  </a:lnTo>
                  <a:lnTo>
                    <a:pt x="1772852" y="2951152"/>
                  </a:lnTo>
                  <a:lnTo>
                    <a:pt x="1762789" y="2935584"/>
                  </a:lnTo>
                  <a:lnTo>
                    <a:pt x="1761093" y="2925178"/>
                  </a:lnTo>
                  <a:lnTo>
                    <a:pt x="1743740" y="2918834"/>
                  </a:lnTo>
                  <a:lnTo>
                    <a:pt x="1731176" y="2909227"/>
                  </a:lnTo>
                  <a:lnTo>
                    <a:pt x="1722983" y="2892138"/>
                  </a:lnTo>
                  <a:lnTo>
                    <a:pt x="1718283" y="2861838"/>
                  </a:lnTo>
                  <a:lnTo>
                    <a:pt x="1712740" y="2858432"/>
                  </a:lnTo>
                  <a:lnTo>
                    <a:pt x="1710398" y="2856077"/>
                  </a:lnTo>
                  <a:lnTo>
                    <a:pt x="1715812" y="2844831"/>
                  </a:lnTo>
                  <a:lnTo>
                    <a:pt x="1721516" y="2835404"/>
                  </a:lnTo>
                  <a:lnTo>
                    <a:pt x="1717003" y="2837749"/>
                  </a:lnTo>
                  <a:lnTo>
                    <a:pt x="1713674" y="2841236"/>
                  </a:lnTo>
                  <a:lnTo>
                    <a:pt x="1709440" y="2849563"/>
                  </a:lnTo>
                  <a:lnTo>
                    <a:pt x="1706348" y="2850843"/>
                  </a:lnTo>
                  <a:lnTo>
                    <a:pt x="1703514" y="2849563"/>
                  </a:lnTo>
                  <a:lnTo>
                    <a:pt x="1700247" y="2833591"/>
                  </a:lnTo>
                  <a:lnTo>
                    <a:pt x="1701180" y="2813957"/>
                  </a:lnTo>
                  <a:lnTo>
                    <a:pt x="1705760" y="2806614"/>
                  </a:lnTo>
                  <a:lnTo>
                    <a:pt x="1698726" y="2806419"/>
                  </a:lnTo>
                  <a:lnTo>
                    <a:pt x="1691437" y="2809215"/>
                  </a:lnTo>
                  <a:lnTo>
                    <a:pt x="1692504" y="2815760"/>
                  </a:lnTo>
                  <a:lnTo>
                    <a:pt x="1691475" y="2819355"/>
                  </a:lnTo>
                  <a:lnTo>
                    <a:pt x="1686166" y="2818433"/>
                  </a:lnTo>
                  <a:lnTo>
                    <a:pt x="1682140" y="2816134"/>
                  </a:lnTo>
                  <a:lnTo>
                    <a:pt x="1676677" y="2809323"/>
                  </a:lnTo>
                  <a:lnTo>
                    <a:pt x="1669226" y="2796326"/>
                  </a:lnTo>
                  <a:lnTo>
                    <a:pt x="1653941" y="2760520"/>
                  </a:lnTo>
                  <a:lnTo>
                    <a:pt x="1650961" y="2755471"/>
                  </a:lnTo>
                  <a:lnTo>
                    <a:pt x="1645906" y="2750186"/>
                  </a:lnTo>
                  <a:lnTo>
                    <a:pt x="1648286" y="2748543"/>
                  </a:lnTo>
                  <a:lnTo>
                    <a:pt x="1652628" y="2747570"/>
                  </a:lnTo>
                  <a:lnTo>
                    <a:pt x="1662442" y="2731449"/>
                  </a:lnTo>
                  <a:lnTo>
                    <a:pt x="1670151" y="2721709"/>
                  </a:lnTo>
                  <a:lnTo>
                    <a:pt x="1672710" y="2714970"/>
                  </a:lnTo>
                  <a:lnTo>
                    <a:pt x="1672264" y="2712087"/>
                  </a:lnTo>
                  <a:lnTo>
                    <a:pt x="1668855" y="2707898"/>
                  </a:lnTo>
                  <a:lnTo>
                    <a:pt x="1664380" y="2711559"/>
                  </a:lnTo>
                  <a:lnTo>
                    <a:pt x="1662463" y="2710515"/>
                  </a:lnTo>
                  <a:lnTo>
                    <a:pt x="1657429" y="2702065"/>
                  </a:lnTo>
                  <a:lnTo>
                    <a:pt x="1652620" y="2699679"/>
                  </a:lnTo>
                  <a:lnTo>
                    <a:pt x="1649269" y="2701507"/>
                  </a:lnTo>
                  <a:lnTo>
                    <a:pt x="1652803" y="2708430"/>
                  </a:lnTo>
                  <a:lnTo>
                    <a:pt x="1655979" y="2711001"/>
                  </a:lnTo>
                  <a:lnTo>
                    <a:pt x="1654749" y="2721069"/>
                  </a:lnTo>
                  <a:lnTo>
                    <a:pt x="1653466" y="2724346"/>
                  </a:lnTo>
                  <a:lnTo>
                    <a:pt x="1650490" y="2727240"/>
                  </a:lnTo>
                  <a:lnTo>
                    <a:pt x="1645844" y="2725698"/>
                  </a:lnTo>
                  <a:lnTo>
                    <a:pt x="1643494" y="2728187"/>
                  </a:lnTo>
                  <a:lnTo>
                    <a:pt x="1640727" y="2725565"/>
                  </a:lnTo>
                  <a:lnTo>
                    <a:pt x="1637972" y="2721141"/>
                  </a:lnTo>
                  <a:lnTo>
                    <a:pt x="1634905" y="2713859"/>
                  </a:lnTo>
                  <a:lnTo>
                    <a:pt x="1643010" y="2672871"/>
                  </a:lnTo>
                  <a:lnTo>
                    <a:pt x="1650511" y="2646754"/>
                  </a:lnTo>
                  <a:lnTo>
                    <a:pt x="1651370" y="2616961"/>
                  </a:lnTo>
                  <a:lnTo>
                    <a:pt x="1651928" y="2612546"/>
                  </a:lnTo>
                  <a:lnTo>
                    <a:pt x="1651295" y="2604629"/>
                  </a:lnTo>
                  <a:lnTo>
                    <a:pt x="1641235" y="2587423"/>
                  </a:lnTo>
                  <a:lnTo>
                    <a:pt x="1596758" y="2545437"/>
                  </a:lnTo>
                  <a:lnTo>
                    <a:pt x="1562287" y="2495718"/>
                  </a:lnTo>
                  <a:lnTo>
                    <a:pt x="1532429" y="2477067"/>
                  </a:lnTo>
                  <a:lnTo>
                    <a:pt x="1509776" y="2481164"/>
                  </a:lnTo>
                  <a:lnTo>
                    <a:pt x="1505854" y="2484913"/>
                  </a:lnTo>
                  <a:lnTo>
                    <a:pt x="1504171" y="2489813"/>
                  </a:lnTo>
                  <a:lnTo>
                    <a:pt x="1505592" y="2495359"/>
                  </a:lnTo>
                  <a:lnTo>
                    <a:pt x="1503533" y="2497669"/>
                  </a:lnTo>
                  <a:lnTo>
                    <a:pt x="1497453" y="2497377"/>
                  </a:lnTo>
                  <a:lnTo>
                    <a:pt x="1489265" y="2498667"/>
                  </a:lnTo>
                  <a:lnTo>
                    <a:pt x="1467883" y="2511757"/>
                  </a:lnTo>
                  <a:lnTo>
                    <a:pt x="1460340" y="2511275"/>
                  </a:lnTo>
                  <a:lnTo>
                    <a:pt x="1453489" y="2514665"/>
                  </a:lnTo>
                  <a:lnTo>
                    <a:pt x="1448359" y="2517205"/>
                  </a:lnTo>
                  <a:lnTo>
                    <a:pt x="1434982" y="2518588"/>
                  </a:lnTo>
                  <a:lnTo>
                    <a:pt x="1423639" y="2521491"/>
                  </a:lnTo>
                  <a:lnTo>
                    <a:pt x="1418739" y="2519919"/>
                  </a:lnTo>
                  <a:lnTo>
                    <a:pt x="1415542" y="2512330"/>
                  </a:lnTo>
                  <a:lnTo>
                    <a:pt x="1415542" y="2504475"/>
                  </a:lnTo>
                  <a:lnTo>
                    <a:pt x="1418134" y="2510497"/>
                  </a:lnTo>
                  <a:lnTo>
                    <a:pt x="1422147" y="2515208"/>
                  </a:lnTo>
                  <a:lnTo>
                    <a:pt x="1423985" y="2513324"/>
                  </a:lnTo>
                  <a:lnTo>
                    <a:pt x="1424673" y="2509155"/>
                  </a:lnTo>
                  <a:lnTo>
                    <a:pt x="1420681" y="2500987"/>
                  </a:lnTo>
                  <a:lnTo>
                    <a:pt x="1407820" y="2490494"/>
                  </a:lnTo>
                  <a:lnTo>
                    <a:pt x="1393185" y="2475168"/>
                  </a:lnTo>
                  <a:lnTo>
                    <a:pt x="1397648" y="2475675"/>
                  </a:lnTo>
                  <a:lnTo>
                    <a:pt x="1398778" y="2472392"/>
                  </a:lnTo>
                  <a:lnTo>
                    <a:pt x="1394240" y="2468085"/>
                  </a:lnTo>
                  <a:lnTo>
                    <a:pt x="1396156" y="2463108"/>
                  </a:lnTo>
                  <a:lnTo>
                    <a:pt x="1399353" y="2457879"/>
                  </a:lnTo>
                  <a:lnTo>
                    <a:pt x="1393177" y="2458663"/>
                  </a:lnTo>
                  <a:lnTo>
                    <a:pt x="1387634" y="2462324"/>
                  </a:lnTo>
                  <a:lnTo>
                    <a:pt x="1387451" y="2466846"/>
                  </a:lnTo>
                  <a:lnTo>
                    <a:pt x="1386355" y="2470441"/>
                  </a:lnTo>
                  <a:lnTo>
                    <a:pt x="1383371" y="2469919"/>
                  </a:lnTo>
                  <a:lnTo>
                    <a:pt x="1377833" y="2465469"/>
                  </a:lnTo>
                  <a:lnTo>
                    <a:pt x="1350567" y="2453081"/>
                  </a:lnTo>
                  <a:lnTo>
                    <a:pt x="1326731" y="2446096"/>
                  </a:lnTo>
                  <a:lnTo>
                    <a:pt x="1345025" y="2442952"/>
                  </a:lnTo>
                  <a:lnTo>
                    <a:pt x="1354947" y="2445395"/>
                  </a:lnTo>
                  <a:lnTo>
                    <a:pt x="1353763" y="2441646"/>
                  </a:lnTo>
                  <a:lnTo>
                    <a:pt x="1351375" y="2439265"/>
                  </a:lnTo>
                  <a:lnTo>
                    <a:pt x="1343549" y="2436249"/>
                  </a:lnTo>
                  <a:lnTo>
                    <a:pt x="1333581" y="2437396"/>
                  </a:lnTo>
                  <a:lnTo>
                    <a:pt x="1327285" y="2435977"/>
                  </a:lnTo>
                  <a:lnTo>
                    <a:pt x="1320846" y="2438968"/>
                  </a:lnTo>
                  <a:lnTo>
                    <a:pt x="1313791" y="2443413"/>
                  </a:lnTo>
                  <a:lnTo>
                    <a:pt x="1307511" y="2445702"/>
                  </a:lnTo>
                  <a:lnTo>
                    <a:pt x="1282933" y="2448902"/>
                  </a:lnTo>
                  <a:lnTo>
                    <a:pt x="1263001" y="2452374"/>
                  </a:lnTo>
                  <a:lnTo>
                    <a:pt x="1266197" y="2448708"/>
                  </a:lnTo>
                  <a:lnTo>
                    <a:pt x="1269606" y="2446352"/>
                  </a:lnTo>
                  <a:lnTo>
                    <a:pt x="1281383" y="2442768"/>
                  </a:lnTo>
                  <a:lnTo>
                    <a:pt x="1283146" y="2435317"/>
                  </a:lnTo>
                  <a:lnTo>
                    <a:pt x="1280379" y="2428142"/>
                  </a:lnTo>
                  <a:lnTo>
                    <a:pt x="1277278" y="2429863"/>
                  </a:lnTo>
                  <a:lnTo>
                    <a:pt x="1274023" y="2435470"/>
                  </a:lnTo>
                  <a:lnTo>
                    <a:pt x="1270031" y="2431430"/>
                  </a:lnTo>
                  <a:lnTo>
                    <a:pt x="1265610" y="2431450"/>
                  </a:lnTo>
                  <a:lnTo>
                    <a:pt x="1264410" y="2440371"/>
                  </a:lnTo>
                  <a:lnTo>
                    <a:pt x="1258742" y="2446352"/>
                  </a:lnTo>
                  <a:lnTo>
                    <a:pt x="1256184" y="2452374"/>
                  </a:lnTo>
                  <a:lnTo>
                    <a:pt x="1239565" y="2457091"/>
                  </a:lnTo>
                  <a:lnTo>
                    <a:pt x="1237435" y="2455519"/>
                  </a:lnTo>
                  <a:lnTo>
                    <a:pt x="1242298" y="2449799"/>
                  </a:lnTo>
                  <a:lnTo>
                    <a:pt x="1241911" y="2446618"/>
                  </a:lnTo>
                  <a:lnTo>
                    <a:pt x="1236364" y="2449348"/>
                  </a:lnTo>
                  <a:lnTo>
                    <a:pt x="1227063" y="2460189"/>
                  </a:lnTo>
                  <a:lnTo>
                    <a:pt x="1194317" y="2463738"/>
                  </a:lnTo>
                  <a:lnTo>
                    <a:pt x="1196105" y="2461275"/>
                  </a:lnTo>
                  <a:lnTo>
                    <a:pt x="1203018" y="2460783"/>
                  </a:lnTo>
                  <a:lnTo>
                    <a:pt x="1212724" y="2457352"/>
                  </a:lnTo>
                  <a:lnTo>
                    <a:pt x="1210761" y="2451576"/>
                  </a:lnTo>
                  <a:lnTo>
                    <a:pt x="1207019" y="2445226"/>
                  </a:lnTo>
                  <a:lnTo>
                    <a:pt x="1203564" y="2444519"/>
                  </a:lnTo>
                  <a:lnTo>
                    <a:pt x="1201285" y="2440796"/>
                  </a:lnTo>
                  <a:lnTo>
                    <a:pt x="1201397" y="2429064"/>
                  </a:lnTo>
                  <a:lnTo>
                    <a:pt x="1199189" y="2422207"/>
                  </a:lnTo>
                  <a:lnTo>
                    <a:pt x="1193859" y="2415150"/>
                  </a:lnTo>
                  <a:lnTo>
                    <a:pt x="1192058" y="2416508"/>
                  </a:lnTo>
                  <a:lnTo>
                    <a:pt x="1188137" y="2428572"/>
                  </a:lnTo>
                  <a:lnTo>
                    <a:pt x="1184878" y="2444396"/>
                  </a:lnTo>
                  <a:lnTo>
                    <a:pt x="1183266" y="2449507"/>
                  </a:lnTo>
                  <a:lnTo>
                    <a:pt x="1173556" y="2449865"/>
                  </a:lnTo>
                  <a:lnTo>
                    <a:pt x="1164963" y="2448785"/>
                  </a:lnTo>
                  <a:lnTo>
                    <a:pt x="1135759" y="2450684"/>
                  </a:lnTo>
                  <a:lnTo>
                    <a:pt x="1124849" y="2445323"/>
                  </a:lnTo>
                  <a:lnTo>
                    <a:pt x="1120324" y="2444294"/>
                  </a:lnTo>
                  <a:lnTo>
                    <a:pt x="1117569" y="2444416"/>
                  </a:lnTo>
                  <a:lnTo>
                    <a:pt x="1104868" y="2449333"/>
                  </a:lnTo>
                  <a:lnTo>
                    <a:pt x="1090395" y="2453096"/>
                  </a:lnTo>
                  <a:lnTo>
                    <a:pt x="1086986" y="2451914"/>
                  </a:lnTo>
                  <a:lnTo>
                    <a:pt x="1082123" y="2451739"/>
                  </a:lnTo>
                  <a:lnTo>
                    <a:pt x="1071630" y="2464552"/>
                  </a:lnTo>
                  <a:lnTo>
                    <a:pt x="1059257" y="2470549"/>
                  </a:lnTo>
                  <a:lnTo>
                    <a:pt x="1028041" y="2459769"/>
                  </a:lnTo>
                  <a:lnTo>
                    <a:pt x="1020277" y="2451099"/>
                  </a:lnTo>
                  <a:lnTo>
                    <a:pt x="1013385" y="2449246"/>
                  </a:lnTo>
                  <a:lnTo>
                    <a:pt x="1004908" y="2448175"/>
                  </a:lnTo>
                  <a:lnTo>
                    <a:pt x="995803" y="2458842"/>
                  </a:lnTo>
                  <a:lnTo>
                    <a:pt x="988885" y="2473237"/>
                  </a:lnTo>
                  <a:lnTo>
                    <a:pt x="999816" y="2481128"/>
                  </a:lnTo>
                  <a:lnTo>
                    <a:pt x="1009172" y="2484902"/>
                  </a:lnTo>
                  <a:lnTo>
                    <a:pt x="1024632" y="2481738"/>
                  </a:lnTo>
                  <a:lnTo>
                    <a:pt x="1033179" y="2474753"/>
                  </a:lnTo>
                  <a:lnTo>
                    <a:pt x="1040159" y="2474983"/>
                  </a:lnTo>
                  <a:lnTo>
                    <a:pt x="1043497" y="2473565"/>
                  </a:lnTo>
                  <a:lnTo>
                    <a:pt x="1046543" y="2469919"/>
                  </a:lnTo>
                  <a:lnTo>
                    <a:pt x="1052511" y="2472797"/>
                  </a:lnTo>
                  <a:lnTo>
                    <a:pt x="1052723" y="2475680"/>
                  </a:lnTo>
                  <a:lnTo>
                    <a:pt x="1048485" y="2479741"/>
                  </a:lnTo>
                  <a:lnTo>
                    <a:pt x="1043147" y="2483161"/>
                  </a:lnTo>
                  <a:lnTo>
                    <a:pt x="1039909" y="2487192"/>
                  </a:lnTo>
                  <a:lnTo>
                    <a:pt x="1046001" y="2495313"/>
                  </a:lnTo>
                  <a:lnTo>
                    <a:pt x="1055569" y="2498043"/>
                  </a:lnTo>
                  <a:lnTo>
                    <a:pt x="1059170" y="2496865"/>
                  </a:lnTo>
                  <a:lnTo>
                    <a:pt x="1061399" y="2487734"/>
                  </a:lnTo>
                  <a:lnTo>
                    <a:pt x="1067283" y="2481856"/>
                  </a:lnTo>
                  <a:lnTo>
                    <a:pt x="1075280" y="2483126"/>
                  </a:lnTo>
                  <a:lnTo>
                    <a:pt x="1074143" y="2486813"/>
                  </a:lnTo>
                  <a:lnTo>
                    <a:pt x="1075264" y="2490295"/>
                  </a:lnTo>
                  <a:lnTo>
                    <a:pt x="1078939" y="2496240"/>
                  </a:lnTo>
                  <a:lnTo>
                    <a:pt x="1078518" y="2504756"/>
                  </a:lnTo>
                  <a:lnTo>
                    <a:pt x="1079231" y="2506810"/>
                  </a:lnTo>
                  <a:lnTo>
                    <a:pt x="1070613" y="2510568"/>
                  </a:lnTo>
                  <a:lnTo>
                    <a:pt x="1064191" y="2511844"/>
                  </a:lnTo>
                  <a:lnTo>
                    <a:pt x="1059053" y="2516765"/>
                  </a:lnTo>
                  <a:lnTo>
                    <a:pt x="1061745" y="2519622"/>
                  </a:lnTo>
                  <a:lnTo>
                    <a:pt x="1056511" y="2522132"/>
                  </a:lnTo>
                  <a:lnTo>
                    <a:pt x="1052973" y="2521128"/>
                  </a:lnTo>
                  <a:lnTo>
                    <a:pt x="1051194" y="2522055"/>
                  </a:lnTo>
                  <a:lnTo>
                    <a:pt x="1050660" y="2525076"/>
                  </a:lnTo>
                  <a:lnTo>
                    <a:pt x="1047956" y="2527882"/>
                  </a:lnTo>
                  <a:lnTo>
                    <a:pt x="1051890" y="2536337"/>
                  </a:lnTo>
                  <a:lnTo>
                    <a:pt x="1059953" y="2541857"/>
                  </a:lnTo>
                  <a:lnTo>
                    <a:pt x="1065642" y="2548776"/>
                  </a:lnTo>
                  <a:lnTo>
                    <a:pt x="1088511" y="2557886"/>
                  </a:lnTo>
                  <a:lnTo>
                    <a:pt x="1094054" y="2557625"/>
                  </a:lnTo>
                  <a:lnTo>
                    <a:pt x="1099509" y="2566796"/>
                  </a:lnTo>
                  <a:lnTo>
                    <a:pt x="1103905" y="2569951"/>
                  </a:lnTo>
                  <a:lnTo>
                    <a:pt x="1108139" y="2571553"/>
                  </a:lnTo>
                  <a:lnTo>
                    <a:pt x="1107655" y="2577862"/>
                  </a:lnTo>
                  <a:lnTo>
                    <a:pt x="1100134" y="2582482"/>
                  </a:lnTo>
                  <a:lnTo>
                    <a:pt x="1098100" y="2587992"/>
                  </a:lnTo>
                  <a:lnTo>
                    <a:pt x="1096208" y="2591090"/>
                  </a:lnTo>
                  <a:lnTo>
                    <a:pt x="1092816" y="2587167"/>
                  </a:lnTo>
                  <a:lnTo>
                    <a:pt x="1089332" y="2584325"/>
                  </a:lnTo>
                  <a:lnTo>
                    <a:pt x="1081269" y="2592969"/>
                  </a:lnTo>
                  <a:lnTo>
                    <a:pt x="1077381" y="2594787"/>
                  </a:lnTo>
                  <a:lnTo>
                    <a:pt x="1079310" y="2585467"/>
                  </a:lnTo>
                  <a:lnTo>
                    <a:pt x="1076264" y="2581816"/>
                  </a:lnTo>
                  <a:lnTo>
                    <a:pt x="1071659" y="2572470"/>
                  </a:lnTo>
                  <a:lnTo>
                    <a:pt x="1064950" y="2566689"/>
                  </a:lnTo>
                  <a:lnTo>
                    <a:pt x="1060224" y="2564773"/>
                  </a:lnTo>
                  <a:lnTo>
                    <a:pt x="1056545" y="2561117"/>
                  </a:lnTo>
                  <a:lnTo>
                    <a:pt x="1052090" y="2559637"/>
                  </a:lnTo>
                  <a:lnTo>
                    <a:pt x="1048289" y="2560016"/>
                  </a:lnTo>
                  <a:lnTo>
                    <a:pt x="1041855" y="2557886"/>
                  </a:lnTo>
                  <a:lnTo>
                    <a:pt x="1041430" y="2552913"/>
                  </a:lnTo>
                  <a:lnTo>
                    <a:pt x="1039646" y="2549190"/>
                  </a:lnTo>
                  <a:lnTo>
                    <a:pt x="1034612" y="2544797"/>
                  </a:lnTo>
                  <a:lnTo>
                    <a:pt x="1010559" y="2536496"/>
                  </a:lnTo>
                  <a:lnTo>
                    <a:pt x="1010413" y="2539932"/>
                  </a:lnTo>
                  <a:lnTo>
                    <a:pt x="1012080" y="2542518"/>
                  </a:lnTo>
                  <a:lnTo>
                    <a:pt x="1015535" y="2544239"/>
                  </a:lnTo>
                  <a:lnTo>
                    <a:pt x="1019669" y="2547588"/>
                  </a:lnTo>
                  <a:lnTo>
                    <a:pt x="1019631" y="2557507"/>
                  </a:lnTo>
                  <a:lnTo>
                    <a:pt x="1017844" y="2561706"/>
                  </a:lnTo>
                  <a:lnTo>
                    <a:pt x="1017077" y="2567687"/>
                  </a:lnTo>
                  <a:lnTo>
                    <a:pt x="1015485" y="2573766"/>
                  </a:lnTo>
                  <a:lnTo>
                    <a:pt x="1012543" y="2578559"/>
                  </a:lnTo>
                  <a:lnTo>
                    <a:pt x="1005975" y="2581826"/>
                  </a:lnTo>
                  <a:lnTo>
                    <a:pt x="1003079" y="2579091"/>
                  </a:lnTo>
                  <a:lnTo>
                    <a:pt x="998395" y="2566002"/>
                  </a:lnTo>
                  <a:lnTo>
                    <a:pt x="991773" y="2561880"/>
                  </a:lnTo>
                  <a:lnTo>
                    <a:pt x="981251" y="2561394"/>
                  </a:lnTo>
                  <a:lnTo>
                    <a:pt x="974104" y="2564353"/>
                  </a:lnTo>
                  <a:lnTo>
                    <a:pt x="966316" y="2577033"/>
                  </a:lnTo>
                  <a:lnTo>
                    <a:pt x="960040" y="2579107"/>
                  </a:lnTo>
                  <a:lnTo>
                    <a:pt x="938558" y="2572537"/>
                  </a:lnTo>
                  <a:lnTo>
                    <a:pt x="914030" y="2562525"/>
                  </a:lnTo>
                  <a:lnTo>
                    <a:pt x="914663" y="2559192"/>
                  </a:lnTo>
                  <a:lnTo>
                    <a:pt x="918522" y="2558121"/>
                  </a:lnTo>
                  <a:lnTo>
                    <a:pt x="925923" y="2559489"/>
                  </a:lnTo>
                  <a:lnTo>
                    <a:pt x="925531" y="2556052"/>
                  </a:lnTo>
                  <a:lnTo>
                    <a:pt x="917968" y="2544868"/>
                  </a:lnTo>
                  <a:lnTo>
                    <a:pt x="916580" y="2539819"/>
                  </a:lnTo>
                  <a:lnTo>
                    <a:pt x="917555" y="2533659"/>
                  </a:lnTo>
                  <a:lnTo>
                    <a:pt x="915088" y="2533797"/>
                  </a:lnTo>
                  <a:lnTo>
                    <a:pt x="910546" y="2538969"/>
                  </a:lnTo>
                  <a:lnTo>
                    <a:pt x="894906" y="2534586"/>
                  </a:lnTo>
                  <a:lnTo>
                    <a:pt x="890589" y="2529347"/>
                  </a:lnTo>
                  <a:lnTo>
                    <a:pt x="881400" y="2514583"/>
                  </a:lnTo>
                  <a:lnTo>
                    <a:pt x="868432" y="2514102"/>
                  </a:lnTo>
                  <a:lnTo>
                    <a:pt x="862564" y="2505151"/>
                  </a:lnTo>
                  <a:lnTo>
                    <a:pt x="851967" y="2508899"/>
                  </a:lnTo>
                  <a:lnTo>
                    <a:pt x="846600" y="2513047"/>
                  </a:lnTo>
                  <a:lnTo>
                    <a:pt x="841883" y="2519474"/>
                  </a:lnTo>
                  <a:lnTo>
                    <a:pt x="843720" y="2522807"/>
                  </a:lnTo>
                  <a:lnTo>
                    <a:pt x="848421" y="2528103"/>
                  </a:lnTo>
                  <a:lnTo>
                    <a:pt x="846275" y="2530658"/>
                  </a:lnTo>
                  <a:lnTo>
                    <a:pt x="831185" y="2534432"/>
                  </a:lnTo>
                  <a:lnTo>
                    <a:pt x="796156" y="2530212"/>
                  </a:lnTo>
                  <a:lnTo>
                    <a:pt x="785913" y="2526269"/>
                  </a:lnTo>
                  <a:lnTo>
                    <a:pt x="772165" y="2517932"/>
                  </a:lnTo>
                  <a:lnTo>
                    <a:pt x="753108" y="2511137"/>
                  </a:lnTo>
                  <a:lnTo>
                    <a:pt x="743932" y="2510041"/>
                  </a:lnTo>
                  <a:lnTo>
                    <a:pt x="734947" y="2511388"/>
                  </a:lnTo>
                  <a:lnTo>
                    <a:pt x="708802" y="2512084"/>
                  </a:lnTo>
                  <a:lnTo>
                    <a:pt x="702735" y="2513892"/>
                  </a:lnTo>
                  <a:lnTo>
                    <a:pt x="697567" y="2516780"/>
                  </a:lnTo>
                  <a:lnTo>
                    <a:pt x="694217" y="2513585"/>
                  </a:lnTo>
                  <a:lnTo>
                    <a:pt x="692667" y="2507880"/>
                  </a:lnTo>
                  <a:lnTo>
                    <a:pt x="695701" y="2506953"/>
                  </a:lnTo>
                  <a:lnTo>
                    <a:pt x="699076" y="2503599"/>
                  </a:lnTo>
                  <a:lnTo>
                    <a:pt x="702122" y="2496967"/>
                  </a:lnTo>
                  <a:lnTo>
                    <a:pt x="702468" y="2492958"/>
                  </a:lnTo>
                  <a:lnTo>
                    <a:pt x="700339" y="2490341"/>
                  </a:lnTo>
                  <a:lnTo>
                    <a:pt x="696288" y="2490080"/>
                  </a:lnTo>
                  <a:lnTo>
                    <a:pt x="687341" y="2507358"/>
                  </a:lnTo>
                  <a:lnTo>
                    <a:pt x="692454" y="2517041"/>
                  </a:lnTo>
                  <a:lnTo>
                    <a:pt x="692104" y="2520534"/>
                  </a:lnTo>
                  <a:lnTo>
                    <a:pt x="674252" y="2522521"/>
                  </a:lnTo>
                  <a:lnTo>
                    <a:pt x="633730" y="2542016"/>
                  </a:lnTo>
                  <a:lnTo>
                    <a:pt x="617928" y="2552529"/>
                  </a:lnTo>
                  <a:lnTo>
                    <a:pt x="618736" y="2548991"/>
                  </a:lnTo>
                  <a:lnTo>
                    <a:pt x="637843" y="2535364"/>
                  </a:lnTo>
                  <a:lnTo>
                    <a:pt x="631096" y="2533280"/>
                  </a:lnTo>
                  <a:lnTo>
                    <a:pt x="620232" y="2536685"/>
                  </a:lnTo>
                  <a:lnTo>
                    <a:pt x="616336" y="2535374"/>
                  </a:lnTo>
                  <a:lnTo>
                    <a:pt x="620936" y="2524108"/>
                  </a:lnTo>
                  <a:lnTo>
                    <a:pt x="619436" y="2514174"/>
                  </a:lnTo>
                  <a:lnTo>
                    <a:pt x="611723" y="2513902"/>
                  </a:lnTo>
                  <a:lnTo>
                    <a:pt x="606810" y="2521835"/>
                  </a:lnTo>
                  <a:lnTo>
                    <a:pt x="603397" y="2521497"/>
                  </a:lnTo>
                  <a:lnTo>
                    <a:pt x="598925" y="2518096"/>
                  </a:lnTo>
                  <a:lnTo>
                    <a:pt x="595462" y="2519172"/>
                  </a:lnTo>
                  <a:lnTo>
                    <a:pt x="598025" y="2537146"/>
                  </a:lnTo>
                  <a:lnTo>
                    <a:pt x="602884" y="2544541"/>
                  </a:lnTo>
                  <a:lnTo>
                    <a:pt x="606947" y="2553968"/>
                  </a:lnTo>
                  <a:lnTo>
                    <a:pt x="595850" y="2565618"/>
                  </a:lnTo>
                  <a:lnTo>
                    <a:pt x="585544" y="2575230"/>
                  </a:lnTo>
                  <a:lnTo>
                    <a:pt x="584427" y="2584520"/>
                  </a:lnTo>
                  <a:lnTo>
                    <a:pt x="574072" y="2596620"/>
                  </a:lnTo>
                  <a:lnTo>
                    <a:pt x="564329" y="2603482"/>
                  </a:lnTo>
                  <a:lnTo>
                    <a:pt x="541438" y="2619613"/>
                  </a:lnTo>
                  <a:lnTo>
                    <a:pt x="534908" y="2623065"/>
                  </a:lnTo>
                  <a:lnTo>
                    <a:pt x="524578" y="2630552"/>
                  </a:lnTo>
                  <a:lnTo>
                    <a:pt x="510326" y="2636164"/>
                  </a:lnTo>
                  <a:lnTo>
                    <a:pt x="496662" y="2645074"/>
                  </a:lnTo>
                  <a:lnTo>
                    <a:pt x="492053" y="2646426"/>
                  </a:lnTo>
                  <a:lnTo>
                    <a:pt x="500779" y="2638883"/>
                  </a:lnTo>
                  <a:lnTo>
                    <a:pt x="511126" y="2631432"/>
                  </a:lnTo>
                  <a:lnTo>
                    <a:pt x="502250" y="2632451"/>
                  </a:lnTo>
                  <a:lnTo>
                    <a:pt x="488569" y="2629000"/>
                  </a:lnTo>
                  <a:lnTo>
                    <a:pt x="480197" y="2628800"/>
                  </a:lnTo>
                  <a:lnTo>
                    <a:pt x="480139" y="2631519"/>
                  </a:lnTo>
                  <a:lnTo>
                    <a:pt x="473771" y="2635360"/>
                  </a:lnTo>
                  <a:lnTo>
                    <a:pt x="467174" y="2629717"/>
                  </a:lnTo>
                  <a:lnTo>
                    <a:pt x="464299" y="2625922"/>
                  </a:lnTo>
                  <a:lnTo>
                    <a:pt x="462936" y="2622645"/>
                  </a:lnTo>
                  <a:lnTo>
                    <a:pt x="460136" y="2621851"/>
                  </a:lnTo>
                  <a:lnTo>
                    <a:pt x="457444" y="2623372"/>
                  </a:lnTo>
                  <a:lnTo>
                    <a:pt x="467291" y="2646452"/>
                  </a:lnTo>
                  <a:lnTo>
                    <a:pt x="471487" y="2647451"/>
                  </a:lnTo>
                  <a:lnTo>
                    <a:pt x="476130" y="2649745"/>
                  </a:lnTo>
                  <a:lnTo>
                    <a:pt x="470350" y="2655122"/>
                  </a:lnTo>
                  <a:lnTo>
                    <a:pt x="464128" y="2659203"/>
                  </a:lnTo>
                  <a:lnTo>
                    <a:pt x="454343" y="2661912"/>
                  </a:lnTo>
                  <a:lnTo>
                    <a:pt x="446051" y="2653488"/>
                  </a:lnTo>
                  <a:lnTo>
                    <a:pt x="444255" y="2664058"/>
                  </a:lnTo>
                  <a:lnTo>
                    <a:pt x="443204" y="2674612"/>
                  </a:lnTo>
                  <a:lnTo>
                    <a:pt x="440421" y="2677321"/>
                  </a:lnTo>
                  <a:lnTo>
                    <a:pt x="435974" y="2681182"/>
                  </a:lnTo>
                  <a:lnTo>
                    <a:pt x="433561" y="2678268"/>
                  </a:lnTo>
                  <a:lnTo>
                    <a:pt x="432415" y="2674187"/>
                  </a:lnTo>
                  <a:lnTo>
                    <a:pt x="429569" y="2677828"/>
                  </a:lnTo>
                  <a:lnTo>
                    <a:pt x="425402" y="2680562"/>
                  </a:lnTo>
                  <a:lnTo>
                    <a:pt x="418526" y="2681110"/>
                  </a:lnTo>
                  <a:lnTo>
                    <a:pt x="413367" y="2682570"/>
                  </a:lnTo>
                  <a:lnTo>
                    <a:pt x="413488" y="2686943"/>
                  </a:lnTo>
                  <a:lnTo>
                    <a:pt x="414667" y="2691337"/>
                  </a:lnTo>
                  <a:lnTo>
                    <a:pt x="423793" y="2687865"/>
                  </a:lnTo>
                  <a:lnTo>
                    <a:pt x="420485" y="2699167"/>
                  </a:lnTo>
                  <a:lnTo>
                    <a:pt x="412092" y="2710335"/>
                  </a:lnTo>
                  <a:lnTo>
                    <a:pt x="405254" y="2712973"/>
                  </a:lnTo>
                  <a:lnTo>
                    <a:pt x="394794" y="2711339"/>
                  </a:lnTo>
                  <a:lnTo>
                    <a:pt x="392210" y="2712461"/>
                  </a:lnTo>
                  <a:lnTo>
                    <a:pt x="389897" y="2714780"/>
                  </a:lnTo>
                  <a:lnTo>
                    <a:pt x="402082" y="2732253"/>
                  </a:lnTo>
                  <a:lnTo>
                    <a:pt x="394252" y="2758605"/>
                  </a:lnTo>
                  <a:lnTo>
                    <a:pt x="389247" y="2768156"/>
                  </a:lnTo>
                  <a:lnTo>
                    <a:pt x="385776" y="2769380"/>
                  </a:lnTo>
                  <a:lnTo>
                    <a:pt x="382013" y="2769656"/>
                  </a:lnTo>
                  <a:lnTo>
                    <a:pt x="368507" y="2761166"/>
                  </a:lnTo>
                  <a:lnTo>
                    <a:pt x="361139" y="2754601"/>
                  </a:lnTo>
                  <a:lnTo>
                    <a:pt x="367632" y="2772467"/>
                  </a:lnTo>
                  <a:lnTo>
                    <a:pt x="385322" y="2777686"/>
                  </a:lnTo>
                  <a:lnTo>
                    <a:pt x="386226" y="2784445"/>
                  </a:lnTo>
                  <a:lnTo>
                    <a:pt x="386126" y="2790222"/>
                  </a:lnTo>
                  <a:lnTo>
                    <a:pt x="382642" y="2797002"/>
                  </a:lnTo>
                  <a:lnTo>
                    <a:pt x="379383" y="2806009"/>
                  </a:lnTo>
                  <a:lnTo>
                    <a:pt x="381788" y="2812283"/>
                  </a:lnTo>
                  <a:lnTo>
                    <a:pt x="384580" y="2827794"/>
                  </a:lnTo>
                  <a:lnTo>
                    <a:pt x="386968" y="2834912"/>
                  </a:lnTo>
                  <a:lnTo>
                    <a:pt x="389593" y="2856507"/>
                  </a:lnTo>
                  <a:lnTo>
                    <a:pt x="392385" y="2865873"/>
                  </a:lnTo>
                  <a:lnTo>
                    <a:pt x="408466" y="2900342"/>
                  </a:lnTo>
                  <a:lnTo>
                    <a:pt x="413888" y="2900608"/>
                  </a:lnTo>
                  <a:lnTo>
                    <a:pt x="414759" y="2904341"/>
                  </a:lnTo>
                  <a:lnTo>
                    <a:pt x="414242" y="2911500"/>
                  </a:lnTo>
                  <a:lnTo>
                    <a:pt x="402674" y="2913585"/>
                  </a:lnTo>
                  <a:lnTo>
                    <a:pt x="397819" y="2916775"/>
                  </a:lnTo>
                  <a:lnTo>
                    <a:pt x="396873" y="2919545"/>
                  </a:lnTo>
                  <a:lnTo>
                    <a:pt x="396156" y="2921041"/>
                  </a:lnTo>
                  <a:lnTo>
                    <a:pt x="394665" y="2920902"/>
                  </a:lnTo>
                  <a:lnTo>
                    <a:pt x="389147" y="2918910"/>
                  </a:lnTo>
                  <a:lnTo>
                    <a:pt x="376604" y="2909119"/>
                  </a:lnTo>
                  <a:lnTo>
                    <a:pt x="358326" y="2903051"/>
                  </a:lnTo>
                  <a:lnTo>
                    <a:pt x="334311" y="2900700"/>
                  </a:lnTo>
                  <a:lnTo>
                    <a:pt x="317904" y="2895800"/>
                  </a:lnTo>
                  <a:lnTo>
                    <a:pt x="309107" y="2888333"/>
                  </a:lnTo>
                  <a:lnTo>
                    <a:pt x="299910" y="2883909"/>
                  </a:lnTo>
                  <a:lnTo>
                    <a:pt x="290317" y="2882516"/>
                  </a:lnTo>
                  <a:lnTo>
                    <a:pt x="282370" y="2878465"/>
                  </a:lnTo>
                  <a:lnTo>
                    <a:pt x="276070" y="2871757"/>
                  </a:lnTo>
                  <a:lnTo>
                    <a:pt x="266856" y="2867476"/>
                  </a:lnTo>
                  <a:lnTo>
                    <a:pt x="254729" y="2865617"/>
                  </a:lnTo>
                  <a:lnTo>
                    <a:pt x="246837" y="2860588"/>
                  </a:lnTo>
                  <a:lnTo>
                    <a:pt x="241348" y="2848293"/>
                  </a:lnTo>
                  <a:lnTo>
                    <a:pt x="241323" y="2848109"/>
                  </a:lnTo>
                  <a:lnTo>
                    <a:pt x="236410" y="2827553"/>
                  </a:lnTo>
                  <a:lnTo>
                    <a:pt x="230222" y="2814674"/>
                  </a:lnTo>
                  <a:lnTo>
                    <a:pt x="218179" y="2798738"/>
                  </a:lnTo>
                  <a:lnTo>
                    <a:pt x="217070" y="2796638"/>
                  </a:lnTo>
                  <a:lnTo>
                    <a:pt x="216970" y="2794016"/>
                  </a:lnTo>
                  <a:lnTo>
                    <a:pt x="218462" y="2784742"/>
                  </a:lnTo>
                  <a:lnTo>
                    <a:pt x="217191" y="2778075"/>
                  </a:lnTo>
                  <a:lnTo>
                    <a:pt x="213378" y="2772642"/>
                  </a:lnTo>
                  <a:lnTo>
                    <a:pt x="212503" y="2766891"/>
                  </a:lnTo>
                  <a:lnTo>
                    <a:pt x="214570" y="2760838"/>
                  </a:lnTo>
                  <a:lnTo>
                    <a:pt x="214703" y="2753566"/>
                  </a:lnTo>
                  <a:lnTo>
                    <a:pt x="212907" y="2745076"/>
                  </a:lnTo>
                  <a:lnTo>
                    <a:pt x="205227" y="2735894"/>
                  </a:lnTo>
                  <a:lnTo>
                    <a:pt x="191663" y="2726031"/>
                  </a:lnTo>
                  <a:lnTo>
                    <a:pt x="180107" y="2711626"/>
                  </a:lnTo>
                  <a:lnTo>
                    <a:pt x="170568" y="2692689"/>
                  </a:lnTo>
                  <a:lnTo>
                    <a:pt x="161133" y="2679569"/>
                  </a:lnTo>
                  <a:lnTo>
                    <a:pt x="151803" y="2672261"/>
                  </a:lnTo>
                  <a:lnTo>
                    <a:pt x="145423" y="2663341"/>
                  </a:lnTo>
                  <a:lnTo>
                    <a:pt x="141989" y="2652807"/>
                  </a:lnTo>
                  <a:lnTo>
                    <a:pt x="140977" y="2646693"/>
                  </a:lnTo>
                  <a:lnTo>
                    <a:pt x="142377" y="2645003"/>
                  </a:lnTo>
                  <a:lnTo>
                    <a:pt x="136643" y="2633291"/>
                  </a:lnTo>
                  <a:lnTo>
                    <a:pt x="123774" y="2611568"/>
                  </a:lnTo>
                  <a:lnTo>
                    <a:pt x="116382" y="2595683"/>
                  </a:lnTo>
                  <a:lnTo>
                    <a:pt x="114477" y="2585641"/>
                  </a:lnTo>
                  <a:lnTo>
                    <a:pt x="106289" y="2573689"/>
                  </a:lnTo>
                  <a:lnTo>
                    <a:pt x="91820" y="2559827"/>
                  </a:lnTo>
                  <a:lnTo>
                    <a:pt x="83952" y="2550809"/>
                  </a:lnTo>
                  <a:lnTo>
                    <a:pt x="82019" y="2544546"/>
                  </a:lnTo>
                  <a:lnTo>
                    <a:pt x="59441" y="2526331"/>
                  </a:lnTo>
                  <a:lnTo>
                    <a:pt x="52882" y="2514952"/>
                  </a:lnTo>
                  <a:lnTo>
                    <a:pt x="47760" y="2511357"/>
                  </a:lnTo>
                  <a:lnTo>
                    <a:pt x="41880" y="2511746"/>
                  </a:lnTo>
                  <a:lnTo>
                    <a:pt x="38863" y="2510656"/>
                  </a:lnTo>
                  <a:lnTo>
                    <a:pt x="38713" y="2508085"/>
                  </a:lnTo>
                  <a:lnTo>
                    <a:pt x="36809" y="2507962"/>
                  </a:lnTo>
                  <a:lnTo>
                    <a:pt x="33146" y="2510297"/>
                  </a:lnTo>
                  <a:lnTo>
                    <a:pt x="21136" y="2510768"/>
                  </a:lnTo>
                  <a:lnTo>
                    <a:pt x="775" y="2509380"/>
                  </a:lnTo>
                  <a:lnTo>
                    <a:pt x="0" y="2509217"/>
                  </a:lnTo>
                  <a:lnTo>
                    <a:pt x="0" y="699813"/>
                  </a:lnTo>
                  <a:lnTo>
                    <a:pt x="1430380" y="699813"/>
                  </a:lnTo>
                  <a:lnTo>
                    <a:pt x="1444880" y="707161"/>
                  </a:lnTo>
                  <a:lnTo>
                    <a:pt x="1461444" y="715554"/>
                  </a:lnTo>
                  <a:lnTo>
                    <a:pt x="1465620" y="729509"/>
                  </a:lnTo>
                  <a:lnTo>
                    <a:pt x="1469687" y="743095"/>
                  </a:lnTo>
                  <a:lnTo>
                    <a:pt x="1479384" y="752958"/>
                  </a:lnTo>
                  <a:lnTo>
                    <a:pt x="1488260" y="761965"/>
                  </a:lnTo>
                  <a:lnTo>
                    <a:pt x="1493399" y="761494"/>
                  </a:lnTo>
                  <a:lnTo>
                    <a:pt x="1498612" y="757689"/>
                  </a:lnTo>
                  <a:lnTo>
                    <a:pt x="1501921" y="755856"/>
                  </a:lnTo>
                  <a:lnTo>
                    <a:pt x="1507467" y="755554"/>
                  </a:lnTo>
                  <a:lnTo>
                    <a:pt x="1519802" y="752297"/>
                  </a:lnTo>
                  <a:lnTo>
                    <a:pt x="1523448" y="753009"/>
                  </a:lnTo>
                  <a:lnTo>
                    <a:pt x="1525520" y="754637"/>
                  </a:lnTo>
                  <a:lnTo>
                    <a:pt x="1525690" y="757187"/>
                  </a:lnTo>
                  <a:lnTo>
                    <a:pt x="1525269" y="759215"/>
                  </a:lnTo>
                  <a:lnTo>
                    <a:pt x="1523361" y="763286"/>
                  </a:lnTo>
                  <a:lnTo>
                    <a:pt x="1526374" y="771045"/>
                  </a:lnTo>
                  <a:lnTo>
                    <a:pt x="1527007" y="779663"/>
                  </a:lnTo>
                  <a:lnTo>
                    <a:pt x="1528662" y="786177"/>
                  </a:lnTo>
                  <a:lnTo>
                    <a:pt x="1533712" y="794514"/>
                  </a:lnTo>
                  <a:lnTo>
                    <a:pt x="1538100" y="801028"/>
                  </a:lnTo>
                  <a:lnTo>
                    <a:pt x="1543626" y="802287"/>
                  </a:lnTo>
                  <a:lnTo>
                    <a:pt x="1556415" y="798493"/>
                  </a:lnTo>
                  <a:lnTo>
                    <a:pt x="1564429" y="797059"/>
                  </a:lnTo>
                  <a:lnTo>
                    <a:pt x="1568979" y="797678"/>
                  </a:lnTo>
                  <a:lnTo>
                    <a:pt x="1576764" y="803777"/>
                  </a:lnTo>
                  <a:lnTo>
                    <a:pt x="1580573" y="807444"/>
                  </a:lnTo>
                  <a:lnTo>
                    <a:pt x="1581481" y="810491"/>
                  </a:lnTo>
                  <a:lnTo>
                    <a:pt x="1570967" y="829111"/>
                  </a:lnTo>
                  <a:lnTo>
                    <a:pt x="1587640" y="838349"/>
                  </a:lnTo>
                  <a:lnTo>
                    <a:pt x="1606247" y="848447"/>
                  </a:lnTo>
                  <a:lnTo>
                    <a:pt x="1628433" y="860486"/>
                  </a:lnTo>
                  <a:lnTo>
                    <a:pt x="1641998" y="867855"/>
                  </a:lnTo>
                  <a:lnTo>
                    <a:pt x="1659862" y="878379"/>
                  </a:lnTo>
                  <a:lnTo>
                    <a:pt x="1662921" y="893373"/>
                  </a:lnTo>
                  <a:lnTo>
                    <a:pt x="1665497" y="906027"/>
                  </a:lnTo>
                  <a:lnTo>
                    <a:pt x="1668780" y="923668"/>
                  </a:lnTo>
                  <a:lnTo>
                    <a:pt x="1672127" y="941663"/>
                  </a:lnTo>
                  <a:lnTo>
                    <a:pt x="1675465" y="959592"/>
                  </a:lnTo>
                  <a:lnTo>
                    <a:pt x="1679002" y="978621"/>
                  </a:lnTo>
                  <a:lnTo>
                    <a:pt x="1682890" y="999524"/>
                  </a:lnTo>
                  <a:lnTo>
                    <a:pt x="1686345" y="1018078"/>
                  </a:lnTo>
                  <a:lnTo>
                    <a:pt x="1690116" y="1038331"/>
                  </a:lnTo>
                  <a:lnTo>
                    <a:pt x="1695130" y="1064688"/>
                  </a:lnTo>
                  <a:lnTo>
                    <a:pt x="1690646" y="1074843"/>
                  </a:lnTo>
                  <a:lnTo>
                    <a:pt x="1680882" y="1096955"/>
                  </a:lnTo>
                  <a:lnTo>
                    <a:pt x="1672056" y="1116942"/>
                  </a:lnTo>
                  <a:lnTo>
                    <a:pt x="1671285" y="1122739"/>
                  </a:lnTo>
                  <a:lnTo>
                    <a:pt x="1665217" y="1151882"/>
                  </a:lnTo>
                  <a:lnTo>
                    <a:pt x="1660354" y="1163921"/>
                  </a:lnTo>
                  <a:lnTo>
                    <a:pt x="1651836" y="1170911"/>
                  </a:lnTo>
                  <a:lnTo>
                    <a:pt x="1643381" y="1177686"/>
                  </a:lnTo>
                  <a:lnTo>
                    <a:pt x="1632834" y="1189039"/>
                  </a:lnTo>
                  <a:lnTo>
                    <a:pt x="1621232" y="1194647"/>
                  </a:lnTo>
                  <a:lnTo>
                    <a:pt x="1615306" y="1197945"/>
                  </a:lnTo>
                  <a:lnTo>
                    <a:pt x="1612202" y="1203147"/>
                  </a:lnTo>
                  <a:lnTo>
                    <a:pt x="1608776" y="1214552"/>
                  </a:lnTo>
                  <a:lnTo>
                    <a:pt x="1609435" y="1231968"/>
                  </a:lnTo>
                  <a:lnTo>
                    <a:pt x="1618990" y="1246957"/>
                  </a:lnTo>
                  <a:lnTo>
                    <a:pt x="1632967" y="1255340"/>
                  </a:lnTo>
                  <a:lnTo>
                    <a:pt x="1648003" y="1263503"/>
                  </a:lnTo>
                  <a:lnTo>
                    <a:pt x="1669422" y="1263538"/>
                  </a:lnTo>
                  <a:lnTo>
                    <a:pt x="1688687" y="1252646"/>
                  </a:lnTo>
                  <a:lnTo>
                    <a:pt x="1709098" y="1241109"/>
                  </a:lnTo>
                  <a:lnTo>
                    <a:pt x="1727296" y="1230821"/>
                  </a:lnTo>
                  <a:lnTo>
                    <a:pt x="1748941" y="1218587"/>
                  </a:lnTo>
                  <a:lnTo>
                    <a:pt x="1768544" y="1207500"/>
                  </a:lnTo>
                  <a:lnTo>
                    <a:pt x="1789830" y="1203516"/>
                  </a:lnTo>
                  <a:lnTo>
                    <a:pt x="1819325" y="1198001"/>
                  </a:lnTo>
                  <a:lnTo>
                    <a:pt x="1856455" y="1191052"/>
                  </a:lnTo>
                  <a:lnTo>
                    <a:pt x="1874533" y="1183140"/>
                  </a:lnTo>
                  <a:lnTo>
                    <a:pt x="1897894" y="1172914"/>
                  </a:lnTo>
                  <a:lnTo>
                    <a:pt x="1924844" y="1161115"/>
                  </a:lnTo>
                  <a:lnTo>
                    <a:pt x="1948101" y="1150935"/>
                  </a:lnTo>
                  <a:lnTo>
                    <a:pt x="1959794" y="1145291"/>
                  </a:lnTo>
                  <a:lnTo>
                    <a:pt x="1968112" y="1138854"/>
                  </a:lnTo>
                  <a:lnTo>
                    <a:pt x="1970175" y="1134092"/>
                  </a:lnTo>
                  <a:lnTo>
                    <a:pt x="1969683" y="1131357"/>
                  </a:lnTo>
                  <a:lnTo>
                    <a:pt x="1967537" y="1128618"/>
                  </a:lnTo>
                  <a:lnTo>
                    <a:pt x="1964570" y="1126595"/>
                  </a:lnTo>
                  <a:lnTo>
                    <a:pt x="1961932" y="1124874"/>
                  </a:lnTo>
                  <a:lnTo>
                    <a:pt x="1960694" y="1122744"/>
                  </a:lnTo>
                  <a:lnTo>
                    <a:pt x="1960448" y="1118084"/>
                  </a:lnTo>
                  <a:lnTo>
                    <a:pt x="1958831" y="1115406"/>
                  </a:lnTo>
                  <a:lnTo>
                    <a:pt x="1957290" y="1113434"/>
                  </a:lnTo>
                  <a:lnTo>
                    <a:pt x="1957873" y="1095398"/>
                  </a:lnTo>
                  <a:lnTo>
                    <a:pt x="1955839" y="1089806"/>
                  </a:lnTo>
                  <a:lnTo>
                    <a:pt x="1948259" y="1075632"/>
                  </a:lnTo>
                  <a:lnTo>
                    <a:pt x="1962715" y="1069276"/>
                  </a:lnTo>
                  <a:lnTo>
                    <a:pt x="1976109" y="1063382"/>
                  </a:lnTo>
                  <a:lnTo>
                    <a:pt x="1986789" y="1059019"/>
                  </a:lnTo>
                  <a:lnTo>
                    <a:pt x="2009163" y="1058333"/>
                  </a:lnTo>
                  <a:lnTo>
                    <a:pt x="2029941" y="1058420"/>
                  </a:lnTo>
                  <a:lnTo>
                    <a:pt x="2058578" y="1058538"/>
                  </a:lnTo>
                  <a:lnTo>
                    <a:pt x="2082706" y="1058635"/>
                  </a:lnTo>
                  <a:lnTo>
                    <a:pt x="2110856" y="1058753"/>
                  </a:lnTo>
                  <a:lnTo>
                    <a:pt x="2127358" y="1058820"/>
                  </a:lnTo>
                  <a:lnTo>
                    <a:pt x="2148982" y="1058615"/>
                  </a:lnTo>
                  <a:lnTo>
                    <a:pt x="2159521" y="1042253"/>
                  </a:lnTo>
                  <a:lnTo>
                    <a:pt x="2168939" y="1027623"/>
                  </a:lnTo>
                  <a:lnTo>
                    <a:pt x="2179311" y="1013643"/>
                  </a:lnTo>
                  <a:lnTo>
                    <a:pt x="2197751" y="997230"/>
                  </a:lnTo>
                  <a:lnTo>
                    <a:pt x="2203106" y="994281"/>
                  </a:lnTo>
                  <a:lnTo>
                    <a:pt x="2206060" y="987808"/>
                  </a:lnTo>
                  <a:lnTo>
                    <a:pt x="2217237" y="981658"/>
                  </a:lnTo>
                  <a:lnTo>
                    <a:pt x="2229551" y="975953"/>
                  </a:lnTo>
                  <a:lnTo>
                    <a:pt x="2234381" y="970602"/>
                  </a:lnTo>
                  <a:lnTo>
                    <a:pt x="2236718" y="967555"/>
                  </a:lnTo>
                  <a:lnTo>
                    <a:pt x="2270060" y="938693"/>
                  </a:lnTo>
                  <a:lnTo>
                    <a:pt x="2288996" y="925363"/>
                  </a:lnTo>
                  <a:lnTo>
                    <a:pt x="2304636" y="917943"/>
                  </a:lnTo>
                  <a:lnTo>
                    <a:pt x="2316542" y="914399"/>
                  </a:lnTo>
                  <a:lnTo>
                    <a:pt x="2324580" y="914906"/>
                  </a:lnTo>
                  <a:lnTo>
                    <a:pt x="2329152" y="91440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3691075" y="1264019"/>
              <a:ext cx="972232" cy="951193"/>
            </a:xfrm>
            <a:custGeom>
              <a:avLst/>
              <a:pathLst>
                <a:path w="972232" h="951193">
                  <a:moveTo>
                    <a:pt x="914400" y="914400"/>
                  </a:moveTo>
                  <a:lnTo>
                    <a:pt x="919884" y="915086"/>
                  </a:lnTo>
                  <a:lnTo>
                    <a:pt x="924601" y="913094"/>
                  </a:lnTo>
                  <a:lnTo>
                    <a:pt x="929068" y="909069"/>
                  </a:lnTo>
                  <a:lnTo>
                    <a:pt x="939440" y="903625"/>
                  </a:lnTo>
                  <a:lnTo>
                    <a:pt x="948279" y="901244"/>
                  </a:lnTo>
                  <a:lnTo>
                    <a:pt x="951063" y="900752"/>
                  </a:lnTo>
                  <a:lnTo>
                    <a:pt x="955276" y="904572"/>
                  </a:lnTo>
                  <a:lnTo>
                    <a:pt x="963635" y="901505"/>
                  </a:lnTo>
                  <a:lnTo>
                    <a:pt x="972232" y="899784"/>
                  </a:lnTo>
                  <a:lnTo>
                    <a:pt x="935044" y="917252"/>
                  </a:lnTo>
                  <a:lnTo>
                    <a:pt x="927439" y="919218"/>
                  </a:lnTo>
                  <a:lnTo>
                    <a:pt x="916558" y="924421"/>
                  </a:lnTo>
                  <a:lnTo>
                    <a:pt x="906273" y="928108"/>
                  </a:lnTo>
                  <a:lnTo>
                    <a:pt x="898868" y="929450"/>
                  </a:lnTo>
                  <a:lnTo>
                    <a:pt x="862047" y="942416"/>
                  </a:lnTo>
                  <a:lnTo>
                    <a:pt x="859125" y="942698"/>
                  </a:lnTo>
                  <a:lnTo>
                    <a:pt x="855967" y="941433"/>
                  </a:lnTo>
                  <a:lnTo>
                    <a:pt x="825638" y="948110"/>
                  </a:lnTo>
                  <a:lnTo>
                    <a:pt x="813190" y="948863"/>
                  </a:lnTo>
                  <a:lnTo>
                    <a:pt x="801855" y="951193"/>
                  </a:lnTo>
                  <a:lnTo>
                    <a:pt x="810240" y="945816"/>
                  </a:lnTo>
                  <a:lnTo>
                    <a:pt x="810423" y="943804"/>
                  </a:lnTo>
                  <a:lnTo>
                    <a:pt x="808419" y="942232"/>
                  </a:lnTo>
                  <a:lnTo>
                    <a:pt x="803935" y="942687"/>
                  </a:lnTo>
                  <a:lnTo>
                    <a:pt x="799342" y="948223"/>
                  </a:lnTo>
                  <a:lnTo>
                    <a:pt x="792012" y="950072"/>
                  </a:lnTo>
                  <a:lnTo>
                    <a:pt x="790550" y="944044"/>
                  </a:lnTo>
                  <a:lnTo>
                    <a:pt x="792996" y="939379"/>
                  </a:lnTo>
                  <a:lnTo>
                    <a:pt x="796309" y="934955"/>
                  </a:lnTo>
                  <a:lnTo>
                    <a:pt x="803589" y="928001"/>
                  </a:lnTo>
                  <a:lnTo>
                    <a:pt x="814003" y="923592"/>
                  </a:lnTo>
                  <a:lnTo>
                    <a:pt x="819295" y="919782"/>
                  </a:lnTo>
                  <a:lnTo>
                    <a:pt x="822962" y="923136"/>
                  </a:lnTo>
                  <a:lnTo>
                    <a:pt x="823767" y="918604"/>
                  </a:lnTo>
                  <a:lnTo>
                    <a:pt x="826588" y="915987"/>
                  </a:lnTo>
                  <a:lnTo>
                    <a:pt x="829655" y="914579"/>
                  </a:lnTo>
                  <a:lnTo>
                    <a:pt x="837031" y="914543"/>
                  </a:lnTo>
                  <a:lnTo>
                    <a:pt x="841002" y="913831"/>
                  </a:lnTo>
                  <a:lnTo>
                    <a:pt x="843873" y="912326"/>
                  </a:lnTo>
                  <a:lnTo>
                    <a:pt x="846820" y="912044"/>
                  </a:lnTo>
                  <a:lnTo>
                    <a:pt x="854887" y="914097"/>
                  </a:lnTo>
                  <a:lnTo>
                    <a:pt x="862768" y="913508"/>
                  </a:lnTo>
                  <a:lnTo>
                    <a:pt x="869131" y="910671"/>
                  </a:lnTo>
                  <a:lnTo>
                    <a:pt x="875744" y="909719"/>
                  </a:lnTo>
                  <a:lnTo>
                    <a:pt x="893238" y="909079"/>
                  </a:lnTo>
                  <a:lnTo>
                    <a:pt x="910624" y="907005"/>
                  </a:lnTo>
                  <a:lnTo>
                    <a:pt x="917575" y="903318"/>
                  </a:lnTo>
                  <a:lnTo>
                    <a:pt x="932177" y="892984"/>
                  </a:lnTo>
                  <a:lnTo>
                    <a:pt x="940578" y="890101"/>
                  </a:lnTo>
                  <a:lnTo>
                    <a:pt x="927497" y="902109"/>
                  </a:lnTo>
                  <a:lnTo>
                    <a:pt x="920467" y="90761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4061078" y="908315"/>
              <a:ext cx="919367" cy="921036"/>
            </a:xfrm>
            <a:custGeom>
              <a:avLst/>
              <a:pathLst>
                <a:path w="919367" h="921036">
                  <a:moveTo>
                    <a:pt x="914400" y="914399"/>
                  </a:moveTo>
                  <a:lnTo>
                    <a:pt x="908953" y="913508"/>
                  </a:lnTo>
                  <a:lnTo>
                    <a:pt x="909065" y="919044"/>
                  </a:lnTo>
                  <a:lnTo>
                    <a:pt x="908457" y="921036"/>
                  </a:lnTo>
                  <a:lnTo>
                    <a:pt x="902423" y="918189"/>
                  </a:lnTo>
                  <a:lnTo>
                    <a:pt x="900210" y="916356"/>
                  </a:lnTo>
                  <a:lnTo>
                    <a:pt x="900402" y="909023"/>
                  </a:lnTo>
                  <a:lnTo>
                    <a:pt x="905732" y="902089"/>
                  </a:lnTo>
                  <a:lnTo>
                    <a:pt x="909795" y="899349"/>
                  </a:lnTo>
                  <a:lnTo>
                    <a:pt x="915033" y="901249"/>
                  </a:lnTo>
                  <a:lnTo>
                    <a:pt x="919054" y="909012"/>
                  </a:lnTo>
                  <a:lnTo>
                    <a:pt x="919367" y="91235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3549827" y="1306246"/>
              <a:ext cx="928781" cy="914399"/>
            </a:xfrm>
            <a:custGeom>
              <a:avLst/>
              <a:pathLst>
                <a:path w="928781" h="914399">
                  <a:moveTo>
                    <a:pt x="914400" y="914399"/>
                  </a:moveTo>
                  <a:lnTo>
                    <a:pt x="918471" y="904342"/>
                  </a:lnTo>
                  <a:lnTo>
                    <a:pt x="925955" y="899743"/>
                  </a:lnTo>
                  <a:lnTo>
                    <a:pt x="928664" y="900701"/>
                  </a:lnTo>
                  <a:lnTo>
                    <a:pt x="928781" y="904255"/>
                  </a:lnTo>
                  <a:lnTo>
                    <a:pt x="927730" y="907292"/>
                  </a:lnTo>
                  <a:lnTo>
                    <a:pt x="922709" y="911972"/>
                  </a:lnTo>
                  <a:lnTo>
                    <a:pt x="918475" y="91396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3844316" y="1221428"/>
              <a:ext cx="937903" cy="914399"/>
            </a:xfrm>
            <a:custGeom>
              <a:avLst/>
              <a:pathLst>
                <a:path w="937903" h="914399">
                  <a:moveTo>
                    <a:pt x="914400" y="914399"/>
                  </a:moveTo>
                  <a:lnTo>
                    <a:pt x="910653" y="911091"/>
                  </a:lnTo>
                  <a:lnTo>
                    <a:pt x="916516" y="909560"/>
                  </a:lnTo>
                  <a:lnTo>
                    <a:pt x="923922" y="901700"/>
                  </a:lnTo>
                  <a:lnTo>
                    <a:pt x="928847" y="900788"/>
                  </a:lnTo>
                  <a:lnTo>
                    <a:pt x="936586" y="905238"/>
                  </a:lnTo>
                  <a:lnTo>
                    <a:pt x="937903" y="90927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3801164" y="1207043"/>
              <a:ext cx="919425" cy="914400"/>
            </a:xfrm>
            <a:custGeom>
              <a:avLst/>
              <a:pathLst>
                <a:path w="919425" h="914400">
                  <a:moveTo>
                    <a:pt x="914400" y="914400"/>
                  </a:moveTo>
                  <a:lnTo>
                    <a:pt x="909678" y="913898"/>
                  </a:lnTo>
                  <a:lnTo>
                    <a:pt x="912074" y="910026"/>
                  </a:lnTo>
                  <a:lnTo>
                    <a:pt x="912987" y="904342"/>
                  </a:lnTo>
                  <a:lnTo>
                    <a:pt x="915316" y="898100"/>
                  </a:lnTo>
                  <a:lnTo>
                    <a:pt x="916658" y="896190"/>
                  </a:lnTo>
                  <a:lnTo>
                    <a:pt x="919425" y="894505"/>
                  </a:lnTo>
                  <a:lnTo>
                    <a:pt x="918625" y="9115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3906637" y="1229606"/>
              <a:ext cx="920984" cy="914399"/>
            </a:xfrm>
            <a:custGeom>
              <a:avLst/>
              <a:pathLst>
                <a:path w="920984" h="914399">
                  <a:moveTo>
                    <a:pt x="914400" y="914399"/>
                  </a:moveTo>
                  <a:lnTo>
                    <a:pt x="899210" y="910533"/>
                  </a:lnTo>
                  <a:lnTo>
                    <a:pt x="911707" y="907256"/>
                  </a:lnTo>
                  <a:lnTo>
                    <a:pt x="913749" y="906114"/>
                  </a:lnTo>
                  <a:lnTo>
                    <a:pt x="915379" y="901295"/>
                  </a:lnTo>
                  <a:lnTo>
                    <a:pt x="915583" y="898878"/>
                  </a:lnTo>
                  <a:lnTo>
                    <a:pt x="920329" y="909243"/>
                  </a:lnTo>
                  <a:lnTo>
                    <a:pt x="920984" y="91271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3429073" y="1797393"/>
              <a:ext cx="915687" cy="914400"/>
            </a:xfrm>
            <a:custGeom>
              <a:avLst/>
              <a:pathLst>
                <a:path w="915687" h="914400">
                  <a:moveTo>
                    <a:pt x="914400" y="914400"/>
                  </a:moveTo>
                  <a:lnTo>
                    <a:pt x="908732" y="902806"/>
                  </a:lnTo>
                  <a:lnTo>
                    <a:pt x="914562" y="906554"/>
                  </a:lnTo>
                  <a:lnTo>
                    <a:pt x="915604" y="909673"/>
                  </a:lnTo>
                  <a:lnTo>
                    <a:pt x="915687" y="91226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3426727" y="1862705"/>
              <a:ext cx="933331" cy="914400"/>
            </a:xfrm>
            <a:custGeom>
              <a:avLst/>
              <a:pathLst>
                <a:path w="933331" h="914400">
                  <a:moveTo>
                    <a:pt x="914400" y="914400"/>
                  </a:moveTo>
                  <a:lnTo>
                    <a:pt x="913391" y="913483"/>
                  </a:lnTo>
                  <a:lnTo>
                    <a:pt x="926509" y="907502"/>
                  </a:lnTo>
                  <a:lnTo>
                    <a:pt x="930647" y="886434"/>
                  </a:lnTo>
                  <a:lnTo>
                    <a:pt x="931214" y="876720"/>
                  </a:lnTo>
                  <a:lnTo>
                    <a:pt x="929247" y="859595"/>
                  </a:lnTo>
                  <a:lnTo>
                    <a:pt x="929314" y="856057"/>
                  </a:lnTo>
                  <a:lnTo>
                    <a:pt x="931448" y="861577"/>
                  </a:lnTo>
                  <a:lnTo>
                    <a:pt x="933331" y="877555"/>
                  </a:lnTo>
                  <a:lnTo>
                    <a:pt x="932623" y="889671"/>
                  </a:lnTo>
                  <a:lnTo>
                    <a:pt x="928818" y="907322"/>
                  </a:lnTo>
                  <a:lnTo>
                    <a:pt x="925847" y="91154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3402370" y="1872563"/>
              <a:ext cx="929910" cy="914400"/>
            </a:xfrm>
            <a:custGeom>
              <a:avLst/>
              <a:pathLst>
                <a:path w="929910" h="914400">
                  <a:moveTo>
                    <a:pt x="914400" y="914400"/>
                  </a:moveTo>
                  <a:lnTo>
                    <a:pt x="912649" y="913954"/>
                  </a:lnTo>
                  <a:lnTo>
                    <a:pt x="922826" y="908603"/>
                  </a:lnTo>
                  <a:lnTo>
                    <a:pt x="929910" y="9069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3354159" y="1923675"/>
              <a:ext cx="941811" cy="914400"/>
            </a:xfrm>
            <a:custGeom>
              <a:avLst/>
              <a:pathLst>
                <a:path w="941811" h="914400">
                  <a:moveTo>
                    <a:pt x="914400" y="914400"/>
                  </a:moveTo>
                  <a:lnTo>
                    <a:pt x="922213" y="901305"/>
                  </a:lnTo>
                  <a:lnTo>
                    <a:pt x="937644" y="884698"/>
                  </a:lnTo>
                  <a:lnTo>
                    <a:pt x="941811" y="882158"/>
                  </a:lnTo>
                  <a:lnTo>
                    <a:pt x="928981" y="896343"/>
                  </a:lnTo>
                  <a:lnTo>
                    <a:pt x="916525" y="91319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2880983" y="2784076"/>
              <a:ext cx="917442" cy="914400"/>
            </a:xfrm>
            <a:custGeom>
              <a:avLst/>
              <a:pathLst>
                <a:path w="917442" h="914400">
                  <a:moveTo>
                    <a:pt x="914400" y="914400"/>
                  </a:moveTo>
                  <a:lnTo>
                    <a:pt x="908245" y="912392"/>
                  </a:lnTo>
                  <a:lnTo>
                    <a:pt x="904882" y="908797"/>
                  </a:lnTo>
                  <a:lnTo>
                    <a:pt x="903431" y="901761"/>
                  </a:lnTo>
                  <a:lnTo>
                    <a:pt x="908790" y="909212"/>
                  </a:lnTo>
                  <a:lnTo>
                    <a:pt x="910712" y="910897"/>
                  </a:lnTo>
                  <a:lnTo>
                    <a:pt x="917442" y="91166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2879929" y="2777147"/>
              <a:ext cx="914520" cy="914399"/>
            </a:xfrm>
            <a:custGeom>
              <a:avLst/>
              <a:pathLst>
                <a:path w="914520" h="914399">
                  <a:moveTo>
                    <a:pt x="914400" y="914399"/>
                  </a:moveTo>
                  <a:lnTo>
                    <a:pt x="910099" y="904081"/>
                  </a:lnTo>
                  <a:lnTo>
                    <a:pt x="907236" y="892677"/>
                  </a:lnTo>
                  <a:lnTo>
                    <a:pt x="911332" y="896369"/>
                  </a:lnTo>
                  <a:lnTo>
                    <a:pt x="914520" y="90823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3008342" y="2938589"/>
              <a:ext cx="942007" cy="914400"/>
            </a:xfrm>
            <a:custGeom>
              <a:avLst/>
              <a:pathLst>
                <a:path w="942007" h="914400">
                  <a:moveTo>
                    <a:pt x="914400" y="914400"/>
                  </a:moveTo>
                  <a:lnTo>
                    <a:pt x="916279" y="909463"/>
                  </a:lnTo>
                  <a:lnTo>
                    <a:pt x="922892" y="898909"/>
                  </a:lnTo>
                  <a:lnTo>
                    <a:pt x="925030" y="893941"/>
                  </a:lnTo>
                  <a:lnTo>
                    <a:pt x="929497" y="890792"/>
                  </a:lnTo>
                  <a:lnTo>
                    <a:pt x="933656" y="885098"/>
                  </a:lnTo>
                  <a:lnTo>
                    <a:pt x="933969" y="878456"/>
                  </a:lnTo>
                  <a:lnTo>
                    <a:pt x="940011" y="873811"/>
                  </a:lnTo>
                  <a:lnTo>
                    <a:pt x="942007" y="873145"/>
                  </a:lnTo>
                  <a:lnTo>
                    <a:pt x="931360" y="89467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2048189" y="2463265"/>
              <a:ext cx="920934" cy="914400"/>
            </a:xfrm>
            <a:custGeom>
              <a:avLst/>
              <a:pathLst>
                <a:path w="920934" h="914400">
                  <a:moveTo>
                    <a:pt x="914400" y="914400"/>
                  </a:moveTo>
                  <a:lnTo>
                    <a:pt x="900285" y="905315"/>
                  </a:lnTo>
                  <a:lnTo>
                    <a:pt x="899398" y="901413"/>
                  </a:lnTo>
                  <a:lnTo>
                    <a:pt x="906361" y="897885"/>
                  </a:lnTo>
                  <a:lnTo>
                    <a:pt x="910611" y="898197"/>
                  </a:lnTo>
                  <a:lnTo>
                    <a:pt x="917333" y="902811"/>
                  </a:lnTo>
                  <a:lnTo>
                    <a:pt x="919792" y="904096"/>
                  </a:lnTo>
                  <a:lnTo>
                    <a:pt x="920934" y="905965"/>
                  </a:lnTo>
                  <a:lnTo>
                    <a:pt x="920284" y="908889"/>
                  </a:lnTo>
                  <a:lnTo>
                    <a:pt x="917571" y="9129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1603955" y="2629736"/>
              <a:ext cx="931152" cy="914399"/>
            </a:xfrm>
            <a:custGeom>
              <a:avLst/>
              <a:pathLst>
                <a:path w="931152" h="914399">
                  <a:moveTo>
                    <a:pt x="914400" y="914399"/>
                  </a:moveTo>
                  <a:lnTo>
                    <a:pt x="918529" y="905812"/>
                  </a:lnTo>
                  <a:lnTo>
                    <a:pt x="919296" y="902370"/>
                  </a:lnTo>
                  <a:lnTo>
                    <a:pt x="926068" y="891504"/>
                  </a:lnTo>
                  <a:lnTo>
                    <a:pt x="929643" y="889886"/>
                  </a:lnTo>
                  <a:lnTo>
                    <a:pt x="931152" y="894510"/>
                  </a:lnTo>
                  <a:lnTo>
                    <a:pt x="924188" y="902145"/>
                  </a:lnTo>
                  <a:lnTo>
                    <a:pt x="916250" y="91414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1624003" y="2603594"/>
              <a:ext cx="948329" cy="914400"/>
            </a:xfrm>
            <a:custGeom>
              <a:avLst/>
              <a:pathLst>
                <a:path w="948329" h="914400">
                  <a:moveTo>
                    <a:pt x="914399" y="914400"/>
                  </a:moveTo>
                  <a:lnTo>
                    <a:pt x="918283" y="908736"/>
                  </a:lnTo>
                  <a:lnTo>
                    <a:pt x="924597" y="905878"/>
                  </a:lnTo>
                  <a:lnTo>
                    <a:pt x="938449" y="894996"/>
                  </a:lnTo>
                  <a:lnTo>
                    <a:pt x="944099" y="894249"/>
                  </a:lnTo>
                  <a:lnTo>
                    <a:pt x="947041" y="890500"/>
                  </a:lnTo>
                  <a:lnTo>
                    <a:pt x="948329" y="889947"/>
                  </a:lnTo>
                  <a:lnTo>
                    <a:pt x="947496" y="894541"/>
                  </a:lnTo>
                  <a:lnTo>
                    <a:pt x="936352" y="901065"/>
                  </a:lnTo>
                  <a:lnTo>
                    <a:pt x="917533" y="91396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1574188" y="2698602"/>
              <a:ext cx="942074" cy="914399"/>
            </a:xfrm>
            <a:custGeom>
              <a:avLst/>
              <a:pathLst>
                <a:path w="942074" h="914399">
                  <a:moveTo>
                    <a:pt x="914399" y="914399"/>
                  </a:moveTo>
                  <a:lnTo>
                    <a:pt x="915133" y="905407"/>
                  </a:lnTo>
                  <a:lnTo>
                    <a:pt x="922063" y="884975"/>
                  </a:lnTo>
                  <a:lnTo>
                    <a:pt x="936144" y="858121"/>
                  </a:lnTo>
                  <a:lnTo>
                    <a:pt x="942074" y="853624"/>
                  </a:lnTo>
                  <a:lnTo>
                    <a:pt x="925830" y="883075"/>
                  </a:lnTo>
                  <a:lnTo>
                    <a:pt x="917062" y="90836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1770069" y="2499988"/>
              <a:ext cx="941882" cy="914399"/>
            </a:xfrm>
            <a:custGeom>
              <a:avLst/>
              <a:pathLst>
                <a:path w="941882" h="914399">
                  <a:moveTo>
                    <a:pt x="914400" y="914399"/>
                  </a:moveTo>
                  <a:lnTo>
                    <a:pt x="933002" y="898269"/>
                  </a:lnTo>
                  <a:lnTo>
                    <a:pt x="936902" y="892902"/>
                  </a:lnTo>
                  <a:lnTo>
                    <a:pt x="941882" y="893137"/>
                  </a:lnTo>
                  <a:lnTo>
                    <a:pt x="933577" y="902176"/>
                  </a:lnTo>
                  <a:lnTo>
                    <a:pt x="918663" y="91339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1591282" y="2817070"/>
              <a:ext cx="915579" cy="914400"/>
            </a:xfrm>
            <a:custGeom>
              <a:avLst/>
              <a:pathLst>
                <a:path w="915579" h="914400">
                  <a:moveTo>
                    <a:pt x="914399" y="914400"/>
                  </a:moveTo>
                  <a:lnTo>
                    <a:pt x="907332" y="891658"/>
                  </a:lnTo>
                  <a:lnTo>
                    <a:pt x="895830" y="840192"/>
                  </a:lnTo>
                  <a:lnTo>
                    <a:pt x="895397" y="810860"/>
                  </a:lnTo>
                  <a:lnTo>
                    <a:pt x="897206" y="800761"/>
                  </a:lnTo>
                  <a:lnTo>
                    <a:pt x="900173" y="842189"/>
                  </a:lnTo>
                  <a:lnTo>
                    <a:pt x="912887" y="894802"/>
                  </a:lnTo>
                  <a:lnTo>
                    <a:pt x="915579" y="90953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3792447" y="1206818"/>
              <a:ext cx="917692" cy="914399"/>
            </a:xfrm>
            <a:custGeom>
              <a:avLst/>
              <a:pathLst>
                <a:path w="917692" h="914399">
                  <a:moveTo>
                    <a:pt x="914400" y="914399"/>
                  </a:moveTo>
                  <a:lnTo>
                    <a:pt x="913516" y="909335"/>
                  </a:lnTo>
                  <a:lnTo>
                    <a:pt x="915175" y="903512"/>
                  </a:lnTo>
                  <a:lnTo>
                    <a:pt x="916854" y="903379"/>
                  </a:lnTo>
                  <a:lnTo>
                    <a:pt x="917692" y="906477"/>
                  </a:lnTo>
                  <a:lnTo>
                    <a:pt x="916766" y="91245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3548581" y="1410001"/>
              <a:ext cx="926668" cy="914400"/>
            </a:xfrm>
            <a:custGeom>
              <a:avLst/>
              <a:pathLst>
                <a:path w="926668" h="914400">
                  <a:moveTo>
                    <a:pt x="914400" y="914400"/>
                  </a:moveTo>
                  <a:lnTo>
                    <a:pt x="914170" y="911347"/>
                  </a:lnTo>
                  <a:lnTo>
                    <a:pt x="926668" y="891637"/>
                  </a:lnTo>
                  <a:lnTo>
                    <a:pt x="924409" y="8985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3452310" y="1583815"/>
              <a:ext cx="938349" cy="914399"/>
            </a:xfrm>
            <a:custGeom>
              <a:avLst/>
              <a:pathLst>
                <a:path w="938349" h="914399">
                  <a:moveTo>
                    <a:pt x="914400" y="914399"/>
                  </a:moveTo>
                  <a:lnTo>
                    <a:pt x="927418" y="893399"/>
                  </a:lnTo>
                  <a:lnTo>
                    <a:pt x="934977" y="875803"/>
                  </a:lnTo>
                  <a:lnTo>
                    <a:pt x="938349" y="869720"/>
                  </a:lnTo>
                  <a:lnTo>
                    <a:pt x="935077" y="882051"/>
                  </a:lnTo>
                  <a:lnTo>
                    <a:pt x="929360" y="893388"/>
                  </a:lnTo>
                  <a:lnTo>
                    <a:pt x="918279" y="91269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3350750" y="1921467"/>
              <a:ext cx="916300" cy="914400"/>
            </a:xfrm>
            <a:custGeom>
              <a:avLst/>
              <a:pathLst>
                <a:path w="916300" h="914400">
                  <a:moveTo>
                    <a:pt x="914400" y="914400"/>
                  </a:moveTo>
                  <a:lnTo>
                    <a:pt x="911045" y="913242"/>
                  </a:lnTo>
                  <a:lnTo>
                    <a:pt x="906423" y="911030"/>
                  </a:lnTo>
                  <a:lnTo>
                    <a:pt x="905402" y="909407"/>
                  </a:lnTo>
                  <a:lnTo>
                    <a:pt x="909811" y="909996"/>
                  </a:lnTo>
                  <a:lnTo>
                    <a:pt x="916300" y="91415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2941412" y="2972602"/>
              <a:ext cx="918238" cy="914400"/>
            </a:xfrm>
            <a:custGeom>
              <a:avLst/>
              <a:pathLst>
                <a:path w="918238" h="914400">
                  <a:moveTo>
                    <a:pt x="914400" y="914400"/>
                  </a:moveTo>
                  <a:lnTo>
                    <a:pt x="913183" y="913734"/>
                  </a:lnTo>
                  <a:lnTo>
                    <a:pt x="913183" y="910590"/>
                  </a:lnTo>
                  <a:lnTo>
                    <a:pt x="909545" y="903630"/>
                  </a:lnTo>
                  <a:lnTo>
                    <a:pt x="909682" y="901807"/>
                  </a:lnTo>
                  <a:lnTo>
                    <a:pt x="918025" y="908618"/>
                  </a:lnTo>
                  <a:lnTo>
                    <a:pt x="918238" y="910446"/>
                  </a:lnTo>
                  <a:lnTo>
                    <a:pt x="916958" y="91224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2985489" y="2954382"/>
              <a:ext cx="919788" cy="914400"/>
            </a:xfrm>
            <a:custGeom>
              <a:avLst/>
              <a:pathLst>
                <a:path w="919788" h="914400">
                  <a:moveTo>
                    <a:pt x="914400" y="914400"/>
                  </a:moveTo>
                  <a:lnTo>
                    <a:pt x="915208" y="912909"/>
                  </a:lnTo>
                  <a:lnTo>
                    <a:pt x="918575" y="909929"/>
                  </a:lnTo>
                  <a:lnTo>
                    <a:pt x="919788" y="911086"/>
                  </a:lnTo>
                  <a:lnTo>
                    <a:pt x="919654" y="912576"/>
                  </a:lnTo>
                  <a:lnTo>
                    <a:pt x="916016" y="91440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3001124" y="2944442"/>
              <a:ext cx="918713" cy="914400"/>
            </a:xfrm>
            <a:custGeom>
              <a:avLst/>
              <a:pathLst>
                <a:path w="918713" h="914400">
                  <a:moveTo>
                    <a:pt x="914399" y="914400"/>
                  </a:moveTo>
                  <a:lnTo>
                    <a:pt x="917767" y="909924"/>
                  </a:lnTo>
                  <a:lnTo>
                    <a:pt x="918713" y="910257"/>
                  </a:lnTo>
                  <a:lnTo>
                    <a:pt x="916691" y="91390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2964865" y="2965976"/>
              <a:ext cx="928014" cy="914400"/>
            </a:xfrm>
            <a:custGeom>
              <a:avLst/>
              <a:pathLst>
                <a:path w="928014" h="914400">
                  <a:moveTo>
                    <a:pt x="914399" y="914400"/>
                  </a:moveTo>
                  <a:lnTo>
                    <a:pt x="910357" y="912576"/>
                  </a:lnTo>
                  <a:lnTo>
                    <a:pt x="914804" y="910093"/>
                  </a:lnTo>
                  <a:lnTo>
                    <a:pt x="928014" y="907440"/>
                  </a:lnTo>
                  <a:lnTo>
                    <a:pt x="923026" y="910753"/>
                  </a:lnTo>
                  <a:lnTo>
                    <a:pt x="918308" y="91191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2932990" y="2333082"/>
              <a:ext cx="918196" cy="914400"/>
            </a:xfrm>
            <a:custGeom>
              <a:avLst/>
              <a:pathLst>
                <a:path w="918196" h="914400">
                  <a:moveTo>
                    <a:pt x="914400" y="914400"/>
                  </a:moveTo>
                  <a:lnTo>
                    <a:pt x="912758" y="905351"/>
                  </a:lnTo>
                  <a:lnTo>
                    <a:pt x="912595" y="896563"/>
                  </a:lnTo>
                  <a:lnTo>
                    <a:pt x="915470" y="891366"/>
                  </a:lnTo>
                  <a:lnTo>
                    <a:pt x="918196" y="88884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2918651" y="2976786"/>
              <a:ext cx="922921" cy="914400"/>
            </a:xfrm>
            <a:custGeom>
              <a:avLst/>
              <a:pathLst>
                <a:path w="922921" h="914400">
                  <a:moveTo>
                    <a:pt x="914400" y="914400"/>
                  </a:moveTo>
                  <a:lnTo>
                    <a:pt x="918858" y="910272"/>
                  </a:lnTo>
                  <a:lnTo>
                    <a:pt x="920304" y="904004"/>
                  </a:lnTo>
                  <a:lnTo>
                    <a:pt x="922921" y="908900"/>
                  </a:lnTo>
                  <a:lnTo>
                    <a:pt x="922871" y="911870"/>
                  </a:lnTo>
                  <a:lnTo>
                    <a:pt x="919929" y="91336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3043338" y="270256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6553" y="896487"/>
                  </a:lnTo>
                  <a:lnTo>
                    <a:pt x="896855" y="868398"/>
                  </a:lnTo>
                  <a:lnTo>
                    <a:pt x="891663" y="846675"/>
                  </a:lnTo>
                  <a:lnTo>
                    <a:pt x="895176" y="852549"/>
                  </a:lnTo>
                  <a:lnTo>
                    <a:pt x="898610" y="864706"/>
                  </a:lnTo>
                  <a:lnTo>
                    <a:pt x="913012" y="90667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2903482" y="2981789"/>
              <a:ext cx="920421" cy="914400"/>
            </a:xfrm>
            <a:custGeom>
              <a:avLst/>
              <a:pathLst>
                <a:path w="920421" h="914400">
                  <a:moveTo>
                    <a:pt x="914400" y="914400"/>
                  </a:moveTo>
                  <a:lnTo>
                    <a:pt x="914212" y="912776"/>
                  </a:lnTo>
                  <a:lnTo>
                    <a:pt x="917946" y="910794"/>
                  </a:lnTo>
                  <a:lnTo>
                    <a:pt x="920421" y="910928"/>
                  </a:lnTo>
                  <a:lnTo>
                    <a:pt x="920329" y="913124"/>
                  </a:lnTo>
                  <a:lnTo>
                    <a:pt x="916566" y="91416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2294601" y="2445040"/>
              <a:ext cx="920454" cy="914400"/>
            </a:xfrm>
            <a:custGeom>
              <a:avLst/>
              <a:pathLst>
                <a:path w="920454" h="914400">
                  <a:moveTo>
                    <a:pt x="914400" y="914400"/>
                  </a:moveTo>
                  <a:lnTo>
                    <a:pt x="914612" y="912305"/>
                  </a:lnTo>
                  <a:lnTo>
                    <a:pt x="918021" y="906810"/>
                  </a:lnTo>
                  <a:lnTo>
                    <a:pt x="920454" y="904675"/>
                  </a:lnTo>
                  <a:lnTo>
                    <a:pt x="919033" y="90891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2326430" y="2387932"/>
              <a:ext cx="915470" cy="914399"/>
            </a:xfrm>
            <a:custGeom>
              <a:avLst/>
              <a:pathLst>
                <a:path w="915470" h="914399">
                  <a:moveTo>
                    <a:pt x="914400" y="914399"/>
                  </a:moveTo>
                  <a:lnTo>
                    <a:pt x="906840" y="912218"/>
                  </a:lnTo>
                  <a:lnTo>
                    <a:pt x="902244" y="910190"/>
                  </a:lnTo>
                  <a:lnTo>
                    <a:pt x="901410" y="908162"/>
                  </a:lnTo>
                  <a:lnTo>
                    <a:pt x="914116" y="911844"/>
                  </a:lnTo>
                  <a:lnTo>
                    <a:pt x="915470" y="9132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2361535" y="2385192"/>
              <a:ext cx="921909" cy="914400"/>
            </a:xfrm>
            <a:custGeom>
              <a:avLst/>
              <a:pathLst>
                <a:path w="921909" h="914400">
                  <a:moveTo>
                    <a:pt x="914399" y="914400"/>
                  </a:moveTo>
                  <a:lnTo>
                    <a:pt x="903269" y="914190"/>
                  </a:lnTo>
                  <a:lnTo>
                    <a:pt x="901006" y="913401"/>
                  </a:lnTo>
                  <a:lnTo>
                    <a:pt x="905473" y="911900"/>
                  </a:lnTo>
                  <a:lnTo>
                    <a:pt x="918663" y="909908"/>
                  </a:lnTo>
                  <a:lnTo>
                    <a:pt x="921909" y="91215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2270973" y="2405466"/>
              <a:ext cx="917454" cy="914400"/>
            </a:xfrm>
            <a:custGeom>
              <a:avLst/>
              <a:pathLst>
                <a:path w="917454" h="914400">
                  <a:moveTo>
                    <a:pt x="914400" y="914400"/>
                  </a:moveTo>
                  <a:lnTo>
                    <a:pt x="910220" y="911972"/>
                  </a:lnTo>
                  <a:lnTo>
                    <a:pt x="904027" y="911752"/>
                  </a:lnTo>
                  <a:lnTo>
                    <a:pt x="906753" y="910088"/>
                  </a:lnTo>
                  <a:lnTo>
                    <a:pt x="908665" y="908464"/>
                  </a:lnTo>
                  <a:lnTo>
                    <a:pt x="909620" y="906718"/>
                  </a:lnTo>
                  <a:lnTo>
                    <a:pt x="917454" y="900655"/>
                  </a:lnTo>
                  <a:lnTo>
                    <a:pt x="915233" y="905105"/>
                  </a:lnTo>
                  <a:lnTo>
                    <a:pt x="914099" y="90952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2302106" y="2432914"/>
              <a:ext cx="918075" cy="914400"/>
            </a:xfrm>
            <a:custGeom>
              <a:avLst/>
              <a:pathLst>
                <a:path w="918075" h="914400">
                  <a:moveTo>
                    <a:pt x="914400" y="914400"/>
                  </a:moveTo>
                  <a:lnTo>
                    <a:pt x="916762" y="898407"/>
                  </a:lnTo>
                  <a:lnTo>
                    <a:pt x="913441" y="884944"/>
                  </a:lnTo>
                  <a:lnTo>
                    <a:pt x="916942" y="890854"/>
                  </a:lnTo>
                  <a:lnTo>
                    <a:pt x="918075" y="897885"/>
                  </a:lnTo>
                  <a:lnTo>
                    <a:pt x="916808" y="91106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2630463" y="2450663"/>
              <a:ext cx="937536" cy="914400"/>
            </a:xfrm>
            <a:custGeom>
              <a:avLst/>
              <a:pathLst>
                <a:path w="937536" h="914400">
                  <a:moveTo>
                    <a:pt x="914400" y="914400"/>
                  </a:moveTo>
                  <a:lnTo>
                    <a:pt x="905140" y="911655"/>
                  </a:lnTo>
                  <a:lnTo>
                    <a:pt x="910895" y="911132"/>
                  </a:lnTo>
                  <a:lnTo>
                    <a:pt x="915058" y="912244"/>
                  </a:lnTo>
                  <a:lnTo>
                    <a:pt x="925601" y="906846"/>
                  </a:lnTo>
                  <a:lnTo>
                    <a:pt x="931131" y="902760"/>
                  </a:lnTo>
                  <a:lnTo>
                    <a:pt x="937536" y="901208"/>
                  </a:lnTo>
                  <a:lnTo>
                    <a:pt x="922963" y="9106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4025599" y="922653"/>
              <a:ext cx="917642" cy="914400"/>
            </a:xfrm>
            <a:custGeom>
              <a:avLst/>
              <a:pathLst>
                <a:path w="917642" h="914400">
                  <a:moveTo>
                    <a:pt x="914400" y="914400"/>
                  </a:moveTo>
                  <a:lnTo>
                    <a:pt x="910941" y="913729"/>
                  </a:lnTo>
                  <a:lnTo>
                    <a:pt x="910828" y="908557"/>
                  </a:lnTo>
                  <a:lnTo>
                    <a:pt x="911874" y="906800"/>
                  </a:lnTo>
                  <a:lnTo>
                    <a:pt x="913070" y="906017"/>
                  </a:lnTo>
                  <a:lnTo>
                    <a:pt x="914845" y="907471"/>
                  </a:lnTo>
                  <a:lnTo>
                    <a:pt x="917642" y="91232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1181082" y="2430835"/>
              <a:ext cx="1327867" cy="1522232"/>
            </a:xfrm>
            <a:custGeom>
              <a:avLst/>
              <a:pathLst>
                <a:path w="1327867" h="1522232">
                  <a:moveTo>
                    <a:pt x="914400" y="914400"/>
                  </a:moveTo>
                  <a:lnTo>
                    <a:pt x="934761" y="915787"/>
                  </a:lnTo>
                  <a:lnTo>
                    <a:pt x="946770" y="915316"/>
                  </a:lnTo>
                  <a:lnTo>
                    <a:pt x="950433" y="912981"/>
                  </a:lnTo>
                  <a:lnTo>
                    <a:pt x="952338" y="913104"/>
                  </a:lnTo>
                  <a:lnTo>
                    <a:pt x="952488" y="915675"/>
                  </a:lnTo>
                  <a:lnTo>
                    <a:pt x="955505" y="916765"/>
                  </a:lnTo>
                  <a:lnTo>
                    <a:pt x="961385" y="916376"/>
                  </a:lnTo>
                  <a:lnTo>
                    <a:pt x="966506" y="919971"/>
                  </a:lnTo>
                  <a:lnTo>
                    <a:pt x="973066" y="931350"/>
                  </a:lnTo>
                  <a:lnTo>
                    <a:pt x="995673" y="949575"/>
                  </a:lnTo>
                  <a:lnTo>
                    <a:pt x="997577" y="955828"/>
                  </a:lnTo>
                  <a:lnTo>
                    <a:pt x="1005445" y="964846"/>
                  </a:lnTo>
                  <a:lnTo>
                    <a:pt x="1019914" y="978708"/>
                  </a:lnTo>
                  <a:lnTo>
                    <a:pt x="1028102" y="990660"/>
                  </a:lnTo>
                  <a:lnTo>
                    <a:pt x="1030007" y="1000702"/>
                  </a:lnTo>
                  <a:lnTo>
                    <a:pt x="1037399" y="1016587"/>
                  </a:lnTo>
                  <a:lnTo>
                    <a:pt x="1050268" y="1038310"/>
                  </a:lnTo>
                  <a:lnTo>
                    <a:pt x="1056002" y="1050022"/>
                  </a:lnTo>
                  <a:lnTo>
                    <a:pt x="1054602" y="1051712"/>
                  </a:lnTo>
                  <a:lnTo>
                    <a:pt x="1055614" y="1057826"/>
                  </a:lnTo>
                  <a:lnTo>
                    <a:pt x="1059048" y="1068360"/>
                  </a:lnTo>
                  <a:lnTo>
                    <a:pt x="1065428" y="1077280"/>
                  </a:lnTo>
                  <a:lnTo>
                    <a:pt x="1074758" y="1084588"/>
                  </a:lnTo>
                  <a:lnTo>
                    <a:pt x="1084193" y="1097708"/>
                  </a:lnTo>
                  <a:lnTo>
                    <a:pt x="1093732" y="1116645"/>
                  </a:lnTo>
                  <a:lnTo>
                    <a:pt x="1105287" y="1131050"/>
                  </a:lnTo>
                  <a:lnTo>
                    <a:pt x="1118852" y="1140913"/>
                  </a:lnTo>
                  <a:lnTo>
                    <a:pt x="1126532" y="1150095"/>
                  </a:lnTo>
                  <a:lnTo>
                    <a:pt x="1128328" y="1158585"/>
                  </a:lnTo>
                  <a:lnTo>
                    <a:pt x="1128195" y="1165857"/>
                  </a:lnTo>
                  <a:lnTo>
                    <a:pt x="1126128" y="1171910"/>
                  </a:lnTo>
                  <a:lnTo>
                    <a:pt x="1127003" y="1177661"/>
                  </a:lnTo>
                  <a:lnTo>
                    <a:pt x="1130816" y="1183094"/>
                  </a:lnTo>
                  <a:lnTo>
                    <a:pt x="1132087" y="1189761"/>
                  </a:lnTo>
                  <a:lnTo>
                    <a:pt x="1130595" y="1199035"/>
                  </a:lnTo>
                  <a:lnTo>
                    <a:pt x="1130699" y="1201662"/>
                  </a:lnTo>
                  <a:lnTo>
                    <a:pt x="1131803" y="1203757"/>
                  </a:lnTo>
                  <a:lnTo>
                    <a:pt x="1143847" y="1219693"/>
                  </a:lnTo>
                  <a:lnTo>
                    <a:pt x="1150035" y="1232572"/>
                  </a:lnTo>
                  <a:lnTo>
                    <a:pt x="1154948" y="1253128"/>
                  </a:lnTo>
                  <a:lnTo>
                    <a:pt x="1154973" y="1253312"/>
                  </a:lnTo>
                  <a:lnTo>
                    <a:pt x="1160461" y="1265607"/>
                  </a:lnTo>
                  <a:lnTo>
                    <a:pt x="1168354" y="1270636"/>
                  </a:lnTo>
                  <a:lnTo>
                    <a:pt x="1180481" y="1272495"/>
                  </a:lnTo>
                  <a:lnTo>
                    <a:pt x="1189695" y="1276776"/>
                  </a:lnTo>
                  <a:lnTo>
                    <a:pt x="1195995" y="1283484"/>
                  </a:lnTo>
                  <a:lnTo>
                    <a:pt x="1203942" y="1287535"/>
                  </a:lnTo>
                  <a:lnTo>
                    <a:pt x="1213535" y="1288928"/>
                  </a:lnTo>
                  <a:lnTo>
                    <a:pt x="1222732" y="1293352"/>
                  </a:lnTo>
                  <a:lnTo>
                    <a:pt x="1231529" y="1300819"/>
                  </a:lnTo>
                  <a:lnTo>
                    <a:pt x="1247936" y="1305719"/>
                  </a:lnTo>
                  <a:lnTo>
                    <a:pt x="1271951" y="1308070"/>
                  </a:lnTo>
                  <a:lnTo>
                    <a:pt x="1290229" y="1314138"/>
                  </a:lnTo>
                  <a:lnTo>
                    <a:pt x="1302772" y="1323929"/>
                  </a:lnTo>
                  <a:lnTo>
                    <a:pt x="1308290" y="1325921"/>
                  </a:lnTo>
                  <a:lnTo>
                    <a:pt x="1309781" y="1326060"/>
                  </a:lnTo>
                  <a:lnTo>
                    <a:pt x="1310498" y="1324564"/>
                  </a:lnTo>
                  <a:lnTo>
                    <a:pt x="1311444" y="1321794"/>
                  </a:lnTo>
                  <a:lnTo>
                    <a:pt x="1316299" y="1318604"/>
                  </a:lnTo>
                  <a:lnTo>
                    <a:pt x="1327867" y="1316519"/>
                  </a:lnTo>
                  <a:lnTo>
                    <a:pt x="1326313" y="1338181"/>
                  </a:lnTo>
                  <a:lnTo>
                    <a:pt x="1321154" y="1355956"/>
                  </a:lnTo>
                  <a:lnTo>
                    <a:pt x="1304156" y="1392908"/>
                  </a:lnTo>
                  <a:lnTo>
                    <a:pt x="1297071" y="1415829"/>
                  </a:lnTo>
                  <a:lnTo>
                    <a:pt x="1283365" y="1481331"/>
                  </a:lnTo>
                  <a:lnTo>
                    <a:pt x="1279352" y="1522232"/>
                  </a:lnTo>
                  <a:lnTo>
                    <a:pt x="913624" y="1522232"/>
                  </a:lnTo>
                  <a:lnTo>
                    <a:pt x="913624" y="91423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3525088" y="625809"/>
              <a:ext cx="1225044" cy="1473583"/>
            </a:xfrm>
            <a:custGeom>
              <a:avLst/>
              <a:pathLst>
                <a:path w="1225044" h="1473583">
                  <a:moveTo>
                    <a:pt x="1217634" y="914400"/>
                  </a:moveTo>
                  <a:lnTo>
                    <a:pt x="1205437" y="922972"/>
                  </a:lnTo>
                  <a:lnTo>
                    <a:pt x="1192452" y="936501"/>
                  </a:lnTo>
                  <a:lnTo>
                    <a:pt x="1161985" y="946733"/>
                  </a:lnTo>
                  <a:lnTo>
                    <a:pt x="1150675" y="949334"/>
                  </a:lnTo>
                  <a:lnTo>
                    <a:pt x="1140236" y="947947"/>
                  </a:lnTo>
                  <a:lnTo>
                    <a:pt x="1127531" y="956273"/>
                  </a:lnTo>
                  <a:lnTo>
                    <a:pt x="1112495" y="961363"/>
                  </a:lnTo>
                  <a:lnTo>
                    <a:pt x="1108057" y="969106"/>
                  </a:lnTo>
                  <a:lnTo>
                    <a:pt x="1071915" y="989846"/>
                  </a:lnTo>
                  <a:lnTo>
                    <a:pt x="1058042" y="992458"/>
                  </a:lnTo>
                  <a:lnTo>
                    <a:pt x="1046236" y="997983"/>
                  </a:lnTo>
                  <a:lnTo>
                    <a:pt x="1042744" y="1007365"/>
                  </a:lnTo>
                  <a:lnTo>
                    <a:pt x="1032205" y="1013023"/>
                  </a:lnTo>
                  <a:lnTo>
                    <a:pt x="1029280" y="1017356"/>
                  </a:lnTo>
                  <a:lnTo>
                    <a:pt x="1020416" y="1030480"/>
                  </a:lnTo>
                  <a:lnTo>
                    <a:pt x="1003939" y="1047431"/>
                  </a:lnTo>
                  <a:lnTo>
                    <a:pt x="983861" y="1050268"/>
                  </a:lnTo>
                  <a:lnTo>
                    <a:pt x="976523" y="1056167"/>
                  </a:lnTo>
                  <a:lnTo>
                    <a:pt x="968026" y="1065687"/>
                  </a:lnTo>
                  <a:lnTo>
                    <a:pt x="956041" y="1072221"/>
                  </a:lnTo>
                  <a:lnTo>
                    <a:pt x="932380" y="1069159"/>
                  </a:lnTo>
                  <a:lnTo>
                    <a:pt x="938134" y="1073163"/>
                  </a:lnTo>
                  <a:lnTo>
                    <a:pt x="959304" y="1079406"/>
                  </a:lnTo>
                  <a:lnTo>
                    <a:pt x="961504" y="1088659"/>
                  </a:lnTo>
                  <a:lnTo>
                    <a:pt x="950899" y="1090871"/>
                  </a:lnTo>
                  <a:lnTo>
                    <a:pt x="928692" y="1103208"/>
                  </a:lnTo>
                  <a:lnTo>
                    <a:pt x="898771" y="1124449"/>
                  </a:lnTo>
                  <a:lnTo>
                    <a:pt x="894199" y="1124951"/>
                  </a:lnTo>
                  <a:lnTo>
                    <a:pt x="886161" y="1124444"/>
                  </a:lnTo>
                  <a:lnTo>
                    <a:pt x="874255" y="1127988"/>
                  </a:lnTo>
                  <a:lnTo>
                    <a:pt x="858616" y="1135408"/>
                  </a:lnTo>
                  <a:lnTo>
                    <a:pt x="839680" y="1148738"/>
                  </a:lnTo>
                  <a:lnTo>
                    <a:pt x="806338" y="1177599"/>
                  </a:lnTo>
                  <a:lnTo>
                    <a:pt x="804000" y="1180646"/>
                  </a:lnTo>
                  <a:lnTo>
                    <a:pt x="799170" y="1185998"/>
                  </a:lnTo>
                  <a:lnTo>
                    <a:pt x="786856" y="1191702"/>
                  </a:lnTo>
                  <a:lnTo>
                    <a:pt x="775679" y="1197852"/>
                  </a:lnTo>
                  <a:lnTo>
                    <a:pt x="772725" y="1204325"/>
                  </a:lnTo>
                  <a:lnTo>
                    <a:pt x="767370" y="1207275"/>
                  </a:lnTo>
                  <a:lnTo>
                    <a:pt x="748930" y="1223687"/>
                  </a:lnTo>
                  <a:lnTo>
                    <a:pt x="738558" y="1237668"/>
                  </a:lnTo>
                  <a:lnTo>
                    <a:pt x="729140" y="1252298"/>
                  </a:lnTo>
                  <a:lnTo>
                    <a:pt x="718601" y="1268659"/>
                  </a:lnTo>
                  <a:lnTo>
                    <a:pt x="696977" y="1268864"/>
                  </a:lnTo>
                  <a:lnTo>
                    <a:pt x="680475" y="1268798"/>
                  </a:lnTo>
                  <a:lnTo>
                    <a:pt x="652326" y="1268680"/>
                  </a:lnTo>
                  <a:lnTo>
                    <a:pt x="628197" y="1268583"/>
                  </a:lnTo>
                  <a:lnTo>
                    <a:pt x="599560" y="1268465"/>
                  </a:lnTo>
                  <a:lnTo>
                    <a:pt x="578782" y="1268378"/>
                  </a:lnTo>
                  <a:lnTo>
                    <a:pt x="556409" y="1269064"/>
                  </a:lnTo>
                  <a:lnTo>
                    <a:pt x="545728" y="1273427"/>
                  </a:lnTo>
                  <a:lnTo>
                    <a:pt x="532335" y="1279321"/>
                  </a:lnTo>
                  <a:lnTo>
                    <a:pt x="517878" y="1285676"/>
                  </a:lnTo>
                  <a:lnTo>
                    <a:pt x="525459" y="1299851"/>
                  </a:lnTo>
                  <a:lnTo>
                    <a:pt x="527492" y="1305443"/>
                  </a:lnTo>
                  <a:lnTo>
                    <a:pt x="526909" y="1323479"/>
                  </a:lnTo>
                  <a:lnTo>
                    <a:pt x="528451" y="1325450"/>
                  </a:lnTo>
                  <a:lnTo>
                    <a:pt x="530068" y="1328129"/>
                  </a:lnTo>
                  <a:lnTo>
                    <a:pt x="530313" y="1332789"/>
                  </a:lnTo>
                  <a:lnTo>
                    <a:pt x="531551" y="1334919"/>
                  </a:lnTo>
                  <a:lnTo>
                    <a:pt x="534189" y="1336639"/>
                  </a:lnTo>
                  <a:lnTo>
                    <a:pt x="537156" y="1338662"/>
                  </a:lnTo>
                  <a:lnTo>
                    <a:pt x="539302" y="1341402"/>
                  </a:lnTo>
                  <a:lnTo>
                    <a:pt x="539794" y="1344137"/>
                  </a:lnTo>
                  <a:lnTo>
                    <a:pt x="537731" y="1348899"/>
                  </a:lnTo>
                  <a:lnTo>
                    <a:pt x="529413" y="1355336"/>
                  </a:lnTo>
                  <a:lnTo>
                    <a:pt x="517720" y="1360979"/>
                  </a:lnTo>
                  <a:lnTo>
                    <a:pt x="494463" y="1371160"/>
                  </a:lnTo>
                  <a:lnTo>
                    <a:pt x="467513" y="1382958"/>
                  </a:lnTo>
                  <a:lnTo>
                    <a:pt x="444152" y="1393185"/>
                  </a:lnTo>
                  <a:lnTo>
                    <a:pt x="426075" y="1401096"/>
                  </a:lnTo>
                  <a:lnTo>
                    <a:pt x="388945" y="1408046"/>
                  </a:lnTo>
                  <a:lnTo>
                    <a:pt x="359449" y="1413561"/>
                  </a:lnTo>
                  <a:lnTo>
                    <a:pt x="338163" y="1417545"/>
                  </a:lnTo>
                  <a:lnTo>
                    <a:pt x="318560" y="1428632"/>
                  </a:lnTo>
                  <a:lnTo>
                    <a:pt x="296916" y="1440865"/>
                  </a:lnTo>
                  <a:lnTo>
                    <a:pt x="278717" y="1451153"/>
                  </a:lnTo>
                  <a:lnTo>
                    <a:pt x="258306" y="1462691"/>
                  </a:lnTo>
                  <a:lnTo>
                    <a:pt x="239041" y="1473583"/>
                  </a:lnTo>
                  <a:lnTo>
                    <a:pt x="217622" y="1473547"/>
                  </a:lnTo>
                  <a:lnTo>
                    <a:pt x="202586" y="1465384"/>
                  </a:lnTo>
                  <a:lnTo>
                    <a:pt x="188610" y="1457002"/>
                  </a:lnTo>
                  <a:lnTo>
                    <a:pt x="179054" y="1442013"/>
                  </a:lnTo>
                  <a:lnTo>
                    <a:pt x="178396" y="1424596"/>
                  </a:lnTo>
                  <a:lnTo>
                    <a:pt x="181821" y="1413192"/>
                  </a:lnTo>
                  <a:lnTo>
                    <a:pt x="184926" y="1407989"/>
                  </a:lnTo>
                  <a:lnTo>
                    <a:pt x="190851" y="1404691"/>
                  </a:lnTo>
                  <a:lnTo>
                    <a:pt x="202453" y="1399084"/>
                  </a:lnTo>
                  <a:lnTo>
                    <a:pt x="213000" y="1387731"/>
                  </a:lnTo>
                  <a:lnTo>
                    <a:pt x="221456" y="1380956"/>
                  </a:lnTo>
                  <a:lnTo>
                    <a:pt x="229973" y="1373966"/>
                  </a:lnTo>
                  <a:lnTo>
                    <a:pt x="234837" y="1361927"/>
                  </a:lnTo>
                  <a:lnTo>
                    <a:pt x="240904" y="1332783"/>
                  </a:lnTo>
                  <a:lnTo>
                    <a:pt x="241675" y="1326987"/>
                  </a:lnTo>
                  <a:lnTo>
                    <a:pt x="250501" y="1307000"/>
                  </a:lnTo>
                  <a:lnTo>
                    <a:pt x="260265" y="1284888"/>
                  </a:lnTo>
                  <a:lnTo>
                    <a:pt x="264749" y="1274733"/>
                  </a:lnTo>
                  <a:lnTo>
                    <a:pt x="259736" y="1248375"/>
                  </a:lnTo>
                  <a:lnTo>
                    <a:pt x="255964" y="1228122"/>
                  </a:lnTo>
                  <a:lnTo>
                    <a:pt x="252510" y="1209569"/>
                  </a:lnTo>
                  <a:lnTo>
                    <a:pt x="248622" y="1188666"/>
                  </a:lnTo>
                  <a:lnTo>
                    <a:pt x="245084" y="1169636"/>
                  </a:lnTo>
                  <a:lnTo>
                    <a:pt x="241746" y="1151708"/>
                  </a:lnTo>
                  <a:lnTo>
                    <a:pt x="238399" y="1133713"/>
                  </a:lnTo>
                  <a:lnTo>
                    <a:pt x="235116" y="1116071"/>
                  </a:lnTo>
                  <a:lnTo>
                    <a:pt x="232540" y="1103418"/>
                  </a:lnTo>
                  <a:lnTo>
                    <a:pt x="229482" y="1088424"/>
                  </a:lnTo>
                  <a:lnTo>
                    <a:pt x="211617" y="1077900"/>
                  </a:lnTo>
                  <a:lnTo>
                    <a:pt x="198052" y="1070531"/>
                  </a:lnTo>
                  <a:lnTo>
                    <a:pt x="175866" y="1058492"/>
                  </a:lnTo>
                  <a:lnTo>
                    <a:pt x="157260" y="1048393"/>
                  </a:lnTo>
                  <a:lnTo>
                    <a:pt x="140586" y="1039155"/>
                  </a:lnTo>
                  <a:lnTo>
                    <a:pt x="151100" y="1020536"/>
                  </a:lnTo>
                  <a:lnTo>
                    <a:pt x="150192" y="1017489"/>
                  </a:lnTo>
                  <a:lnTo>
                    <a:pt x="146383" y="1013822"/>
                  </a:lnTo>
                  <a:lnTo>
                    <a:pt x="138599" y="1007723"/>
                  </a:lnTo>
                  <a:lnTo>
                    <a:pt x="134048" y="1007103"/>
                  </a:lnTo>
                  <a:lnTo>
                    <a:pt x="126035" y="1008537"/>
                  </a:lnTo>
                  <a:lnTo>
                    <a:pt x="113245" y="1012332"/>
                  </a:lnTo>
                  <a:lnTo>
                    <a:pt x="107720" y="1011072"/>
                  </a:lnTo>
                  <a:lnTo>
                    <a:pt x="103331" y="1004558"/>
                  </a:lnTo>
                  <a:lnTo>
                    <a:pt x="98281" y="996221"/>
                  </a:lnTo>
                  <a:lnTo>
                    <a:pt x="96626" y="989708"/>
                  </a:lnTo>
                  <a:lnTo>
                    <a:pt x="95993" y="981089"/>
                  </a:lnTo>
                  <a:lnTo>
                    <a:pt x="92980" y="973331"/>
                  </a:lnTo>
                  <a:lnTo>
                    <a:pt x="94889" y="969260"/>
                  </a:lnTo>
                  <a:lnTo>
                    <a:pt x="95310" y="967232"/>
                  </a:lnTo>
                  <a:lnTo>
                    <a:pt x="95139" y="964682"/>
                  </a:lnTo>
                  <a:lnTo>
                    <a:pt x="93068" y="963053"/>
                  </a:lnTo>
                  <a:lnTo>
                    <a:pt x="89421" y="962342"/>
                  </a:lnTo>
                  <a:lnTo>
                    <a:pt x="77086" y="965598"/>
                  </a:lnTo>
                  <a:lnTo>
                    <a:pt x="71540" y="965901"/>
                  </a:lnTo>
                  <a:lnTo>
                    <a:pt x="68231" y="967734"/>
                  </a:lnTo>
                  <a:lnTo>
                    <a:pt x="63018" y="971539"/>
                  </a:lnTo>
                  <a:lnTo>
                    <a:pt x="57880" y="972010"/>
                  </a:lnTo>
                  <a:lnTo>
                    <a:pt x="49003" y="963002"/>
                  </a:lnTo>
                  <a:lnTo>
                    <a:pt x="39306" y="953139"/>
                  </a:lnTo>
                  <a:lnTo>
                    <a:pt x="35239" y="939553"/>
                  </a:lnTo>
                  <a:lnTo>
                    <a:pt x="31064" y="925599"/>
                  </a:lnTo>
                  <a:lnTo>
                    <a:pt x="14499" y="917206"/>
                  </a:lnTo>
                  <a:lnTo>
                    <a:pt x="0" y="909857"/>
                  </a:lnTo>
                  <a:lnTo>
                    <a:pt x="1225044" y="90985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4152778" y="817178"/>
              <a:ext cx="1099683" cy="926429"/>
            </a:xfrm>
            <a:custGeom>
              <a:avLst/>
              <a:pathLst>
                <a:path w="1099683" h="926429">
                  <a:moveTo>
                    <a:pt x="914400" y="914399"/>
                  </a:moveTo>
                  <a:lnTo>
                    <a:pt x="910795" y="913293"/>
                  </a:lnTo>
                  <a:lnTo>
                    <a:pt x="907690" y="912428"/>
                  </a:lnTo>
                  <a:lnTo>
                    <a:pt x="905890" y="913903"/>
                  </a:lnTo>
                  <a:lnTo>
                    <a:pt x="904186" y="915874"/>
                  </a:lnTo>
                  <a:lnTo>
                    <a:pt x="902085" y="917354"/>
                  </a:lnTo>
                  <a:lnTo>
                    <a:pt x="897676" y="915260"/>
                  </a:lnTo>
                  <a:lnTo>
                    <a:pt x="894872" y="911445"/>
                  </a:lnTo>
                  <a:lnTo>
                    <a:pt x="890367" y="907512"/>
                  </a:lnTo>
                  <a:lnTo>
                    <a:pt x="888663" y="904552"/>
                  </a:lnTo>
                  <a:lnTo>
                    <a:pt x="889567" y="901111"/>
                  </a:lnTo>
                  <a:lnTo>
                    <a:pt x="891567" y="897787"/>
                  </a:lnTo>
                  <a:lnTo>
                    <a:pt x="892472" y="893849"/>
                  </a:lnTo>
                  <a:lnTo>
                    <a:pt x="890267" y="889307"/>
                  </a:lnTo>
                  <a:lnTo>
                    <a:pt x="888263" y="886721"/>
                  </a:lnTo>
                  <a:lnTo>
                    <a:pt x="886862" y="883766"/>
                  </a:lnTo>
                  <a:lnTo>
                    <a:pt x="887363" y="880939"/>
                  </a:lnTo>
                  <a:lnTo>
                    <a:pt x="890167" y="879582"/>
                  </a:lnTo>
                  <a:lnTo>
                    <a:pt x="892772" y="877857"/>
                  </a:lnTo>
                  <a:lnTo>
                    <a:pt x="893672" y="874170"/>
                  </a:lnTo>
                  <a:lnTo>
                    <a:pt x="892067" y="870232"/>
                  </a:lnTo>
                  <a:lnTo>
                    <a:pt x="887463" y="868629"/>
                  </a:lnTo>
                  <a:lnTo>
                    <a:pt x="883658" y="869243"/>
                  </a:lnTo>
                  <a:lnTo>
                    <a:pt x="878149" y="868383"/>
                  </a:lnTo>
                  <a:lnTo>
                    <a:pt x="872844" y="865925"/>
                  </a:lnTo>
                  <a:lnTo>
                    <a:pt x="869339" y="863093"/>
                  </a:lnTo>
                  <a:lnTo>
                    <a:pt x="866635" y="861490"/>
                  </a:lnTo>
                  <a:lnTo>
                    <a:pt x="864530" y="861490"/>
                  </a:lnTo>
                  <a:lnTo>
                    <a:pt x="862026" y="859892"/>
                  </a:lnTo>
                  <a:lnTo>
                    <a:pt x="860526" y="857184"/>
                  </a:lnTo>
                  <a:lnTo>
                    <a:pt x="860726" y="852754"/>
                  </a:lnTo>
                  <a:lnTo>
                    <a:pt x="861426" y="850050"/>
                  </a:lnTo>
                  <a:lnTo>
                    <a:pt x="862826" y="847710"/>
                  </a:lnTo>
                  <a:lnTo>
                    <a:pt x="862926" y="845124"/>
                  </a:lnTo>
                  <a:lnTo>
                    <a:pt x="862326" y="843275"/>
                  </a:lnTo>
                  <a:lnTo>
                    <a:pt x="862230" y="841805"/>
                  </a:lnTo>
                  <a:lnTo>
                    <a:pt x="862626" y="839957"/>
                  </a:lnTo>
                  <a:lnTo>
                    <a:pt x="863530" y="836265"/>
                  </a:lnTo>
                  <a:lnTo>
                    <a:pt x="862026" y="833561"/>
                  </a:lnTo>
                  <a:lnTo>
                    <a:pt x="861872" y="824189"/>
                  </a:lnTo>
                  <a:lnTo>
                    <a:pt x="861576" y="806655"/>
                  </a:lnTo>
                  <a:lnTo>
                    <a:pt x="861355" y="793223"/>
                  </a:lnTo>
                  <a:lnTo>
                    <a:pt x="861076" y="776340"/>
                  </a:lnTo>
                  <a:lnTo>
                    <a:pt x="860913" y="764044"/>
                  </a:lnTo>
                  <a:lnTo>
                    <a:pt x="860688" y="746818"/>
                  </a:lnTo>
                  <a:lnTo>
                    <a:pt x="860476" y="730472"/>
                  </a:lnTo>
                  <a:lnTo>
                    <a:pt x="860213" y="718489"/>
                  </a:lnTo>
                  <a:lnTo>
                    <a:pt x="1083159" y="718489"/>
                  </a:lnTo>
                  <a:lnTo>
                    <a:pt x="1083289" y="718535"/>
                  </a:lnTo>
                  <a:lnTo>
                    <a:pt x="1083432" y="718489"/>
                  </a:lnTo>
                  <a:lnTo>
                    <a:pt x="1099683" y="718489"/>
                  </a:lnTo>
                  <a:lnTo>
                    <a:pt x="1099683" y="873327"/>
                  </a:lnTo>
                  <a:lnTo>
                    <a:pt x="1094794" y="876407"/>
                  </a:lnTo>
                  <a:lnTo>
                    <a:pt x="1075588" y="883869"/>
                  </a:lnTo>
                  <a:lnTo>
                    <a:pt x="1053168" y="898110"/>
                  </a:lnTo>
                  <a:lnTo>
                    <a:pt x="1024197" y="910108"/>
                  </a:lnTo>
                  <a:lnTo>
                    <a:pt x="1018126" y="910154"/>
                  </a:lnTo>
                  <a:lnTo>
                    <a:pt x="1004970" y="900281"/>
                  </a:lnTo>
                  <a:lnTo>
                    <a:pt x="1008650" y="895785"/>
                  </a:lnTo>
                  <a:lnTo>
                    <a:pt x="1012071" y="889691"/>
                  </a:lnTo>
                  <a:lnTo>
                    <a:pt x="1008800" y="891448"/>
                  </a:lnTo>
                  <a:lnTo>
                    <a:pt x="1006678" y="894090"/>
                  </a:lnTo>
                  <a:lnTo>
                    <a:pt x="998744" y="898330"/>
                  </a:lnTo>
                  <a:lnTo>
                    <a:pt x="1005178" y="906539"/>
                  </a:lnTo>
                  <a:lnTo>
                    <a:pt x="1002070" y="909617"/>
                  </a:lnTo>
                  <a:lnTo>
                    <a:pt x="992868" y="913662"/>
                  </a:lnTo>
                  <a:lnTo>
                    <a:pt x="984300" y="919515"/>
                  </a:lnTo>
                  <a:lnTo>
                    <a:pt x="976799" y="923428"/>
                  </a:lnTo>
                  <a:lnTo>
                    <a:pt x="970732" y="918450"/>
                  </a:lnTo>
                  <a:lnTo>
                    <a:pt x="953984" y="924739"/>
                  </a:lnTo>
                  <a:lnTo>
                    <a:pt x="939878" y="926429"/>
                  </a:lnTo>
                  <a:lnTo>
                    <a:pt x="936827" y="923243"/>
                  </a:lnTo>
                  <a:lnTo>
                    <a:pt x="935932" y="918215"/>
                  </a:lnTo>
                  <a:lnTo>
                    <a:pt x="930993" y="917001"/>
                  </a:lnTo>
                  <a:lnTo>
                    <a:pt x="921817" y="918389"/>
                  </a:lnTo>
                  <a:lnTo>
                    <a:pt x="918338" y="91571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3935445" y="627048"/>
              <a:ext cx="919173" cy="1123210"/>
            </a:xfrm>
            <a:custGeom>
              <a:avLst/>
              <a:pathLst>
                <a:path w="919173" h="1123210">
                  <a:moveTo>
                    <a:pt x="914400" y="914400"/>
                  </a:moveTo>
                  <a:lnTo>
                    <a:pt x="901239" y="930336"/>
                  </a:lnTo>
                  <a:lnTo>
                    <a:pt x="889634" y="944388"/>
                  </a:lnTo>
                  <a:lnTo>
                    <a:pt x="887029" y="958808"/>
                  </a:lnTo>
                  <a:lnTo>
                    <a:pt x="884558" y="972481"/>
                  </a:lnTo>
                  <a:lnTo>
                    <a:pt x="874957" y="982887"/>
                  </a:lnTo>
                  <a:lnTo>
                    <a:pt x="869102" y="992427"/>
                  </a:lnTo>
                  <a:lnTo>
                    <a:pt x="866489" y="1003007"/>
                  </a:lnTo>
                  <a:lnTo>
                    <a:pt x="864305" y="1012721"/>
                  </a:lnTo>
                  <a:lnTo>
                    <a:pt x="864139" y="1020853"/>
                  </a:lnTo>
                  <a:lnTo>
                    <a:pt x="865785" y="1025119"/>
                  </a:lnTo>
                  <a:lnTo>
                    <a:pt x="865010" y="1028586"/>
                  </a:lnTo>
                  <a:lnTo>
                    <a:pt x="861834" y="1032575"/>
                  </a:lnTo>
                  <a:lnTo>
                    <a:pt x="855483" y="1039514"/>
                  </a:lnTo>
                  <a:lnTo>
                    <a:pt x="854354" y="1046191"/>
                  </a:lnTo>
                  <a:lnTo>
                    <a:pt x="850470" y="1049484"/>
                  </a:lnTo>
                  <a:lnTo>
                    <a:pt x="839394" y="1056075"/>
                  </a:lnTo>
                  <a:lnTo>
                    <a:pt x="830359" y="1065789"/>
                  </a:lnTo>
                  <a:lnTo>
                    <a:pt x="829917" y="1071289"/>
                  </a:lnTo>
                  <a:lnTo>
                    <a:pt x="831222" y="1075857"/>
                  </a:lnTo>
                  <a:lnTo>
                    <a:pt x="831422" y="1078694"/>
                  </a:lnTo>
                  <a:lnTo>
                    <a:pt x="829617" y="1080671"/>
                  </a:lnTo>
                  <a:lnTo>
                    <a:pt x="826000" y="1080542"/>
                  </a:lnTo>
                  <a:lnTo>
                    <a:pt x="822087" y="1081162"/>
                  </a:lnTo>
                  <a:lnTo>
                    <a:pt x="818791" y="1085213"/>
                  </a:lnTo>
                  <a:lnTo>
                    <a:pt x="818874" y="1091030"/>
                  </a:lnTo>
                  <a:lnTo>
                    <a:pt x="816466" y="1095224"/>
                  </a:lnTo>
                  <a:lnTo>
                    <a:pt x="813653" y="1096090"/>
                  </a:lnTo>
                  <a:lnTo>
                    <a:pt x="811244" y="1093125"/>
                  </a:lnTo>
                  <a:lnTo>
                    <a:pt x="808348" y="1088680"/>
                  </a:lnTo>
                  <a:lnTo>
                    <a:pt x="804956" y="1088244"/>
                  </a:lnTo>
                  <a:lnTo>
                    <a:pt x="799805" y="1091194"/>
                  </a:lnTo>
                  <a:lnTo>
                    <a:pt x="793454" y="1096049"/>
                  </a:lnTo>
                  <a:lnTo>
                    <a:pt x="787741" y="1096310"/>
                  </a:lnTo>
                  <a:lnTo>
                    <a:pt x="777015" y="1093191"/>
                  </a:lnTo>
                  <a:lnTo>
                    <a:pt x="769184" y="1102603"/>
                  </a:lnTo>
                  <a:lnTo>
                    <a:pt x="760779" y="1122821"/>
                  </a:lnTo>
                  <a:lnTo>
                    <a:pt x="725266" y="1122872"/>
                  </a:lnTo>
                  <a:lnTo>
                    <a:pt x="689753" y="1122923"/>
                  </a:lnTo>
                  <a:lnTo>
                    <a:pt x="654236" y="1122974"/>
                  </a:lnTo>
                  <a:lnTo>
                    <a:pt x="618723" y="1123026"/>
                  </a:lnTo>
                  <a:lnTo>
                    <a:pt x="583210" y="1123072"/>
                  </a:lnTo>
                  <a:lnTo>
                    <a:pt x="547696" y="1123123"/>
                  </a:lnTo>
                  <a:lnTo>
                    <a:pt x="512183" y="1123174"/>
                  </a:lnTo>
                  <a:lnTo>
                    <a:pt x="492310" y="1123205"/>
                  </a:lnTo>
                  <a:lnTo>
                    <a:pt x="488414" y="1123210"/>
                  </a:lnTo>
                  <a:lnTo>
                    <a:pt x="500582" y="1119251"/>
                  </a:lnTo>
                  <a:lnTo>
                    <a:pt x="525952" y="1103868"/>
                  </a:lnTo>
                  <a:lnTo>
                    <a:pt x="544663" y="1098297"/>
                  </a:lnTo>
                  <a:lnTo>
                    <a:pt x="568999" y="1082140"/>
                  </a:lnTo>
                  <a:lnTo>
                    <a:pt x="586627" y="1079032"/>
                  </a:lnTo>
                  <a:lnTo>
                    <a:pt x="589981" y="1075478"/>
                  </a:lnTo>
                  <a:lnTo>
                    <a:pt x="592936" y="1062076"/>
                  </a:lnTo>
                  <a:lnTo>
                    <a:pt x="594549" y="1057299"/>
                  </a:lnTo>
                  <a:lnTo>
                    <a:pt x="602779" y="1044138"/>
                  </a:lnTo>
                  <a:lnTo>
                    <a:pt x="612663" y="1033036"/>
                  </a:lnTo>
                  <a:lnTo>
                    <a:pt x="620640" y="1017683"/>
                  </a:lnTo>
                  <a:lnTo>
                    <a:pt x="635116" y="1007872"/>
                  </a:lnTo>
                  <a:lnTo>
                    <a:pt x="657007" y="999668"/>
                  </a:lnTo>
                  <a:lnTo>
                    <a:pt x="677255" y="981750"/>
                  </a:lnTo>
                  <a:lnTo>
                    <a:pt x="688353" y="976286"/>
                  </a:lnTo>
                  <a:lnTo>
                    <a:pt x="699108" y="972373"/>
                  </a:lnTo>
                  <a:lnTo>
                    <a:pt x="703626" y="965091"/>
                  </a:lnTo>
                  <a:lnTo>
                    <a:pt x="710276" y="960928"/>
                  </a:lnTo>
                  <a:lnTo>
                    <a:pt x="728058" y="952463"/>
                  </a:lnTo>
                  <a:lnTo>
                    <a:pt x="747656" y="950174"/>
                  </a:lnTo>
                  <a:lnTo>
                    <a:pt x="767463" y="943148"/>
                  </a:lnTo>
                  <a:lnTo>
                    <a:pt x="782657" y="939425"/>
                  </a:lnTo>
                  <a:lnTo>
                    <a:pt x="791975" y="932835"/>
                  </a:lnTo>
                  <a:lnTo>
                    <a:pt x="805522" y="929363"/>
                  </a:lnTo>
                  <a:lnTo>
                    <a:pt x="845957" y="910451"/>
                  </a:lnTo>
                  <a:lnTo>
                    <a:pt x="848279" y="908618"/>
                  </a:lnTo>
                  <a:lnTo>
                    <a:pt x="919173" y="9086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4330652" y="969750"/>
              <a:ext cx="921809" cy="936332"/>
            </a:xfrm>
            <a:custGeom>
              <a:avLst/>
              <a:pathLst>
                <a:path w="921809" h="936332">
                  <a:moveTo>
                    <a:pt x="914400" y="914400"/>
                  </a:moveTo>
                  <a:lnTo>
                    <a:pt x="907124" y="913959"/>
                  </a:lnTo>
                  <a:lnTo>
                    <a:pt x="901760" y="914446"/>
                  </a:lnTo>
                  <a:lnTo>
                    <a:pt x="893680" y="920596"/>
                  </a:lnTo>
                  <a:lnTo>
                    <a:pt x="892426" y="933024"/>
                  </a:lnTo>
                  <a:lnTo>
                    <a:pt x="888859" y="931380"/>
                  </a:lnTo>
                  <a:lnTo>
                    <a:pt x="885237" y="931785"/>
                  </a:lnTo>
                  <a:lnTo>
                    <a:pt x="883366" y="935687"/>
                  </a:lnTo>
                  <a:lnTo>
                    <a:pt x="880699" y="936332"/>
                  </a:lnTo>
                  <a:lnTo>
                    <a:pt x="873636" y="932640"/>
                  </a:lnTo>
                  <a:lnTo>
                    <a:pt x="865318" y="934658"/>
                  </a:lnTo>
                  <a:lnTo>
                    <a:pt x="858813" y="931857"/>
                  </a:lnTo>
                  <a:lnTo>
                    <a:pt x="850520" y="913647"/>
                  </a:lnTo>
                  <a:lnTo>
                    <a:pt x="846115" y="907266"/>
                  </a:lnTo>
                  <a:lnTo>
                    <a:pt x="838306" y="905207"/>
                  </a:lnTo>
                  <a:lnTo>
                    <a:pt x="836281" y="909058"/>
                  </a:lnTo>
                  <a:lnTo>
                    <a:pt x="833251" y="912827"/>
                  </a:lnTo>
                  <a:lnTo>
                    <a:pt x="825734" y="905315"/>
                  </a:lnTo>
                  <a:lnTo>
                    <a:pt x="820033" y="877432"/>
                  </a:lnTo>
                  <a:lnTo>
                    <a:pt x="819987" y="870703"/>
                  </a:lnTo>
                  <a:lnTo>
                    <a:pt x="827967" y="847249"/>
                  </a:lnTo>
                  <a:lnTo>
                    <a:pt x="847728" y="826135"/>
                  </a:lnTo>
                  <a:lnTo>
                    <a:pt x="841419" y="825429"/>
                  </a:lnTo>
                  <a:lnTo>
                    <a:pt x="823971" y="840069"/>
                  </a:lnTo>
                  <a:lnTo>
                    <a:pt x="825771" y="836526"/>
                  </a:lnTo>
                  <a:lnTo>
                    <a:pt x="828730" y="832834"/>
                  </a:lnTo>
                  <a:lnTo>
                    <a:pt x="834614" y="826878"/>
                  </a:lnTo>
                  <a:lnTo>
                    <a:pt x="843544" y="821281"/>
                  </a:lnTo>
                  <a:lnTo>
                    <a:pt x="855437" y="818019"/>
                  </a:lnTo>
                  <a:lnTo>
                    <a:pt x="863618" y="817522"/>
                  </a:lnTo>
                  <a:lnTo>
                    <a:pt x="869256" y="814429"/>
                  </a:lnTo>
                  <a:lnTo>
                    <a:pt x="877428" y="808950"/>
                  </a:lnTo>
                  <a:lnTo>
                    <a:pt x="878945" y="806041"/>
                  </a:lnTo>
                  <a:lnTo>
                    <a:pt x="871698" y="809385"/>
                  </a:lnTo>
                  <a:lnTo>
                    <a:pt x="859659" y="812678"/>
                  </a:lnTo>
                  <a:lnTo>
                    <a:pt x="862747" y="808361"/>
                  </a:lnTo>
                  <a:lnTo>
                    <a:pt x="865760" y="806051"/>
                  </a:lnTo>
                  <a:lnTo>
                    <a:pt x="921809" y="773112"/>
                  </a:lnTo>
                  <a:lnTo>
                    <a:pt x="921809" y="90869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4225054" y="914153"/>
              <a:ext cx="924109" cy="914400"/>
            </a:xfrm>
            <a:custGeom>
              <a:avLst/>
              <a:pathLst>
                <a:path w="924109" h="914400">
                  <a:moveTo>
                    <a:pt x="914400" y="914400"/>
                  </a:moveTo>
                  <a:lnTo>
                    <a:pt x="915441" y="910805"/>
                  </a:lnTo>
                  <a:lnTo>
                    <a:pt x="920684" y="901638"/>
                  </a:lnTo>
                  <a:lnTo>
                    <a:pt x="924109" y="900271"/>
                  </a:lnTo>
                  <a:lnTo>
                    <a:pt x="918696" y="91073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4176156" y="875182"/>
              <a:ext cx="927343" cy="914400"/>
            </a:xfrm>
            <a:custGeom>
              <a:avLst/>
              <a:pathLst>
                <a:path w="927343" h="914400">
                  <a:moveTo>
                    <a:pt x="914400" y="914400"/>
                  </a:moveTo>
                  <a:lnTo>
                    <a:pt x="918867" y="900240"/>
                  </a:lnTo>
                  <a:lnTo>
                    <a:pt x="922501" y="895893"/>
                  </a:lnTo>
                  <a:lnTo>
                    <a:pt x="927343" y="897357"/>
                  </a:lnTo>
                  <a:lnTo>
                    <a:pt x="926664" y="905914"/>
                  </a:lnTo>
                  <a:lnTo>
                    <a:pt x="925884" y="90885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3600379" y="789161"/>
              <a:ext cx="928693" cy="915209"/>
            </a:xfrm>
            <a:custGeom>
              <a:avLst/>
              <a:pathLst>
                <a:path w="928693" h="915209">
                  <a:moveTo>
                    <a:pt x="914400" y="914400"/>
                  </a:moveTo>
                  <a:lnTo>
                    <a:pt x="903152" y="912459"/>
                  </a:lnTo>
                  <a:lnTo>
                    <a:pt x="890788" y="915152"/>
                  </a:lnTo>
                  <a:lnTo>
                    <a:pt x="887346" y="915209"/>
                  </a:lnTo>
                  <a:lnTo>
                    <a:pt x="896530" y="907415"/>
                  </a:lnTo>
                  <a:lnTo>
                    <a:pt x="910653" y="902621"/>
                  </a:lnTo>
                  <a:lnTo>
                    <a:pt x="924734" y="887965"/>
                  </a:lnTo>
                  <a:lnTo>
                    <a:pt x="928693" y="887592"/>
                  </a:lnTo>
                  <a:lnTo>
                    <a:pt x="923334" y="904194"/>
                  </a:lnTo>
                  <a:lnTo>
                    <a:pt x="922242" y="910129"/>
                  </a:lnTo>
                  <a:lnTo>
                    <a:pt x="920975" y="91230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3585669" y="777020"/>
              <a:ext cx="935186" cy="914400"/>
            </a:xfrm>
            <a:custGeom>
              <a:avLst/>
              <a:pathLst>
                <a:path w="935186" h="914400">
                  <a:moveTo>
                    <a:pt x="914400" y="914400"/>
                  </a:moveTo>
                  <a:lnTo>
                    <a:pt x="910832" y="913488"/>
                  </a:lnTo>
                  <a:lnTo>
                    <a:pt x="922188" y="903185"/>
                  </a:lnTo>
                  <a:lnTo>
                    <a:pt x="935186" y="900809"/>
                  </a:lnTo>
                  <a:lnTo>
                    <a:pt x="924693" y="91223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3816037" y="640685"/>
              <a:ext cx="939224" cy="914400"/>
            </a:xfrm>
            <a:custGeom>
              <a:avLst/>
              <a:pathLst>
                <a:path w="939224" h="914400">
                  <a:moveTo>
                    <a:pt x="914400" y="914400"/>
                  </a:moveTo>
                  <a:lnTo>
                    <a:pt x="916250" y="910759"/>
                  </a:lnTo>
                  <a:lnTo>
                    <a:pt x="926843" y="904270"/>
                  </a:lnTo>
                  <a:lnTo>
                    <a:pt x="934627" y="900634"/>
                  </a:lnTo>
                  <a:lnTo>
                    <a:pt x="939224" y="900711"/>
                  </a:lnTo>
                  <a:lnTo>
                    <a:pt x="931739" y="908664"/>
                  </a:lnTo>
                  <a:lnTo>
                    <a:pt x="922159" y="91354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3257925" y="3014906"/>
              <a:ext cx="924784" cy="938161"/>
            </a:xfrm>
            <a:custGeom>
              <a:avLst/>
              <a:pathLst>
                <a:path w="924784" h="938161">
                  <a:moveTo>
                    <a:pt x="914400" y="914400"/>
                  </a:moveTo>
                  <a:lnTo>
                    <a:pt x="905940" y="921016"/>
                  </a:lnTo>
                  <a:lnTo>
                    <a:pt x="912087" y="925737"/>
                  </a:lnTo>
                  <a:lnTo>
                    <a:pt x="917879" y="915470"/>
                  </a:lnTo>
                  <a:lnTo>
                    <a:pt x="922476" y="923812"/>
                  </a:lnTo>
                  <a:lnTo>
                    <a:pt x="924784" y="938161"/>
                  </a:lnTo>
                  <a:lnTo>
                    <a:pt x="898674" y="938161"/>
                  </a:lnTo>
                  <a:lnTo>
                    <a:pt x="897664" y="933926"/>
                  </a:lnTo>
                  <a:lnTo>
                    <a:pt x="892388" y="928625"/>
                  </a:lnTo>
                  <a:lnTo>
                    <a:pt x="885062" y="915106"/>
                  </a:lnTo>
                  <a:lnTo>
                    <a:pt x="889317" y="911619"/>
                  </a:lnTo>
                  <a:lnTo>
                    <a:pt x="894989" y="912781"/>
                  </a:lnTo>
                  <a:lnTo>
                    <a:pt x="897893" y="911153"/>
                  </a:lnTo>
                  <a:lnTo>
                    <a:pt x="905757" y="909852"/>
                  </a:lnTo>
                  <a:lnTo>
                    <a:pt x="910532" y="908003"/>
                  </a:lnTo>
                  <a:lnTo>
                    <a:pt x="914266" y="9119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3292893" y="2839878"/>
              <a:ext cx="932164" cy="914400"/>
            </a:xfrm>
            <a:custGeom>
              <a:avLst/>
              <a:pathLst>
                <a:path w="932164" h="914400">
                  <a:moveTo>
                    <a:pt x="914400" y="914400"/>
                  </a:moveTo>
                  <a:lnTo>
                    <a:pt x="906990" y="903897"/>
                  </a:lnTo>
                  <a:lnTo>
                    <a:pt x="901023" y="900844"/>
                  </a:lnTo>
                  <a:lnTo>
                    <a:pt x="910345" y="893419"/>
                  </a:lnTo>
                  <a:lnTo>
                    <a:pt x="914370" y="887038"/>
                  </a:lnTo>
                  <a:lnTo>
                    <a:pt x="914287" y="873120"/>
                  </a:lnTo>
                  <a:lnTo>
                    <a:pt x="916562" y="865495"/>
                  </a:lnTo>
                  <a:lnTo>
                    <a:pt x="915791" y="858894"/>
                  </a:lnTo>
                  <a:lnTo>
                    <a:pt x="917846" y="852155"/>
                  </a:lnTo>
                  <a:lnTo>
                    <a:pt x="915066" y="844586"/>
                  </a:lnTo>
                  <a:lnTo>
                    <a:pt x="907274" y="838584"/>
                  </a:lnTo>
                  <a:lnTo>
                    <a:pt x="891855" y="814711"/>
                  </a:lnTo>
                  <a:lnTo>
                    <a:pt x="867497" y="808914"/>
                  </a:lnTo>
                  <a:lnTo>
                    <a:pt x="854887" y="808673"/>
                  </a:lnTo>
                  <a:lnTo>
                    <a:pt x="861817" y="804843"/>
                  </a:lnTo>
                  <a:lnTo>
                    <a:pt x="868218" y="805309"/>
                  </a:lnTo>
                  <a:lnTo>
                    <a:pt x="878070" y="807587"/>
                  </a:lnTo>
                  <a:lnTo>
                    <a:pt x="889867" y="808688"/>
                  </a:lnTo>
                  <a:lnTo>
                    <a:pt x="897076" y="815714"/>
                  </a:lnTo>
                  <a:lnTo>
                    <a:pt x="903961" y="825029"/>
                  </a:lnTo>
                  <a:lnTo>
                    <a:pt x="910178" y="828798"/>
                  </a:lnTo>
                  <a:lnTo>
                    <a:pt x="912737" y="831195"/>
                  </a:lnTo>
                  <a:lnTo>
                    <a:pt x="912449" y="833899"/>
                  </a:lnTo>
                  <a:lnTo>
                    <a:pt x="913483" y="836439"/>
                  </a:lnTo>
                  <a:lnTo>
                    <a:pt x="921596" y="840797"/>
                  </a:lnTo>
                  <a:lnTo>
                    <a:pt x="929768" y="847833"/>
                  </a:lnTo>
                  <a:lnTo>
                    <a:pt x="932164" y="868465"/>
                  </a:lnTo>
                  <a:lnTo>
                    <a:pt x="921155" y="878230"/>
                  </a:lnTo>
                  <a:lnTo>
                    <a:pt x="919129" y="908106"/>
                  </a:lnTo>
                  <a:lnTo>
                    <a:pt x="916175" y="91348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3250254" y="2977175"/>
              <a:ext cx="915333" cy="945745"/>
            </a:xfrm>
            <a:custGeom>
              <a:avLst/>
              <a:pathLst>
                <a:path w="915333" h="945745">
                  <a:moveTo>
                    <a:pt x="914399" y="914400"/>
                  </a:moveTo>
                  <a:lnTo>
                    <a:pt x="915333" y="923899"/>
                  </a:lnTo>
                  <a:lnTo>
                    <a:pt x="914470" y="927284"/>
                  </a:lnTo>
                  <a:lnTo>
                    <a:pt x="905236" y="933634"/>
                  </a:lnTo>
                  <a:lnTo>
                    <a:pt x="902865" y="937182"/>
                  </a:lnTo>
                  <a:lnTo>
                    <a:pt x="894159" y="940762"/>
                  </a:lnTo>
                  <a:lnTo>
                    <a:pt x="888892" y="945745"/>
                  </a:lnTo>
                  <a:lnTo>
                    <a:pt x="886254" y="937648"/>
                  </a:lnTo>
                  <a:lnTo>
                    <a:pt x="881141" y="932645"/>
                  </a:lnTo>
                  <a:lnTo>
                    <a:pt x="880282" y="924139"/>
                  </a:lnTo>
                  <a:lnTo>
                    <a:pt x="876374" y="927012"/>
                  </a:lnTo>
                  <a:lnTo>
                    <a:pt x="870740" y="925261"/>
                  </a:lnTo>
                  <a:lnTo>
                    <a:pt x="861447" y="918819"/>
                  </a:lnTo>
                  <a:lnTo>
                    <a:pt x="855575" y="910072"/>
                  </a:lnTo>
                  <a:lnTo>
                    <a:pt x="863801" y="908557"/>
                  </a:lnTo>
                  <a:lnTo>
                    <a:pt x="865501" y="913990"/>
                  </a:lnTo>
                  <a:lnTo>
                    <a:pt x="872011" y="907322"/>
                  </a:lnTo>
                  <a:lnTo>
                    <a:pt x="870531" y="903809"/>
                  </a:lnTo>
                  <a:lnTo>
                    <a:pt x="869356" y="903359"/>
                  </a:lnTo>
                  <a:lnTo>
                    <a:pt x="867222" y="896825"/>
                  </a:lnTo>
                  <a:lnTo>
                    <a:pt x="877015" y="879710"/>
                  </a:lnTo>
                  <a:lnTo>
                    <a:pt x="879128" y="868670"/>
                  </a:lnTo>
                  <a:lnTo>
                    <a:pt x="874686" y="850956"/>
                  </a:lnTo>
                  <a:lnTo>
                    <a:pt x="878832" y="849794"/>
                  </a:lnTo>
                  <a:lnTo>
                    <a:pt x="889884" y="856006"/>
                  </a:lnTo>
                  <a:lnTo>
                    <a:pt x="894834" y="862120"/>
                  </a:lnTo>
                  <a:lnTo>
                    <a:pt x="894997" y="870513"/>
                  </a:lnTo>
                  <a:lnTo>
                    <a:pt x="899643" y="877012"/>
                  </a:lnTo>
                  <a:lnTo>
                    <a:pt x="906369" y="892579"/>
                  </a:lnTo>
                  <a:lnTo>
                    <a:pt x="914587" y="90170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3196855" y="2755716"/>
              <a:ext cx="952742" cy="935088"/>
            </a:xfrm>
            <a:custGeom>
              <a:avLst/>
              <a:pathLst>
                <a:path w="952742" h="935088">
                  <a:moveTo>
                    <a:pt x="914399" y="914400"/>
                  </a:moveTo>
                  <a:lnTo>
                    <a:pt x="919938" y="913954"/>
                  </a:lnTo>
                  <a:lnTo>
                    <a:pt x="923259" y="911808"/>
                  </a:lnTo>
                  <a:lnTo>
                    <a:pt x="938557" y="912684"/>
                  </a:lnTo>
                  <a:lnTo>
                    <a:pt x="950909" y="909545"/>
                  </a:lnTo>
                  <a:lnTo>
                    <a:pt x="952742" y="915116"/>
                  </a:lnTo>
                  <a:lnTo>
                    <a:pt x="952430" y="918025"/>
                  </a:lnTo>
                  <a:lnTo>
                    <a:pt x="926164" y="920755"/>
                  </a:lnTo>
                  <a:lnTo>
                    <a:pt x="902069" y="928933"/>
                  </a:lnTo>
                  <a:lnTo>
                    <a:pt x="888863" y="934473"/>
                  </a:lnTo>
                  <a:lnTo>
                    <a:pt x="882658" y="935088"/>
                  </a:lnTo>
                  <a:lnTo>
                    <a:pt x="877915" y="932174"/>
                  </a:lnTo>
                  <a:lnTo>
                    <a:pt x="862005" y="915285"/>
                  </a:lnTo>
                  <a:lnTo>
                    <a:pt x="866260" y="916970"/>
                  </a:lnTo>
                  <a:lnTo>
                    <a:pt x="878015" y="926516"/>
                  </a:lnTo>
                  <a:lnTo>
                    <a:pt x="885316" y="924774"/>
                  </a:lnTo>
                  <a:lnTo>
                    <a:pt x="892080" y="918466"/>
                  </a:lnTo>
                  <a:lnTo>
                    <a:pt x="893113" y="913698"/>
                  </a:lnTo>
                  <a:lnTo>
                    <a:pt x="892105" y="911440"/>
                  </a:lnTo>
                  <a:lnTo>
                    <a:pt x="895164" y="903912"/>
                  </a:lnTo>
                  <a:lnTo>
                    <a:pt x="904061" y="91113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3274623" y="2934513"/>
              <a:ext cx="930731" cy="914399"/>
            </a:xfrm>
            <a:custGeom>
              <a:avLst/>
              <a:pathLst>
                <a:path w="930731" h="914399">
                  <a:moveTo>
                    <a:pt x="914400" y="914399"/>
                  </a:moveTo>
                  <a:lnTo>
                    <a:pt x="907511" y="912254"/>
                  </a:lnTo>
                  <a:lnTo>
                    <a:pt x="905744" y="910528"/>
                  </a:lnTo>
                  <a:lnTo>
                    <a:pt x="908695" y="907630"/>
                  </a:lnTo>
                  <a:lnTo>
                    <a:pt x="915187" y="905213"/>
                  </a:lnTo>
                  <a:lnTo>
                    <a:pt x="925613" y="904972"/>
                  </a:lnTo>
                  <a:lnTo>
                    <a:pt x="930181" y="907829"/>
                  </a:lnTo>
                  <a:lnTo>
                    <a:pt x="930731" y="909079"/>
                  </a:lnTo>
                  <a:lnTo>
                    <a:pt x="924038" y="9122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3529059" y="3038667"/>
              <a:ext cx="918648" cy="914399"/>
            </a:xfrm>
            <a:custGeom>
              <a:avLst/>
              <a:pathLst>
                <a:path w="918648" h="914399">
                  <a:moveTo>
                    <a:pt x="914400" y="914399"/>
                  </a:moveTo>
                  <a:lnTo>
                    <a:pt x="908748" y="914399"/>
                  </a:lnTo>
                  <a:lnTo>
                    <a:pt x="910331" y="903379"/>
                  </a:lnTo>
                  <a:lnTo>
                    <a:pt x="915015" y="901116"/>
                  </a:lnTo>
                  <a:lnTo>
                    <a:pt x="916852" y="901239"/>
                  </a:lnTo>
                  <a:lnTo>
                    <a:pt x="918648" y="90726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3357943" y="2894503"/>
              <a:ext cx="945916" cy="990455"/>
            </a:xfrm>
            <a:custGeom>
              <a:avLst/>
              <a:pathLst>
                <a:path w="945916" h="990455">
                  <a:moveTo>
                    <a:pt x="914400" y="914400"/>
                  </a:moveTo>
                  <a:lnTo>
                    <a:pt x="926384" y="918865"/>
                  </a:lnTo>
                  <a:lnTo>
                    <a:pt x="939340" y="933675"/>
                  </a:lnTo>
                  <a:lnTo>
                    <a:pt x="944920" y="938949"/>
                  </a:lnTo>
                  <a:lnTo>
                    <a:pt x="945916" y="943753"/>
                  </a:lnTo>
                  <a:lnTo>
                    <a:pt x="943733" y="965680"/>
                  </a:lnTo>
                  <a:lnTo>
                    <a:pt x="940820" y="978882"/>
                  </a:lnTo>
                  <a:lnTo>
                    <a:pt x="941257" y="990455"/>
                  </a:lnTo>
                  <a:lnTo>
                    <a:pt x="938215" y="987029"/>
                  </a:lnTo>
                  <a:lnTo>
                    <a:pt x="935140" y="979450"/>
                  </a:lnTo>
                  <a:lnTo>
                    <a:pt x="930097" y="975093"/>
                  </a:lnTo>
                  <a:lnTo>
                    <a:pt x="928418" y="972809"/>
                  </a:lnTo>
                  <a:lnTo>
                    <a:pt x="937482" y="972307"/>
                  </a:lnTo>
                  <a:lnTo>
                    <a:pt x="938286" y="960375"/>
                  </a:lnTo>
                  <a:lnTo>
                    <a:pt x="942707" y="950963"/>
                  </a:lnTo>
                  <a:lnTo>
                    <a:pt x="942037" y="941172"/>
                  </a:lnTo>
                  <a:lnTo>
                    <a:pt x="931460" y="930392"/>
                  </a:lnTo>
                  <a:lnTo>
                    <a:pt x="924209" y="920903"/>
                  </a:lnTo>
                  <a:lnTo>
                    <a:pt x="913062" y="917866"/>
                  </a:lnTo>
                  <a:lnTo>
                    <a:pt x="902752" y="908418"/>
                  </a:lnTo>
                  <a:lnTo>
                    <a:pt x="896601" y="907256"/>
                  </a:lnTo>
                  <a:lnTo>
                    <a:pt x="889100" y="908920"/>
                  </a:lnTo>
                  <a:lnTo>
                    <a:pt x="891809" y="903287"/>
                  </a:lnTo>
                  <a:lnTo>
                    <a:pt x="893684" y="895836"/>
                  </a:lnTo>
                  <a:lnTo>
                    <a:pt x="895059" y="894443"/>
                  </a:lnTo>
                  <a:lnTo>
                    <a:pt x="900352" y="90257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3458860" y="3023023"/>
              <a:ext cx="914400" cy="915460"/>
            </a:xfrm>
            <a:custGeom>
              <a:avLst/>
              <a:pathLst>
                <a:path w="914400" h="915460">
                  <a:moveTo>
                    <a:pt x="914400" y="914400"/>
                  </a:moveTo>
                  <a:lnTo>
                    <a:pt x="908682" y="913319"/>
                  </a:lnTo>
                  <a:lnTo>
                    <a:pt x="900243" y="915403"/>
                  </a:lnTo>
                  <a:lnTo>
                    <a:pt x="897206" y="915460"/>
                  </a:lnTo>
                  <a:lnTo>
                    <a:pt x="899097" y="911808"/>
                  </a:lnTo>
                  <a:lnTo>
                    <a:pt x="904957" y="906872"/>
                  </a:lnTo>
                  <a:lnTo>
                    <a:pt x="905252" y="902171"/>
                  </a:lnTo>
                  <a:lnTo>
                    <a:pt x="898001" y="895391"/>
                  </a:lnTo>
                  <a:lnTo>
                    <a:pt x="889563" y="878522"/>
                  </a:lnTo>
                  <a:lnTo>
                    <a:pt x="885612" y="874523"/>
                  </a:lnTo>
                  <a:lnTo>
                    <a:pt x="883737" y="868183"/>
                  </a:lnTo>
                  <a:lnTo>
                    <a:pt x="876657" y="861383"/>
                  </a:lnTo>
                  <a:lnTo>
                    <a:pt x="878136" y="857747"/>
                  </a:lnTo>
                  <a:lnTo>
                    <a:pt x="879591" y="856892"/>
                  </a:lnTo>
                  <a:lnTo>
                    <a:pt x="884379" y="858638"/>
                  </a:lnTo>
                  <a:lnTo>
                    <a:pt x="895222" y="882901"/>
                  </a:lnTo>
                  <a:lnTo>
                    <a:pt x="895930" y="885226"/>
                  </a:lnTo>
                  <a:lnTo>
                    <a:pt x="913833" y="90906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t3925"/>
            <p:cNvSpPr/>
            <p:nvPr/>
          </p:nvSpPr>
          <p:spPr>
            <a:xfrm>
              <a:off x="4517981" y="2123210"/>
              <a:ext cx="63202" cy="63202"/>
            </a:xfrm>
            <a:prstGeom prst="ellipse">
              <a:avLst/>
            </a:prstGeom>
            <a:solidFill>
              <a:srgbClr val="A4E2C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t3926"/>
            <p:cNvSpPr/>
            <p:nvPr/>
          </p:nvSpPr>
          <p:spPr>
            <a:xfrm>
              <a:off x="2804077" y="3308464"/>
              <a:ext cx="63202" cy="63202"/>
            </a:xfrm>
            <a:prstGeom prst="ellipse">
              <a:avLst/>
            </a:prstGeom>
            <a:solidFill>
              <a:srgbClr val="39619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t3927"/>
            <p:cNvSpPr/>
            <p:nvPr/>
          </p:nvSpPr>
          <p:spPr>
            <a:xfrm>
              <a:off x="2474979" y="3491892"/>
              <a:ext cx="63202" cy="63202"/>
            </a:xfrm>
            <a:prstGeom prst="ellipse">
              <a:avLst/>
            </a:prstGeom>
            <a:solidFill>
              <a:srgbClr val="3A6EA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t3928"/>
            <p:cNvSpPr/>
            <p:nvPr/>
          </p:nvSpPr>
          <p:spPr>
            <a:xfrm>
              <a:off x="4310750" y="2493405"/>
              <a:ext cx="63202" cy="63202"/>
            </a:xfrm>
            <a:prstGeom prst="ellipse">
              <a:avLst/>
            </a:prstGeom>
            <a:solidFill>
              <a:srgbClr val="6BD1B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t3929"/>
            <p:cNvSpPr/>
            <p:nvPr/>
          </p:nvSpPr>
          <p:spPr>
            <a:xfrm>
              <a:off x="3230764" y="3253112"/>
              <a:ext cx="63202" cy="63202"/>
            </a:xfrm>
            <a:prstGeom prst="ellipse">
              <a:avLst/>
            </a:prstGeom>
            <a:solidFill>
              <a:srgbClr val="3981A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t3930"/>
            <p:cNvSpPr/>
            <p:nvPr/>
          </p:nvSpPr>
          <p:spPr>
            <a:xfrm>
              <a:off x="4374836" y="2340602"/>
              <a:ext cx="63202" cy="63202"/>
            </a:xfrm>
            <a:prstGeom prst="ellipse">
              <a:avLst/>
            </a:prstGeom>
            <a:solidFill>
              <a:srgbClr val="C6EDD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t3931"/>
            <p:cNvSpPr/>
            <p:nvPr/>
          </p:nvSpPr>
          <p:spPr>
            <a:xfrm>
              <a:off x="3085609" y="3352656"/>
              <a:ext cx="63202" cy="63202"/>
            </a:xfrm>
            <a:prstGeom prst="ellipse">
              <a:avLst/>
            </a:prstGeom>
            <a:solidFill>
              <a:srgbClr val="36285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t3932"/>
            <p:cNvSpPr/>
            <p:nvPr/>
          </p:nvSpPr>
          <p:spPr>
            <a:xfrm>
              <a:off x="4834075" y="1821367"/>
              <a:ext cx="63202" cy="63202"/>
            </a:xfrm>
            <a:prstGeom prst="ellipse">
              <a:avLst/>
            </a:prstGeom>
            <a:solidFill>
              <a:srgbClr val="378D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t3933"/>
            <p:cNvSpPr/>
            <p:nvPr/>
          </p:nvSpPr>
          <p:spPr>
            <a:xfrm>
              <a:off x="4671421" y="2079945"/>
              <a:ext cx="63202" cy="63202"/>
            </a:xfrm>
            <a:prstGeom prst="ellipse">
              <a:avLst/>
            </a:prstGeom>
            <a:solidFill>
              <a:srgbClr val="3B72A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t3934"/>
            <p:cNvSpPr/>
            <p:nvPr/>
          </p:nvSpPr>
          <p:spPr>
            <a:xfrm>
              <a:off x="4227828" y="2542459"/>
              <a:ext cx="63202" cy="63202"/>
            </a:xfrm>
            <a:prstGeom prst="ellipse">
              <a:avLst/>
            </a:prstGeom>
            <a:solidFill>
              <a:srgbClr val="56BF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t3935"/>
            <p:cNvSpPr/>
            <p:nvPr/>
          </p:nvSpPr>
          <p:spPr>
            <a:xfrm>
              <a:off x="3531947" y="3324123"/>
              <a:ext cx="63202" cy="63202"/>
            </a:xfrm>
            <a:prstGeom prst="ellipse">
              <a:avLst/>
            </a:prstGeom>
            <a:solidFill>
              <a:srgbClr val="3A79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t3936"/>
            <p:cNvSpPr/>
            <p:nvPr/>
          </p:nvSpPr>
          <p:spPr>
            <a:xfrm>
              <a:off x="4116343" y="2877034"/>
              <a:ext cx="63202" cy="63202"/>
            </a:xfrm>
            <a:prstGeom prst="ellipse">
              <a:avLst/>
            </a:prstGeom>
            <a:solidFill>
              <a:srgbClr val="A7E3C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t3937"/>
            <p:cNvSpPr/>
            <p:nvPr/>
          </p:nvSpPr>
          <p:spPr>
            <a:xfrm>
              <a:off x="3861999" y="3080650"/>
              <a:ext cx="63202" cy="63202"/>
            </a:xfrm>
            <a:prstGeom prst="ellipse">
              <a:avLst/>
            </a:prstGeom>
            <a:solidFill>
              <a:srgbClr val="AFE6C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t3938"/>
            <p:cNvSpPr/>
            <p:nvPr/>
          </p:nvSpPr>
          <p:spPr>
            <a:xfrm>
              <a:off x="3949423" y="3003555"/>
              <a:ext cx="63202" cy="63202"/>
            </a:xfrm>
            <a:prstGeom prst="ellipse">
              <a:avLst/>
            </a:prstGeom>
            <a:solidFill>
              <a:srgbClr val="57C1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t3939"/>
            <p:cNvSpPr/>
            <p:nvPr/>
          </p:nvSpPr>
          <p:spPr>
            <a:xfrm>
              <a:off x="4323294" y="2302728"/>
              <a:ext cx="63202" cy="63202"/>
            </a:xfrm>
            <a:prstGeom prst="ellipse">
              <a:avLst/>
            </a:prstGeom>
            <a:solidFill>
              <a:srgbClr val="3B72A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t3940"/>
            <p:cNvSpPr/>
            <p:nvPr/>
          </p:nvSpPr>
          <p:spPr>
            <a:xfrm>
              <a:off x="3495127" y="3324813"/>
              <a:ext cx="63202" cy="63202"/>
            </a:xfrm>
            <a:prstGeom prst="ellipse">
              <a:avLst/>
            </a:prstGeom>
            <a:solidFill>
              <a:srgbClr val="3A7B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t3941"/>
            <p:cNvSpPr/>
            <p:nvPr/>
          </p:nvSpPr>
          <p:spPr>
            <a:xfrm>
              <a:off x="3818102" y="3246059"/>
              <a:ext cx="63202" cy="63202"/>
            </a:xfrm>
            <a:prstGeom prst="ellipse">
              <a:avLst/>
            </a:prstGeom>
            <a:solidFill>
              <a:srgbClr val="60CE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t3942"/>
            <p:cNvSpPr/>
            <p:nvPr/>
          </p:nvSpPr>
          <p:spPr>
            <a:xfrm>
              <a:off x="3130118" y="3329566"/>
              <a:ext cx="63202" cy="63202"/>
            </a:xfrm>
            <a:prstGeom prst="ellipse">
              <a:avLst/>
            </a:prstGeom>
            <a:solidFill>
              <a:srgbClr val="382B5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t3943"/>
            <p:cNvSpPr/>
            <p:nvPr/>
          </p:nvSpPr>
          <p:spPr>
            <a:xfrm>
              <a:off x="4198713" y="2417858"/>
              <a:ext cx="63202" cy="63202"/>
            </a:xfrm>
            <a:prstGeom prst="ellipse">
              <a:avLst/>
            </a:prstGeom>
            <a:solidFill>
              <a:srgbClr val="43A7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t3944"/>
            <p:cNvSpPr/>
            <p:nvPr/>
          </p:nvSpPr>
          <p:spPr>
            <a:xfrm>
              <a:off x="3824350" y="3139769"/>
              <a:ext cx="63202" cy="63202"/>
            </a:xfrm>
            <a:prstGeom prst="ellipse">
              <a:avLst/>
            </a:prstGeom>
            <a:solidFill>
              <a:srgbClr val="51B8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t3945"/>
            <p:cNvSpPr/>
            <p:nvPr/>
          </p:nvSpPr>
          <p:spPr>
            <a:xfrm>
              <a:off x="2941545" y="3353078"/>
              <a:ext cx="63202" cy="63202"/>
            </a:xfrm>
            <a:prstGeom prst="ellipse">
              <a:avLst/>
            </a:prstGeom>
            <a:solidFill>
              <a:srgbClr val="271D3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t3946"/>
            <p:cNvSpPr/>
            <p:nvPr/>
          </p:nvSpPr>
          <p:spPr>
            <a:xfrm>
              <a:off x="4020756" y="2922673"/>
              <a:ext cx="63202" cy="63202"/>
            </a:xfrm>
            <a:prstGeom prst="ellipse">
              <a:avLst/>
            </a:prstGeom>
            <a:solidFill>
              <a:srgbClr val="B9E9D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t3947"/>
            <p:cNvSpPr/>
            <p:nvPr/>
          </p:nvSpPr>
          <p:spPr>
            <a:xfrm>
              <a:off x="4801364" y="1841625"/>
              <a:ext cx="63202" cy="63202"/>
            </a:xfrm>
            <a:prstGeom prst="ellipse">
              <a:avLst/>
            </a:prstGeom>
            <a:solidFill>
              <a:srgbClr val="3D9F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t3948"/>
            <p:cNvSpPr/>
            <p:nvPr/>
          </p:nvSpPr>
          <p:spPr>
            <a:xfrm>
              <a:off x="2752856" y="3314756"/>
              <a:ext cx="63202" cy="63202"/>
            </a:xfrm>
            <a:prstGeom prst="ellipse">
              <a:avLst/>
            </a:prstGeom>
            <a:solidFill>
              <a:srgbClr val="3B538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t3949"/>
            <p:cNvSpPr/>
            <p:nvPr/>
          </p:nvSpPr>
          <p:spPr>
            <a:xfrm>
              <a:off x="5143149" y="1843604"/>
              <a:ext cx="63202" cy="63202"/>
            </a:xfrm>
            <a:prstGeom prst="ellipse">
              <a:avLst/>
            </a:prstGeom>
            <a:solidFill>
              <a:srgbClr val="3593A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t3950"/>
            <p:cNvSpPr/>
            <p:nvPr/>
          </p:nvSpPr>
          <p:spPr>
            <a:xfrm>
              <a:off x="3830102" y="3143517"/>
              <a:ext cx="63202" cy="63202"/>
            </a:xfrm>
            <a:prstGeom prst="ellipse">
              <a:avLst/>
            </a:prstGeom>
            <a:solidFill>
              <a:srgbClr val="5DCA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t3951"/>
            <p:cNvSpPr/>
            <p:nvPr/>
          </p:nvSpPr>
          <p:spPr>
            <a:xfrm>
              <a:off x="4722739" y="1954852"/>
              <a:ext cx="63202" cy="63202"/>
            </a:xfrm>
            <a:prstGeom prst="ellipse">
              <a:avLst/>
            </a:prstGeom>
            <a:solidFill>
              <a:srgbClr val="8CDBB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t3952"/>
            <p:cNvSpPr/>
            <p:nvPr/>
          </p:nvSpPr>
          <p:spPr>
            <a:xfrm>
              <a:off x="3009462" y="3371921"/>
              <a:ext cx="63202" cy="63202"/>
            </a:xfrm>
            <a:prstGeom prst="ellipse">
              <a:avLst/>
            </a:prstGeom>
            <a:solidFill>
              <a:srgbClr val="382B5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t3953"/>
            <p:cNvSpPr/>
            <p:nvPr/>
          </p:nvSpPr>
          <p:spPr>
            <a:xfrm>
              <a:off x="3853490" y="3083509"/>
              <a:ext cx="63202" cy="63202"/>
            </a:xfrm>
            <a:prstGeom prst="ellipse">
              <a:avLst/>
            </a:prstGeom>
            <a:solidFill>
              <a:srgbClr val="59C3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t3954"/>
            <p:cNvSpPr/>
            <p:nvPr/>
          </p:nvSpPr>
          <p:spPr>
            <a:xfrm>
              <a:off x="4716341" y="1923178"/>
              <a:ext cx="63202" cy="63202"/>
            </a:xfrm>
            <a:prstGeom prst="ellipse">
              <a:avLst/>
            </a:prstGeom>
            <a:solidFill>
              <a:srgbClr val="95DDC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t3955"/>
            <p:cNvSpPr/>
            <p:nvPr/>
          </p:nvSpPr>
          <p:spPr>
            <a:xfrm>
              <a:off x="2556116" y="3429218"/>
              <a:ext cx="63202" cy="63202"/>
            </a:xfrm>
            <a:prstGeom prst="ellipse">
              <a:avLst/>
            </a:prstGeom>
            <a:solidFill>
              <a:srgbClr val="395E9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t3956"/>
            <p:cNvSpPr/>
            <p:nvPr/>
          </p:nvSpPr>
          <p:spPr>
            <a:xfrm>
              <a:off x="4123017" y="2857995"/>
              <a:ext cx="63202" cy="63202"/>
            </a:xfrm>
            <a:prstGeom prst="ellipse">
              <a:avLst/>
            </a:prstGeom>
            <a:solidFill>
              <a:srgbClr val="5ECB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t3957"/>
            <p:cNvSpPr/>
            <p:nvPr/>
          </p:nvSpPr>
          <p:spPr>
            <a:xfrm>
              <a:off x="2447878" y="3464791"/>
              <a:ext cx="117405" cy="117405"/>
            </a:xfrm>
            <a:prstGeom prst="ellipse">
              <a:avLst/>
            </a:prstGeom>
            <a:solidFill>
              <a:srgbClr val="3A6EA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t3958"/>
            <p:cNvSpPr/>
            <p:nvPr/>
          </p:nvSpPr>
          <p:spPr>
            <a:xfrm>
              <a:off x="4806974" y="1794266"/>
              <a:ext cx="117405" cy="117405"/>
            </a:xfrm>
            <a:prstGeom prst="ellipse">
              <a:avLst/>
            </a:prstGeom>
            <a:solidFill>
              <a:srgbClr val="378D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t3959"/>
            <p:cNvSpPr/>
            <p:nvPr/>
          </p:nvSpPr>
          <p:spPr>
            <a:xfrm>
              <a:off x="3791000" y="3218958"/>
              <a:ext cx="117405" cy="117405"/>
            </a:xfrm>
            <a:prstGeom prst="ellipse">
              <a:avLst/>
            </a:prstGeom>
            <a:solidFill>
              <a:srgbClr val="60CE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t3960"/>
            <p:cNvSpPr/>
            <p:nvPr/>
          </p:nvSpPr>
          <p:spPr>
            <a:xfrm>
              <a:off x="2982361" y="3344820"/>
              <a:ext cx="117405" cy="117405"/>
            </a:xfrm>
            <a:prstGeom prst="ellipse">
              <a:avLst/>
            </a:prstGeom>
            <a:solidFill>
              <a:srgbClr val="382B5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t3961"/>
            <p:cNvSpPr/>
            <p:nvPr/>
          </p:nvSpPr>
          <p:spPr>
            <a:xfrm>
              <a:off x="4689240" y="1896077"/>
              <a:ext cx="117405" cy="117405"/>
            </a:xfrm>
            <a:prstGeom prst="ellipse">
              <a:avLst/>
            </a:prstGeom>
            <a:solidFill>
              <a:srgbClr val="95DDC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l3962"/>
            <p:cNvSpPr/>
            <p:nvPr/>
          </p:nvSpPr>
          <p:spPr>
            <a:xfrm>
              <a:off x="4774363" y="1754767"/>
              <a:ext cx="82085" cy="88277"/>
            </a:xfrm>
            <a:custGeom>
              <a:avLst/>
              <a:pathLst>
                <a:path w="82085" h="88277">
                  <a:moveTo>
                    <a:pt x="0" y="0"/>
                  </a:moveTo>
                  <a:lnTo>
                    <a:pt x="82085" y="88277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g3963"/>
            <p:cNvSpPr/>
            <p:nvPr/>
          </p:nvSpPr>
          <p:spPr>
            <a:xfrm>
              <a:off x="1981265" y="3273227"/>
              <a:ext cx="558515" cy="191749"/>
            </a:xfrm>
            <a:custGeom>
              <a:avLst/>
              <a:pathLst>
                <a:path w="558515" h="191749">
                  <a:moveTo>
                    <a:pt x="27431" y="191749"/>
                  </a:moveTo>
                  <a:lnTo>
                    <a:pt x="531083" y="191749"/>
                  </a:lnTo>
                  <a:lnTo>
                    <a:pt x="529978" y="191727"/>
                  </a:lnTo>
                  <a:lnTo>
                    <a:pt x="534390" y="191549"/>
                  </a:lnTo>
                  <a:lnTo>
                    <a:pt x="538715" y="190666"/>
                  </a:lnTo>
                  <a:lnTo>
                    <a:pt x="542843" y="189101"/>
                  </a:lnTo>
                  <a:lnTo>
                    <a:pt x="546666" y="186893"/>
                  </a:lnTo>
                  <a:lnTo>
                    <a:pt x="550086" y="184101"/>
                  </a:lnTo>
                  <a:lnTo>
                    <a:pt x="553013" y="180797"/>
                  </a:lnTo>
                  <a:lnTo>
                    <a:pt x="555373" y="177065"/>
                  </a:lnTo>
                  <a:lnTo>
                    <a:pt x="557103" y="173004"/>
                  </a:lnTo>
                  <a:lnTo>
                    <a:pt x="558160" y="168718"/>
                  </a:lnTo>
                  <a:lnTo>
                    <a:pt x="558515" y="164317"/>
                  </a:lnTo>
                  <a:lnTo>
                    <a:pt x="558515" y="27431"/>
                  </a:lnTo>
                  <a:lnTo>
                    <a:pt x="558160" y="23031"/>
                  </a:lnTo>
                  <a:lnTo>
                    <a:pt x="557103" y="18745"/>
                  </a:lnTo>
                  <a:lnTo>
                    <a:pt x="555373" y="14683"/>
                  </a:lnTo>
                  <a:lnTo>
                    <a:pt x="553013" y="10952"/>
                  </a:lnTo>
                  <a:lnTo>
                    <a:pt x="550086" y="7647"/>
                  </a:lnTo>
                  <a:lnTo>
                    <a:pt x="546666" y="4855"/>
                  </a:lnTo>
                  <a:lnTo>
                    <a:pt x="542843" y="2648"/>
                  </a:lnTo>
                  <a:lnTo>
                    <a:pt x="538715" y="1083"/>
                  </a:lnTo>
                  <a:lnTo>
                    <a:pt x="534390" y="200"/>
                  </a:lnTo>
                  <a:lnTo>
                    <a:pt x="53108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tx3964"/>
            <p:cNvSpPr/>
            <p:nvPr/>
          </p:nvSpPr>
          <p:spPr>
            <a:xfrm>
              <a:off x="2026985" y="3318947"/>
              <a:ext cx="46707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W1_TX</a:t>
              </a:r>
            </a:p>
          </p:txBody>
        </p:sp>
        <p:sp>
          <p:nvSpPr>
            <p:cNvPr id="3965" name="pg3965"/>
            <p:cNvSpPr/>
            <p:nvPr/>
          </p:nvSpPr>
          <p:spPr>
            <a:xfrm>
              <a:off x="4439121" y="1563017"/>
              <a:ext cx="589605" cy="191749"/>
            </a:xfrm>
            <a:custGeom>
              <a:avLst/>
              <a:pathLst>
                <a:path w="589605" h="191749">
                  <a:moveTo>
                    <a:pt x="27431" y="191749"/>
                  </a:moveTo>
                  <a:lnTo>
                    <a:pt x="562173" y="191749"/>
                  </a:lnTo>
                  <a:lnTo>
                    <a:pt x="561068" y="191727"/>
                  </a:lnTo>
                  <a:lnTo>
                    <a:pt x="565479" y="191549"/>
                  </a:lnTo>
                  <a:lnTo>
                    <a:pt x="569805" y="190666"/>
                  </a:lnTo>
                  <a:lnTo>
                    <a:pt x="573933" y="189101"/>
                  </a:lnTo>
                  <a:lnTo>
                    <a:pt x="577756" y="186893"/>
                  </a:lnTo>
                  <a:lnTo>
                    <a:pt x="581175" y="184101"/>
                  </a:lnTo>
                  <a:lnTo>
                    <a:pt x="584103" y="180797"/>
                  </a:lnTo>
                  <a:lnTo>
                    <a:pt x="586462" y="177065"/>
                  </a:lnTo>
                  <a:lnTo>
                    <a:pt x="588193" y="173004"/>
                  </a:lnTo>
                  <a:lnTo>
                    <a:pt x="589249" y="168718"/>
                  </a:lnTo>
                  <a:lnTo>
                    <a:pt x="589605" y="164317"/>
                  </a:lnTo>
                  <a:lnTo>
                    <a:pt x="589605" y="27431"/>
                  </a:lnTo>
                  <a:lnTo>
                    <a:pt x="589249" y="23031"/>
                  </a:lnTo>
                  <a:lnTo>
                    <a:pt x="588193" y="18745"/>
                  </a:lnTo>
                  <a:lnTo>
                    <a:pt x="586462" y="14683"/>
                  </a:lnTo>
                  <a:lnTo>
                    <a:pt x="584103" y="10952"/>
                  </a:lnTo>
                  <a:lnTo>
                    <a:pt x="581175" y="7647"/>
                  </a:lnTo>
                  <a:lnTo>
                    <a:pt x="577756" y="4855"/>
                  </a:lnTo>
                  <a:lnTo>
                    <a:pt x="573933" y="2648"/>
                  </a:lnTo>
                  <a:lnTo>
                    <a:pt x="569805" y="1083"/>
                  </a:lnTo>
                  <a:lnTo>
                    <a:pt x="565479" y="200"/>
                  </a:lnTo>
                  <a:lnTo>
                    <a:pt x="56217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" name="tx3966"/>
            <p:cNvSpPr/>
            <p:nvPr/>
          </p:nvSpPr>
          <p:spPr>
            <a:xfrm>
              <a:off x="4484841" y="1608737"/>
              <a:ext cx="49816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W6_ME</a:t>
              </a:r>
            </a:p>
          </p:txBody>
        </p:sp>
        <p:sp>
          <p:nvSpPr>
            <p:cNvPr id="3967" name="pg3967"/>
            <p:cNvSpPr/>
            <p:nvPr/>
          </p:nvSpPr>
          <p:spPr>
            <a:xfrm>
              <a:off x="3273583" y="3027184"/>
              <a:ext cx="542970" cy="191749"/>
            </a:xfrm>
            <a:custGeom>
              <a:avLst/>
              <a:pathLst>
                <a:path w="542970" h="191749">
                  <a:moveTo>
                    <a:pt x="27431" y="191749"/>
                  </a:moveTo>
                  <a:lnTo>
                    <a:pt x="515538" y="191749"/>
                  </a:lnTo>
                  <a:lnTo>
                    <a:pt x="514434" y="191727"/>
                  </a:lnTo>
                  <a:lnTo>
                    <a:pt x="518845" y="191549"/>
                  </a:lnTo>
                  <a:lnTo>
                    <a:pt x="523170" y="190666"/>
                  </a:lnTo>
                  <a:lnTo>
                    <a:pt x="527298" y="189101"/>
                  </a:lnTo>
                  <a:lnTo>
                    <a:pt x="531121" y="186893"/>
                  </a:lnTo>
                  <a:lnTo>
                    <a:pt x="534541" y="184101"/>
                  </a:lnTo>
                  <a:lnTo>
                    <a:pt x="537469" y="180797"/>
                  </a:lnTo>
                  <a:lnTo>
                    <a:pt x="539828" y="177065"/>
                  </a:lnTo>
                  <a:lnTo>
                    <a:pt x="541558" y="173004"/>
                  </a:lnTo>
                  <a:lnTo>
                    <a:pt x="542615" y="168718"/>
                  </a:lnTo>
                  <a:lnTo>
                    <a:pt x="542970" y="164317"/>
                  </a:lnTo>
                  <a:lnTo>
                    <a:pt x="542970" y="27431"/>
                  </a:lnTo>
                  <a:lnTo>
                    <a:pt x="542615" y="23031"/>
                  </a:lnTo>
                  <a:lnTo>
                    <a:pt x="541558" y="18745"/>
                  </a:lnTo>
                  <a:lnTo>
                    <a:pt x="539828" y="14683"/>
                  </a:lnTo>
                  <a:lnTo>
                    <a:pt x="537469" y="10952"/>
                  </a:lnTo>
                  <a:lnTo>
                    <a:pt x="534541" y="7647"/>
                  </a:lnTo>
                  <a:lnTo>
                    <a:pt x="531121" y="4855"/>
                  </a:lnTo>
                  <a:lnTo>
                    <a:pt x="527298" y="2648"/>
                  </a:lnTo>
                  <a:lnTo>
                    <a:pt x="523170" y="1083"/>
                  </a:lnTo>
                  <a:lnTo>
                    <a:pt x="518845" y="200"/>
                  </a:lnTo>
                  <a:lnTo>
                    <a:pt x="51553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" name="tx3968"/>
            <p:cNvSpPr/>
            <p:nvPr/>
          </p:nvSpPr>
          <p:spPr>
            <a:xfrm>
              <a:off x="3319303" y="3072904"/>
              <a:ext cx="451530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W3_FL</a:t>
              </a:r>
            </a:p>
          </p:txBody>
        </p:sp>
        <p:sp>
          <p:nvSpPr>
            <p:cNvPr id="3969" name="pg3969"/>
            <p:cNvSpPr/>
            <p:nvPr/>
          </p:nvSpPr>
          <p:spPr>
            <a:xfrm>
              <a:off x="2630795" y="3152846"/>
              <a:ext cx="550834" cy="191749"/>
            </a:xfrm>
            <a:custGeom>
              <a:avLst/>
              <a:pathLst>
                <a:path w="550834" h="191749">
                  <a:moveTo>
                    <a:pt x="27431" y="191749"/>
                  </a:moveTo>
                  <a:lnTo>
                    <a:pt x="523402" y="191749"/>
                  </a:lnTo>
                  <a:lnTo>
                    <a:pt x="522297" y="191727"/>
                  </a:lnTo>
                  <a:lnTo>
                    <a:pt x="526709" y="191549"/>
                  </a:lnTo>
                  <a:lnTo>
                    <a:pt x="531034" y="190666"/>
                  </a:lnTo>
                  <a:lnTo>
                    <a:pt x="535162" y="189101"/>
                  </a:lnTo>
                  <a:lnTo>
                    <a:pt x="538985" y="186893"/>
                  </a:lnTo>
                  <a:lnTo>
                    <a:pt x="542405" y="184101"/>
                  </a:lnTo>
                  <a:lnTo>
                    <a:pt x="545332" y="180797"/>
                  </a:lnTo>
                  <a:lnTo>
                    <a:pt x="547692" y="177065"/>
                  </a:lnTo>
                  <a:lnTo>
                    <a:pt x="549422" y="173004"/>
                  </a:lnTo>
                  <a:lnTo>
                    <a:pt x="550479" y="168718"/>
                  </a:lnTo>
                  <a:lnTo>
                    <a:pt x="550834" y="164317"/>
                  </a:lnTo>
                  <a:lnTo>
                    <a:pt x="550834" y="27432"/>
                  </a:lnTo>
                  <a:lnTo>
                    <a:pt x="550479" y="23031"/>
                  </a:lnTo>
                  <a:lnTo>
                    <a:pt x="549422" y="18745"/>
                  </a:lnTo>
                  <a:lnTo>
                    <a:pt x="547692" y="14683"/>
                  </a:lnTo>
                  <a:lnTo>
                    <a:pt x="545332" y="10952"/>
                  </a:lnTo>
                  <a:lnTo>
                    <a:pt x="542405" y="7647"/>
                  </a:lnTo>
                  <a:lnTo>
                    <a:pt x="538985" y="4855"/>
                  </a:lnTo>
                  <a:lnTo>
                    <a:pt x="535162" y="2648"/>
                  </a:lnTo>
                  <a:lnTo>
                    <a:pt x="531034" y="1083"/>
                  </a:lnTo>
                  <a:lnTo>
                    <a:pt x="526709" y="200"/>
                  </a:lnTo>
                  <a:lnTo>
                    <a:pt x="523402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tx3970"/>
            <p:cNvSpPr/>
            <p:nvPr/>
          </p:nvSpPr>
          <p:spPr>
            <a:xfrm>
              <a:off x="2676515" y="3198566"/>
              <a:ext cx="459394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W2_LA</a:t>
              </a:r>
            </a:p>
          </p:txBody>
        </p:sp>
        <p:sp>
          <p:nvSpPr>
            <p:cNvPr id="3971" name="pg3971"/>
            <p:cNvSpPr/>
            <p:nvPr/>
          </p:nvSpPr>
          <p:spPr>
            <a:xfrm>
              <a:off x="4077914" y="1846173"/>
              <a:ext cx="581741" cy="191749"/>
            </a:xfrm>
            <a:custGeom>
              <a:avLst/>
              <a:pathLst>
                <a:path w="581741" h="191749">
                  <a:moveTo>
                    <a:pt x="27431" y="191749"/>
                  </a:moveTo>
                  <a:lnTo>
                    <a:pt x="554309" y="191749"/>
                  </a:lnTo>
                  <a:lnTo>
                    <a:pt x="553204" y="191727"/>
                  </a:lnTo>
                  <a:lnTo>
                    <a:pt x="557615" y="191549"/>
                  </a:lnTo>
                  <a:lnTo>
                    <a:pt x="561941" y="190666"/>
                  </a:lnTo>
                  <a:lnTo>
                    <a:pt x="566069" y="189101"/>
                  </a:lnTo>
                  <a:lnTo>
                    <a:pt x="569892" y="186893"/>
                  </a:lnTo>
                  <a:lnTo>
                    <a:pt x="573312" y="184101"/>
                  </a:lnTo>
                  <a:lnTo>
                    <a:pt x="576239" y="180797"/>
                  </a:lnTo>
                  <a:lnTo>
                    <a:pt x="578599" y="177065"/>
                  </a:lnTo>
                  <a:lnTo>
                    <a:pt x="580329" y="173004"/>
                  </a:lnTo>
                  <a:lnTo>
                    <a:pt x="581386" y="168718"/>
                  </a:lnTo>
                  <a:lnTo>
                    <a:pt x="581741" y="164317"/>
                  </a:lnTo>
                  <a:lnTo>
                    <a:pt x="581741" y="27431"/>
                  </a:lnTo>
                  <a:lnTo>
                    <a:pt x="581386" y="23031"/>
                  </a:lnTo>
                  <a:lnTo>
                    <a:pt x="580329" y="18745"/>
                  </a:lnTo>
                  <a:lnTo>
                    <a:pt x="578599" y="14683"/>
                  </a:lnTo>
                  <a:lnTo>
                    <a:pt x="576239" y="10952"/>
                  </a:lnTo>
                  <a:lnTo>
                    <a:pt x="573312" y="7647"/>
                  </a:lnTo>
                  <a:lnTo>
                    <a:pt x="569892" y="4855"/>
                  </a:lnTo>
                  <a:lnTo>
                    <a:pt x="566069" y="2648"/>
                  </a:lnTo>
                  <a:lnTo>
                    <a:pt x="561941" y="1083"/>
                  </a:lnTo>
                  <a:lnTo>
                    <a:pt x="557615" y="200"/>
                  </a:lnTo>
                  <a:lnTo>
                    <a:pt x="55430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tx3972"/>
            <p:cNvSpPr/>
            <p:nvPr/>
          </p:nvSpPr>
          <p:spPr>
            <a:xfrm>
              <a:off x="4123634" y="1891893"/>
              <a:ext cx="49030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W5_NH</a:t>
              </a:r>
            </a:p>
          </p:txBody>
        </p:sp>
        <p:sp>
          <p:nvSpPr>
            <p:cNvPr id="3973" name="rc3973"/>
            <p:cNvSpPr/>
            <p:nvPr/>
          </p:nvSpPr>
          <p:spPr>
            <a:xfrm>
              <a:off x="4155229" y="2281426"/>
              <a:ext cx="434719" cy="411073"/>
            </a:xfrm>
            <a:prstGeom prst="rect">
              <a:avLst/>
            </a:prstGeom>
            <a:noFill/>
            <a:ln w="13550" cap="flat">
              <a:solidFill>
                <a:srgbClr val="000000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974" name="pl3974"/>
            <p:cNvSpPr/>
            <p:nvPr/>
          </p:nvSpPr>
          <p:spPr>
            <a:xfrm>
              <a:off x="3340740" y="1535667"/>
              <a:ext cx="814489" cy="745758"/>
            </a:xfrm>
            <a:custGeom>
              <a:avLst/>
              <a:pathLst>
                <a:path w="814489" h="745758">
                  <a:moveTo>
                    <a:pt x="0" y="0"/>
                  </a:moveTo>
                  <a:lnTo>
                    <a:pt x="814489" y="745758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" name="pl3975"/>
            <p:cNvSpPr/>
            <p:nvPr/>
          </p:nvSpPr>
          <p:spPr>
            <a:xfrm>
              <a:off x="3340740" y="2692500"/>
              <a:ext cx="814489" cy="44001"/>
            </a:xfrm>
            <a:custGeom>
              <a:avLst/>
              <a:pathLst>
                <a:path w="814489" h="44001">
                  <a:moveTo>
                    <a:pt x="0" y="44001"/>
                  </a:moveTo>
                  <a:lnTo>
                    <a:pt x="81448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rc3976"/>
            <p:cNvSpPr/>
            <p:nvPr/>
          </p:nvSpPr>
          <p:spPr>
            <a:xfrm>
              <a:off x="1935545" y="1386057"/>
              <a:ext cx="3501561" cy="271461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tx3977"/>
            <p:cNvSpPr/>
            <p:nvPr/>
          </p:nvSpPr>
          <p:spPr>
            <a:xfrm>
              <a:off x="1623192" y="380768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3978" name="tx3978"/>
            <p:cNvSpPr/>
            <p:nvPr/>
          </p:nvSpPr>
          <p:spPr>
            <a:xfrm>
              <a:off x="1747550" y="378921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79" name="tx3979"/>
            <p:cNvSpPr/>
            <p:nvPr/>
          </p:nvSpPr>
          <p:spPr>
            <a:xfrm>
              <a:off x="1792265" y="380768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0" name="tx3980"/>
            <p:cNvSpPr/>
            <p:nvPr/>
          </p:nvSpPr>
          <p:spPr>
            <a:xfrm>
              <a:off x="1623192" y="328330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3981" name="tx3981"/>
            <p:cNvSpPr/>
            <p:nvPr/>
          </p:nvSpPr>
          <p:spPr>
            <a:xfrm>
              <a:off x="1747550" y="326483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2" name="tx3982"/>
            <p:cNvSpPr/>
            <p:nvPr/>
          </p:nvSpPr>
          <p:spPr>
            <a:xfrm>
              <a:off x="1792265" y="3283301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3" name="tx3983"/>
            <p:cNvSpPr/>
            <p:nvPr/>
          </p:nvSpPr>
          <p:spPr>
            <a:xfrm>
              <a:off x="1623192" y="275891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35</a:t>
              </a:r>
            </a:p>
          </p:txBody>
        </p:sp>
        <p:sp>
          <p:nvSpPr>
            <p:cNvPr id="3984" name="tx3984"/>
            <p:cNvSpPr/>
            <p:nvPr/>
          </p:nvSpPr>
          <p:spPr>
            <a:xfrm>
              <a:off x="1747550" y="2740448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5" name="tx3985"/>
            <p:cNvSpPr/>
            <p:nvPr/>
          </p:nvSpPr>
          <p:spPr>
            <a:xfrm>
              <a:off x="1792265" y="2758919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6" name="tx3986"/>
            <p:cNvSpPr/>
            <p:nvPr/>
          </p:nvSpPr>
          <p:spPr>
            <a:xfrm>
              <a:off x="1623192" y="223453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3987" name="tx3987"/>
            <p:cNvSpPr/>
            <p:nvPr/>
          </p:nvSpPr>
          <p:spPr>
            <a:xfrm>
              <a:off x="1747550" y="2216066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8" name="tx3988"/>
            <p:cNvSpPr/>
            <p:nvPr/>
          </p:nvSpPr>
          <p:spPr>
            <a:xfrm>
              <a:off x="1792265" y="2234537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9" name="tx3989"/>
            <p:cNvSpPr/>
            <p:nvPr/>
          </p:nvSpPr>
          <p:spPr>
            <a:xfrm>
              <a:off x="1623192" y="170997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45</a:t>
              </a:r>
            </a:p>
          </p:txBody>
        </p:sp>
        <p:sp>
          <p:nvSpPr>
            <p:cNvPr id="3990" name="tx3990"/>
            <p:cNvSpPr/>
            <p:nvPr/>
          </p:nvSpPr>
          <p:spPr>
            <a:xfrm>
              <a:off x="1747550" y="169150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91" name="tx3991"/>
            <p:cNvSpPr/>
            <p:nvPr/>
          </p:nvSpPr>
          <p:spPr>
            <a:xfrm>
              <a:off x="1792265" y="170997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92" name="pl3992"/>
            <p:cNvSpPr/>
            <p:nvPr/>
          </p:nvSpPr>
          <p:spPr>
            <a:xfrm>
              <a:off x="1900750" y="384819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" name="pl3993"/>
            <p:cNvSpPr/>
            <p:nvPr/>
          </p:nvSpPr>
          <p:spPr>
            <a:xfrm>
              <a:off x="1900750" y="332380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l3994"/>
            <p:cNvSpPr/>
            <p:nvPr/>
          </p:nvSpPr>
          <p:spPr>
            <a:xfrm>
              <a:off x="1900750" y="279942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l3995"/>
            <p:cNvSpPr/>
            <p:nvPr/>
          </p:nvSpPr>
          <p:spPr>
            <a:xfrm>
              <a:off x="1900750" y="227504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l3996"/>
            <p:cNvSpPr/>
            <p:nvPr/>
          </p:nvSpPr>
          <p:spPr>
            <a:xfrm>
              <a:off x="1900750" y="175066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tx3997"/>
            <p:cNvSpPr/>
            <p:nvPr/>
          </p:nvSpPr>
          <p:spPr>
            <a:xfrm rot="-5400000">
              <a:off x="1260265" y="2693346"/>
              <a:ext cx="4973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3998" name="pl3998"/>
            <p:cNvSpPr/>
            <p:nvPr/>
          </p:nvSpPr>
          <p:spPr>
            <a:xfrm>
              <a:off x="2265396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l3999"/>
            <p:cNvSpPr/>
            <p:nvPr/>
          </p:nvSpPr>
          <p:spPr>
            <a:xfrm>
              <a:off x="2692120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l4000"/>
            <p:cNvSpPr/>
            <p:nvPr/>
          </p:nvSpPr>
          <p:spPr>
            <a:xfrm>
              <a:off x="3118843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l4001"/>
            <p:cNvSpPr/>
            <p:nvPr/>
          </p:nvSpPr>
          <p:spPr>
            <a:xfrm>
              <a:off x="3545567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l4002"/>
            <p:cNvSpPr/>
            <p:nvPr/>
          </p:nvSpPr>
          <p:spPr>
            <a:xfrm>
              <a:off x="3972290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l4003"/>
            <p:cNvSpPr/>
            <p:nvPr/>
          </p:nvSpPr>
          <p:spPr>
            <a:xfrm>
              <a:off x="4399014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l4004"/>
            <p:cNvSpPr/>
            <p:nvPr/>
          </p:nvSpPr>
          <p:spPr>
            <a:xfrm>
              <a:off x="4825737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l4005"/>
            <p:cNvSpPr/>
            <p:nvPr/>
          </p:nvSpPr>
          <p:spPr>
            <a:xfrm>
              <a:off x="5252461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tx4006"/>
            <p:cNvSpPr/>
            <p:nvPr/>
          </p:nvSpPr>
          <p:spPr>
            <a:xfrm>
              <a:off x="2097055" y="4163666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4007" name="tx4007"/>
            <p:cNvSpPr/>
            <p:nvPr/>
          </p:nvSpPr>
          <p:spPr>
            <a:xfrm>
              <a:off x="2283593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8" name="tx4008"/>
            <p:cNvSpPr/>
            <p:nvPr/>
          </p:nvSpPr>
          <p:spPr>
            <a:xfrm>
              <a:off x="2328307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09" name="tx4009"/>
            <p:cNvSpPr/>
            <p:nvPr/>
          </p:nvSpPr>
          <p:spPr>
            <a:xfrm>
              <a:off x="2539323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95</a:t>
              </a:r>
            </a:p>
          </p:txBody>
        </p:sp>
        <p:sp>
          <p:nvSpPr>
            <p:cNvPr id="4010" name="tx4010"/>
            <p:cNvSpPr/>
            <p:nvPr/>
          </p:nvSpPr>
          <p:spPr>
            <a:xfrm>
              <a:off x="2694771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1" name="tx4011"/>
            <p:cNvSpPr/>
            <p:nvPr/>
          </p:nvSpPr>
          <p:spPr>
            <a:xfrm>
              <a:off x="2739486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2" name="tx4012"/>
            <p:cNvSpPr/>
            <p:nvPr/>
          </p:nvSpPr>
          <p:spPr>
            <a:xfrm>
              <a:off x="2966047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90</a:t>
              </a:r>
            </a:p>
          </p:txBody>
        </p:sp>
        <p:sp>
          <p:nvSpPr>
            <p:cNvPr id="4013" name="tx4013"/>
            <p:cNvSpPr/>
            <p:nvPr/>
          </p:nvSpPr>
          <p:spPr>
            <a:xfrm>
              <a:off x="3121495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4" name="tx4014"/>
            <p:cNvSpPr/>
            <p:nvPr/>
          </p:nvSpPr>
          <p:spPr>
            <a:xfrm>
              <a:off x="3166209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5" name="tx4015"/>
            <p:cNvSpPr/>
            <p:nvPr/>
          </p:nvSpPr>
          <p:spPr>
            <a:xfrm>
              <a:off x="3392771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85</a:t>
              </a:r>
            </a:p>
          </p:txBody>
        </p:sp>
        <p:sp>
          <p:nvSpPr>
            <p:cNvPr id="4016" name="tx4016"/>
            <p:cNvSpPr/>
            <p:nvPr/>
          </p:nvSpPr>
          <p:spPr>
            <a:xfrm>
              <a:off x="3548219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7" name="tx4017"/>
            <p:cNvSpPr/>
            <p:nvPr/>
          </p:nvSpPr>
          <p:spPr>
            <a:xfrm>
              <a:off x="3592933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8" name="tx4018"/>
            <p:cNvSpPr/>
            <p:nvPr/>
          </p:nvSpPr>
          <p:spPr>
            <a:xfrm>
              <a:off x="3819494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80</a:t>
              </a:r>
            </a:p>
          </p:txBody>
        </p:sp>
        <p:sp>
          <p:nvSpPr>
            <p:cNvPr id="4019" name="tx4019"/>
            <p:cNvSpPr/>
            <p:nvPr/>
          </p:nvSpPr>
          <p:spPr>
            <a:xfrm>
              <a:off x="3974942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0" name="tx4020"/>
            <p:cNvSpPr/>
            <p:nvPr/>
          </p:nvSpPr>
          <p:spPr>
            <a:xfrm>
              <a:off x="4019656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1" name="tx4021"/>
            <p:cNvSpPr/>
            <p:nvPr/>
          </p:nvSpPr>
          <p:spPr>
            <a:xfrm>
              <a:off x="4246218" y="4163300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75</a:t>
              </a:r>
            </a:p>
          </p:txBody>
        </p:sp>
        <p:sp>
          <p:nvSpPr>
            <p:cNvPr id="4022" name="tx4022"/>
            <p:cNvSpPr/>
            <p:nvPr/>
          </p:nvSpPr>
          <p:spPr>
            <a:xfrm>
              <a:off x="4401666" y="414483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3" name="tx4023"/>
            <p:cNvSpPr/>
            <p:nvPr/>
          </p:nvSpPr>
          <p:spPr>
            <a:xfrm>
              <a:off x="4446380" y="4163300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4" name="tx4024"/>
            <p:cNvSpPr/>
            <p:nvPr/>
          </p:nvSpPr>
          <p:spPr>
            <a:xfrm>
              <a:off x="4672941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70</a:t>
              </a:r>
            </a:p>
          </p:txBody>
        </p:sp>
        <p:sp>
          <p:nvSpPr>
            <p:cNvPr id="4025" name="tx4025"/>
            <p:cNvSpPr/>
            <p:nvPr/>
          </p:nvSpPr>
          <p:spPr>
            <a:xfrm>
              <a:off x="4828389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6" name="tx4026"/>
            <p:cNvSpPr/>
            <p:nvPr/>
          </p:nvSpPr>
          <p:spPr>
            <a:xfrm>
              <a:off x="4873103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7" name="tx4027"/>
            <p:cNvSpPr/>
            <p:nvPr/>
          </p:nvSpPr>
          <p:spPr>
            <a:xfrm>
              <a:off x="5099665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65</a:t>
              </a:r>
            </a:p>
          </p:txBody>
        </p:sp>
        <p:sp>
          <p:nvSpPr>
            <p:cNvPr id="4028" name="tx4028"/>
            <p:cNvSpPr/>
            <p:nvPr/>
          </p:nvSpPr>
          <p:spPr>
            <a:xfrm>
              <a:off x="5255113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9" name="tx4029"/>
            <p:cNvSpPr/>
            <p:nvPr/>
          </p:nvSpPr>
          <p:spPr>
            <a:xfrm>
              <a:off x="5299827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30" name="tx4030"/>
            <p:cNvSpPr/>
            <p:nvPr/>
          </p:nvSpPr>
          <p:spPr>
            <a:xfrm>
              <a:off x="3379362" y="4303342"/>
              <a:ext cx="6139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4031" name="rc4031"/>
            <p:cNvSpPr/>
            <p:nvPr/>
          </p:nvSpPr>
          <p:spPr>
            <a:xfrm>
              <a:off x="5576285" y="1950162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32" name="tx4032"/>
            <p:cNvSpPr/>
            <p:nvPr/>
          </p:nvSpPr>
          <p:spPr>
            <a:xfrm>
              <a:off x="5645874" y="2034473"/>
              <a:ext cx="59801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4033" name="tx4033"/>
            <p:cNvSpPr/>
            <p:nvPr/>
          </p:nvSpPr>
          <p:spPr>
            <a:xfrm>
              <a:off x="5645874" y="2185349"/>
              <a:ext cx="3703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4034" name="pic40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45874" y="2369695"/>
              <a:ext cx="219455" cy="1097280"/>
            </a:xfrm>
            <a:prstGeom prst="rect">
              <a:avLst/>
            </a:prstGeom>
          </p:spPr>
        </p:pic>
        <p:sp>
          <p:nvSpPr>
            <p:cNvPr id="4035" name="pl4035"/>
            <p:cNvSpPr/>
            <p:nvPr/>
          </p:nvSpPr>
          <p:spPr>
            <a:xfrm>
              <a:off x="5821439" y="346514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l4036"/>
            <p:cNvSpPr/>
            <p:nvPr/>
          </p:nvSpPr>
          <p:spPr>
            <a:xfrm>
              <a:off x="5821439" y="31917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l4037"/>
            <p:cNvSpPr/>
            <p:nvPr/>
          </p:nvSpPr>
          <p:spPr>
            <a:xfrm>
              <a:off x="5821439" y="291833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l4038"/>
            <p:cNvSpPr/>
            <p:nvPr/>
          </p:nvSpPr>
          <p:spPr>
            <a:xfrm>
              <a:off x="5821439" y="26449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l4039"/>
            <p:cNvSpPr/>
            <p:nvPr/>
          </p:nvSpPr>
          <p:spPr>
            <a:xfrm>
              <a:off x="5821439" y="237152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l4040"/>
            <p:cNvSpPr/>
            <p:nvPr/>
          </p:nvSpPr>
          <p:spPr>
            <a:xfrm>
              <a:off x="5645874" y="346514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l4041"/>
            <p:cNvSpPr/>
            <p:nvPr/>
          </p:nvSpPr>
          <p:spPr>
            <a:xfrm>
              <a:off x="5645874" y="31917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l4042"/>
            <p:cNvSpPr/>
            <p:nvPr/>
          </p:nvSpPr>
          <p:spPr>
            <a:xfrm>
              <a:off x="5645874" y="291833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l4043"/>
            <p:cNvSpPr/>
            <p:nvPr/>
          </p:nvSpPr>
          <p:spPr>
            <a:xfrm>
              <a:off x="5645874" y="26449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l4044"/>
            <p:cNvSpPr/>
            <p:nvPr/>
          </p:nvSpPr>
          <p:spPr>
            <a:xfrm>
              <a:off x="5645874" y="237152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tx4045"/>
            <p:cNvSpPr/>
            <p:nvPr/>
          </p:nvSpPr>
          <p:spPr>
            <a:xfrm>
              <a:off x="5934919" y="3425142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4046" name="tx4046"/>
            <p:cNvSpPr/>
            <p:nvPr/>
          </p:nvSpPr>
          <p:spPr>
            <a:xfrm>
              <a:off x="5934919" y="3151736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</a:t>
              </a:r>
            </a:p>
          </p:txBody>
        </p:sp>
        <p:sp>
          <p:nvSpPr>
            <p:cNvPr id="4047" name="tx4047"/>
            <p:cNvSpPr/>
            <p:nvPr/>
          </p:nvSpPr>
          <p:spPr>
            <a:xfrm>
              <a:off x="5934919" y="2878330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4048" name="tx4048"/>
            <p:cNvSpPr/>
            <p:nvPr/>
          </p:nvSpPr>
          <p:spPr>
            <a:xfrm>
              <a:off x="5934919" y="2604925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</a:t>
              </a:r>
            </a:p>
          </p:txBody>
        </p:sp>
        <p:sp>
          <p:nvSpPr>
            <p:cNvPr id="4049" name="tx4049"/>
            <p:cNvSpPr/>
            <p:nvPr/>
          </p:nvSpPr>
          <p:spPr>
            <a:xfrm>
              <a:off x="5934919" y="2331519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4050" name="tx4050"/>
            <p:cNvSpPr/>
            <p:nvPr/>
          </p:nvSpPr>
          <p:spPr>
            <a:xfrm>
              <a:off x="1935545" y="1056412"/>
              <a:ext cx="1410096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(D) Predicted </a:t>
              </a:r>
            </a:p>
          </p:txBody>
        </p:sp>
        <p:sp>
          <p:nvSpPr>
            <p:cNvPr id="4051" name="tx4051"/>
            <p:cNvSpPr/>
            <p:nvPr/>
          </p:nvSpPr>
          <p:spPr>
            <a:xfrm>
              <a:off x="3345641" y="1056412"/>
              <a:ext cx="165049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</a:t>
              </a:r>
            </a:p>
          </p:txBody>
        </p:sp>
        <p:sp>
          <p:nvSpPr>
            <p:cNvPr id="4052" name="tx4052"/>
            <p:cNvSpPr/>
            <p:nvPr/>
          </p:nvSpPr>
          <p:spPr>
            <a:xfrm>
              <a:off x="3510690" y="1056412"/>
              <a:ext cx="165049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</a:t>
              </a:r>
            </a:p>
          </p:txBody>
        </p:sp>
        <p:sp>
          <p:nvSpPr>
            <p:cNvPr id="4053" name="tx4053"/>
            <p:cNvSpPr/>
            <p:nvPr/>
          </p:nvSpPr>
          <p:spPr>
            <a:xfrm>
              <a:off x="3675740" y="1056412"/>
              <a:ext cx="15243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</a:t>
              </a:r>
            </a:p>
          </p:txBody>
        </p:sp>
        <p:sp>
          <p:nvSpPr>
            <p:cNvPr id="4054" name="tx4054"/>
            <p:cNvSpPr/>
            <p:nvPr/>
          </p:nvSpPr>
          <p:spPr>
            <a:xfrm>
              <a:off x="3828170" y="1147116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4055" name="tx4055"/>
            <p:cNvSpPr/>
            <p:nvPr/>
          </p:nvSpPr>
          <p:spPr>
            <a:xfrm>
              <a:off x="3917141" y="1147116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4056" name="tx4056"/>
            <p:cNvSpPr/>
            <p:nvPr/>
          </p:nvSpPr>
          <p:spPr>
            <a:xfrm>
              <a:off x="3961581" y="1147116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4057" name="tx4057"/>
            <p:cNvSpPr/>
            <p:nvPr/>
          </p:nvSpPr>
          <p:spPr>
            <a:xfrm>
              <a:off x="4006021" y="1147116"/>
              <a:ext cx="80010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4058" name="tx4058"/>
            <p:cNvSpPr/>
            <p:nvPr/>
          </p:nvSpPr>
          <p:spPr>
            <a:xfrm>
              <a:off x="4086031" y="1147116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4059" name="tx4059"/>
            <p:cNvSpPr/>
            <p:nvPr/>
          </p:nvSpPr>
          <p:spPr>
            <a:xfrm>
              <a:off x="4175002" y="1147116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  <p:sp>
          <p:nvSpPr>
            <p:cNvPr id="4060" name="tx4060"/>
            <p:cNvSpPr/>
            <p:nvPr/>
          </p:nvSpPr>
          <p:spPr>
            <a:xfrm>
              <a:off x="4219442" y="1056412"/>
              <a:ext cx="1359621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 to York River</a:t>
              </a:r>
            </a:p>
          </p:txBody>
        </p:sp>
        <p:sp>
          <p:nvSpPr>
            <p:cNvPr id="4061" name="rc4061"/>
            <p:cNvSpPr/>
            <p:nvPr/>
          </p:nvSpPr>
          <p:spPr>
            <a:xfrm>
              <a:off x="2097741" y="1521787"/>
              <a:ext cx="1251309" cy="1221576"/>
            </a:xfrm>
            <a:prstGeom prst="rect">
              <a:avLst/>
            </a:prstGeom>
            <a:noFill/>
          </p:spPr>
          <p:txBody>
            <a:bodyPr/>
            <a:lstStyle/>
            <a:p/>
          </p:txBody>
        </p:sp>
        <p:sp>
          <p:nvSpPr>
            <p:cNvPr id="4062" name="rc4062"/>
            <p:cNvSpPr/>
            <p:nvPr/>
          </p:nvSpPr>
          <p:spPr>
            <a:xfrm>
              <a:off x="2097741" y="1521787"/>
              <a:ext cx="1251309" cy="1221576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63" name="pl4063"/>
            <p:cNvSpPr/>
            <p:nvPr/>
          </p:nvSpPr>
          <p:spPr>
            <a:xfrm>
              <a:off x="2122566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l4064"/>
            <p:cNvSpPr/>
            <p:nvPr/>
          </p:nvSpPr>
          <p:spPr>
            <a:xfrm>
              <a:off x="2345893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l4065"/>
            <p:cNvSpPr/>
            <p:nvPr/>
          </p:nvSpPr>
          <p:spPr>
            <a:xfrm>
              <a:off x="2569219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l4066"/>
            <p:cNvSpPr/>
            <p:nvPr/>
          </p:nvSpPr>
          <p:spPr>
            <a:xfrm>
              <a:off x="2792545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l4067"/>
            <p:cNvSpPr/>
            <p:nvPr/>
          </p:nvSpPr>
          <p:spPr>
            <a:xfrm>
              <a:off x="3015871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l4068"/>
            <p:cNvSpPr/>
            <p:nvPr/>
          </p:nvSpPr>
          <p:spPr>
            <a:xfrm>
              <a:off x="3239198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l4069"/>
            <p:cNvSpPr/>
            <p:nvPr/>
          </p:nvSpPr>
          <p:spPr>
            <a:xfrm>
              <a:off x="2097741" y="2693378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l4070"/>
            <p:cNvSpPr/>
            <p:nvPr/>
          </p:nvSpPr>
          <p:spPr>
            <a:xfrm>
              <a:off x="2097741" y="2410053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l4071"/>
            <p:cNvSpPr/>
            <p:nvPr/>
          </p:nvSpPr>
          <p:spPr>
            <a:xfrm>
              <a:off x="2097741" y="2126728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l4072"/>
            <p:cNvSpPr/>
            <p:nvPr/>
          </p:nvSpPr>
          <p:spPr>
            <a:xfrm>
              <a:off x="2097741" y="1843402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l4073"/>
            <p:cNvSpPr/>
            <p:nvPr/>
          </p:nvSpPr>
          <p:spPr>
            <a:xfrm>
              <a:off x="2097741" y="1560077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1747014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1771570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1796127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1820683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1845240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1869796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1894352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2017134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2041690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2066247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2090803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2115359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1722458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1747014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1771570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1796127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1820683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1845240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1869796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1894352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2017134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2041690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2066247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2090803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2115359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1599676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1624232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1648789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1673345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1697901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1722458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1747014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1771570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1796127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1820683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1845240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1869796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1992578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2017134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2041690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2066247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2090803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2115359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157512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1599676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1624232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1648789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1673345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1697901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1722458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1747014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177157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1796127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1820683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184524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1968021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1992578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2017134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204169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2066247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2090803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2115359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1526007" y="75816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1550563" y="75816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1575120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1599676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1624232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1648789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1673345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1697901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1722458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1747014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1771570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1796127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1943465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1968021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1992578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2017134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2041690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2066247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1476894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1501451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1526007" y="78931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1550563" y="78931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157512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1599676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1624232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1648789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1673345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1697901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1722458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1747014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177157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1796127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1820683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184524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1869796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1918909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1943465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1968021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1992578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2017134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204169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2066247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1476894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1501451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1526007" y="82046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1550563" y="82046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157512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1599676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1624232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1648789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1673345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1697901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1722458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1747014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177157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1796127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1820683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184524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1869796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83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1894352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92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1918909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1943465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3D8BA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1968021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1992578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2017134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7D0AE">
                <a:alpha val="100000"/>
              </a:srgbClr>
            </a:solidFill>
            <a:ln w="5420" cap="flat">
              <a:solidFill>
                <a:srgbClr val="78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204169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1476894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1501451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1526007" y="85162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1550563" y="85162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1575120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1599676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1624232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1648789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1673345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1697901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1722458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1747014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1771570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1796127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1820683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1845240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BDABD">
                <a:alpha val="100000"/>
              </a:srgbClr>
            </a:solidFill>
            <a:ln w="5420" cap="flat">
              <a:solidFill>
                <a:srgbClr val="96DE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1869796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1894352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B4E7D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1918909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FE6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1943465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CDFC5">
                <a:alpha val="100000"/>
              </a:srgbClr>
            </a:solidFill>
            <a:ln w="5420" cap="flat">
              <a:solidFill>
                <a:srgbClr val="A4E2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1968021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EDBBE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1992578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0D7B9">
                <a:alpha val="100000"/>
              </a:srgbClr>
            </a:solidFill>
            <a:ln w="5420" cap="flat">
              <a:solidFill>
                <a:srgbClr val="8D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2017134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82D8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1403225" y="882775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1427782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1476894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1501451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1526007" y="882775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1550563" y="882775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1575120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1599676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1624232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1648789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1722458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1747014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1771570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1796127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1820683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1845240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1869796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EEAD5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1894352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C0EBD6">
                <a:alpha val="100000"/>
              </a:srgbClr>
            </a:solidFill>
            <a:ln w="5420" cap="flat">
              <a:solidFill>
                <a:srgbClr val="C3EC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1918909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1943465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8E3CA">
                <a:alpha val="100000"/>
              </a:srgbClr>
            </a:solidFill>
            <a:ln w="5420" cap="flat">
              <a:solidFill>
                <a:srgbClr val="AF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1968021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A1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1992578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9DABC">
                <a:alpha val="100000"/>
              </a:srgbClr>
            </a:solidFill>
            <a:ln w="5420" cap="flat">
              <a:solidFill>
                <a:srgbClr val="94DDC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1378669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1403225" y="91392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1427782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1452338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1476894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1501451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1526007" y="91392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1550563" y="91392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1575120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1599676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1624232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1648789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1747014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1771570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1796127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1820683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95DDC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1845240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AE4CB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1869796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AE9D3">
                <a:alpha val="100000"/>
              </a:srgbClr>
            </a:solidFill>
            <a:ln w="5420" cap="flat">
              <a:solidFill>
                <a:srgbClr val="BE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1894352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CEAD4">
                <a:alpha val="100000"/>
              </a:srgbClr>
            </a:solidFill>
            <a:ln w="5420" cap="flat">
              <a:solidFill>
                <a:srgbClr val="C0EB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1918909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B4E7D0">
                <a:alpha val="100000"/>
              </a:srgbClr>
            </a:solidFill>
            <a:ln w="5420" cap="flat">
              <a:solidFill>
                <a:srgbClr val="B9E9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1943465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1968021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1354113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1378669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1403225" y="945083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1427782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1452338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1476894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1501451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1526007" y="945083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1550563" y="945083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1575120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1599676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1624232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1648789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1747014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1771570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1796127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1820683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2D7B9">
                <a:alpha val="100000"/>
              </a:srgbClr>
            </a:solidFill>
            <a:ln w="5420" cap="flat">
              <a:solidFill>
                <a:srgbClr val="8E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1845240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A3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1869796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7E3CA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1894352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BE4CC">
                <a:alpha val="100000"/>
              </a:srgbClr>
            </a:solidFill>
            <a:ln w="5420" cap="flat">
              <a:solidFill>
                <a:srgbClr val="B1E6C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1918909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D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1943465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A5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1329556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1354113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1378669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1403225" y="97623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1427782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1452338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1476894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1501451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1526007" y="97623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1550563" y="97623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1575120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1599676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1624232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1648789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1673345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1771570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1796127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1820683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82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1845240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5D8BB">
                <a:alpha val="100000"/>
              </a:srgbClr>
            </a:solidFill>
            <a:ln w="5420" cap="flat">
              <a:solidFill>
                <a:srgbClr val="91DCC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1869796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1894352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5DDC1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1918909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94DDC1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1329556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1354113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1378669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1403225" y="1007390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1427782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1452338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1476894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1501451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1526007" y="1007390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1550563" y="1007390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1575120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1599676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1624232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1648789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1673345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1771570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1796127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1820683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2CEAD">
                <a:alpha val="100000"/>
              </a:srgbClr>
            </a:solidFill>
            <a:ln w="5420" cap="flat">
              <a:solidFill>
                <a:srgbClr val="74D3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1845240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80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1869796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88D9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1894352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80D7B8">
                <a:alpha val="100000"/>
              </a:srgbClr>
            </a:solidFill>
            <a:ln w="5420" cap="flat">
              <a:solidFill>
                <a:srgbClr val="8CDB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130500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1329556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1354113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1378669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1403225" y="103854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1427782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1452338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1476894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1501451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1526007" y="103854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1550563" y="103854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157512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1599676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1624232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1648789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1673345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1697901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177157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1796127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1820683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184524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1869796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78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1894352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7BD6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1305000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1329556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1354113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1378669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1403225" y="106969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1427782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1452338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1476894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1501451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1526007" y="106969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1550563" y="106969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1575120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1599676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1624232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1648789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1673345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1697901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1722458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1796127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1820683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1845240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1869796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1894352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130500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1329556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1354113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1378669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1403225" y="110085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1427782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1452338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1476894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1501451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1526007" y="110085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1550563" y="110085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157512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1599676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1624232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1648789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1673345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1697901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1722458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177157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1796127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1820683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184524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1869796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1894352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1329556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1354113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1378669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1403225" y="113200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1427782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1452338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1476894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1501451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1526007" y="113200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1550563" y="113200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1575120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1599676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1624232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1648789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1673345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1697901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1722458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1747014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1771570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1796127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1820683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1845240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1869796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1894352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1354113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1378669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1403225" y="1163158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1427782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1452338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1476894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1501451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1526007" y="1163158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1550563" y="1163158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1575120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1599676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1624232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1648789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1673345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1697901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1722458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1747014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1771570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1796127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1820683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1845240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1869796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1354113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1378669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1403225" y="119431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1427782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1452338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1476894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1501451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1526007" y="119431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1550563" y="119431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1575120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1599676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1624232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1648789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1673345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1697901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1722458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1747014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1771570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1796127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1820683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1845240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1403225" y="122546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1427782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1452338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1476894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1501451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1526007" y="122546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1550563" y="122546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1575120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1599676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1624232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1648789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1673345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1697901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1722458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1747014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1771570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1796127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1820683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1427782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1452338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1476894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1501451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1526007" y="125661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1550563" y="125661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1575120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1599676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1624232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1648789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1673345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1697901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1722458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4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1747014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1771570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1796127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1452338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1476894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1501451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1526007" y="128777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1550563" y="128777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1575120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1599676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1624232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1648789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1673345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1697901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1722458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1747014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1771570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1796127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1354113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1378669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1403225" y="131892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1427782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1452338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1476894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1501451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1526007" y="131892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1550563" y="131892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1575120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1599676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1624232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1648789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1673345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1697901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1722458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1747014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1771570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7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1329556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1354113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1378669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1403225" y="135008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1427782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1452338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1476894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1501451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1526007" y="135008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1550563" y="135008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1575120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1599676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1624232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1648789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1673345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1697901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1722458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1747014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1771570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1329556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1354113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1378669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1403225" y="1381234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1427782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1452338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1476894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1501451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1526007" y="1381234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1550563" y="1381234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1575120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1599676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1624232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1648789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1673345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1697901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1722458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1747014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1329556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1354113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1378669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1403225" y="141238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1427782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1452338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1476894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1501451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1526007" y="141238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1550563" y="141238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1575120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1599676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1624232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1648789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1673345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1697901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1722458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1354113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1378669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1403225" y="1443542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1427782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1452338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1476894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1501451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1526007" y="1443542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1550563" y="1443542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1575120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1599676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1624232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1648789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1673345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1697901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1427782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1452338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1476894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1501451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1526007" y="147469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1550563" y="147469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1575120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1599676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1624232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1648789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1673345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1697901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1476894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1501451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1526007" y="150584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1550563" y="150584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1575120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1599676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1624232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1648789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1673345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1697901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1501451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1526007" y="153700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1550563" y="153700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1575120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1599676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1624232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1648789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1673345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1697901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1526007" y="156815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1550563" y="156815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1575120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1599676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1624232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1648789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1673345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1697901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1722458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1599676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1624232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1648789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1673345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1697901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1722458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1476894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1575120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1599676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1624232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1648789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1673345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1697901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1722458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1452338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1476894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1501451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1526007" y="166161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1550563" y="166161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1575120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1599676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1624232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1648789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1673345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1697901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1722458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1427782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1452338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1476894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1501451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1526007" y="169277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1550563" y="169277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1575120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1599676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1624232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1648789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1673345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1697901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1722458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1747014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1427782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1452338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1476894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1501451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1526007" y="172392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1550563" y="172392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1575120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1599676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1624232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1648789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1673345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1697901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1722458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1747014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1771570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1427782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1452338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1476894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1501451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1526007" y="175507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1550563" y="175507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1575120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1599676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1624232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1648789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1673345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1697901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1722458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1747014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1771570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2090545" y="667480"/>
              <a:ext cx="914894" cy="952624"/>
            </a:xfrm>
            <a:custGeom>
              <a:avLst/>
              <a:pathLst>
                <a:path w="914894" h="952624">
                  <a:moveTo>
                    <a:pt x="914400" y="914400"/>
                  </a:moveTo>
                  <a:lnTo>
                    <a:pt x="907475" y="952624"/>
                  </a:lnTo>
                  <a:lnTo>
                    <a:pt x="906570" y="941017"/>
                  </a:lnTo>
                  <a:lnTo>
                    <a:pt x="909475" y="909833"/>
                  </a:lnTo>
                  <a:lnTo>
                    <a:pt x="914894" y="90983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2075202" y="663205"/>
              <a:ext cx="914531" cy="1196881"/>
            </a:xfrm>
            <a:custGeom>
              <a:avLst/>
              <a:pathLst>
                <a:path w="914531" h="1196881">
                  <a:moveTo>
                    <a:pt x="914400" y="914400"/>
                  </a:moveTo>
                  <a:lnTo>
                    <a:pt x="901336" y="974329"/>
                  </a:lnTo>
                  <a:lnTo>
                    <a:pt x="883376" y="1006273"/>
                  </a:lnTo>
                  <a:lnTo>
                    <a:pt x="866834" y="1028366"/>
                  </a:lnTo>
                  <a:lnTo>
                    <a:pt x="849768" y="1024714"/>
                  </a:lnTo>
                  <a:lnTo>
                    <a:pt x="853606" y="1042269"/>
                  </a:lnTo>
                  <a:lnTo>
                    <a:pt x="848917" y="1051414"/>
                  </a:lnTo>
                  <a:lnTo>
                    <a:pt x="844904" y="1070491"/>
                  </a:lnTo>
                  <a:lnTo>
                    <a:pt x="834730" y="1083136"/>
                  </a:lnTo>
                  <a:lnTo>
                    <a:pt x="825167" y="1081918"/>
                  </a:lnTo>
                  <a:lnTo>
                    <a:pt x="811427" y="1090634"/>
                  </a:lnTo>
                  <a:lnTo>
                    <a:pt x="806008" y="1097302"/>
                  </a:lnTo>
                  <a:lnTo>
                    <a:pt x="805604" y="1110071"/>
                  </a:lnTo>
                  <a:lnTo>
                    <a:pt x="796412" y="1121304"/>
                  </a:lnTo>
                  <a:lnTo>
                    <a:pt x="763240" y="1179657"/>
                  </a:lnTo>
                  <a:lnTo>
                    <a:pt x="734441" y="1196881"/>
                  </a:lnTo>
                  <a:lnTo>
                    <a:pt x="727549" y="1194377"/>
                  </a:lnTo>
                  <a:lnTo>
                    <a:pt x="735139" y="1166833"/>
                  </a:lnTo>
                  <a:lnTo>
                    <a:pt x="740340" y="1138985"/>
                  </a:lnTo>
                  <a:lnTo>
                    <a:pt x="722860" y="1126866"/>
                  </a:lnTo>
                  <a:lnTo>
                    <a:pt x="706133" y="1120461"/>
                  </a:lnTo>
                  <a:lnTo>
                    <a:pt x="686940" y="1121304"/>
                  </a:lnTo>
                  <a:lnTo>
                    <a:pt x="665742" y="1099654"/>
                  </a:lnTo>
                  <a:lnTo>
                    <a:pt x="638415" y="1083911"/>
                  </a:lnTo>
                  <a:lnTo>
                    <a:pt x="600271" y="1041315"/>
                  </a:lnTo>
                  <a:lnTo>
                    <a:pt x="601383" y="1029500"/>
                  </a:lnTo>
                  <a:lnTo>
                    <a:pt x="600423" y="1009676"/>
                  </a:lnTo>
                  <a:lnTo>
                    <a:pt x="612015" y="978355"/>
                  </a:lnTo>
                  <a:lnTo>
                    <a:pt x="623127" y="956456"/>
                  </a:lnTo>
                  <a:lnTo>
                    <a:pt x="638469" y="945112"/>
                  </a:lnTo>
                  <a:lnTo>
                    <a:pt x="682993" y="933560"/>
                  </a:lnTo>
                  <a:lnTo>
                    <a:pt x="694159" y="916184"/>
                  </a:lnTo>
                  <a:lnTo>
                    <a:pt x="695098" y="914108"/>
                  </a:lnTo>
                  <a:lnTo>
                    <a:pt x="914531" y="91410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1839521" y="675490"/>
              <a:ext cx="945009" cy="2012347"/>
            </a:xfrm>
            <a:custGeom>
              <a:avLst/>
              <a:pathLst>
                <a:path w="945009" h="2012347">
                  <a:moveTo>
                    <a:pt x="914400" y="914400"/>
                  </a:moveTo>
                  <a:lnTo>
                    <a:pt x="881359" y="922921"/>
                  </a:lnTo>
                  <a:lnTo>
                    <a:pt x="863551" y="932301"/>
                  </a:lnTo>
                  <a:lnTo>
                    <a:pt x="849310" y="946647"/>
                  </a:lnTo>
                  <a:lnTo>
                    <a:pt x="840881" y="964659"/>
                  </a:lnTo>
                  <a:lnTo>
                    <a:pt x="821798" y="986365"/>
                  </a:lnTo>
                  <a:lnTo>
                    <a:pt x="823139" y="1000905"/>
                  </a:lnTo>
                  <a:lnTo>
                    <a:pt x="826334" y="1011239"/>
                  </a:lnTo>
                  <a:lnTo>
                    <a:pt x="824862" y="1032779"/>
                  </a:lnTo>
                  <a:lnTo>
                    <a:pt x="836933" y="1053780"/>
                  </a:lnTo>
                  <a:lnTo>
                    <a:pt x="860869" y="1088185"/>
                  </a:lnTo>
                  <a:lnTo>
                    <a:pt x="865438" y="1141627"/>
                  </a:lnTo>
                  <a:lnTo>
                    <a:pt x="883703" y="1177389"/>
                  </a:lnTo>
                  <a:lnTo>
                    <a:pt x="911695" y="1219085"/>
                  </a:lnTo>
                  <a:lnTo>
                    <a:pt x="933221" y="1230941"/>
                  </a:lnTo>
                  <a:lnTo>
                    <a:pt x="934268" y="1246449"/>
                  </a:lnTo>
                  <a:lnTo>
                    <a:pt x="924334" y="1272056"/>
                  </a:lnTo>
                  <a:lnTo>
                    <a:pt x="911237" y="1283760"/>
                  </a:lnTo>
                  <a:lnTo>
                    <a:pt x="928270" y="1281422"/>
                  </a:lnTo>
                  <a:lnTo>
                    <a:pt x="936754" y="1287274"/>
                  </a:lnTo>
                  <a:lnTo>
                    <a:pt x="945009" y="1308634"/>
                  </a:lnTo>
                  <a:lnTo>
                    <a:pt x="944365" y="1330437"/>
                  </a:lnTo>
                  <a:lnTo>
                    <a:pt x="941574" y="1342722"/>
                  </a:lnTo>
                  <a:lnTo>
                    <a:pt x="936416" y="1347619"/>
                  </a:lnTo>
                  <a:lnTo>
                    <a:pt x="936634" y="1335071"/>
                  </a:lnTo>
                  <a:lnTo>
                    <a:pt x="932981" y="1330713"/>
                  </a:lnTo>
                  <a:lnTo>
                    <a:pt x="926951" y="1336150"/>
                  </a:lnTo>
                  <a:lnTo>
                    <a:pt x="923047" y="1342348"/>
                  </a:lnTo>
                  <a:lnTo>
                    <a:pt x="921422" y="1366766"/>
                  </a:lnTo>
                  <a:lnTo>
                    <a:pt x="917289" y="1378967"/>
                  </a:lnTo>
                  <a:lnTo>
                    <a:pt x="902677" y="1382592"/>
                  </a:lnTo>
                  <a:lnTo>
                    <a:pt x="887858" y="1414632"/>
                  </a:lnTo>
                  <a:lnTo>
                    <a:pt x="874074" y="1432810"/>
                  </a:lnTo>
                  <a:lnTo>
                    <a:pt x="819835" y="1555727"/>
                  </a:lnTo>
                  <a:lnTo>
                    <a:pt x="821907" y="1576271"/>
                  </a:lnTo>
                  <a:lnTo>
                    <a:pt x="811983" y="1582884"/>
                  </a:lnTo>
                  <a:lnTo>
                    <a:pt x="796957" y="1588266"/>
                  </a:lnTo>
                  <a:lnTo>
                    <a:pt x="781756" y="1600550"/>
                  </a:lnTo>
                  <a:lnTo>
                    <a:pt x="771669" y="1614094"/>
                  </a:lnTo>
                  <a:lnTo>
                    <a:pt x="762302" y="1650520"/>
                  </a:lnTo>
                  <a:lnTo>
                    <a:pt x="744353" y="1691524"/>
                  </a:lnTo>
                  <a:lnTo>
                    <a:pt x="733154" y="1674439"/>
                  </a:lnTo>
                  <a:lnTo>
                    <a:pt x="730286" y="1659816"/>
                  </a:lnTo>
                  <a:lnTo>
                    <a:pt x="735270" y="1621675"/>
                  </a:lnTo>
                  <a:lnTo>
                    <a:pt x="754680" y="1559145"/>
                  </a:lnTo>
                  <a:lnTo>
                    <a:pt x="776064" y="1520270"/>
                  </a:lnTo>
                  <a:lnTo>
                    <a:pt x="792377" y="1501843"/>
                  </a:lnTo>
                  <a:lnTo>
                    <a:pt x="805790" y="1464283"/>
                  </a:lnTo>
                  <a:lnTo>
                    <a:pt x="788844" y="1458680"/>
                  </a:lnTo>
                  <a:lnTo>
                    <a:pt x="763011" y="1459289"/>
                  </a:lnTo>
                  <a:lnTo>
                    <a:pt x="767874" y="1441955"/>
                  </a:lnTo>
                  <a:lnTo>
                    <a:pt x="775409" y="1426682"/>
                  </a:lnTo>
                  <a:lnTo>
                    <a:pt x="761942" y="1411464"/>
                  </a:lnTo>
                  <a:lnTo>
                    <a:pt x="753971" y="1409527"/>
                  </a:lnTo>
                  <a:lnTo>
                    <a:pt x="745760" y="1403288"/>
                  </a:lnTo>
                  <a:lnTo>
                    <a:pt x="755389" y="1390616"/>
                  </a:lnTo>
                  <a:lnTo>
                    <a:pt x="760088" y="1377224"/>
                  </a:lnTo>
                  <a:lnTo>
                    <a:pt x="757221" y="1360927"/>
                  </a:lnTo>
                  <a:lnTo>
                    <a:pt x="761255" y="1348656"/>
                  </a:lnTo>
                  <a:lnTo>
                    <a:pt x="754527" y="1350510"/>
                  </a:lnTo>
                  <a:lnTo>
                    <a:pt x="743710" y="1363501"/>
                  </a:lnTo>
                  <a:lnTo>
                    <a:pt x="736982" y="1368688"/>
                  </a:lnTo>
                  <a:lnTo>
                    <a:pt x="732881" y="1357192"/>
                  </a:lnTo>
                  <a:lnTo>
                    <a:pt x="728203" y="1359793"/>
                  </a:lnTo>
                  <a:lnTo>
                    <a:pt x="725161" y="1367692"/>
                  </a:lnTo>
                  <a:lnTo>
                    <a:pt x="718258" y="1372036"/>
                  </a:lnTo>
                  <a:lnTo>
                    <a:pt x="703679" y="1361232"/>
                  </a:lnTo>
                  <a:lnTo>
                    <a:pt x="682426" y="1348864"/>
                  </a:lnTo>
                  <a:lnTo>
                    <a:pt x="670594" y="1327587"/>
                  </a:lnTo>
                  <a:lnTo>
                    <a:pt x="663844" y="1311097"/>
                  </a:lnTo>
                  <a:lnTo>
                    <a:pt x="670703" y="1281256"/>
                  </a:lnTo>
                  <a:lnTo>
                    <a:pt x="685392" y="1275958"/>
                  </a:lnTo>
                  <a:lnTo>
                    <a:pt x="704475" y="1280800"/>
                  </a:lnTo>
                  <a:lnTo>
                    <a:pt x="729490" y="1280758"/>
                  </a:lnTo>
                  <a:lnTo>
                    <a:pt x="725913" y="1274131"/>
                  </a:lnTo>
                  <a:lnTo>
                    <a:pt x="716983" y="1275224"/>
                  </a:lnTo>
                  <a:lnTo>
                    <a:pt x="690615" y="1251014"/>
                  </a:lnTo>
                  <a:lnTo>
                    <a:pt x="682131" y="1236392"/>
                  </a:lnTo>
                  <a:lnTo>
                    <a:pt x="667541" y="1232380"/>
                  </a:lnTo>
                  <a:lnTo>
                    <a:pt x="660889" y="1246435"/>
                  </a:lnTo>
                  <a:lnTo>
                    <a:pt x="653507" y="1250170"/>
                  </a:lnTo>
                  <a:lnTo>
                    <a:pt x="662623" y="1219417"/>
                  </a:lnTo>
                  <a:lnTo>
                    <a:pt x="674542" y="1218158"/>
                  </a:lnTo>
                  <a:lnTo>
                    <a:pt x="692142" y="1209636"/>
                  </a:lnTo>
                  <a:lnTo>
                    <a:pt x="687028" y="1191831"/>
                  </a:lnTo>
                  <a:lnTo>
                    <a:pt x="675916" y="1184043"/>
                  </a:lnTo>
                  <a:lnTo>
                    <a:pt x="655851" y="1193810"/>
                  </a:lnTo>
                  <a:lnTo>
                    <a:pt x="656091" y="1181290"/>
                  </a:lnTo>
                  <a:lnTo>
                    <a:pt x="659853" y="1165256"/>
                  </a:lnTo>
                  <a:lnTo>
                    <a:pt x="674978" y="1165311"/>
                  </a:lnTo>
                  <a:lnTo>
                    <a:pt x="688227" y="1170541"/>
                  </a:lnTo>
                  <a:lnTo>
                    <a:pt x="699503" y="1144643"/>
                  </a:lnTo>
                  <a:lnTo>
                    <a:pt x="700004" y="1133077"/>
                  </a:lnTo>
                  <a:lnTo>
                    <a:pt x="681270" y="1149886"/>
                  </a:lnTo>
                  <a:lnTo>
                    <a:pt x="677061" y="1113626"/>
                  </a:lnTo>
                  <a:lnTo>
                    <a:pt x="695501" y="1078654"/>
                  </a:lnTo>
                  <a:lnTo>
                    <a:pt x="713090" y="1063408"/>
                  </a:lnTo>
                  <a:lnTo>
                    <a:pt x="735062" y="1063851"/>
                  </a:lnTo>
                  <a:lnTo>
                    <a:pt x="757395" y="1061388"/>
                  </a:lnTo>
                  <a:lnTo>
                    <a:pt x="743383" y="1054983"/>
                  </a:lnTo>
                  <a:lnTo>
                    <a:pt x="728999" y="1051511"/>
                  </a:lnTo>
                  <a:lnTo>
                    <a:pt x="739806" y="1037690"/>
                  </a:lnTo>
                  <a:lnTo>
                    <a:pt x="749020" y="1035214"/>
                  </a:lnTo>
                  <a:lnTo>
                    <a:pt x="758071" y="1023164"/>
                  </a:lnTo>
                  <a:lnTo>
                    <a:pt x="736306" y="1024949"/>
                  </a:lnTo>
                  <a:lnTo>
                    <a:pt x="738868" y="1002150"/>
                  </a:lnTo>
                  <a:lnTo>
                    <a:pt x="728291" y="1006785"/>
                  </a:lnTo>
                  <a:lnTo>
                    <a:pt x="715630" y="1008929"/>
                  </a:lnTo>
                  <a:lnTo>
                    <a:pt x="710702" y="1018599"/>
                  </a:lnTo>
                  <a:lnTo>
                    <a:pt x="711672" y="1034661"/>
                  </a:lnTo>
                  <a:lnTo>
                    <a:pt x="707975" y="1045202"/>
                  </a:lnTo>
                  <a:lnTo>
                    <a:pt x="698129" y="1053669"/>
                  </a:lnTo>
                  <a:lnTo>
                    <a:pt x="681499" y="1060268"/>
                  </a:lnTo>
                  <a:lnTo>
                    <a:pt x="679885" y="1048827"/>
                  </a:lnTo>
                  <a:lnTo>
                    <a:pt x="674389" y="1043639"/>
                  </a:lnTo>
                  <a:lnTo>
                    <a:pt x="672339" y="1068139"/>
                  </a:lnTo>
                  <a:lnTo>
                    <a:pt x="667977" y="1076468"/>
                  </a:lnTo>
                  <a:lnTo>
                    <a:pt x="655819" y="1053475"/>
                  </a:lnTo>
                  <a:lnTo>
                    <a:pt x="652166" y="1058110"/>
                  </a:lnTo>
                  <a:lnTo>
                    <a:pt x="652635" y="1064639"/>
                  </a:lnTo>
                  <a:lnTo>
                    <a:pt x="649527" y="1075928"/>
                  </a:lnTo>
                  <a:lnTo>
                    <a:pt x="639102" y="1081808"/>
                  </a:lnTo>
                  <a:lnTo>
                    <a:pt x="639745" y="1096278"/>
                  </a:lnTo>
                  <a:lnTo>
                    <a:pt x="635700" y="1104164"/>
                  </a:lnTo>
                  <a:lnTo>
                    <a:pt x="602310" y="1091602"/>
                  </a:lnTo>
                  <a:lnTo>
                    <a:pt x="601525" y="1095863"/>
                  </a:lnTo>
                  <a:lnTo>
                    <a:pt x="620411" y="1122951"/>
                  </a:lnTo>
                  <a:lnTo>
                    <a:pt x="634206" y="1132206"/>
                  </a:lnTo>
                  <a:lnTo>
                    <a:pt x="635885" y="1146981"/>
                  </a:lnTo>
                  <a:lnTo>
                    <a:pt x="624043" y="1159238"/>
                  </a:lnTo>
                  <a:lnTo>
                    <a:pt x="607708" y="1148655"/>
                  </a:lnTo>
                  <a:lnTo>
                    <a:pt x="604960" y="1149430"/>
                  </a:lnTo>
                  <a:lnTo>
                    <a:pt x="613836" y="1167580"/>
                  </a:lnTo>
                  <a:lnTo>
                    <a:pt x="619430" y="1183434"/>
                  </a:lnTo>
                  <a:lnTo>
                    <a:pt x="613672" y="1196715"/>
                  </a:lnTo>
                  <a:lnTo>
                    <a:pt x="614567" y="1213067"/>
                  </a:lnTo>
                  <a:lnTo>
                    <a:pt x="613323" y="1227897"/>
                  </a:lnTo>
                  <a:lnTo>
                    <a:pt x="609801" y="1240832"/>
                  </a:lnTo>
                  <a:lnTo>
                    <a:pt x="617740" y="1300458"/>
                  </a:lnTo>
                  <a:lnTo>
                    <a:pt x="627303" y="1316672"/>
                  </a:lnTo>
                  <a:lnTo>
                    <a:pt x="636703" y="1332180"/>
                  </a:lnTo>
                  <a:lnTo>
                    <a:pt x="641686" y="1346692"/>
                  </a:lnTo>
                  <a:lnTo>
                    <a:pt x="631709" y="1348809"/>
                  </a:lnTo>
                  <a:lnTo>
                    <a:pt x="615821" y="1336870"/>
                  </a:lnTo>
                  <a:lnTo>
                    <a:pt x="601863" y="1327767"/>
                  </a:lnTo>
                  <a:lnTo>
                    <a:pt x="585233" y="1298660"/>
                  </a:lnTo>
                  <a:lnTo>
                    <a:pt x="582485" y="1287039"/>
                  </a:lnTo>
                  <a:lnTo>
                    <a:pt x="578429" y="1277853"/>
                  </a:lnTo>
                  <a:lnTo>
                    <a:pt x="580392" y="1298950"/>
                  </a:lnTo>
                  <a:lnTo>
                    <a:pt x="586324" y="1322510"/>
                  </a:lnTo>
                  <a:lnTo>
                    <a:pt x="638404" y="1375232"/>
                  </a:lnTo>
                  <a:lnTo>
                    <a:pt x="648022" y="1395458"/>
                  </a:lnTo>
                  <a:lnTo>
                    <a:pt x="655350" y="1411353"/>
                  </a:lnTo>
                  <a:lnTo>
                    <a:pt x="653507" y="1426585"/>
                  </a:lnTo>
                  <a:lnTo>
                    <a:pt x="639931" y="1415808"/>
                  </a:lnTo>
                  <a:lnTo>
                    <a:pt x="628219" y="1402071"/>
                  </a:lnTo>
                  <a:lnTo>
                    <a:pt x="597130" y="1386548"/>
                  </a:lnTo>
                  <a:lnTo>
                    <a:pt x="557928" y="1376740"/>
                  </a:lnTo>
                  <a:lnTo>
                    <a:pt x="535824" y="1340660"/>
                  </a:lnTo>
                  <a:lnTo>
                    <a:pt x="535901" y="1355712"/>
                  </a:lnTo>
                  <a:lnTo>
                    <a:pt x="530994" y="1368481"/>
                  </a:lnTo>
                  <a:lnTo>
                    <a:pt x="517483" y="1352917"/>
                  </a:lnTo>
                  <a:lnTo>
                    <a:pt x="508966" y="1339637"/>
                  </a:lnTo>
                  <a:lnTo>
                    <a:pt x="506109" y="1325083"/>
                  </a:lnTo>
                  <a:lnTo>
                    <a:pt x="489240" y="1326079"/>
                  </a:lnTo>
                  <a:lnTo>
                    <a:pt x="471553" y="1338723"/>
                  </a:lnTo>
                  <a:lnTo>
                    <a:pt x="454443" y="1335721"/>
                  </a:lnTo>
                  <a:lnTo>
                    <a:pt x="452415" y="1311041"/>
                  </a:lnTo>
                  <a:lnTo>
                    <a:pt x="457039" y="1297968"/>
                  </a:lnTo>
                  <a:lnTo>
                    <a:pt x="476242" y="1267048"/>
                  </a:lnTo>
                  <a:lnTo>
                    <a:pt x="494332" y="1251263"/>
                  </a:lnTo>
                  <a:lnTo>
                    <a:pt x="502315" y="1230886"/>
                  </a:lnTo>
                  <a:lnTo>
                    <a:pt x="499588" y="1199288"/>
                  </a:lnTo>
                  <a:lnTo>
                    <a:pt x="496186" y="1231439"/>
                  </a:lnTo>
                  <a:lnTo>
                    <a:pt x="485849" y="1247376"/>
                  </a:lnTo>
                  <a:lnTo>
                    <a:pt x="469601" y="1259550"/>
                  </a:lnTo>
                  <a:lnTo>
                    <a:pt x="448217" y="1281242"/>
                  </a:lnTo>
                  <a:lnTo>
                    <a:pt x="442994" y="1301302"/>
                  </a:lnTo>
                  <a:lnTo>
                    <a:pt x="436320" y="1338862"/>
                  </a:lnTo>
                  <a:lnTo>
                    <a:pt x="445349" y="1351576"/>
                  </a:lnTo>
                  <a:lnTo>
                    <a:pt x="454574" y="1354896"/>
                  </a:lnTo>
                  <a:lnTo>
                    <a:pt x="481825" y="1346374"/>
                  </a:lnTo>
                  <a:lnTo>
                    <a:pt x="495924" y="1350178"/>
                  </a:lnTo>
                  <a:lnTo>
                    <a:pt x="527286" y="1395402"/>
                  </a:lnTo>
                  <a:lnTo>
                    <a:pt x="585680" y="1413290"/>
                  </a:lnTo>
                  <a:lnTo>
                    <a:pt x="606977" y="1424468"/>
                  </a:lnTo>
                  <a:lnTo>
                    <a:pt x="624337" y="1448069"/>
                  </a:lnTo>
                  <a:lnTo>
                    <a:pt x="650432" y="1461655"/>
                  </a:lnTo>
                  <a:lnTo>
                    <a:pt x="670682" y="1481396"/>
                  </a:lnTo>
                  <a:lnTo>
                    <a:pt x="671227" y="1494276"/>
                  </a:lnTo>
                  <a:lnTo>
                    <a:pt x="664215" y="1509507"/>
                  </a:lnTo>
                  <a:lnTo>
                    <a:pt x="661445" y="1530120"/>
                  </a:lnTo>
                  <a:lnTo>
                    <a:pt x="652842" y="1543124"/>
                  </a:lnTo>
                  <a:lnTo>
                    <a:pt x="632188" y="1544619"/>
                  </a:lnTo>
                  <a:lnTo>
                    <a:pt x="619714" y="1541271"/>
                  </a:lnTo>
                  <a:lnTo>
                    <a:pt x="552650" y="1468807"/>
                  </a:lnTo>
                  <a:lnTo>
                    <a:pt x="544646" y="1462139"/>
                  </a:lnTo>
                  <a:lnTo>
                    <a:pt x="519773" y="1424191"/>
                  </a:lnTo>
                  <a:lnTo>
                    <a:pt x="490592" y="1403869"/>
                  </a:lnTo>
                  <a:lnTo>
                    <a:pt x="481563" y="1404298"/>
                  </a:lnTo>
                  <a:lnTo>
                    <a:pt x="523099" y="1441885"/>
                  </a:lnTo>
                  <a:lnTo>
                    <a:pt x="540055" y="1468171"/>
                  </a:lnTo>
                  <a:lnTo>
                    <a:pt x="569923" y="1505025"/>
                  </a:lnTo>
                  <a:lnTo>
                    <a:pt x="591274" y="1520630"/>
                  </a:lnTo>
                  <a:lnTo>
                    <a:pt x="606988" y="1544978"/>
                  </a:lnTo>
                  <a:lnTo>
                    <a:pt x="621589" y="1556392"/>
                  </a:lnTo>
                  <a:lnTo>
                    <a:pt x="661456" y="1572647"/>
                  </a:lnTo>
                  <a:lnTo>
                    <a:pt x="647597" y="1584323"/>
                  </a:lnTo>
                  <a:lnTo>
                    <a:pt x="669722" y="1594270"/>
                  </a:lnTo>
                  <a:lnTo>
                    <a:pt x="672884" y="1612559"/>
                  </a:lnTo>
                  <a:lnTo>
                    <a:pt x="670856" y="1633407"/>
                  </a:lnTo>
                  <a:lnTo>
                    <a:pt x="640149" y="1625162"/>
                  </a:lnTo>
                  <a:lnTo>
                    <a:pt x="639146" y="1640518"/>
                  </a:lnTo>
                  <a:lnTo>
                    <a:pt x="641893" y="1649579"/>
                  </a:lnTo>
                  <a:lnTo>
                    <a:pt x="628328" y="1657063"/>
                  </a:lnTo>
                  <a:lnTo>
                    <a:pt x="609463" y="1646909"/>
                  </a:lnTo>
                  <a:lnTo>
                    <a:pt x="560480" y="1591364"/>
                  </a:lnTo>
                  <a:lnTo>
                    <a:pt x="560894" y="1598793"/>
                  </a:lnTo>
                  <a:lnTo>
                    <a:pt x="564863" y="1607412"/>
                  </a:lnTo>
                  <a:lnTo>
                    <a:pt x="593270" y="1643174"/>
                  </a:lnTo>
                  <a:lnTo>
                    <a:pt x="618623" y="1664617"/>
                  </a:lnTo>
                  <a:lnTo>
                    <a:pt x="640116" y="1674301"/>
                  </a:lnTo>
                  <a:lnTo>
                    <a:pt x="656680" y="1692271"/>
                  </a:lnTo>
                  <a:lnTo>
                    <a:pt x="662525" y="1703145"/>
                  </a:lnTo>
                  <a:lnTo>
                    <a:pt x="666429" y="1719636"/>
                  </a:lnTo>
                  <a:lnTo>
                    <a:pt x="654150" y="1730841"/>
                  </a:lnTo>
                  <a:lnTo>
                    <a:pt x="640171" y="1737025"/>
                  </a:lnTo>
                  <a:lnTo>
                    <a:pt x="626518" y="1725847"/>
                  </a:lnTo>
                  <a:lnTo>
                    <a:pt x="616508" y="1714074"/>
                  </a:lnTo>
                  <a:lnTo>
                    <a:pt x="595189" y="1694084"/>
                  </a:lnTo>
                  <a:lnTo>
                    <a:pt x="588799" y="1671741"/>
                  </a:lnTo>
                  <a:lnTo>
                    <a:pt x="572584" y="1672890"/>
                  </a:lnTo>
                  <a:lnTo>
                    <a:pt x="504812" y="1644557"/>
                  </a:lnTo>
                  <a:lnTo>
                    <a:pt x="450343" y="1641292"/>
                  </a:lnTo>
                  <a:lnTo>
                    <a:pt x="455665" y="1646992"/>
                  </a:lnTo>
                  <a:lnTo>
                    <a:pt x="462556" y="1650783"/>
                  </a:lnTo>
                  <a:lnTo>
                    <a:pt x="505935" y="1657769"/>
                  </a:lnTo>
                  <a:lnTo>
                    <a:pt x="523077" y="1670815"/>
                  </a:lnTo>
                  <a:lnTo>
                    <a:pt x="558757" y="1682394"/>
                  </a:lnTo>
                  <a:lnTo>
                    <a:pt x="579650" y="1685562"/>
                  </a:lnTo>
                  <a:lnTo>
                    <a:pt x="588123" y="1721130"/>
                  </a:lnTo>
                  <a:lnTo>
                    <a:pt x="616998" y="1745602"/>
                  </a:lnTo>
                  <a:lnTo>
                    <a:pt x="620749" y="1763739"/>
                  </a:lnTo>
                  <a:lnTo>
                    <a:pt x="640465" y="1765773"/>
                  </a:lnTo>
                  <a:lnTo>
                    <a:pt x="675153" y="1747982"/>
                  </a:lnTo>
                  <a:lnTo>
                    <a:pt x="697540" y="1754221"/>
                  </a:lnTo>
                  <a:lnTo>
                    <a:pt x="729828" y="1759312"/>
                  </a:lnTo>
                  <a:lnTo>
                    <a:pt x="737211" y="1773672"/>
                  </a:lnTo>
                  <a:lnTo>
                    <a:pt x="742750" y="1800995"/>
                  </a:lnTo>
                  <a:lnTo>
                    <a:pt x="754167" y="1831735"/>
                  </a:lnTo>
                  <a:lnTo>
                    <a:pt x="783773" y="1952936"/>
                  </a:lnTo>
                  <a:lnTo>
                    <a:pt x="810429" y="2012347"/>
                  </a:lnTo>
                  <a:lnTo>
                    <a:pt x="802375" y="2012347"/>
                  </a:lnTo>
                  <a:lnTo>
                    <a:pt x="790392" y="1988504"/>
                  </a:lnTo>
                  <a:lnTo>
                    <a:pt x="772182" y="1941094"/>
                  </a:lnTo>
                  <a:lnTo>
                    <a:pt x="753469" y="1857383"/>
                  </a:lnTo>
                  <a:lnTo>
                    <a:pt x="748039" y="1838638"/>
                  </a:lnTo>
                  <a:lnTo>
                    <a:pt x="741649" y="1831153"/>
                  </a:lnTo>
                  <a:lnTo>
                    <a:pt x="737440" y="1837241"/>
                  </a:lnTo>
                  <a:lnTo>
                    <a:pt x="735629" y="1847907"/>
                  </a:lnTo>
                  <a:lnTo>
                    <a:pt x="738683" y="1856097"/>
                  </a:lnTo>
                  <a:lnTo>
                    <a:pt x="731311" y="1883654"/>
                  </a:lnTo>
                  <a:lnTo>
                    <a:pt x="734506" y="1896299"/>
                  </a:lnTo>
                  <a:lnTo>
                    <a:pt x="746480" y="1909372"/>
                  </a:lnTo>
                  <a:lnTo>
                    <a:pt x="759489" y="1941993"/>
                  </a:lnTo>
                  <a:lnTo>
                    <a:pt x="769881" y="1985917"/>
                  </a:lnTo>
                  <a:lnTo>
                    <a:pt x="755825" y="1968113"/>
                  </a:lnTo>
                  <a:lnTo>
                    <a:pt x="740820" y="1958678"/>
                  </a:lnTo>
                  <a:lnTo>
                    <a:pt x="717473" y="1951442"/>
                  </a:lnTo>
                  <a:lnTo>
                    <a:pt x="696678" y="1938756"/>
                  </a:lnTo>
                  <a:lnTo>
                    <a:pt x="698194" y="1956948"/>
                  </a:lnTo>
                  <a:lnTo>
                    <a:pt x="696198" y="1976593"/>
                  </a:lnTo>
                  <a:lnTo>
                    <a:pt x="680169" y="1970603"/>
                  </a:lnTo>
                  <a:lnTo>
                    <a:pt x="669264" y="1964087"/>
                  </a:lnTo>
                  <a:lnTo>
                    <a:pt x="678915" y="1985018"/>
                  </a:lnTo>
                  <a:lnTo>
                    <a:pt x="657967" y="1978737"/>
                  </a:lnTo>
                  <a:lnTo>
                    <a:pt x="644009" y="1980051"/>
                  </a:lnTo>
                  <a:lnTo>
                    <a:pt x="634936" y="1998631"/>
                  </a:lnTo>
                  <a:lnTo>
                    <a:pt x="622767" y="2009906"/>
                  </a:lnTo>
                  <a:lnTo>
                    <a:pt x="610694" y="2012347"/>
                  </a:lnTo>
                  <a:lnTo>
                    <a:pt x="602893" y="2012347"/>
                  </a:lnTo>
                  <a:lnTo>
                    <a:pt x="578080" y="1996556"/>
                  </a:lnTo>
                  <a:lnTo>
                    <a:pt x="569432" y="1975929"/>
                  </a:lnTo>
                  <a:lnTo>
                    <a:pt x="565856" y="1952964"/>
                  </a:lnTo>
                  <a:lnTo>
                    <a:pt x="564427" y="1980121"/>
                  </a:lnTo>
                  <a:lnTo>
                    <a:pt x="569182" y="2008398"/>
                  </a:lnTo>
                  <a:lnTo>
                    <a:pt x="568875" y="2012347"/>
                  </a:lnTo>
                  <a:lnTo>
                    <a:pt x="315098" y="2012347"/>
                  </a:lnTo>
                  <a:lnTo>
                    <a:pt x="315098" y="901823"/>
                  </a:lnTo>
                  <a:lnTo>
                    <a:pt x="925436" y="9018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2045531" y="779011"/>
              <a:ext cx="946503" cy="914400"/>
            </a:xfrm>
            <a:custGeom>
              <a:avLst/>
              <a:pathLst>
                <a:path w="946503" h="914400">
                  <a:moveTo>
                    <a:pt x="914400" y="914400"/>
                  </a:moveTo>
                  <a:lnTo>
                    <a:pt x="913800" y="906154"/>
                  </a:lnTo>
                  <a:lnTo>
                    <a:pt x="946503" y="852906"/>
                  </a:lnTo>
                  <a:lnTo>
                    <a:pt x="940592" y="87151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1793613" y="1248573"/>
              <a:ext cx="977068" cy="914400"/>
            </a:xfrm>
            <a:custGeom>
              <a:avLst/>
              <a:pathLst>
                <a:path w="977068" h="914400">
                  <a:moveTo>
                    <a:pt x="914400" y="914400"/>
                  </a:moveTo>
                  <a:lnTo>
                    <a:pt x="948465" y="857665"/>
                  </a:lnTo>
                  <a:lnTo>
                    <a:pt x="968246" y="810131"/>
                  </a:lnTo>
                  <a:lnTo>
                    <a:pt x="977068" y="793696"/>
                  </a:lnTo>
                  <a:lnTo>
                    <a:pt x="968508" y="827009"/>
                  </a:lnTo>
                  <a:lnTo>
                    <a:pt x="953547" y="857638"/>
                  </a:lnTo>
                  <a:lnTo>
                    <a:pt x="924552" y="9098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t4722"/>
            <p:cNvSpPr/>
            <p:nvPr/>
          </p:nvSpPr>
          <p:spPr>
            <a:xfrm>
              <a:off x="2612670" y="2203748"/>
              <a:ext cx="63202" cy="63202"/>
            </a:xfrm>
            <a:prstGeom prst="ellipse">
              <a:avLst/>
            </a:prstGeom>
            <a:solidFill>
              <a:srgbClr val="5ECA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t4723"/>
            <p:cNvSpPr/>
            <p:nvPr/>
          </p:nvSpPr>
          <p:spPr>
            <a:xfrm>
              <a:off x="2780369" y="1790950"/>
              <a:ext cx="63202" cy="63202"/>
            </a:xfrm>
            <a:prstGeom prst="ellipse">
              <a:avLst/>
            </a:prstGeom>
            <a:solidFill>
              <a:srgbClr val="C3ECD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t4724"/>
            <p:cNvSpPr/>
            <p:nvPr/>
          </p:nvSpPr>
          <p:spPr>
            <a:xfrm>
              <a:off x="2395685" y="2336270"/>
              <a:ext cx="63202" cy="63202"/>
            </a:xfrm>
            <a:prstGeom prst="ellipse">
              <a:avLst/>
            </a:prstGeom>
            <a:solidFill>
              <a:srgbClr val="4FB4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t4725"/>
            <p:cNvSpPr/>
            <p:nvPr/>
          </p:nvSpPr>
          <p:spPr>
            <a:xfrm>
              <a:off x="2645497" y="1688633"/>
              <a:ext cx="63202" cy="63202"/>
            </a:xfrm>
            <a:prstGeom prst="ellipse">
              <a:avLst/>
            </a:prstGeom>
            <a:solidFill>
              <a:srgbClr val="395C9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t4726"/>
            <p:cNvSpPr/>
            <p:nvPr/>
          </p:nvSpPr>
          <p:spPr>
            <a:xfrm>
              <a:off x="2319497" y="1999657"/>
              <a:ext cx="63202" cy="63202"/>
            </a:xfrm>
            <a:prstGeom prst="ellipse">
              <a:avLst/>
            </a:prstGeom>
            <a:solidFill>
              <a:srgbClr val="3799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t4727"/>
            <p:cNvSpPr/>
            <p:nvPr/>
          </p:nvSpPr>
          <p:spPr>
            <a:xfrm>
              <a:off x="2368584" y="2309169"/>
              <a:ext cx="117405" cy="117405"/>
            </a:xfrm>
            <a:prstGeom prst="ellipse">
              <a:avLst/>
            </a:prstGeom>
            <a:solidFill>
              <a:srgbClr val="4FB4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t4728"/>
            <p:cNvSpPr/>
            <p:nvPr/>
          </p:nvSpPr>
          <p:spPr>
            <a:xfrm>
              <a:off x="2407362" y="2073607"/>
              <a:ext cx="117405" cy="117405"/>
            </a:xfrm>
            <a:prstGeom prst="ellipse">
              <a:avLst/>
            </a:prstGeom>
            <a:solidFill>
              <a:srgbClr val="379A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t4729"/>
            <p:cNvSpPr/>
            <p:nvPr/>
          </p:nvSpPr>
          <p:spPr>
            <a:xfrm>
              <a:off x="2398994" y="2281290"/>
              <a:ext cx="117405" cy="117405"/>
            </a:xfrm>
            <a:prstGeom prst="ellipse">
              <a:avLst/>
            </a:prstGeom>
            <a:solidFill>
              <a:srgbClr val="ACE5C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g4730"/>
            <p:cNvSpPr/>
            <p:nvPr/>
          </p:nvSpPr>
          <p:spPr>
            <a:xfrm>
              <a:off x="2356305" y="2220369"/>
              <a:ext cx="158117" cy="136934"/>
            </a:xfrm>
            <a:custGeom>
              <a:avLst/>
              <a:pathLst>
                <a:path w="158117" h="136934">
                  <a:moveTo>
                    <a:pt x="79058" y="0"/>
                  </a:moveTo>
                  <a:lnTo>
                    <a:pt x="158117" y="136934"/>
                  </a:lnTo>
                  <a:lnTo>
                    <a:pt x="0" y="136934"/>
                  </a:lnTo>
                  <a:close/>
                </a:path>
              </a:pathLst>
            </a:custGeom>
            <a:solidFill>
              <a:srgbClr val="FF149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l4731"/>
            <p:cNvSpPr/>
            <p:nvPr/>
          </p:nvSpPr>
          <p:spPr>
            <a:xfrm>
              <a:off x="2440139" y="2267096"/>
              <a:ext cx="288892" cy="96482"/>
            </a:xfrm>
            <a:custGeom>
              <a:avLst/>
              <a:pathLst>
                <a:path w="288892" h="96482">
                  <a:moveTo>
                    <a:pt x="288892" y="0"/>
                  </a:moveTo>
                  <a:lnTo>
                    <a:pt x="0" y="96482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l4732"/>
            <p:cNvSpPr/>
            <p:nvPr/>
          </p:nvSpPr>
          <p:spPr>
            <a:xfrm>
              <a:off x="2470026" y="1742453"/>
              <a:ext cx="115226" cy="376897"/>
            </a:xfrm>
            <a:custGeom>
              <a:avLst/>
              <a:pathLst>
                <a:path w="115226" h="376897">
                  <a:moveTo>
                    <a:pt x="115226" y="0"/>
                  </a:moveTo>
                  <a:lnTo>
                    <a:pt x="0" y="376897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l4733"/>
            <p:cNvSpPr/>
            <p:nvPr/>
          </p:nvSpPr>
          <p:spPr>
            <a:xfrm>
              <a:off x="2465104" y="2072561"/>
              <a:ext cx="167188" cy="256084"/>
            </a:xfrm>
            <a:custGeom>
              <a:avLst/>
              <a:pathLst>
                <a:path w="167188" h="256084">
                  <a:moveTo>
                    <a:pt x="167188" y="0"/>
                  </a:moveTo>
                  <a:lnTo>
                    <a:pt x="0" y="256084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g4734"/>
            <p:cNvSpPr/>
            <p:nvPr/>
          </p:nvSpPr>
          <p:spPr>
            <a:xfrm>
              <a:off x="2729031" y="2163902"/>
              <a:ext cx="570585" cy="194858"/>
            </a:xfrm>
            <a:custGeom>
              <a:avLst/>
              <a:pathLst>
                <a:path w="570585" h="194858">
                  <a:moveTo>
                    <a:pt x="27431" y="194858"/>
                  </a:moveTo>
                  <a:lnTo>
                    <a:pt x="543153" y="194858"/>
                  </a:lnTo>
                  <a:lnTo>
                    <a:pt x="542049" y="194836"/>
                  </a:lnTo>
                  <a:lnTo>
                    <a:pt x="546460" y="194658"/>
                  </a:lnTo>
                  <a:lnTo>
                    <a:pt x="550785" y="193775"/>
                  </a:lnTo>
                  <a:lnTo>
                    <a:pt x="554913" y="192210"/>
                  </a:lnTo>
                  <a:lnTo>
                    <a:pt x="558736" y="190002"/>
                  </a:lnTo>
                  <a:lnTo>
                    <a:pt x="562156" y="187210"/>
                  </a:lnTo>
                  <a:lnTo>
                    <a:pt x="565083" y="183906"/>
                  </a:lnTo>
                  <a:lnTo>
                    <a:pt x="567443" y="180174"/>
                  </a:lnTo>
                  <a:lnTo>
                    <a:pt x="569173" y="176113"/>
                  </a:lnTo>
                  <a:lnTo>
                    <a:pt x="570230" y="171827"/>
                  </a:lnTo>
                  <a:lnTo>
                    <a:pt x="570585" y="167426"/>
                  </a:lnTo>
                  <a:lnTo>
                    <a:pt x="570585" y="27432"/>
                  </a:lnTo>
                  <a:lnTo>
                    <a:pt x="570230" y="23031"/>
                  </a:lnTo>
                  <a:lnTo>
                    <a:pt x="569173" y="18745"/>
                  </a:lnTo>
                  <a:lnTo>
                    <a:pt x="567443" y="14683"/>
                  </a:lnTo>
                  <a:lnTo>
                    <a:pt x="565083" y="10952"/>
                  </a:lnTo>
                  <a:lnTo>
                    <a:pt x="562156" y="7647"/>
                  </a:lnTo>
                  <a:lnTo>
                    <a:pt x="558736" y="4855"/>
                  </a:lnTo>
                  <a:lnTo>
                    <a:pt x="554913" y="2648"/>
                  </a:lnTo>
                  <a:lnTo>
                    <a:pt x="550785" y="1083"/>
                  </a:lnTo>
                  <a:lnTo>
                    <a:pt x="546460" y="200"/>
                  </a:lnTo>
                  <a:lnTo>
                    <a:pt x="54315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5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tx4735"/>
            <p:cNvSpPr/>
            <p:nvPr/>
          </p:nvSpPr>
          <p:spPr>
            <a:xfrm>
              <a:off x="2774751" y="2209622"/>
              <a:ext cx="479145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W4_VA</a:t>
              </a:r>
            </a:p>
          </p:txBody>
        </p:sp>
        <p:sp>
          <p:nvSpPr>
            <p:cNvPr id="4736" name="pg4736"/>
            <p:cNvSpPr/>
            <p:nvPr/>
          </p:nvSpPr>
          <p:spPr>
            <a:xfrm>
              <a:off x="2585253" y="1623882"/>
              <a:ext cx="718078" cy="194858"/>
            </a:xfrm>
            <a:custGeom>
              <a:avLst/>
              <a:pathLst>
                <a:path w="718078" h="194858">
                  <a:moveTo>
                    <a:pt x="27432" y="194858"/>
                  </a:moveTo>
                  <a:lnTo>
                    <a:pt x="690646" y="194858"/>
                  </a:lnTo>
                  <a:lnTo>
                    <a:pt x="689541" y="194836"/>
                  </a:lnTo>
                  <a:lnTo>
                    <a:pt x="693952" y="194658"/>
                  </a:lnTo>
                  <a:lnTo>
                    <a:pt x="698278" y="193775"/>
                  </a:lnTo>
                  <a:lnTo>
                    <a:pt x="702406" y="192210"/>
                  </a:lnTo>
                  <a:lnTo>
                    <a:pt x="706229" y="190002"/>
                  </a:lnTo>
                  <a:lnTo>
                    <a:pt x="709649" y="187210"/>
                  </a:lnTo>
                  <a:lnTo>
                    <a:pt x="712576" y="183906"/>
                  </a:lnTo>
                  <a:lnTo>
                    <a:pt x="714936" y="180174"/>
                  </a:lnTo>
                  <a:lnTo>
                    <a:pt x="716666" y="176113"/>
                  </a:lnTo>
                  <a:lnTo>
                    <a:pt x="717723" y="171827"/>
                  </a:lnTo>
                  <a:lnTo>
                    <a:pt x="718078" y="167426"/>
                  </a:lnTo>
                  <a:lnTo>
                    <a:pt x="718078" y="27431"/>
                  </a:lnTo>
                  <a:lnTo>
                    <a:pt x="717723" y="23031"/>
                  </a:lnTo>
                  <a:lnTo>
                    <a:pt x="716666" y="18745"/>
                  </a:lnTo>
                  <a:lnTo>
                    <a:pt x="714936" y="14683"/>
                  </a:lnTo>
                  <a:lnTo>
                    <a:pt x="712576" y="10952"/>
                  </a:lnTo>
                  <a:lnTo>
                    <a:pt x="709649" y="7647"/>
                  </a:lnTo>
                  <a:lnTo>
                    <a:pt x="706229" y="4855"/>
                  </a:lnTo>
                  <a:lnTo>
                    <a:pt x="702406" y="2648"/>
                  </a:lnTo>
                  <a:lnTo>
                    <a:pt x="698278" y="1083"/>
                  </a:lnTo>
                  <a:lnTo>
                    <a:pt x="693952" y="200"/>
                  </a:lnTo>
                  <a:lnTo>
                    <a:pt x="690646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6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tx4737"/>
            <p:cNvSpPr/>
            <p:nvPr/>
          </p:nvSpPr>
          <p:spPr>
            <a:xfrm>
              <a:off x="2630973" y="1669602"/>
              <a:ext cx="626638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S1_LOLA</a:t>
              </a:r>
            </a:p>
          </p:txBody>
        </p:sp>
        <p:sp>
          <p:nvSpPr>
            <p:cNvPr id="4738" name="pg4738"/>
            <p:cNvSpPr/>
            <p:nvPr/>
          </p:nvSpPr>
          <p:spPr>
            <a:xfrm>
              <a:off x="2313259" y="1877703"/>
              <a:ext cx="742035" cy="194858"/>
            </a:xfrm>
            <a:custGeom>
              <a:avLst/>
              <a:pathLst>
                <a:path w="742035" h="194858">
                  <a:moveTo>
                    <a:pt x="27432" y="194858"/>
                  </a:moveTo>
                  <a:lnTo>
                    <a:pt x="714603" y="194858"/>
                  </a:lnTo>
                  <a:lnTo>
                    <a:pt x="713499" y="194836"/>
                  </a:lnTo>
                  <a:lnTo>
                    <a:pt x="717910" y="194658"/>
                  </a:lnTo>
                  <a:lnTo>
                    <a:pt x="722235" y="193775"/>
                  </a:lnTo>
                  <a:lnTo>
                    <a:pt x="726363" y="192210"/>
                  </a:lnTo>
                  <a:lnTo>
                    <a:pt x="730186" y="190002"/>
                  </a:lnTo>
                  <a:lnTo>
                    <a:pt x="733606" y="187210"/>
                  </a:lnTo>
                  <a:lnTo>
                    <a:pt x="736533" y="183906"/>
                  </a:lnTo>
                  <a:lnTo>
                    <a:pt x="738893" y="180174"/>
                  </a:lnTo>
                  <a:lnTo>
                    <a:pt x="740623" y="176113"/>
                  </a:lnTo>
                  <a:lnTo>
                    <a:pt x="741680" y="171827"/>
                  </a:lnTo>
                  <a:lnTo>
                    <a:pt x="742035" y="167426"/>
                  </a:lnTo>
                  <a:lnTo>
                    <a:pt x="742035" y="27431"/>
                  </a:lnTo>
                  <a:lnTo>
                    <a:pt x="741680" y="23031"/>
                  </a:lnTo>
                  <a:lnTo>
                    <a:pt x="740623" y="18745"/>
                  </a:lnTo>
                  <a:lnTo>
                    <a:pt x="738893" y="14683"/>
                  </a:lnTo>
                  <a:lnTo>
                    <a:pt x="736533" y="10952"/>
                  </a:lnTo>
                  <a:lnTo>
                    <a:pt x="733606" y="7647"/>
                  </a:lnTo>
                  <a:lnTo>
                    <a:pt x="730186" y="4855"/>
                  </a:lnTo>
                  <a:lnTo>
                    <a:pt x="726363" y="2648"/>
                  </a:lnTo>
                  <a:lnTo>
                    <a:pt x="722235" y="1083"/>
                  </a:lnTo>
                  <a:lnTo>
                    <a:pt x="717910" y="200"/>
                  </a:lnTo>
                  <a:lnTo>
                    <a:pt x="714603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5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tx4739"/>
            <p:cNvSpPr/>
            <p:nvPr/>
          </p:nvSpPr>
          <p:spPr>
            <a:xfrm>
              <a:off x="2358979" y="1923423"/>
              <a:ext cx="650595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S2_DEBY</a:t>
              </a:r>
            </a:p>
          </p:txBody>
        </p:sp>
        <p:sp>
          <p:nvSpPr>
            <p:cNvPr id="4740" name="rc4740"/>
            <p:cNvSpPr/>
            <p:nvPr/>
          </p:nvSpPr>
          <p:spPr>
            <a:xfrm>
              <a:off x="2097741" y="1521787"/>
              <a:ext cx="1251309" cy="1221576"/>
            </a:xfrm>
            <a:prstGeom prst="rect">
              <a:avLst/>
            </a:prstGeom>
            <a:noFill/>
            <a:ln w="2710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914400" y="914400"/>
            <a:ext cx="5943600" cy="3657600"/>
            <a:chOff x="914400" y="914400"/>
            <a:chExt cx="5943600" cy="365760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319740" y="914400"/>
              <a:ext cx="5132918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1389329" y="983989"/>
              <a:ext cx="4993740" cy="351842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1935545" y="1386057"/>
              <a:ext cx="3501561" cy="271461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265396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692120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118843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3545567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972290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399014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825737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5252461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35545" y="3848191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935545" y="3323809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935545" y="2799427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935545" y="2275045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935545" y="1750663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h20"/>
            <p:cNvSpPr/>
            <p:nvPr/>
          </p:nvSpPr>
          <p:spPr>
            <a:xfrm>
              <a:off x="3819257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3828641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3838026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3856794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3866178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3875563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4307239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4316623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4326008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3800488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3809873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3819257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3828641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3838026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3847410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3856794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3866178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3875563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4297855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4307239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4316623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4326008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4335392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3791104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3800488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3809873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3819257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3828641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3838026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3847410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3856794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3866178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3875563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3884947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4297855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4307239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4316623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4326008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4335392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374418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3753567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3762951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3772336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3781720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3791104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3800488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380987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3819257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3828641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3838026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3847410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3856794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3866178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387556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4307239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431662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4326008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3716030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3725414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3734799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3744183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3753567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3762951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3772336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3781720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3791104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3800488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3809873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3819257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3828641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3838026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3847410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3856794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3866178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4316623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3706646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3716030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3725414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3734799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3744183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3753567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3762951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3772336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3781720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3791104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3800488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3809873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3819257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3828641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3838026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3687877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3697262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3706646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3716030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3725414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3734799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3744183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3753567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3762951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3772336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3781720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3791104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3800488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3809873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3659724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3669109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3678493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3687877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3697262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3706646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3716030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3725414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3734799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3744183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3753567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3762951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3772336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3781720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3640956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3650340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3659724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3669109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3678493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3687877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3697262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3706646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3716030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3725414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3734799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3744183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3631572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3640956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3650340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3659724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3669109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3678493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3687877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3697262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3706646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3716030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3725414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3622187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3631572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3640956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3650340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3659724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3669109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3678493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3687877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3697262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3706646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3612803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3622187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3631572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3640956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3650340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3659724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3669109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3678493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3687877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3584650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3594035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3603419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3612803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3622187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3631572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3640956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3650340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3659724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3669109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3575266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3584650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3594035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3603419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3612803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3622187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3631572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3640956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3650340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4335392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3528345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3537729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3547113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3556497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3565882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3575266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3584650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3594035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3603419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3612803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3622187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3631572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3640956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4307239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4316623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4326008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4335392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4344776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3518960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352834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353772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3547113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3556497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3565882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3575266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3584650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359403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360341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3612803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3622187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3631572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423216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424154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4250934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4260318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4288471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429785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430723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4316623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4326008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4335392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4344776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4354161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3518960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352834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353772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3547113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3556497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3565882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3575266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3584650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359403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360341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3612803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3622187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4222781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423216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424154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4250934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4260318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4269702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4279086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4288471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429785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430723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4316623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4326008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4335392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4344776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3518960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352834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353772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3547113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3556497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356588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357526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3584650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359403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360341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3612803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3622187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4147707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4157091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416647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417585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420401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421339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4222781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423216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424154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4250934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4260318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426970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427908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4288471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429785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430723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4316623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4326008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433539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434477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350957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3518960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352834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353772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3547113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3556497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356588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357526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3584650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359403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360341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3612803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413832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4147707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4157091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416647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417585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4185244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4194628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420401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421339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4222781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423216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424154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4250934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4260318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426970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427908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4288471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429785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430723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4316623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4326008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433539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434477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349080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350019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350957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3518960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352834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353772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3547113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3556497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356588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357526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3584650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413832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4147707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4157091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416647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417585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4185244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419462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420401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421339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4222781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423216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424154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4250934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426031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426970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427908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4288471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429785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430723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4316623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432600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433539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434477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349080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350019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350957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3518960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352834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353772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3547113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3556497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356588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413832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4147707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415709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416647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417585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4185244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419462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420401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421339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422278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423216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424154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4250934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426031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426970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427908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428847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429785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430723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4316623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432600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433539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434477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435416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349080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350019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350957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3518960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3528345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3537729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412893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413832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4147707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4157091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4166475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4175859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4185244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419462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420401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421339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4222781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426970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427908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4288471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4297855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4307239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4316623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432600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433539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434477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349080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350019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3509576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3518960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4091401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4100785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4">
                <a:alpha val="100000"/>
              </a:srgbClr>
            </a:solidFill>
            <a:ln w="5420" cap="flat">
              <a:solidFill>
                <a:srgbClr val="3C4D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4110169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4119554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412893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413832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4147707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4157091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4166475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4175859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4250934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426031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426970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4279086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4288471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4297855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4307239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4316623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432600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433539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399755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400694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4016327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402571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403509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4044480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4053864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406324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407263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4082017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409140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410078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411016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4119554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412893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413832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4147707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415709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416647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417585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423216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424154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4250934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426031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426970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4279086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428847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429785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430723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4316623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398817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399755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400694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4016327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402571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403509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4044480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405386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406324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407263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4082017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409140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410078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4110169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411955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412893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413832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4147707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415709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416647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422278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423216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4241549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425093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426031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426970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4279086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428847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429785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4307239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3978790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398817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399755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400694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4016327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402571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4035095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4044480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405386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406324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407263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4082017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409140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4100785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4110169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411955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412893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413832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4147707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415709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422278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4232165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4241549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425093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426031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426970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4279086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428847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3978790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398817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3997558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4006942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4016327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4025711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4035095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4044480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405386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4063248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4072632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4082017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4091401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4100785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4110169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411955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4222781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4232165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4241549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425093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4260318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4269702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3969405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3978790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3988174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3997558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4006942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4016327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4025711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4035095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4044480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4053864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4063248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4072632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4082017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4091401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4213396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4222781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4232165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4241549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4250934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4260318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3922484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5">
                <a:alpha val="100000"/>
              </a:srgbClr>
            </a:solidFill>
            <a:ln w="5420" cap="flat">
              <a:solidFill>
                <a:srgbClr val="3B37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3931868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3941253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3950637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3960021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3969405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3978790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3988174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3997558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4006942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4016327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4025711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4035095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4044480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4063248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4072632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4082017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4213396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4222781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4232165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4241549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4250934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389433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390371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3913100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3922484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3931868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3941253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3950637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396002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396940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3978790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3988174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3997558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4006942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402571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403509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4213396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422278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423216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4241549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4250934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3884947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3894331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3903715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3913100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3922484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393186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3941253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3950637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3960021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3969405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3978790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3988174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399755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4213396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4222781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4232165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4241549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4250934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426031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4269702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4307239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4316623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432600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4335392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4344776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3875563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3884947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389433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390371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3913100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3922484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3931868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3941253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3950637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396002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396940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3978790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3988174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422278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423216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4241549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4250934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4260318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4269702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4279086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429785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4307239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4316623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4326008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4335392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4344776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435416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386617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3875563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3884947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389433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3903715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3913100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3922484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393186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3941253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3950637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396002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C">
                <a:alpha val="100000"/>
              </a:srgbClr>
            </a:solidFill>
            <a:ln w="5420" cap="flat">
              <a:solidFill>
                <a:srgbClr val="3B3C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422278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4232165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4241549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4250934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426031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4269702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4279086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428847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4297855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4307239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4316623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432600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4335392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4344776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435416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3856794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386617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3875563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3884947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3894331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3903715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3913100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3922484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393186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4232165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4241549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4250934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426031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4269702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4279086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4288471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4297855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4307239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4316623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432600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4335392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4344776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3847410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3856794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3866178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3875563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3884947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3894331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3903715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4241549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4250934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4260318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4269702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4279086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4288471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4297855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4307239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4316623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4326008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4335392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3847410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3856794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3866178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3875563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3884947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3894331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4260318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4269702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4279086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4288471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4297855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4307239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4316623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3838026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3847410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3856794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3866178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3875563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3884947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4279086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4288471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4297855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3828641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3838026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3847410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3856794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3866178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3875563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3828641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3838026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3847410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3856794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3866178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3819257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3828641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3838026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3847410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3856794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3866178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3819257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3828641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3838026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3847410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3856794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3866178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3819257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3828641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3838026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3847410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3856794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3866178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3819257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3828641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3838026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3847410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3856794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3866178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3875563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3809873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3819257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3828641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3838026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3847410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3856794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3866178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3800488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3809873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3819257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3828641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3838026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3847410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3856794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3800488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3809873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3819257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3828641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3838026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3847410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3856794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3875563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3884947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3894331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3903715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3800488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3809873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3819257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3828641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3838026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3847410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3856794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3866178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3875563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3884947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3894331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3903715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3913100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3819257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3828641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3838026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3847410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3856794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3866178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3875563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3884947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3894331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3903715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3913100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3922484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3781720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3791104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3800488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3809873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3838026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3847410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3856794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3866178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3875563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3884947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3894331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3903715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3913100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3922484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3772336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3781720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3791104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3800488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3809873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3819257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3828641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3838026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3847410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3856794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3866178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3875563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3884947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3894331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3903715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3913100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3922484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3931868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3772336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3781720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3791104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3800488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3809873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3819257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3828641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3838026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3847410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3856794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3866178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B98">
                <a:alpha val="100000"/>
              </a:srgbClr>
            </a:solidFill>
            <a:ln w="5420" cap="flat">
              <a:solidFill>
                <a:srgbClr val="3A5B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3875563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3884947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3894331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3903715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3913100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3922484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3931868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3772336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3781720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3791104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3800488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3809873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073">
                <a:alpha val="100000"/>
              </a:srgbClr>
            </a:solidFill>
            <a:ln w="5420" cap="flat">
              <a:solidFill>
                <a:srgbClr val="3B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3819257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3828641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3838026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3847410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3856794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3866178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3875563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3884947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3894331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3903715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3913100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3922484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3931868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365972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3697262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3706646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371603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372541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3734799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3744183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3753567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3762951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3772336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378172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379110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3800488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3809873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3819257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3828641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3838026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384741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385679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3866178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3875563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3884947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3894331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3903715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391310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392248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355649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3565882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357526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3631572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364095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365034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365972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3669109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367849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368787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3697262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370664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371603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372541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3734799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374418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375356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3762951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377233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378172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379110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3800488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380987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381925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3828641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383802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384741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385679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3866178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387556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388494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3894331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354711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355649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3565882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357526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358465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361280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362218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3631572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364095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365034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365972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3669109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367849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368787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3697262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370664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371603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372541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3734799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374418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375356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3762951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377233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378172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379110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3800488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380987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381925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3828641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384741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385679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354711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355649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3565882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357526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358465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3594035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3603419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361280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362218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3631572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364095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365034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3659724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3669109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367849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368787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3697262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370664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371603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3725414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3734799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374418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375356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3762951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377233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378172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3791104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355649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3565882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3575266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3584650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3594035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3603419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3612803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362218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3631572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3640956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3650340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3659724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3669109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3678493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368787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3697262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3706646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3716030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3725414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3734799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375356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3556497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3565882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3575266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3584650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3594035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3603419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3612803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3622187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3631572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3640956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3650340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3547113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3556497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3565882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3575266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3584650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3594035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3603419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3612803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3622187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3537729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3547113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3556497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3565882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3575266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3584650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3594035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3603419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3528345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3537729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3547113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3556497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3565882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3575266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3584650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3528345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3537729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3547113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3556497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3565882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3575266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3584650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3528345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3537729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3547113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3556497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3565882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3575266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3584650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3528345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3537729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3547113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3556497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3565882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3575266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3584650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3472039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3481423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3547113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3556497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3565882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3575266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3584650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3453270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3462655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3472039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3481423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3490808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3547113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3556497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3565882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3575266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3584650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3434502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3443886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3453270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3462655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3472039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3481423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3490808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3537729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3547113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3556497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3565882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3575266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3425118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3434502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3443886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3453270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3462655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3472039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3481423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3490808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3537729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3547113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3556497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3565882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3575266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3378196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3387581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3396965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3406349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3415733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3425118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3434502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3443886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3453270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3462655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3472039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3481423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3528345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3537729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3547113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3556497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3565882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3575266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3368812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3378196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3387581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3396965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3406349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3415733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3425118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3434502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3443886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3453270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3462655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3472039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3518960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3528345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3537729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3547113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3556497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3565882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3575266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3350043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3359428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3368812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3378196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3387581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3396965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3406349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3415733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3425118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3434502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3443886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3453270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3509576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3518960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3528345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3537729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3547113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3556497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333127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334065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335004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3359428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3368812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3378196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3387581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339696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340634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341573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3425118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3434502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3443886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3453270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346265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347203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348142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3500192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3509576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3518960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352834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353772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354711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3556497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333127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334065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335004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3359428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3368812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3378196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3387581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339696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340634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341573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3425118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3434502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3443886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3453270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346265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347203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348142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3490808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3500192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3509576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3518960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352834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353772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354711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333127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334065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3350043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3359428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3368812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3378196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3387581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339696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340634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3415733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3425118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3434502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3443886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453270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346265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347203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481423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3490808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3500192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3509576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3518960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352834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353772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330312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331250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333127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3340659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3350043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3359428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336881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337819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3387581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339696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3425118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343450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344388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3453270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346265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3472039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3481423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3490808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350019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350957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3518960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352834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3293738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330312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331250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3321891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3331275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3340659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3350043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3359428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336881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337819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3387581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3396965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343450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344388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3453270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3462655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3472039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3481423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3490808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350019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350957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3518960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3284354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3293738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330312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331250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3321891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3331275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3340659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3350043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3359428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336881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337819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3387581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3396965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343450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344388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3453270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3462655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3472039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3481423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3490808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350019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350957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327496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3284354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3293738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3303122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3312506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3321891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3331275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334065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3350043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3359428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3368812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3378196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3387581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3396965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340634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3443886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3453270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3462655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347203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3481423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3490808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3500192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327496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3284354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3293738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3303122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3312506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3321891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3331275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334065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3350043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3359428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3368812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3378196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3387581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3396965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40634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3443886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3453270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3462655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347203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3481423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3490808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326558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327496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3284354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3293738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3303122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3312506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3321891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333127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334065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3350043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3359428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3368812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3378196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3387581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339696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340634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3415733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3443886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3453270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346265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347203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3481423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3490808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326558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327496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3284354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329373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3303122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3312506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3321891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333127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334065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3350043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335942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3368812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3378196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3387581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339696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340634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3415733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342511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3453270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346265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347203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3481423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349080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326558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327496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3284354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329373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3303122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3312506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3321891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333127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334065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3350043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335942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3368812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3378196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3387581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339696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340634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3415733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342511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3443886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3453270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346265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347203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3481423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349080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327496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3284354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329373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3303122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3312506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3321891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3331275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334065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3350043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335942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3368812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3378196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3387581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3396965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340634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3415733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342511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3434502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3443886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3453270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3462655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347203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3481423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349080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3284354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3293738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3303122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3312506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3321891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3331275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3340659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3350043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3359428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3368812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3378196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3387581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3396965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3406349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3415733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3425118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3434502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3443886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3453270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3462655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3472039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3481423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3284354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3293738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3303122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3312506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3321891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3331275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3340659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3350043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3359428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3368812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3378196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3387581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3396965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3406349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3415733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3425118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3434502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3443886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3453270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3462655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3472039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3303122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3312506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3321891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3331275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3340659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3350043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3359428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3368812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3378196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3387581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3396965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3406349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3415733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3425118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3434502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3443886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3453270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3462655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3312506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3321891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3331275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3340659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3350043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3359428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3368812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3378196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3387581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3396965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3406349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3415733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3425118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3434502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3443886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3453270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3321891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3331275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3340659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3350043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3359428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3368812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3378196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387581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3396965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3406349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3415733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3425118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3434502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3443886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3453270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3284354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3293738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3303122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3312506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3321891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3331275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3340659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3350043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3359428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3368812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3378196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3387581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3396965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3406349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3415733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3425118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3434502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3443886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3274969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3284354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3293738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3303122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3312506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3321891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3331275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3340659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3350043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3359428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3368812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3378196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3387581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3396965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3406349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3415733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3425118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3434502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3443886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3274969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3284354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3293738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3303122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3312506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3321891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3331275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3340659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3350043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3359428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3368812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3378196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3387581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3396965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3406349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3415733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3425118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3434502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3274969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3284354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3293738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3303122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3312506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3321891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3331275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3340659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3350043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3359428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3368812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3378196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3387581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3396965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3406349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3415733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3425118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3284354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3293738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3303122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3312506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3321891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3331275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3340659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3350043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3359428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3368812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3378196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3387581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3396965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3406349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3415733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3312506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3321891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3331275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3340659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3350043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3359428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3368812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3378196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3387581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3396965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3406349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3415733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3331275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3340659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3350043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3359428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3368812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3378196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3387581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3396965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3406349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3415733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3340659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3350043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3359428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3368812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3378196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3387581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3396965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3406349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3415733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3350043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3359428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3368812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3378196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3387581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4AA">
                <a:alpha val="100000"/>
              </a:srgbClr>
            </a:solidFill>
            <a:ln w="5420" cap="flat">
              <a:solidFill>
                <a:srgbClr val="42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3396965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3406349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3415733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3425118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3378196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3387581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3396965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3406349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3415733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3425118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3331275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3368812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3378196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3387581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3396965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3406349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3415733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3425118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3321891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3331275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3340659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3350043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3359428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3368812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3378196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3387581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3396965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3406349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3415733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3425118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3312506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3321891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3331275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3340659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3350043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3359428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3368812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3378196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3387581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3396965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3406349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3415733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3425118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3434502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3312506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3321891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3331275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3340659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3350043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3359428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3368812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3378196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3387581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3396965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3406349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3415733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3425118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3434502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3443886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3312506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3321891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3331275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3340659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3350043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3359428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3368812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3378196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3387581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3396965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3406349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3415733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3425118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3434502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3443886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3312506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3321891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3331275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3340659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3350043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3359428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3368812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3378196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3387581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3396965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3406349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3415733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3425118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3434502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3443886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3453270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3321891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3331275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3340659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3350043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3359428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3368812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3378196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3387581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3396965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3406349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3415733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3425118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3434502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3443886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3453270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3293738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3303122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3312506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3321891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3331275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3340659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3350043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3359428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3368812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3378196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3387581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3396965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3406349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3415733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3425118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3434502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3443886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3293738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3303122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3312506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3321891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3331275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3340659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3350043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3359428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3368812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3378196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3387581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3396965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3406349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3415733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3425118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3434502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3293738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3303122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3312506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3321891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3331275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3340659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3350043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3359428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3368812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3378196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3387581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3396965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3406349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3415733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3425118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3293738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3303122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3312506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3321891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3331275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3340659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3350043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3359428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3368812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3378196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3387581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3396965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3406349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3415733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3284354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3293738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3303122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3312506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3321891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3331275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3340659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3350043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3359428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3368812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3378196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3387581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3396965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3284354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3293738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3303122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3312506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3321891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3331275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3340659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3350043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3359428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3368812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3378196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3387581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3284354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3293738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3303122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3312506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3321891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3331275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3340659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3350043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3359428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3368812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3378196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3265585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3274969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3284354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3293738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3303122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3312506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3321891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3331275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3340659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3350043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3359428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3368812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3378196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3256201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3265585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3274969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3284354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3293738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3303122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3312506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3321891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3331275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3340659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3350043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3359428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3368812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3378196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3256201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3265585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3274969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3284354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3293738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3303122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3312506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3321891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3331275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3340659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3350043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3359428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3368812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3246816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3256201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3265585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3274969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3284354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3293738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3303122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3312506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3321891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3331275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3340659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3350043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3359428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3237432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3246816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3256201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3265585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3274969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3284354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3293738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3303122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3312506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3321891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3331275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3340659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3218664" y="1944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3228048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3237432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3246816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3256201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3265585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3274969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3284354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3293738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3209279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3218664" y="1955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3228048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3237432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3246816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3256201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3265585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3274969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3190511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3199895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3209279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3218664" y="196734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3228048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3237432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3246816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3256201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3265585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3162358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3171742" y="197887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3181127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3190511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3199895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3209279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3218664" y="197887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3228048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3237432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3246816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3256201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3143589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3152974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3162358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3171742" y="199041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3181127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3190511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3199895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3209279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3218664" y="199041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3228048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3237432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3246816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3134205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3143589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3152974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3162358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3171742" y="2001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3181127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3190511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3199895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3209279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3218664" y="2001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3228048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3237432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3246816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3124821" y="201347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3134205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3143589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3152974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3162358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3171742" y="201347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3181127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3190511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3199895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3209279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3218664" y="201347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3228048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3237432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3115437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3124821" y="2025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3134205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3143589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3152974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3162358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3171742" y="2025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3106052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3115437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3124821" y="2036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3134205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3143589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3152974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3162358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3096668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3106052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3115437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3124821" y="204807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3134205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3143589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3152974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3096668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3106052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3115437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3124821" y="2059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3134205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3143589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3077900" y="2071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3087284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3096668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3106052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3115437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3124821" y="2071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3134205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3068515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3077900" y="2082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3087284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3096668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3106052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3115437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3124821" y="2082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3134205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3049747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3059131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3068515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3077900" y="2094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3087284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3096668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3106052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3115437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3124821" y="2094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3040362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3049747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3059131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3068515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3077900" y="210573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087284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096668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106052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2993441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002825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012210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021594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030978" y="211726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040362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049747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059131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068515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077900" y="211726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087284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096668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2974673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2984057" y="212879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2993441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002825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012210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021594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030978" y="212879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040362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049747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059131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068515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077900" y="212879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087284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2965288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2974673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2984057" y="2140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2993441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3002825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3012210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3021594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3030978" y="2140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3040362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3049747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3059131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3068515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965288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974673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984057" y="215185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993441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3002825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3012210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3021594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3030978" y="215185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3040362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3049747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3059131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965288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974673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984057" y="2163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993441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3002825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3012210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3021594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3030978" y="2163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965288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974673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984057" y="2174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993441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3002825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3012210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3021594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946520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955904" y="2186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965288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974673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984057" y="2186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993441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3002825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3012210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946520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955904" y="2197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965288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974673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984057" y="2197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993441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3002825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937135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946520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955904" y="2209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965288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974673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984057" y="2209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993441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937135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946520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955904" y="222104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965288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974673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2984057" y="222104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2927751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2937135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2946520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2955904" y="2232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2965288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2974673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2927751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2937135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2946520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2955904" y="224411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2965288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2918367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2927751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2937135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2946520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2955904" y="225564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2965288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2918367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2927751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2937135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2946520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2955904" y="226717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2908983" y="227870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2918367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2927751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2937135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2946520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2955904" y="227870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2908983" y="2290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2918367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2927751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2937135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2946520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2955904" y="2290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2908983" y="230177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2918367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2927751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2937135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2946520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2355311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2364695" y="2313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2374079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2383463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2908983" y="2313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2918367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2927751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2937135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2355311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2364695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2374079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2383463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2392848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2430385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2439769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2449153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2458538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2467922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2908983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2918367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2927751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2937135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2946520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2289621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229900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2345926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2355311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2364695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2374079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2383463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2392848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243038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2439769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2449153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2458538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2467922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2477306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2486690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249607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2505459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2514843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2524228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2533612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2908983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2918367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2927751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293713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2946520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216762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217700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2186394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219577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220516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2252084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226146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227085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228023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228962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229900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230838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2317774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232715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233654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234592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235531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2364695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237407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2383463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2392848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240223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241161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242100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243038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243976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2449153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2458538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246792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247730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2486690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249607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250545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2514843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252422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253361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254299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257114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2908983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2918367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292775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293713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2946520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215824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216762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217700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2186394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219577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220516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214547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22393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23331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24269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252084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26146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27085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28023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28962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29900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30838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317774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32715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33654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34592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35531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364695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37407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383463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392848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40223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41161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42100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43038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43976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449153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458538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46792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47730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486690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49607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50545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514843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52422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53361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54299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552380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56176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57114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580533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589917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918367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92775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93713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946520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14885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15824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16762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17700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18639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19577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220516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221454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222393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223331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224269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225208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226146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227085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228023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228962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229900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230838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231777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232715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233654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234592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235531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2364695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237407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238346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2392848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240223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241161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242100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243038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243976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244915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2458538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246792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247730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2486690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249607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250545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51484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52422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53361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54299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552380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56176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57114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580533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58991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683760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69314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70252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71191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91836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92775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93713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946520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955904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186732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187671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14885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15824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16762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17700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18639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19577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20516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21454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22393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23331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24269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25208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26146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27085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28023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228962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229900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230838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31777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32715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33654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34592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35531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364695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37407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38346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392848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40223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41161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42100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43038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43976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44915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458538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46792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47730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486690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49607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50545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251484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252422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253361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254299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2552380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256176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257114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2580533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258991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2674376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2683760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269314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270252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271191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2721297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2730681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291836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292775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293713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2946520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2955904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185794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186732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1876713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188609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189548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214885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215824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216762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217700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218639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219577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220516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221454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22393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23331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24269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25208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26146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27085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35531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6">
                <a:alpha val="100000"/>
              </a:srgbClr>
            </a:solidFill>
            <a:ln w="5420" cap="flat">
              <a:solidFill>
                <a:srgbClr val="3A58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364695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37407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383463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392848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40223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411616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42100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43038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43976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52422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53361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2542996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552380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56176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57114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580533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58991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59930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65560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66499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674376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2683760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69314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270252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2711913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721297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730681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740066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749450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291836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92775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93713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946520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955904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178287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179225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180163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184856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185794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186732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187671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188609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189548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1904866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191425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192363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193301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194240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201747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202686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203624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204563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205501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214885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215824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216762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217700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218639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219577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220516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221454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222393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223331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224269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225208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226146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227085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2552380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256176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257114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2580533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258991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259930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2608686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2627454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263683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264622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265560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266499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2674376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268376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269314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270252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71191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721297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730681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740066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74945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75883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92775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93713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94652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2955904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176410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177348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178287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179225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180163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181102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183917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184856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185794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186732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187671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188609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189548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190486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191425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192363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193301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194240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195178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196117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00809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01747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02686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03624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04563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05501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06439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07378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16762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17700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18639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19577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20516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21454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22393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23331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24269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25208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26146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27085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56176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57114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580533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58991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59930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60868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261807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2627454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263683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264622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265560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266499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2674376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268376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269314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270252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271191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2721297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2730681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2740066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274945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275883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2768219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292775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293713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294652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2955904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296528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175471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176410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177348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178287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179225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180163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181102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182040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182979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183917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184856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185794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186732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187671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188609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189548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190486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191425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192363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193301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194240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195178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196117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197055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197994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198932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199870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200809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201747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202686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203624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204563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205501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206439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207378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208316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209255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210193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217700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218639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219577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221454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222393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223331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224269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225208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226146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227085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257114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2580533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258991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259930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260868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261807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2627454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263683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264622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265560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266499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2674376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268376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269314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2721297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2730681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2740066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274945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275883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2768219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2777603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292775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293713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294652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2955904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296528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175471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176410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177348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178287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179225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180163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181102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182040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182979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183917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184856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185794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186732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187671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188609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189548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190486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191425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192363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193301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194240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195178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196117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197055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197994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198932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199870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200809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201747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202686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203624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204563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205501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206439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207378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208316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209255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210193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211132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216762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217700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218639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219577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220516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221454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222393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223331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224269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225208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226146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2580533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258991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259930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260868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261807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2627454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263683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264622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265560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266499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2730681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2740066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274945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275883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768219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777603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93713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94652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955904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96528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97467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175471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176410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177348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178287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179225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180163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181102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182040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182979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183917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184856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185794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186732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187671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188609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189548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190486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191425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192363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193301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194240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195178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196117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197055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197994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198932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199870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200809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201747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202686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203624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204563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205501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206439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207378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208316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209255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210193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211132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215824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216762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217700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218639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219577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220516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21454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22393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223331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24269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25208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26146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227085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228023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2580533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258991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259930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260868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261807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2627454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263683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264622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2740066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274945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275883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2768219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2777603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278698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279637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293713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294652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2955904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296528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297467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175471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176410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177348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178287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179225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4AA">
                <a:alpha val="100000"/>
              </a:srgbClr>
            </a:solidFill>
            <a:ln w="5420" cap="flat">
              <a:solidFill>
                <a:srgbClr val="42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1801639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1811023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182040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182979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183917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184856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185794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195178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196117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197055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197994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198932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199870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2008093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201747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202686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203624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205501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206439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207378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208316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209255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210193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211132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212070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213947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214885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215824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216762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2177009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218639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219577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220516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221454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222393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223331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2242699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225208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226146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227085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228023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228962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259930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274945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275883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2768219" y="2463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2777603" y="2463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278698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279637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280575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293713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294652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2955904" y="2463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296528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2974673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174533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175471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176410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1773486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1782870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179225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1801639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181102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182040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182979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199870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200809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206439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207378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208316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209255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210193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2111320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212070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213008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213947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214885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215824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216762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2177009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218639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E">
                <a:alpha val="100000"/>
              </a:srgbClr>
            </a:solidFill>
            <a:ln w="5420" cap="flat">
              <a:solidFill>
                <a:srgbClr val="3A68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219577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220516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221454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222393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223331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2242699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225208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226146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227085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2280236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228962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229900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275883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2768219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2777603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278698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279637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2805756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2815140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2946520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2955904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296528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297467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2984057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1745333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175471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176410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1773486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1782870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179225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1801639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1811023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207378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208316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209255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210193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2111320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212070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213008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213947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214885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215824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216762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2177009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218639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219577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220516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221454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222393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223331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2242699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225208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226146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227085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2280236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228962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229900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2768219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2777603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278698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279637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2805756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2815140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2824524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2946520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2955904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296528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2974673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2984057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1735949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1745333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175471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176410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1773486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1782870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08316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09255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10193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111320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120704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13008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139472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14885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15824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216762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2177009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2186394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219577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2205162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221454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222393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223331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2242699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2252084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226146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2270852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2280236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228962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229900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2777603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278698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279637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2805756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2815140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2824524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283390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2955904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296528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2974673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2984057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299344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1717180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172656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1735949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1745333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1754717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176410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1773486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210193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2111320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212070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213008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2139472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2148857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215824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216762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2177009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218639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219577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2205162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223331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2242699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225208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226146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2270852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2280236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228962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229900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279637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2805756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2815140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2824524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283390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2843293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2955904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296528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2974673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2984057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299344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300282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1623337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1632722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164210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1651490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166087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167025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1698412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170779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1717180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172656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173594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1745333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1754717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1764101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217700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218639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224269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225208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2261468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2270852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228023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2289621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280575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2815140" y="252087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2824524" y="252087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2833908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2843293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2965288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2974673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2984057" y="252087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2993441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002825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161395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1623337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1632722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1642106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1651490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1660874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1670259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167964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1689027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1698412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1707796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1717180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1726564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1735949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174533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1754717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2242699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2252084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2261468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2270852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2805756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2815140" y="253241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2824524" y="253241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2833908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284329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2965288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297467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2984057" y="253241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2993441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3002825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3012210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161395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1623337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1632722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1642106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1651490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1660874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1670259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h3196"/>
            <p:cNvSpPr/>
            <p:nvPr/>
          </p:nvSpPr>
          <p:spPr>
            <a:xfrm>
              <a:off x="167964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h3197"/>
            <p:cNvSpPr/>
            <p:nvPr/>
          </p:nvSpPr>
          <p:spPr>
            <a:xfrm>
              <a:off x="1689027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h3198"/>
            <p:cNvSpPr/>
            <p:nvPr/>
          </p:nvSpPr>
          <p:spPr>
            <a:xfrm>
              <a:off x="1698412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h3199"/>
            <p:cNvSpPr/>
            <p:nvPr/>
          </p:nvSpPr>
          <p:spPr>
            <a:xfrm>
              <a:off x="1707796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h3200"/>
            <p:cNvSpPr/>
            <p:nvPr/>
          </p:nvSpPr>
          <p:spPr>
            <a:xfrm>
              <a:off x="1717180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h3201"/>
            <p:cNvSpPr/>
            <p:nvPr/>
          </p:nvSpPr>
          <p:spPr>
            <a:xfrm>
              <a:off x="1726564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h3202"/>
            <p:cNvSpPr/>
            <p:nvPr/>
          </p:nvSpPr>
          <p:spPr>
            <a:xfrm>
              <a:off x="1735949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h3203"/>
            <p:cNvSpPr/>
            <p:nvPr/>
          </p:nvSpPr>
          <p:spPr>
            <a:xfrm>
              <a:off x="174533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h3204"/>
            <p:cNvSpPr/>
            <p:nvPr/>
          </p:nvSpPr>
          <p:spPr>
            <a:xfrm>
              <a:off x="2805756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h3205"/>
            <p:cNvSpPr/>
            <p:nvPr/>
          </p:nvSpPr>
          <p:spPr>
            <a:xfrm>
              <a:off x="2815140" y="2543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h3206"/>
            <p:cNvSpPr/>
            <p:nvPr/>
          </p:nvSpPr>
          <p:spPr>
            <a:xfrm>
              <a:off x="2824524" y="2543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h3207"/>
            <p:cNvSpPr/>
            <p:nvPr/>
          </p:nvSpPr>
          <p:spPr>
            <a:xfrm>
              <a:off x="2833908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h3208"/>
            <p:cNvSpPr/>
            <p:nvPr/>
          </p:nvSpPr>
          <p:spPr>
            <a:xfrm>
              <a:off x="284329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h3209"/>
            <p:cNvSpPr/>
            <p:nvPr/>
          </p:nvSpPr>
          <p:spPr>
            <a:xfrm>
              <a:off x="2965288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h3210"/>
            <p:cNvSpPr/>
            <p:nvPr/>
          </p:nvSpPr>
          <p:spPr>
            <a:xfrm>
              <a:off x="297467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h3211"/>
            <p:cNvSpPr/>
            <p:nvPr/>
          </p:nvSpPr>
          <p:spPr>
            <a:xfrm>
              <a:off x="2984057" y="2543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h3212"/>
            <p:cNvSpPr/>
            <p:nvPr/>
          </p:nvSpPr>
          <p:spPr>
            <a:xfrm>
              <a:off x="2993441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h3213"/>
            <p:cNvSpPr/>
            <p:nvPr/>
          </p:nvSpPr>
          <p:spPr>
            <a:xfrm>
              <a:off x="3002825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h3214"/>
            <p:cNvSpPr/>
            <p:nvPr/>
          </p:nvSpPr>
          <p:spPr>
            <a:xfrm>
              <a:off x="3012210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h3215"/>
            <p:cNvSpPr/>
            <p:nvPr/>
          </p:nvSpPr>
          <p:spPr>
            <a:xfrm>
              <a:off x="3021594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h3216"/>
            <p:cNvSpPr/>
            <p:nvPr/>
          </p:nvSpPr>
          <p:spPr>
            <a:xfrm>
              <a:off x="1604569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h3217"/>
            <p:cNvSpPr/>
            <p:nvPr/>
          </p:nvSpPr>
          <p:spPr>
            <a:xfrm>
              <a:off x="161395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h3218"/>
            <p:cNvSpPr/>
            <p:nvPr/>
          </p:nvSpPr>
          <p:spPr>
            <a:xfrm>
              <a:off x="1623337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h3219"/>
            <p:cNvSpPr/>
            <p:nvPr/>
          </p:nvSpPr>
          <p:spPr>
            <a:xfrm>
              <a:off x="1632722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h3220"/>
            <p:cNvSpPr/>
            <p:nvPr/>
          </p:nvSpPr>
          <p:spPr>
            <a:xfrm>
              <a:off x="1642106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h3221"/>
            <p:cNvSpPr/>
            <p:nvPr/>
          </p:nvSpPr>
          <p:spPr>
            <a:xfrm>
              <a:off x="1651490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h3222"/>
            <p:cNvSpPr/>
            <p:nvPr/>
          </p:nvSpPr>
          <p:spPr>
            <a:xfrm>
              <a:off x="1660874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h3223"/>
            <p:cNvSpPr/>
            <p:nvPr/>
          </p:nvSpPr>
          <p:spPr>
            <a:xfrm>
              <a:off x="1670259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h3224"/>
            <p:cNvSpPr/>
            <p:nvPr/>
          </p:nvSpPr>
          <p:spPr>
            <a:xfrm>
              <a:off x="167964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h3225"/>
            <p:cNvSpPr/>
            <p:nvPr/>
          </p:nvSpPr>
          <p:spPr>
            <a:xfrm>
              <a:off x="1689027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h3226"/>
            <p:cNvSpPr/>
            <p:nvPr/>
          </p:nvSpPr>
          <p:spPr>
            <a:xfrm>
              <a:off x="1698412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h3227"/>
            <p:cNvSpPr/>
            <p:nvPr/>
          </p:nvSpPr>
          <p:spPr>
            <a:xfrm>
              <a:off x="1707796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h3228"/>
            <p:cNvSpPr/>
            <p:nvPr/>
          </p:nvSpPr>
          <p:spPr>
            <a:xfrm>
              <a:off x="1717180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h3229"/>
            <p:cNvSpPr/>
            <p:nvPr/>
          </p:nvSpPr>
          <p:spPr>
            <a:xfrm>
              <a:off x="1726564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h3230"/>
            <p:cNvSpPr/>
            <p:nvPr/>
          </p:nvSpPr>
          <p:spPr>
            <a:xfrm>
              <a:off x="2805756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h3231"/>
            <p:cNvSpPr/>
            <p:nvPr/>
          </p:nvSpPr>
          <p:spPr>
            <a:xfrm>
              <a:off x="2815140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h3232"/>
            <p:cNvSpPr/>
            <p:nvPr/>
          </p:nvSpPr>
          <p:spPr>
            <a:xfrm>
              <a:off x="2824524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h3233"/>
            <p:cNvSpPr/>
            <p:nvPr/>
          </p:nvSpPr>
          <p:spPr>
            <a:xfrm>
              <a:off x="2833908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h3234"/>
            <p:cNvSpPr/>
            <p:nvPr/>
          </p:nvSpPr>
          <p:spPr>
            <a:xfrm>
              <a:off x="284329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h3235"/>
            <p:cNvSpPr/>
            <p:nvPr/>
          </p:nvSpPr>
          <p:spPr>
            <a:xfrm>
              <a:off x="2965288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297467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2984057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2993441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3002825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3012210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3021594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1604569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161395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1623337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1632722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1642106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1651490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1660874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1670259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167964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1689027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1698412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1707796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2805756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2815140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2824524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2833908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284329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297467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2984057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2993441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3002825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3012210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3021594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1576416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1585800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1595185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1604569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161395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1623337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1632722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1642106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1651490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1660874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1670259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167964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1689027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2805756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2815140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2824524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2833908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284329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297467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2984057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2993441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3002825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3012210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3021594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1576416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1585800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1595185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1604569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1613953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1623337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1632722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1642106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1651490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2796371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2805756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2815140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2824524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2833908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2974673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2984057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2993441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3002825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3012210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3021594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1567032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1576416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1585800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1595185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1604569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1613953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1623337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1632722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2796371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2805756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2815140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2824524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2833908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2843293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2852677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2984057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2993441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3002825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3012210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3021594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1557647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1567032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1576416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1585800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1595185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1604569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1613953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1623337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2796371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2805756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2815140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2824524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2833908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2843293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2852677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2862061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2984057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2993441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3002825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3012210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3021594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3030978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1548263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1557647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1567032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1576416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1585800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1595185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1604569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1613953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2796371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2805756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2815140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2824524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2833908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2843293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2852677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2862061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2993441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3002825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3012210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3021594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3030978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1548263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1557647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1567032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1576416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1585800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1595185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1604569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2796371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2805756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2815140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2824524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2833908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2843293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2852677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2862061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2993441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3002825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3012210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3021594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3030978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1529495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1538879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1557647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1567032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1576416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1585800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1595185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2796371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2805756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2815140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2824524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2833908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2843293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2852677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2862061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2993441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3002825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3012210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3021594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3030978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1520110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1529495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1538879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1548263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1557647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1567032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1576416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1585800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1595185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2805756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2815140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2824524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2833908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2843293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2852677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3002825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3012210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3021594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3030978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3040362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1520110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1529495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1538879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1548263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1557647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1567032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1576416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1585800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2805756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2815140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2824524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2833908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2843293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3002825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3012210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3021594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3030978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3040362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1520110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1529495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1538879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1548263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1557647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1567032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1576416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1585800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2805756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2815140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2824524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2833908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2843293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2852677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3012210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3021594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3030978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3040362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3049747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1529495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1538879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1548263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1557647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1567032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1576416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2815140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2824524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2833908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2843293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2852677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3012210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3021594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3030978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3040362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3049747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3059131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1529495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1538879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1548263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1557647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1567032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1576416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2824524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2833908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2843293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2852677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2862061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2871446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2880830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2890214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3021594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3030978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3040362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3049747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3059131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1538879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1548263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1557647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1567032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1576416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2824524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2833908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2843293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2852677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2862061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2871446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2880830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2890214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2899598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3021594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3030978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3040362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3049747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3059131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1538879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1548263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1557647" y="2728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1567032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1576416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2833908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2843293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2852677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2862061" y="2728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2871446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2880830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2890214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2899598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3030978" y="2728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3040362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3049747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3059131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3068515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1538879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1548263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1557647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1567032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1576416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2843293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2852677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2862061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2871446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2880830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2890214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2899598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2908983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3030978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3040362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3049747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3059131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3068515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1548263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1557647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1567032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1576416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2852677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2862061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2871446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2880830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2890214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2899598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2908983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2918367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3030978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3040362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3049747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3059131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3068515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1548263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1557647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1567032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1576416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2862061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2871446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2880830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2890214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2899598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2908983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3030978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3040362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3049747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3059131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3068515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1548263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1557647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1567032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1576416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1585800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2862061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2871446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2880830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2890214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2899598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2908983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3030978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3040362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3049747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3059131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3068515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1548263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1557647" y="278611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1567032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1576416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1585800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2871446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2880830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2890214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2899598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2908983" y="278611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3030978" y="278611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3040362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3049747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3059131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1557647" y="279764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1567032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1576416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1585800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1595185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2880830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2890214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2899598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2908983" y="279764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2918367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3030978" y="279764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3040362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3049747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3059131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1557647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1567032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1576416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1585800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1595185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1604569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2880830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2890214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2899598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2908983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2918367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3030978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3040362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3049747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3059131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1567032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1576416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1585800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1595185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1604569" y="282070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2880830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2890214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2899598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2908983" y="282070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2918367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2927751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2937135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2946520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3030978" y="282070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3040362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3049747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3059131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1576416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1585800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1595185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1604569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2890214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2899598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2908983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2918367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2927751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2937135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2946520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2955904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3021594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3030978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3040362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3049747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3059131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1576416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1585800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1595185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1604569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2899598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2908983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2918367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2927751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2937135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2946520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2955904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3021594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3030978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3040362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3049747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3059131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1567032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1576416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1585800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1595185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1604569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2908983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2918367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2927751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2937135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2946520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2955904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2965288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3012210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3021594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3030978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3040362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3049747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3059131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1567032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1576416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1585800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1595185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1604569" y="2866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2927751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2937135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2946520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2955904" y="2866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2965288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3012210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3021594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3030978" y="2866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3040362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3049747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1557647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1567032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1576416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1585800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1595185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2937135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2946520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2955904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2965288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2974673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2984057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3002825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3012210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3021594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3030978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3040362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1548263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1557647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1567032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1576416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1585800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1595185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2937135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2946520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2955904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2965288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2974673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2984057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2993441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3002825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3012210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3021594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3030978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3040362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1548263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1557647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1567032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1576416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1585800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2937135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2946520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2955904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2965288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2974673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2984057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2993441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3002825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3012210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3021594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3030978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3040362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1548263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1557647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1567032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1576416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1585800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2937135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2946520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2955904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2965288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2974673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2984057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2993441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3002825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3012210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3021594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3030978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1538879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1548263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1557647" y="292449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1567032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1576416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2946520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2955904" y="292449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2965288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2974673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2984057" y="292449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2993441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3002825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3012210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3021594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1538879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1548263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1557647" y="293602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1567032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1576416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2955904" y="293602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2965288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2974673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2984057" y="293602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2993441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1538879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1548263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1557647" y="294756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1567032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1576416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1538879" y="2959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1548263" y="2959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1557647" y="2959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1567032" y="2959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1529495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1538879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1548263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1557647" y="2970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1567032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1529495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1538879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1548263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1557647" y="298215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1567032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1529495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1538879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1548263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1557647" y="2993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1567032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1529495" y="3005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1538879" y="3005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1548263" y="3005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1557647" y="3005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1529495" y="3016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1538879" y="3016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1548263" y="3016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1557647" y="3016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1529495" y="302828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1538879" y="302828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1548263" y="302828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1557647" y="302828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1529495" y="3039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1538879" y="3039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1548263" y="3039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1557647" y="3039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1529495" y="3051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1538879" y="3051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1548263" y="3051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2094707" y="835854"/>
              <a:ext cx="2988173" cy="2998361"/>
            </a:xfrm>
            <a:custGeom>
              <a:avLst/>
              <a:pathLst>
                <a:path w="2988173" h="2998361">
                  <a:moveTo>
                    <a:pt x="2333048" y="914399"/>
                  </a:moveTo>
                  <a:lnTo>
                    <a:pt x="2352921" y="914369"/>
                  </a:lnTo>
                  <a:lnTo>
                    <a:pt x="2388435" y="914318"/>
                  </a:lnTo>
                  <a:lnTo>
                    <a:pt x="2423948" y="914266"/>
                  </a:lnTo>
                  <a:lnTo>
                    <a:pt x="2459461" y="914220"/>
                  </a:lnTo>
                  <a:lnTo>
                    <a:pt x="2494974" y="914169"/>
                  </a:lnTo>
                  <a:lnTo>
                    <a:pt x="2530491" y="914118"/>
                  </a:lnTo>
                  <a:lnTo>
                    <a:pt x="2566004" y="914067"/>
                  </a:lnTo>
                  <a:lnTo>
                    <a:pt x="2601517" y="914015"/>
                  </a:lnTo>
                  <a:lnTo>
                    <a:pt x="2609922" y="893798"/>
                  </a:lnTo>
                  <a:lnTo>
                    <a:pt x="2617753" y="884386"/>
                  </a:lnTo>
                  <a:lnTo>
                    <a:pt x="2628479" y="887504"/>
                  </a:lnTo>
                  <a:lnTo>
                    <a:pt x="2634192" y="887243"/>
                  </a:lnTo>
                  <a:lnTo>
                    <a:pt x="2640543" y="882389"/>
                  </a:lnTo>
                  <a:lnTo>
                    <a:pt x="2645694" y="879439"/>
                  </a:lnTo>
                  <a:lnTo>
                    <a:pt x="2649086" y="879874"/>
                  </a:lnTo>
                  <a:lnTo>
                    <a:pt x="2651982" y="884319"/>
                  </a:lnTo>
                  <a:lnTo>
                    <a:pt x="2654391" y="887284"/>
                  </a:lnTo>
                  <a:lnTo>
                    <a:pt x="2657204" y="886419"/>
                  </a:lnTo>
                  <a:lnTo>
                    <a:pt x="2659612" y="882225"/>
                  </a:lnTo>
                  <a:lnTo>
                    <a:pt x="2659529" y="876407"/>
                  </a:lnTo>
                  <a:lnTo>
                    <a:pt x="2662825" y="872357"/>
                  </a:lnTo>
                  <a:lnTo>
                    <a:pt x="2666738" y="871737"/>
                  </a:lnTo>
                  <a:lnTo>
                    <a:pt x="2670355" y="871865"/>
                  </a:lnTo>
                  <a:lnTo>
                    <a:pt x="2672160" y="869888"/>
                  </a:lnTo>
                  <a:lnTo>
                    <a:pt x="2671960" y="867052"/>
                  </a:lnTo>
                  <a:lnTo>
                    <a:pt x="2670656" y="862484"/>
                  </a:lnTo>
                  <a:lnTo>
                    <a:pt x="2671097" y="856984"/>
                  </a:lnTo>
                  <a:lnTo>
                    <a:pt x="2680132" y="847269"/>
                  </a:lnTo>
                  <a:lnTo>
                    <a:pt x="2691208" y="840679"/>
                  </a:lnTo>
                  <a:lnTo>
                    <a:pt x="2695092" y="837386"/>
                  </a:lnTo>
                  <a:lnTo>
                    <a:pt x="2696221" y="830708"/>
                  </a:lnTo>
                  <a:lnTo>
                    <a:pt x="2702572" y="823770"/>
                  </a:lnTo>
                  <a:lnTo>
                    <a:pt x="2705748" y="819780"/>
                  </a:lnTo>
                  <a:lnTo>
                    <a:pt x="2706523" y="816313"/>
                  </a:lnTo>
                  <a:lnTo>
                    <a:pt x="2704877" y="812048"/>
                  </a:lnTo>
                  <a:lnTo>
                    <a:pt x="2705043" y="803916"/>
                  </a:lnTo>
                  <a:lnTo>
                    <a:pt x="2707227" y="794201"/>
                  </a:lnTo>
                  <a:lnTo>
                    <a:pt x="2709840" y="783622"/>
                  </a:lnTo>
                  <a:lnTo>
                    <a:pt x="2715695" y="774081"/>
                  </a:lnTo>
                  <a:lnTo>
                    <a:pt x="2725296" y="763676"/>
                  </a:lnTo>
                  <a:lnTo>
                    <a:pt x="2727767" y="750003"/>
                  </a:lnTo>
                  <a:lnTo>
                    <a:pt x="2730372" y="735582"/>
                  </a:lnTo>
                  <a:lnTo>
                    <a:pt x="2741978" y="721530"/>
                  </a:lnTo>
                  <a:lnTo>
                    <a:pt x="2755138" y="705594"/>
                  </a:lnTo>
                  <a:lnTo>
                    <a:pt x="2759911" y="699813"/>
                  </a:lnTo>
                  <a:lnTo>
                    <a:pt x="2918285" y="699813"/>
                  </a:lnTo>
                  <a:lnTo>
                    <a:pt x="2918547" y="711796"/>
                  </a:lnTo>
                  <a:lnTo>
                    <a:pt x="2918759" y="728142"/>
                  </a:lnTo>
                  <a:lnTo>
                    <a:pt x="2918984" y="745368"/>
                  </a:lnTo>
                  <a:lnTo>
                    <a:pt x="2919147" y="757664"/>
                  </a:lnTo>
                  <a:lnTo>
                    <a:pt x="2919426" y="774547"/>
                  </a:lnTo>
                  <a:lnTo>
                    <a:pt x="2919647" y="787979"/>
                  </a:lnTo>
                  <a:lnTo>
                    <a:pt x="2919943" y="805513"/>
                  </a:lnTo>
                  <a:lnTo>
                    <a:pt x="2920097" y="814885"/>
                  </a:lnTo>
                  <a:lnTo>
                    <a:pt x="2921601" y="817589"/>
                  </a:lnTo>
                  <a:lnTo>
                    <a:pt x="2920697" y="821281"/>
                  </a:lnTo>
                  <a:lnTo>
                    <a:pt x="2920301" y="823129"/>
                  </a:lnTo>
                  <a:lnTo>
                    <a:pt x="2920397" y="824599"/>
                  </a:lnTo>
                  <a:lnTo>
                    <a:pt x="2920997" y="826448"/>
                  </a:lnTo>
                  <a:lnTo>
                    <a:pt x="2920897" y="829034"/>
                  </a:lnTo>
                  <a:lnTo>
                    <a:pt x="2919497" y="831374"/>
                  </a:lnTo>
                  <a:lnTo>
                    <a:pt x="2918797" y="834078"/>
                  </a:lnTo>
                  <a:lnTo>
                    <a:pt x="2918597" y="838508"/>
                  </a:lnTo>
                  <a:lnTo>
                    <a:pt x="2920097" y="841216"/>
                  </a:lnTo>
                  <a:lnTo>
                    <a:pt x="2922602" y="842814"/>
                  </a:lnTo>
                  <a:lnTo>
                    <a:pt x="2924706" y="842814"/>
                  </a:lnTo>
                  <a:lnTo>
                    <a:pt x="2927411" y="844417"/>
                  </a:lnTo>
                  <a:lnTo>
                    <a:pt x="2930915" y="847249"/>
                  </a:lnTo>
                  <a:lnTo>
                    <a:pt x="2936220" y="849707"/>
                  </a:lnTo>
                  <a:lnTo>
                    <a:pt x="2941729" y="850567"/>
                  </a:lnTo>
                  <a:lnTo>
                    <a:pt x="2945534" y="849953"/>
                  </a:lnTo>
                  <a:lnTo>
                    <a:pt x="2950139" y="851556"/>
                  </a:lnTo>
                  <a:lnTo>
                    <a:pt x="2951743" y="855494"/>
                  </a:lnTo>
                  <a:lnTo>
                    <a:pt x="2950843" y="859181"/>
                  </a:lnTo>
                  <a:lnTo>
                    <a:pt x="2948238" y="860906"/>
                  </a:lnTo>
                  <a:lnTo>
                    <a:pt x="2945434" y="862263"/>
                  </a:lnTo>
                  <a:lnTo>
                    <a:pt x="2944934" y="865090"/>
                  </a:lnTo>
                  <a:lnTo>
                    <a:pt x="2946334" y="868045"/>
                  </a:lnTo>
                  <a:lnTo>
                    <a:pt x="2948338" y="870631"/>
                  </a:lnTo>
                  <a:lnTo>
                    <a:pt x="2950543" y="875173"/>
                  </a:lnTo>
                  <a:lnTo>
                    <a:pt x="2949639" y="879111"/>
                  </a:lnTo>
                  <a:lnTo>
                    <a:pt x="2947638" y="882435"/>
                  </a:lnTo>
                  <a:lnTo>
                    <a:pt x="2946734" y="885876"/>
                  </a:lnTo>
                  <a:lnTo>
                    <a:pt x="2948438" y="888836"/>
                  </a:lnTo>
                  <a:lnTo>
                    <a:pt x="2952943" y="892769"/>
                  </a:lnTo>
                  <a:lnTo>
                    <a:pt x="2955748" y="896584"/>
                  </a:lnTo>
                  <a:lnTo>
                    <a:pt x="2960157" y="898678"/>
                  </a:lnTo>
                  <a:lnTo>
                    <a:pt x="2962257" y="897198"/>
                  </a:lnTo>
                  <a:lnTo>
                    <a:pt x="2963961" y="895227"/>
                  </a:lnTo>
                  <a:lnTo>
                    <a:pt x="2965762" y="893752"/>
                  </a:lnTo>
                  <a:lnTo>
                    <a:pt x="2968866" y="894617"/>
                  </a:lnTo>
                  <a:lnTo>
                    <a:pt x="2972471" y="895724"/>
                  </a:lnTo>
                  <a:lnTo>
                    <a:pt x="2976409" y="897040"/>
                  </a:lnTo>
                  <a:lnTo>
                    <a:pt x="2975938" y="900230"/>
                  </a:lnTo>
                  <a:lnTo>
                    <a:pt x="2978338" y="905607"/>
                  </a:lnTo>
                  <a:lnTo>
                    <a:pt x="2980197" y="915946"/>
                  </a:lnTo>
                  <a:lnTo>
                    <a:pt x="2977342" y="920642"/>
                  </a:lnTo>
                  <a:lnTo>
                    <a:pt x="2977955" y="926864"/>
                  </a:lnTo>
                  <a:lnTo>
                    <a:pt x="2985868" y="928677"/>
                  </a:lnTo>
                  <a:lnTo>
                    <a:pt x="2987794" y="930582"/>
                  </a:lnTo>
                  <a:lnTo>
                    <a:pt x="2988173" y="932881"/>
                  </a:lnTo>
                  <a:lnTo>
                    <a:pt x="2970741" y="948833"/>
                  </a:lnTo>
                  <a:lnTo>
                    <a:pt x="2955994" y="946600"/>
                  </a:lnTo>
                  <a:lnTo>
                    <a:pt x="2947992" y="950830"/>
                  </a:lnTo>
                  <a:lnTo>
                    <a:pt x="2939612" y="952064"/>
                  </a:lnTo>
                  <a:lnTo>
                    <a:pt x="2935937" y="959192"/>
                  </a:lnTo>
                  <a:lnTo>
                    <a:pt x="2931336" y="960703"/>
                  </a:lnTo>
                  <a:lnTo>
                    <a:pt x="2925035" y="960273"/>
                  </a:lnTo>
                  <a:lnTo>
                    <a:pt x="2919601" y="958260"/>
                  </a:lnTo>
                  <a:lnTo>
                    <a:pt x="2915455" y="959248"/>
                  </a:lnTo>
                  <a:lnTo>
                    <a:pt x="2909654" y="972112"/>
                  </a:lnTo>
                  <a:lnTo>
                    <a:pt x="2904903" y="970991"/>
                  </a:lnTo>
                  <a:lnTo>
                    <a:pt x="2903011" y="975620"/>
                  </a:lnTo>
                  <a:lnTo>
                    <a:pt x="2900528" y="977643"/>
                  </a:lnTo>
                  <a:lnTo>
                    <a:pt x="2896886" y="979379"/>
                  </a:lnTo>
                  <a:lnTo>
                    <a:pt x="2893723" y="973664"/>
                  </a:lnTo>
                  <a:lnTo>
                    <a:pt x="2891710" y="968231"/>
                  </a:lnTo>
                  <a:lnTo>
                    <a:pt x="2888743" y="967037"/>
                  </a:lnTo>
                  <a:lnTo>
                    <a:pt x="2884801" y="965650"/>
                  </a:lnTo>
                  <a:lnTo>
                    <a:pt x="2880746" y="965696"/>
                  </a:lnTo>
                  <a:lnTo>
                    <a:pt x="2878041" y="966474"/>
                  </a:lnTo>
                  <a:lnTo>
                    <a:pt x="2874687" y="969987"/>
                  </a:lnTo>
                  <a:lnTo>
                    <a:pt x="2869824" y="973003"/>
                  </a:lnTo>
                  <a:lnTo>
                    <a:pt x="2866144" y="970489"/>
                  </a:lnTo>
                  <a:lnTo>
                    <a:pt x="2863265" y="966448"/>
                  </a:lnTo>
                  <a:lnTo>
                    <a:pt x="2860802" y="972947"/>
                  </a:lnTo>
                  <a:lnTo>
                    <a:pt x="2857218" y="979809"/>
                  </a:lnTo>
                  <a:lnTo>
                    <a:pt x="2857814" y="987813"/>
                  </a:lnTo>
                  <a:lnTo>
                    <a:pt x="2856272" y="992560"/>
                  </a:lnTo>
                  <a:lnTo>
                    <a:pt x="2852871" y="991280"/>
                  </a:lnTo>
                  <a:lnTo>
                    <a:pt x="2849488" y="987117"/>
                  </a:lnTo>
                  <a:lnTo>
                    <a:pt x="2839991" y="983788"/>
                  </a:lnTo>
                  <a:lnTo>
                    <a:pt x="2832427" y="984095"/>
                  </a:lnTo>
                  <a:lnTo>
                    <a:pt x="2833965" y="979650"/>
                  </a:lnTo>
                  <a:lnTo>
                    <a:pt x="2841116" y="973270"/>
                  </a:lnTo>
                  <a:lnTo>
                    <a:pt x="2838915" y="972020"/>
                  </a:lnTo>
                  <a:lnTo>
                    <a:pt x="2835407" y="972906"/>
                  </a:lnTo>
                  <a:lnTo>
                    <a:pt x="2833877" y="972020"/>
                  </a:lnTo>
                  <a:lnTo>
                    <a:pt x="2836386" y="966223"/>
                  </a:lnTo>
                  <a:lnTo>
                    <a:pt x="2836628" y="959827"/>
                  </a:lnTo>
                  <a:lnTo>
                    <a:pt x="2833427" y="962065"/>
                  </a:lnTo>
                  <a:lnTo>
                    <a:pt x="2829402" y="968814"/>
                  </a:lnTo>
                  <a:lnTo>
                    <a:pt x="2819663" y="974186"/>
                  </a:lnTo>
                  <a:lnTo>
                    <a:pt x="2820117" y="983179"/>
                  </a:lnTo>
                  <a:lnTo>
                    <a:pt x="2810949" y="1001609"/>
                  </a:lnTo>
                  <a:lnTo>
                    <a:pt x="2810541" y="1009454"/>
                  </a:lnTo>
                  <a:lnTo>
                    <a:pt x="2804661" y="1015717"/>
                  </a:lnTo>
                  <a:lnTo>
                    <a:pt x="2797081" y="1021104"/>
                  </a:lnTo>
                  <a:lnTo>
                    <a:pt x="2786971" y="1019588"/>
                  </a:lnTo>
                  <a:lnTo>
                    <a:pt x="2779253" y="1024269"/>
                  </a:lnTo>
                  <a:lnTo>
                    <a:pt x="2775336" y="1029641"/>
                  </a:lnTo>
                  <a:lnTo>
                    <a:pt x="2771932" y="1030450"/>
                  </a:lnTo>
                  <a:lnTo>
                    <a:pt x="2770156" y="1023608"/>
                  </a:lnTo>
                  <a:lnTo>
                    <a:pt x="2768864" y="1021493"/>
                  </a:lnTo>
                  <a:lnTo>
                    <a:pt x="2766022" y="1031581"/>
                  </a:lnTo>
                  <a:lnTo>
                    <a:pt x="2763126" y="1032206"/>
                  </a:lnTo>
                  <a:lnTo>
                    <a:pt x="2762030" y="1025052"/>
                  </a:lnTo>
                  <a:lnTo>
                    <a:pt x="2760655" y="1020326"/>
                  </a:lnTo>
                  <a:lnTo>
                    <a:pt x="2756709" y="1024402"/>
                  </a:lnTo>
                  <a:lnTo>
                    <a:pt x="2754087" y="1035207"/>
                  </a:lnTo>
                  <a:lnTo>
                    <a:pt x="2751341" y="1034296"/>
                  </a:lnTo>
                  <a:lnTo>
                    <a:pt x="2750466" y="1030276"/>
                  </a:lnTo>
                  <a:lnTo>
                    <a:pt x="2748499" y="1029057"/>
                  </a:lnTo>
                  <a:lnTo>
                    <a:pt x="2747824" y="1033650"/>
                  </a:lnTo>
                  <a:lnTo>
                    <a:pt x="2748816" y="1040113"/>
                  </a:lnTo>
                  <a:lnTo>
                    <a:pt x="2747387" y="1043564"/>
                  </a:lnTo>
                  <a:lnTo>
                    <a:pt x="2744657" y="1041721"/>
                  </a:lnTo>
                  <a:lnTo>
                    <a:pt x="2741911" y="1038612"/>
                  </a:lnTo>
                  <a:lnTo>
                    <a:pt x="2737381" y="1040973"/>
                  </a:lnTo>
                  <a:lnTo>
                    <a:pt x="2733222" y="1041931"/>
                  </a:lnTo>
                  <a:lnTo>
                    <a:pt x="2733206" y="1038766"/>
                  </a:lnTo>
                  <a:lnTo>
                    <a:pt x="2733997" y="1034884"/>
                  </a:lnTo>
                  <a:lnTo>
                    <a:pt x="2725709" y="1037030"/>
                  </a:lnTo>
                  <a:lnTo>
                    <a:pt x="2715770" y="1044189"/>
                  </a:lnTo>
                  <a:lnTo>
                    <a:pt x="2708052" y="1054093"/>
                  </a:lnTo>
                  <a:lnTo>
                    <a:pt x="2710728" y="1055742"/>
                  </a:lnTo>
                  <a:lnTo>
                    <a:pt x="2713740" y="1058896"/>
                  </a:lnTo>
                  <a:lnTo>
                    <a:pt x="2700334" y="1074198"/>
                  </a:lnTo>
                  <a:lnTo>
                    <a:pt x="2686591" y="1087978"/>
                  </a:lnTo>
                  <a:lnTo>
                    <a:pt x="2676210" y="1110464"/>
                  </a:lnTo>
                  <a:lnTo>
                    <a:pt x="2672043" y="1113096"/>
                  </a:lnTo>
                  <a:lnTo>
                    <a:pt x="2668464" y="1117218"/>
                  </a:lnTo>
                  <a:lnTo>
                    <a:pt x="2664663" y="1130794"/>
                  </a:lnTo>
                  <a:lnTo>
                    <a:pt x="2660275" y="1142879"/>
                  </a:lnTo>
                  <a:lnTo>
                    <a:pt x="2662729" y="1148261"/>
                  </a:lnTo>
                  <a:lnTo>
                    <a:pt x="2664346" y="1153797"/>
                  </a:lnTo>
                  <a:lnTo>
                    <a:pt x="2668243" y="1159246"/>
                  </a:lnTo>
                  <a:lnTo>
                    <a:pt x="2671556" y="1159737"/>
                  </a:lnTo>
                  <a:lnTo>
                    <a:pt x="2675144" y="1158754"/>
                  </a:lnTo>
                  <a:lnTo>
                    <a:pt x="2677777" y="1158985"/>
                  </a:lnTo>
                  <a:lnTo>
                    <a:pt x="2679469" y="1161299"/>
                  </a:lnTo>
                  <a:lnTo>
                    <a:pt x="2678719" y="1164075"/>
                  </a:lnTo>
                  <a:lnTo>
                    <a:pt x="2674581" y="1164766"/>
                  </a:lnTo>
                  <a:lnTo>
                    <a:pt x="2666863" y="1169621"/>
                  </a:lnTo>
                  <a:lnTo>
                    <a:pt x="2660096" y="1171485"/>
                  </a:lnTo>
                  <a:lnTo>
                    <a:pt x="2656704" y="1177353"/>
                  </a:lnTo>
                  <a:lnTo>
                    <a:pt x="2651620" y="1184134"/>
                  </a:lnTo>
                  <a:lnTo>
                    <a:pt x="2641743" y="1194713"/>
                  </a:lnTo>
                  <a:lnTo>
                    <a:pt x="2645965" y="1197975"/>
                  </a:lnTo>
                  <a:lnTo>
                    <a:pt x="2661221" y="1201652"/>
                  </a:lnTo>
                  <a:lnTo>
                    <a:pt x="2668022" y="1205437"/>
                  </a:lnTo>
                  <a:lnTo>
                    <a:pt x="2678315" y="1225198"/>
                  </a:lnTo>
                  <a:lnTo>
                    <a:pt x="2675965" y="1227175"/>
                  </a:lnTo>
                  <a:lnTo>
                    <a:pt x="2675031" y="1230795"/>
                  </a:lnTo>
                  <a:lnTo>
                    <a:pt x="2684182" y="1235875"/>
                  </a:lnTo>
                  <a:lnTo>
                    <a:pt x="2687104" y="1250065"/>
                  </a:lnTo>
                  <a:lnTo>
                    <a:pt x="2694617" y="1254894"/>
                  </a:lnTo>
                  <a:lnTo>
                    <a:pt x="2705814" y="1257864"/>
                  </a:lnTo>
                  <a:lnTo>
                    <a:pt x="2719508" y="1253573"/>
                  </a:lnTo>
                  <a:lnTo>
                    <a:pt x="2730909" y="1247669"/>
                  </a:lnTo>
                  <a:lnTo>
                    <a:pt x="2730509" y="1242829"/>
                  </a:lnTo>
                  <a:lnTo>
                    <a:pt x="2723346" y="1231569"/>
                  </a:lnTo>
                  <a:lnTo>
                    <a:pt x="2721621" y="1226279"/>
                  </a:lnTo>
                  <a:lnTo>
                    <a:pt x="2716303" y="1222853"/>
                  </a:lnTo>
                  <a:lnTo>
                    <a:pt x="2714282" y="1225756"/>
                  </a:lnTo>
                  <a:lnTo>
                    <a:pt x="2710844" y="1221987"/>
                  </a:lnTo>
                  <a:lnTo>
                    <a:pt x="2710457" y="1219872"/>
                  </a:lnTo>
                  <a:lnTo>
                    <a:pt x="2713661" y="1218843"/>
                  </a:lnTo>
                  <a:lnTo>
                    <a:pt x="2717387" y="1219253"/>
                  </a:lnTo>
                  <a:lnTo>
                    <a:pt x="2721733" y="1221224"/>
                  </a:lnTo>
                  <a:lnTo>
                    <a:pt x="2732918" y="1233499"/>
                  </a:lnTo>
                  <a:lnTo>
                    <a:pt x="2736014" y="1249589"/>
                  </a:lnTo>
                  <a:lnTo>
                    <a:pt x="2736677" y="1259805"/>
                  </a:lnTo>
                  <a:lnTo>
                    <a:pt x="2735414" y="1263298"/>
                  </a:lnTo>
                  <a:lnTo>
                    <a:pt x="2732160" y="1262581"/>
                  </a:lnTo>
                  <a:lnTo>
                    <a:pt x="2725950" y="1263277"/>
                  </a:lnTo>
                  <a:lnTo>
                    <a:pt x="2696492" y="1268567"/>
                  </a:lnTo>
                  <a:lnTo>
                    <a:pt x="2689950" y="1273227"/>
                  </a:lnTo>
                  <a:lnTo>
                    <a:pt x="2674948" y="1278287"/>
                  </a:lnTo>
                  <a:lnTo>
                    <a:pt x="2674014" y="1275762"/>
                  </a:lnTo>
                  <a:lnTo>
                    <a:pt x="2675098" y="1270539"/>
                  </a:lnTo>
                  <a:lnTo>
                    <a:pt x="2674152" y="1259841"/>
                  </a:lnTo>
                  <a:lnTo>
                    <a:pt x="2671193" y="1259344"/>
                  </a:lnTo>
                  <a:lnTo>
                    <a:pt x="2647886" y="1276786"/>
                  </a:lnTo>
                  <a:lnTo>
                    <a:pt x="2638876" y="1277882"/>
                  </a:lnTo>
                  <a:lnTo>
                    <a:pt x="2631300" y="1282988"/>
                  </a:lnTo>
                  <a:lnTo>
                    <a:pt x="2629604" y="1280156"/>
                  </a:lnTo>
                  <a:lnTo>
                    <a:pt x="2628250" y="1267077"/>
                  </a:lnTo>
                  <a:lnTo>
                    <a:pt x="2632992" y="1256108"/>
                  </a:lnTo>
                  <a:lnTo>
                    <a:pt x="2630467" y="1256282"/>
                  </a:lnTo>
                  <a:lnTo>
                    <a:pt x="2622549" y="1262868"/>
                  </a:lnTo>
                  <a:lnTo>
                    <a:pt x="2619165" y="1258817"/>
                  </a:lnTo>
                  <a:lnTo>
                    <a:pt x="2617469" y="1254372"/>
                  </a:lnTo>
                  <a:lnTo>
                    <a:pt x="2615031" y="1251858"/>
                  </a:lnTo>
                  <a:lnTo>
                    <a:pt x="2612389" y="1250905"/>
                  </a:lnTo>
                  <a:lnTo>
                    <a:pt x="2614648" y="1260614"/>
                  </a:lnTo>
                  <a:lnTo>
                    <a:pt x="2609281" y="1267896"/>
                  </a:lnTo>
                  <a:lnTo>
                    <a:pt x="2607810" y="1286731"/>
                  </a:lnTo>
                  <a:lnTo>
                    <a:pt x="2601063" y="1294571"/>
                  </a:lnTo>
                  <a:lnTo>
                    <a:pt x="2580031" y="1299610"/>
                  </a:lnTo>
                  <a:lnTo>
                    <a:pt x="2566321" y="1298545"/>
                  </a:lnTo>
                  <a:lnTo>
                    <a:pt x="2554036" y="1300112"/>
                  </a:lnTo>
                  <a:lnTo>
                    <a:pt x="2537700" y="1303727"/>
                  </a:lnTo>
                  <a:lnTo>
                    <a:pt x="2528674" y="1301577"/>
                  </a:lnTo>
                  <a:lnTo>
                    <a:pt x="2519427" y="1305392"/>
                  </a:lnTo>
                  <a:lnTo>
                    <a:pt x="2488039" y="1306431"/>
                  </a:lnTo>
                  <a:lnTo>
                    <a:pt x="2481422" y="1304408"/>
                  </a:lnTo>
                  <a:lnTo>
                    <a:pt x="2472971" y="1311614"/>
                  </a:lnTo>
                  <a:lnTo>
                    <a:pt x="2459440" y="1315874"/>
                  </a:lnTo>
                  <a:lnTo>
                    <a:pt x="2425239" y="1332020"/>
                  </a:lnTo>
                  <a:lnTo>
                    <a:pt x="2417697" y="1337894"/>
                  </a:lnTo>
                  <a:lnTo>
                    <a:pt x="2408512" y="1347066"/>
                  </a:lnTo>
                  <a:lnTo>
                    <a:pt x="2402345" y="1351997"/>
                  </a:lnTo>
                  <a:lnTo>
                    <a:pt x="2397273" y="1353600"/>
                  </a:lnTo>
                  <a:lnTo>
                    <a:pt x="2394156" y="1357707"/>
                  </a:lnTo>
                  <a:lnTo>
                    <a:pt x="2390752" y="1360390"/>
                  </a:lnTo>
                  <a:lnTo>
                    <a:pt x="2394039" y="1351224"/>
                  </a:lnTo>
                  <a:lnTo>
                    <a:pt x="2397611" y="1343496"/>
                  </a:lnTo>
                  <a:lnTo>
                    <a:pt x="2400578" y="1328528"/>
                  </a:lnTo>
                  <a:lnTo>
                    <a:pt x="2399703" y="1316422"/>
                  </a:lnTo>
                  <a:lnTo>
                    <a:pt x="2396023" y="1311445"/>
                  </a:lnTo>
                  <a:lnTo>
                    <a:pt x="2392218" y="1308126"/>
                  </a:lnTo>
                  <a:lnTo>
                    <a:pt x="2396677" y="1320073"/>
                  </a:lnTo>
                  <a:lnTo>
                    <a:pt x="2397398" y="1334724"/>
                  </a:lnTo>
                  <a:lnTo>
                    <a:pt x="2395865" y="1343307"/>
                  </a:lnTo>
                  <a:lnTo>
                    <a:pt x="2387476" y="1359863"/>
                  </a:lnTo>
                  <a:lnTo>
                    <a:pt x="2383905" y="1363719"/>
                  </a:lnTo>
                  <a:lnTo>
                    <a:pt x="2379729" y="1367109"/>
                  </a:lnTo>
                  <a:lnTo>
                    <a:pt x="2376583" y="1368584"/>
                  </a:lnTo>
                  <a:lnTo>
                    <a:pt x="2373678" y="1371231"/>
                  </a:lnTo>
                  <a:lnTo>
                    <a:pt x="2370303" y="1375425"/>
                  </a:lnTo>
                  <a:lnTo>
                    <a:pt x="2367103" y="1383752"/>
                  </a:lnTo>
                  <a:lnTo>
                    <a:pt x="2369040" y="1391341"/>
                  </a:lnTo>
                  <a:lnTo>
                    <a:pt x="2385397" y="1394112"/>
                  </a:lnTo>
                  <a:lnTo>
                    <a:pt x="2389785" y="1391771"/>
                  </a:lnTo>
                  <a:lnTo>
                    <a:pt x="2392018" y="1397205"/>
                  </a:lnTo>
                  <a:lnTo>
                    <a:pt x="2393269" y="1404753"/>
                  </a:lnTo>
                  <a:lnTo>
                    <a:pt x="2392043" y="1412916"/>
                  </a:lnTo>
                  <a:lnTo>
                    <a:pt x="2389310" y="1421222"/>
                  </a:lnTo>
                  <a:lnTo>
                    <a:pt x="2387234" y="1431535"/>
                  </a:lnTo>
                  <a:lnTo>
                    <a:pt x="2385476" y="1447262"/>
                  </a:lnTo>
                  <a:lnTo>
                    <a:pt x="2382830" y="1461411"/>
                  </a:lnTo>
                  <a:lnTo>
                    <a:pt x="2382484" y="1457114"/>
                  </a:lnTo>
                  <a:lnTo>
                    <a:pt x="2384138" y="1439913"/>
                  </a:lnTo>
                  <a:lnTo>
                    <a:pt x="2381459" y="1441710"/>
                  </a:lnTo>
                  <a:lnTo>
                    <a:pt x="2379613" y="1445679"/>
                  </a:lnTo>
                  <a:lnTo>
                    <a:pt x="2374620" y="1467863"/>
                  </a:lnTo>
                  <a:lnTo>
                    <a:pt x="2367757" y="1479687"/>
                  </a:lnTo>
                  <a:lnTo>
                    <a:pt x="2361435" y="1487865"/>
                  </a:lnTo>
                  <a:lnTo>
                    <a:pt x="2354913" y="1486513"/>
                  </a:lnTo>
                  <a:lnTo>
                    <a:pt x="2356380" y="1493012"/>
                  </a:lnTo>
                  <a:lnTo>
                    <a:pt x="2354588" y="1496397"/>
                  </a:lnTo>
                  <a:lnTo>
                    <a:pt x="2353055" y="1503458"/>
                  </a:lnTo>
                  <a:lnTo>
                    <a:pt x="2349167" y="1508139"/>
                  </a:lnTo>
                  <a:lnTo>
                    <a:pt x="2345512" y="1507688"/>
                  </a:lnTo>
                  <a:lnTo>
                    <a:pt x="2340261" y="1510915"/>
                  </a:lnTo>
                  <a:lnTo>
                    <a:pt x="2338190" y="1513383"/>
                  </a:lnTo>
                  <a:lnTo>
                    <a:pt x="2338036" y="1518109"/>
                  </a:lnTo>
                  <a:lnTo>
                    <a:pt x="2334523" y="1522268"/>
                  </a:lnTo>
                  <a:lnTo>
                    <a:pt x="2321847" y="1543868"/>
                  </a:lnTo>
                  <a:lnTo>
                    <a:pt x="2310841" y="1550243"/>
                  </a:lnTo>
                  <a:lnTo>
                    <a:pt x="2308207" y="1549316"/>
                  </a:lnTo>
                  <a:lnTo>
                    <a:pt x="2311108" y="1539121"/>
                  </a:lnTo>
                  <a:lnTo>
                    <a:pt x="2313095" y="1528812"/>
                  </a:lnTo>
                  <a:lnTo>
                    <a:pt x="2306415" y="1524326"/>
                  </a:lnTo>
                  <a:lnTo>
                    <a:pt x="2300023" y="1521955"/>
                  </a:lnTo>
                  <a:lnTo>
                    <a:pt x="2292688" y="1522268"/>
                  </a:lnTo>
                  <a:lnTo>
                    <a:pt x="2284587" y="1514253"/>
                  </a:lnTo>
                  <a:lnTo>
                    <a:pt x="2274144" y="1508426"/>
                  </a:lnTo>
                  <a:lnTo>
                    <a:pt x="2259567" y="1492658"/>
                  </a:lnTo>
                  <a:lnTo>
                    <a:pt x="2259992" y="1488285"/>
                  </a:lnTo>
                  <a:lnTo>
                    <a:pt x="2259626" y="1480947"/>
                  </a:lnTo>
                  <a:lnTo>
                    <a:pt x="2264055" y="1469353"/>
                  </a:lnTo>
                  <a:lnTo>
                    <a:pt x="2268302" y="1461247"/>
                  </a:lnTo>
                  <a:lnTo>
                    <a:pt x="2274165" y="1457048"/>
                  </a:lnTo>
                  <a:lnTo>
                    <a:pt x="2291180" y="1452772"/>
                  </a:lnTo>
                  <a:lnTo>
                    <a:pt x="2295447" y="1446340"/>
                  </a:lnTo>
                  <a:lnTo>
                    <a:pt x="2297977" y="1440922"/>
                  </a:lnTo>
                  <a:lnTo>
                    <a:pt x="2289546" y="1450227"/>
                  </a:lnTo>
                  <a:lnTo>
                    <a:pt x="2276920" y="1453381"/>
                  </a:lnTo>
                  <a:lnTo>
                    <a:pt x="2270115" y="1456853"/>
                  </a:lnTo>
                  <a:lnTo>
                    <a:pt x="2264672" y="1462163"/>
                  </a:lnTo>
                  <a:lnTo>
                    <a:pt x="2261451" y="1468831"/>
                  </a:lnTo>
                  <a:lnTo>
                    <a:pt x="2254158" y="1476866"/>
                  </a:lnTo>
                  <a:lnTo>
                    <a:pt x="2254671" y="1482248"/>
                  </a:lnTo>
                  <a:lnTo>
                    <a:pt x="2255892" y="1486073"/>
                  </a:lnTo>
                  <a:lnTo>
                    <a:pt x="2255329" y="1494046"/>
                  </a:lnTo>
                  <a:lnTo>
                    <a:pt x="2259942" y="1501820"/>
                  </a:lnTo>
                  <a:lnTo>
                    <a:pt x="2269089" y="1514555"/>
                  </a:lnTo>
                  <a:lnTo>
                    <a:pt x="2270836" y="1534338"/>
                  </a:lnTo>
                  <a:lnTo>
                    <a:pt x="2277816" y="1547575"/>
                  </a:lnTo>
                  <a:lnTo>
                    <a:pt x="2288513" y="1563010"/>
                  </a:lnTo>
                  <a:lnTo>
                    <a:pt x="2296739" y="1567398"/>
                  </a:lnTo>
                  <a:lnTo>
                    <a:pt x="2297139" y="1573139"/>
                  </a:lnTo>
                  <a:lnTo>
                    <a:pt x="2293343" y="1582618"/>
                  </a:lnTo>
                  <a:lnTo>
                    <a:pt x="2288338" y="1586950"/>
                  </a:lnTo>
                  <a:lnTo>
                    <a:pt x="2294847" y="1586084"/>
                  </a:lnTo>
                  <a:lnTo>
                    <a:pt x="2298089" y="1588251"/>
                  </a:lnTo>
                  <a:lnTo>
                    <a:pt x="2301244" y="1596157"/>
                  </a:lnTo>
                  <a:lnTo>
                    <a:pt x="2300998" y="1604228"/>
                  </a:lnTo>
                  <a:lnTo>
                    <a:pt x="2299931" y="1608775"/>
                  </a:lnTo>
                  <a:lnTo>
                    <a:pt x="2297960" y="1610588"/>
                  </a:lnTo>
                  <a:lnTo>
                    <a:pt x="2298043" y="1605943"/>
                  </a:lnTo>
                  <a:lnTo>
                    <a:pt x="2296647" y="1604330"/>
                  </a:lnTo>
                  <a:lnTo>
                    <a:pt x="2294343" y="1606343"/>
                  </a:lnTo>
                  <a:lnTo>
                    <a:pt x="2292851" y="1608637"/>
                  </a:lnTo>
                  <a:lnTo>
                    <a:pt x="2292230" y="1617675"/>
                  </a:lnTo>
                  <a:lnTo>
                    <a:pt x="2290651" y="1622192"/>
                  </a:lnTo>
                  <a:lnTo>
                    <a:pt x="2285067" y="1623534"/>
                  </a:lnTo>
                  <a:lnTo>
                    <a:pt x="2279403" y="1635394"/>
                  </a:lnTo>
                  <a:lnTo>
                    <a:pt x="2274136" y="1642123"/>
                  </a:lnTo>
                  <a:lnTo>
                    <a:pt x="2253408" y="1687622"/>
                  </a:lnTo>
                  <a:lnTo>
                    <a:pt x="2254200" y="1695227"/>
                  </a:lnTo>
                  <a:lnTo>
                    <a:pt x="2250408" y="1697674"/>
                  </a:lnTo>
                  <a:lnTo>
                    <a:pt x="2244665" y="1699666"/>
                  </a:lnTo>
                  <a:lnTo>
                    <a:pt x="2238856" y="1704214"/>
                  </a:lnTo>
                  <a:lnTo>
                    <a:pt x="2235002" y="1709227"/>
                  </a:lnTo>
                  <a:lnTo>
                    <a:pt x="2231422" y="1722710"/>
                  </a:lnTo>
                  <a:lnTo>
                    <a:pt x="2224563" y="1737889"/>
                  </a:lnTo>
                  <a:lnTo>
                    <a:pt x="2220283" y="1731565"/>
                  </a:lnTo>
                  <a:lnTo>
                    <a:pt x="2219187" y="1726152"/>
                  </a:lnTo>
                  <a:lnTo>
                    <a:pt x="2221091" y="1712033"/>
                  </a:lnTo>
                  <a:lnTo>
                    <a:pt x="2228509" y="1688887"/>
                  </a:lnTo>
                  <a:lnTo>
                    <a:pt x="2236681" y="1674497"/>
                  </a:lnTo>
                  <a:lnTo>
                    <a:pt x="2242915" y="1667676"/>
                  </a:lnTo>
                  <a:lnTo>
                    <a:pt x="2248041" y="1653773"/>
                  </a:lnTo>
                  <a:lnTo>
                    <a:pt x="2241565" y="1651699"/>
                  </a:lnTo>
                  <a:lnTo>
                    <a:pt x="2231693" y="1651924"/>
                  </a:lnTo>
                  <a:lnTo>
                    <a:pt x="2233551" y="1645508"/>
                  </a:lnTo>
                  <a:lnTo>
                    <a:pt x="2236431" y="1639854"/>
                  </a:lnTo>
                  <a:lnTo>
                    <a:pt x="2231284" y="1634221"/>
                  </a:lnTo>
                  <a:lnTo>
                    <a:pt x="2228238" y="1633504"/>
                  </a:lnTo>
                  <a:lnTo>
                    <a:pt x="2225100" y="1631195"/>
                  </a:lnTo>
                  <a:lnTo>
                    <a:pt x="2228780" y="1626504"/>
                  </a:lnTo>
                  <a:lnTo>
                    <a:pt x="2230576" y="1621547"/>
                  </a:lnTo>
                  <a:lnTo>
                    <a:pt x="2229480" y="1615514"/>
                  </a:lnTo>
                  <a:lnTo>
                    <a:pt x="2231022" y="1610972"/>
                  </a:lnTo>
                  <a:lnTo>
                    <a:pt x="2228451" y="1611658"/>
                  </a:lnTo>
                  <a:lnTo>
                    <a:pt x="2224317" y="1616467"/>
                  </a:lnTo>
                  <a:lnTo>
                    <a:pt x="2221746" y="1618387"/>
                  </a:lnTo>
                  <a:lnTo>
                    <a:pt x="2220179" y="1614132"/>
                  </a:lnTo>
                  <a:lnTo>
                    <a:pt x="2218391" y="1615094"/>
                  </a:lnTo>
                  <a:lnTo>
                    <a:pt x="2217228" y="1618018"/>
                  </a:lnTo>
                  <a:lnTo>
                    <a:pt x="2214591" y="1619626"/>
                  </a:lnTo>
                  <a:lnTo>
                    <a:pt x="2209019" y="1615627"/>
                  </a:lnTo>
                  <a:lnTo>
                    <a:pt x="2200897" y="1611049"/>
                  </a:lnTo>
                  <a:lnTo>
                    <a:pt x="2196376" y="1603173"/>
                  </a:lnTo>
                  <a:lnTo>
                    <a:pt x="2193796" y="1597069"/>
                  </a:lnTo>
                  <a:lnTo>
                    <a:pt x="2196417" y="1586023"/>
                  </a:lnTo>
                  <a:lnTo>
                    <a:pt x="2202031" y="1584062"/>
                  </a:lnTo>
                  <a:lnTo>
                    <a:pt x="2209323" y="1585854"/>
                  </a:lnTo>
                  <a:lnTo>
                    <a:pt x="2218883" y="1585839"/>
                  </a:lnTo>
                  <a:lnTo>
                    <a:pt x="2217516" y="1583386"/>
                  </a:lnTo>
                  <a:lnTo>
                    <a:pt x="2214103" y="1583790"/>
                  </a:lnTo>
                  <a:lnTo>
                    <a:pt x="2204027" y="1574829"/>
                  </a:lnTo>
                  <a:lnTo>
                    <a:pt x="2200785" y="1569416"/>
                  </a:lnTo>
                  <a:lnTo>
                    <a:pt x="2195209" y="1567931"/>
                  </a:lnTo>
                  <a:lnTo>
                    <a:pt x="2192667" y="1573134"/>
                  </a:lnTo>
                  <a:lnTo>
                    <a:pt x="2189846" y="1574516"/>
                  </a:lnTo>
                  <a:lnTo>
                    <a:pt x="2193329" y="1563132"/>
                  </a:lnTo>
                  <a:lnTo>
                    <a:pt x="2197884" y="1562666"/>
                  </a:lnTo>
                  <a:lnTo>
                    <a:pt x="2204610" y="1559512"/>
                  </a:lnTo>
                  <a:lnTo>
                    <a:pt x="2202656" y="1552921"/>
                  </a:lnTo>
                  <a:lnTo>
                    <a:pt x="2198409" y="1550038"/>
                  </a:lnTo>
                  <a:lnTo>
                    <a:pt x="2190742" y="1553654"/>
                  </a:lnTo>
                  <a:lnTo>
                    <a:pt x="2190833" y="1549019"/>
                  </a:lnTo>
                  <a:lnTo>
                    <a:pt x="2192271" y="1543084"/>
                  </a:lnTo>
                  <a:lnTo>
                    <a:pt x="2198051" y="1543105"/>
                  </a:lnTo>
                  <a:lnTo>
                    <a:pt x="2203114" y="1545040"/>
                  </a:lnTo>
                  <a:lnTo>
                    <a:pt x="2207423" y="1535454"/>
                  </a:lnTo>
                  <a:lnTo>
                    <a:pt x="2207615" y="1531173"/>
                  </a:lnTo>
                  <a:lnTo>
                    <a:pt x="2200455" y="1537395"/>
                  </a:lnTo>
                  <a:lnTo>
                    <a:pt x="2198847" y="1523973"/>
                  </a:lnTo>
                  <a:lnTo>
                    <a:pt x="2205894" y="1511027"/>
                  </a:lnTo>
                  <a:lnTo>
                    <a:pt x="2212615" y="1505384"/>
                  </a:lnTo>
                  <a:lnTo>
                    <a:pt x="2221012" y="1505548"/>
                  </a:lnTo>
                  <a:lnTo>
                    <a:pt x="2229547" y="1504636"/>
                  </a:lnTo>
                  <a:lnTo>
                    <a:pt x="2224192" y="1502265"/>
                  </a:lnTo>
                  <a:lnTo>
                    <a:pt x="2218695" y="1500980"/>
                  </a:lnTo>
                  <a:lnTo>
                    <a:pt x="2222825" y="1495864"/>
                  </a:lnTo>
                  <a:lnTo>
                    <a:pt x="2226346" y="1494947"/>
                  </a:lnTo>
                  <a:lnTo>
                    <a:pt x="2229805" y="1490487"/>
                  </a:lnTo>
                  <a:lnTo>
                    <a:pt x="2221487" y="1491148"/>
                  </a:lnTo>
                  <a:lnTo>
                    <a:pt x="2222467" y="1482708"/>
                  </a:lnTo>
                  <a:lnTo>
                    <a:pt x="2218424" y="1484424"/>
                  </a:lnTo>
                  <a:lnTo>
                    <a:pt x="2213586" y="1485218"/>
                  </a:lnTo>
                  <a:lnTo>
                    <a:pt x="2211703" y="1488797"/>
                  </a:lnTo>
                  <a:lnTo>
                    <a:pt x="2212074" y="1494743"/>
                  </a:lnTo>
                  <a:lnTo>
                    <a:pt x="2210661" y="1498645"/>
                  </a:lnTo>
                  <a:lnTo>
                    <a:pt x="2206898" y="1501779"/>
                  </a:lnTo>
                  <a:lnTo>
                    <a:pt x="2200543" y="1504221"/>
                  </a:lnTo>
                  <a:lnTo>
                    <a:pt x="2199926" y="1499986"/>
                  </a:lnTo>
                  <a:lnTo>
                    <a:pt x="2197826" y="1498066"/>
                  </a:lnTo>
                  <a:lnTo>
                    <a:pt x="2197042" y="1507135"/>
                  </a:lnTo>
                  <a:lnTo>
                    <a:pt x="2195375" y="1510218"/>
                  </a:lnTo>
                  <a:lnTo>
                    <a:pt x="2190729" y="1501707"/>
                  </a:lnTo>
                  <a:lnTo>
                    <a:pt x="2189333" y="1503423"/>
                  </a:lnTo>
                  <a:lnTo>
                    <a:pt x="2189512" y="1505840"/>
                  </a:lnTo>
                  <a:lnTo>
                    <a:pt x="2188325" y="1510018"/>
                  </a:lnTo>
                  <a:lnTo>
                    <a:pt x="2184341" y="1512195"/>
                  </a:lnTo>
                  <a:lnTo>
                    <a:pt x="2184587" y="1517551"/>
                  </a:lnTo>
                  <a:lnTo>
                    <a:pt x="2183041" y="1520470"/>
                  </a:lnTo>
                  <a:lnTo>
                    <a:pt x="2170280" y="1515820"/>
                  </a:lnTo>
                  <a:lnTo>
                    <a:pt x="2169980" y="1517398"/>
                  </a:lnTo>
                  <a:lnTo>
                    <a:pt x="2177198" y="1527424"/>
                  </a:lnTo>
                  <a:lnTo>
                    <a:pt x="2182470" y="1530850"/>
                  </a:lnTo>
                  <a:lnTo>
                    <a:pt x="2183111" y="1536319"/>
                  </a:lnTo>
                  <a:lnTo>
                    <a:pt x="2178586" y="1540856"/>
                  </a:lnTo>
                  <a:lnTo>
                    <a:pt x="2172343" y="1536939"/>
                  </a:lnTo>
                  <a:lnTo>
                    <a:pt x="2171293" y="1537226"/>
                  </a:lnTo>
                  <a:lnTo>
                    <a:pt x="2174685" y="1543944"/>
                  </a:lnTo>
                  <a:lnTo>
                    <a:pt x="2176823" y="1549813"/>
                  </a:lnTo>
                  <a:lnTo>
                    <a:pt x="2174623" y="1554729"/>
                  </a:lnTo>
                  <a:lnTo>
                    <a:pt x="2174964" y="1560782"/>
                  </a:lnTo>
                  <a:lnTo>
                    <a:pt x="2174489" y="1566272"/>
                  </a:lnTo>
                  <a:lnTo>
                    <a:pt x="2173143" y="1571060"/>
                  </a:lnTo>
                  <a:lnTo>
                    <a:pt x="2176177" y="1593131"/>
                  </a:lnTo>
                  <a:lnTo>
                    <a:pt x="2179832" y="1599133"/>
                  </a:lnTo>
                  <a:lnTo>
                    <a:pt x="2183424" y="1604873"/>
                  </a:lnTo>
                  <a:lnTo>
                    <a:pt x="2185328" y="1610245"/>
                  </a:lnTo>
                  <a:lnTo>
                    <a:pt x="2181515" y="1611028"/>
                  </a:lnTo>
                  <a:lnTo>
                    <a:pt x="2175444" y="1606609"/>
                  </a:lnTo>
                  <a:lnTo>
                    <a:pt x="2170110" y="1603239"/>
                  </a:lnTo>
                  <a:lnTo>
                    <a:pt x="2163755" y="1592465"/>
                  </a:lnTo>
                  <a:lnTo>
                    <a:pt x="2162704" y="1588164"/>
                  </a:lnTo>
                  <a:lnTo>
                    <a:pt x="2161154" y="1584763"/>
                  </a:lnTo>
                  <a:lnTo>
                    <a:pt x="2161904" y="1592573"/>
                  </a:lnTo>
                  <a:lnTo>
                    <a:pt x="2164171" y="1601294"/>
                  </a:lnTo>
                  <a:lnTo>
                    <a:pt x="2184074" y="1620809"/>
                  </a:lnTo>
                  <a:lnTo>
                    <a:pt x="2187749" y="1628296"/>
                  </a:lnTo>
                  <a:lnTo>
                    <a:pt x="2190550" y="1634180"/>
                  </a:lnTo>
                  <a:lnTo>
                    <a:pt x="2189846" y="1639818"/>
                  </a:lnTo>
                  <a:lnTo>
                    <a:pt x="2184657" y="1635829"/>
                  </a:lnTo>
                  <a:lnTo>
                    <a:pt x="2180182" y="1630744"/>
                  </a:lnTo>
                  <a:lnTo>
                    <a:pt x="2168301" y="1624998"/>
                  </a:lnTo>
                  <a:lnTo>
                    <a:pt x="2153320" y="1621368"/>
                  </a:lnTo>
                  <a:lnTo>
                    <a:pt x="2144873" y="1608012"/>
                  </a:lnTo>
                  <a:lnTo>
                    <a:pt x="2144902" y="1613584"/>
                  </a:lnTo>
                  <a:lnTo>
                    <a:pt x="2143027" y="1618310"/>
                  </a:lnTo>
                  <a:lnTo>
                    <a:pt x="2137864" y="1612549"/>
                  </a:lnTo>
                  <a:lnTo>
                    <a:pt x="2134609" y="1607633"/>
                  </a:lnTo>
                  <a:lnTo>
                    <a:pt x="2133517" y="1602246"/>
                  </a:lnTo>
                  <a:lnTo>
                    <a:pt x="2127071" y="1602615"/>
                  </a:lnTo>
                  <a:lnTo>
                    <a:pt x="2120311" y="1607295"/>
                  </a:lnTo>
                  <a:lnTo>
                    <a:pt x="2113773" y="1606184"/>
                  </a:lnTo>
                  <a:lnTo>
                    <a:pt x="2112998" y="1597048"/>
                  </a:lnTo>
                  <a:lnTo>
                    <a:pt x="2114765" y="1592209"/>
                  </a:lnTo>
                  <a:lnTo>
                    <a:pt x="2122103" y="1580764"/>
                  </a:lnTo>
                  <a:lnTo>
                    <a:pt x="2129017" y="1574921"/>
                  </a:lnTo>
                  <a:lnTo>
                    <a:pt x="2132067" y="1567378"/>
                  </a:lnTo>
                  <a:lnTo>
                    <a:pt x="2131025" y="1555682"/>
                  </a:lnTo>
                  <a:lnTo>
                    <a:pt x="2129725" y="1567583"/>
                  </a:lnTo>
                  <a:lnTo>
                    <a:pt x="2125775" y="1573482"/>
                  </a:lnTo>
                  <a:lnTo>
                    <a:pt x="2119565" y="1577988"/>
                  </a:lnTo>
                  <a:lnTo>
                    <a:pt x="2111393" y="1586018"/>
                  </a:lnTo>
                  <a:lnTo>
                    <a:pt x="2109397" y="1593443"/>
                  </a:lnTo>
                  <a:lnTo>
                    <a:pt x="2106847" y="1607346"/>
                  </a:lnTo>
                  <a:lnTo>
                    <a:pt x="2110297" y="1612053"/>
                  </a:lnTo>
                  <a:lnTo>
                    <a:pt x="2113823" y="1613282"/>
                  </a:lnTo>
                  <a:lnTo>
                    <a:pt x="2124237" y="1610127"/>
                  </a:lnTo>
                  <a:lnTo>
                    <a:pt x="2129625" y="1611535"/>
                  </a:lnTo>
                  <a:lnTo>
                    <a:pt x="2141610" y="1628276"/>
                  </a:lnTo>
                  <a:lnTo>
                    <a:pt x="2163925" y="1634897"/>
                  </a:lnTo>
                  <a:lnTo>
                    <a:pt x="2172064" y="1639035"/>
                  </a:lnTo>
                  <a:lnTo>
                    <a:pt x="2178698" y="1647771"/>
                  </a:lnTo>
                  <a:lnTo>
                    <a:pt x="2188670" y="1652800"/>
                  </a:lnTo>
                  <a:lnTo>
                    <a:pt x="2196409" y="1660107"/>
                  </a:lnTo>
                  <a:lnTo>
                    <a:pt x="2196617" y="1664875"/>
                  </a:lnTo>
                  <a:lnTo>
                    <a:pt x="2193938" y="1670513"/>
                  </a:lnTo>
                  <a:lnTo>
                    <a:pt x="2192879" y="1678143"/>
                  </a:lnTo>
                  <a:lnTo>
                    <a:pt x="2189591" y="1682957"/>
                  </a:lnTo>
                  <a:lnTo>
                    <a:pt x="2181699" y="1683510"/>
                  </a:lnTo>
                  <a:lnTo>
                    <a:pt x="2176931" y="1682271"/>
                  </a:lnTo>
                  <a:lnTo>
                    <a:pt x="2151303" y="1655447"/>
                  </a:lnTo>
                  <a:lnTo>
                    <a:pt x="2148244" y="1652979"/>
                  </a:lnTo>
                  <a:lnTo>
                    <a:pt x="2138739" y="1638932"/>
                  </a:lnTo>
                  <a:lnTo>
                    <a:pt x="2127587" y="1631410"/>
                  </a:lnTo>
                  <a:lnTo>
                    <a:pt x="2124137" y="1631568"/>
                  </a:lnTo>
                  <a:lnTo>
                    <a:pt x="2140010" y="1645482"/>
                  </a:lnTo>
                  <a:lnTo>
                    <a:pt x="2146490" y="1655212"/>
                  </a:lnTo>
                  <a:lnTo>
                    <a:pt x="2157904" y="1668854"/>
                  </a:lnTo>
                  <a:lnTo>
                    <a:pt x="2166063" y="1674630"/>
                  </a:lnTo>
                  <a:lnTo>
                    <a:pt x="2172068" y="1683643"/>
                  </a:lnTo>
                  <a:lnTo>
                    <a:pt x="2177648" y="1687868"/>
                  </a:lnTo>
                  <a:lnTo>
                    <a:pt x="2192883" y="1693885"/>
                  </a:lnTo>
                  <a:lnTo>
                    <a:pt x="2187587" y="1698207"/>
                  </a:lnTo>
                  <a:lnTo>
                    <a:pt x="2196042" y="1701889"/>
                  </a:lnTo>
                  <a:lnTo>
                    <a:pt x="2197251" y="1708659"/>
                  </a:lnTo>
                  <a:lnTo>
                    <a:pt x="2196476" y="1716376"/>
                  </a:lnTo>
                  <a:lnTo>
                    <a:pt x="2184741" y="1713324"/>
                  </a:lnTo>
                  <a:lnTo>
                    <a:pt x="2184357" y="1719008"/>
                  </a:lnTo>
                  <a:lnTo>
                    <a:pt x="2185407" y="1722362"/>
                  </a:lnTo>
                  <a:lnTo>
                    <a:pt x="2180223" y="1725133"/>
                  </a:lnTo>
                  <a:lnTo>
                    <a:pt x="2173014" y="1721374"/>
                  </a:lnTo>
                  <a:lnTo>
                    <a:pt x="2154295" y="1700813"/>
                  </a:lnTo>
                  <a:lnTo>
                    <a:pt x="2154453" y="1703563"/>
                  </a:lnTo>
                  <a:lnTo>
                    <a:pt x="2155970" y="1706754"/>
                  </a:lnTo>
                  <a:lnTo>
                    <a:pt x="2166826" y="1719991"/>
                  </a:lnTo>
                  <a:lnTo>
                    <a:pt x="2176515" y="1727929"/>
                  </a:lnTo>
                  <a:lnTo>
                    <a:pt x="2184728" y="1731513"/>
                  </a:lnTo>
                  <a:lnTo>
                    <a:pt x="2191058" y="1738165"/>
                  </a:lnTo>
                  <a:lnTo>
                    <a:pt x="2193292" y="1742190"/>
                  </a:lnTo>
                  <a:lnTo>
                    <a:pt x="2194784" y="1748295"/>
                  </a:lnTo>
                  <a:lnTo>
                    <a:pt x="2190091" y="1752443"/>
                  </a:lnTo>
                  <a:lnTo>
                    <a:pt x="2184749" y="1754732"/>
                  </a:lnTo>
                  <a:lnTo>
                    <a:pt x="2179532" y="1750594"/>
                  </a:lnTo>
                  <a:lnTo>
                    <a:pt x="2175706" y="1746236"/>
                  </a:lnTo>
                  <a:lnTo>
                    <a:pt x="2167559" y="1738836"/>
                  </a:lnTo>
                  <a:lnTo>
                    <a:pt x="2165117" y="1730566"/>
                  </a:lnTo>
                  <a:lnTo>
                    <a:pt x="2158921" y="1730991"/>
                  </a:lnTo>
                  <a:lnTo>
                    <a:pt x="2133021" y="1720503"/>
                  </a:lnTo>
                  <a:lnTo>
                    <a:pt x="2112206" y="1719295"/>
                  </a:lnTo>
                  <a:lnTo>
                    <a:pt x="2114240" y="1721405"/>
                  </a:lnTo>
                  <a:lnTo>
                    <a:pt x="2116873" y="1722808"/>
                  </a:lnTo>
                  <a:lnTo>
                    <a:pt x="2133451" y="1725394"/>
                  </a:lnTo>
                  <a:lnTo>
                    <a:pt x="2140001" y="1730223"/>
                  </a:lnTo>
                  <a:lnTo>
                    <a:pt x="2153637" y="1734509"/>
                  </a:lnTo>
                  <a:lnTo>
                    <a:pt x="2161621" y="1735682"/>
                  </a:lnTo>
                  <a:lnTo>
                    <a:pt x="2164859" y="1748848"/>
                  </a:lnTo>
                  <a:lnTo>
                    <a:pt x="2175894" y="1757907"/>
                  </a:lnTo>
                  <a:lnTo>
                    <a:pt x="2177327" y="1764620"/>
                  </a:lnTo>
                  <a:lnTo>
                    <a:pt x="2184862" y="1765373"/>
                  </a:lnTo>
                  <a:lnTo>
                    <a:pt x="2198118" y="1758787"/>
                  </a:lnTo>
                  <a:lnTo>
                    <a:pt x="2206673" y="1761097"/>
                  </a:lnTo>
                  <a:lnTo>
                    <a:pt x="2219012" y="1762981"/>
                  </a:lnTo>
                  <a:lnTo>
                    <a:pt x="2221833" y="1768297"/>
                  </a:lnTo>
                  <a:lnTo>
                    <a:pt x="2223950" y="1778411"/>
                  </a:lnTo>
                  <a:lnTo>
                    <a:pt x="2228313" y="1789789"/>
                  </a:lnTo>
                  <a:lnTo>
                    <a:pt x="2239627" y="1834654"/>
                  </a:lnTo>
                  <a:lnTo>
                    <a:pt x="2256625" y="1871350"/>
                  </a:lnTo>
                  <a:lnTo>
                    <a:pt x="2258717" y="1877669"/>
                  </a:lnTo>
                  <a:lnTo>
                    <a:pt x="2254767" y="1872123"/>
                  </a:lnTo>
                  <a:lnTo>
                    <a:pt x="2242157" y="1847820"/>
                  </a:lnTo>
                  <a:lnTo>
                    <a:pt x="2235197" y="1830270"/>
                  </a:lnTo>
                  <a:lnTo>
                    <a:pt x="2228047" y="1799284"/>
                  </a:lnTo>
                  <a:lnTo>
                    <a:pt x="2225971" y="1792345"/>
                  </a:lnTo>
                  <a:lnTo>
                    <a:pt x="2223529" y="1789574"/>
                  </a:lnTo>
                  <a:lnTo>
                    <a:pt x="2221921" y="1791827"/>
                  </a:lnTo>
                  <a:lnTo>
                    <a:pt x="2221229" y="1795776"/>
                  </a:lnTo>
                  <a:lnTo>
                    <a:pt x="2222396" y="1798807"/>
                  </a:lnTo>
                  <a:lnTo>
                    <a:pt x="2219579" y="1809008"/>
                  </a:lnTo>
                  <a:lnTo>
                    <a:pt x="2220800" y="1813689"/>
                  </a:lnTo>
                  <a:lnTo>
                    <a:pt x="2225375" y="1818528"/>
                  </a:lnTo>
                  <a:lnTo>
                    <a:pt x="2230347" y="1830603"/>
                  </a:lnTo>
                  <a:lnTo>
                    <a:pt x="2234318" y="1846862"/>
                  </a:lnTo>
                  <a:lnTo>
                    <a:pt x="2228947" y="1840271"/>
                  </a:lnTo>
                  <a:lnTo>
                    <a:pt x="2223213" y="1836779"/>
                  </a:lnTo>
                  <a:lnTo>
                    <a:pt x="2214291" y="1834101"/>
                  </a:lnTo>
                  <a:lnTo>
                    <a:pt x="2206344" y="1829405"/>
                  </a:lnTo>
                  <a:lnTo>
                    <a:pt x="2206923" y="1836139"/>
                  </a:lnTo>
                  <a:lnTo>
                    <a:pt x="2206160" y="1843410"/>
                  </a:lnTo>
                  <a:lnTo>
                    <a:pt x="2200034" y="1841193"/>
                  </a:lnTo>
                  <a:lnTo>
                    <a:pt x="2195867" y="1838781"/>
                  </a:lnTo>
                  <a:lnTo>
                    <a:pt x="2199555" y="1846529"/>
                  </a:lnTo>
                  <a:lnTo>
                    <a:pt x="2191550" y="1844204"/>
                  </a:lnTo>
                  <a:lnTo>
                    <a:pt x="2186216" y="1844691"/>
                  </a:lnTo>
                  <a:lnTo>
                    <a:pt x="2182749" y="1851568"/>
                  </a:lnTo>
                  <a:lnTo>
                    <a:pt x="2178098" y="1855742"/>
                  </a:lnTo>
                  <a:lnTo>
                    <a:pt x="2171222" y="1857088"/>
                  </a:lnTo>
                  <a:lnTo>
                    <a:pt x="2161021" y="1850800"/>
                  </a:lnTo>
                  <a:lnTo>
                    <a:pt x="2157716" y="1843165"/>
                  </a:lnTo>
                  <a:lnTo>
                    <a:pt x="2156349" y="1834664"/>
                  </a:lnTo>
                  <a:lnTo>
                    <a:pt x="2155804" y="1844716"/>
                  </a:lnTo>
                  <a:lnTo>
                    <a:pt x="2157620" y="1855183"/>
                  </a:lnTo>
                  <a:lnTo>
                    <a:pt x="2156983" y="1863141"/>
                  </a:lnTo>
                  <a:lnTo>
                    <a:pt x="2166805" y="1864606"/>
                  </a:lnTo>
                  <a:lnTo>
                    <a:pt x="2175990" y="1863305"/>
                  </a:lnTo>
                  <a:lnTo>
                    <a:pt x="2188383" y="1863638"/>
                  </a:lnTo>
                  <a:lnTo>
                    <a:pt x="2196467" y="1862148"/>
                  </a:lnTo>
                  <a:lnTo>
                    <a:pt x="2201335" y="1859618"/>
                  </a:lnTo>
                  <a:lnTo>
                    <a:pt x="2213007" y="1861810"/>
                  </a:lnTo>
                  <a:lnTo>
                    <a:pt x="2213836" y="1871422"/>
                  </a:lnTo>
                  <a:lnTo>
                    <a:pt x="2212503" y="1880977"/>
                  </a:lnTo>
                  <a:lnTo>
                    <a:pt x="2211828" y="1891153"/>
                  </a:lnTo>
                  <a:lnTo>
                    <a:pt x="2215061" y="1891086"/>
                  </a:lnTo>
                  <a:lnTo>
                    <a:pt x="2218862" y="1887834"/>
                  </a:lnTo>
                  <a:lnTo>
                    <a:pt x="2220762" y="1869609"/>
                  </a:lnTo>
                  <a:lnTo>
                    <a:pt x="2231430" y="1862875"/>
                  </a:lnTo>
                  <a:lnTo>
                    <a:pt x="2235006" y="1863336"/>
                  </a:lnTo>
                  <a:lnTo>
                    <a:pt x="2238402" y="1869194"/>
                  </a:lnTo>
                  <a:lnTo>
                    <a:pt x="2239544" y="1875135"/>
                  </a:lnTo>
                  <a:lnTo>
                    <a:pt x="2240748" y="1883292"/>
                  </a:lnTo>
                  <a:lnTo>
                    <a:pt x="2238256" y="1895721"/>
                  </a:lnTo>
                  <a:lnTo>
                    <a:pt x="2221867" y="1910254"/>
                  </a:lnTo>
                  <a:lnTo>
                    <a:pt x="2210127" y="1923691"/>
                  </a:lnTo>
                  <a:lnTo>
                    <a:pt x="2204127" y="1926431"/>
                  </a:lnTo>
                  <a:lnTo>
                    <a:pt x="2195471" y="1924869"/>
                  </a:lnTo>
                  <a:lnTo>
                    <a:pt x="2185658" y="1921489"/>
                  </a:lnTo>
                  <a:lnTo>
                    <a:pt x="2180844" y="1920808"/>
                  </a:lnTo>
                  <a:lnTo>
                    <a:pt x="2177186" y="1921935"/>
                  </a:lnTo>
                  <a:lnTo>
                    <a:pt x="2174956" y="1917797"/>
                  </a:lnTo>
                  <a:lnTo>
                    <a:pt x="2173518" y="1910249"/>
                  </a:lnTo>
                  <a:lnTo>
                    <a:pt x="2169701" y="1907745"/>
                  </a:lnTo>
                  <a:lnTo>
                    <a:pt x="2166813" y="1908021"/>
                  </a:lnTo>
                  <a:lnTo>
                    <a:pt x="2164842" y="1916040"/>
                  </a:lnTo>
                  <a:lnTo>
                    <a:pt x="2155687" y="1918319"/>
                  </a:lnTo>
                  <a:lnTo>
                    <a:pt x="2143239" y="1915006"/>
                  </a:lnTo>
                  <a:lnTo>
                    <a:pt x="2130204" y="1908262"/>
                  </a:lnTo>
                  <a:lnTo>
                    <a:pt x="2135797" y="1915498"/>
                  </a:lnTo>
                  <a:lnTo>
                    <a:pt x="2168143" y="1928996"/>
                  </a:lnTo>
                  <a:lnTo>
                    <a:pt x="2171785" y="1931521"/>
                  </a:lnTo>
                  <a:lnTo>
                    <a:pt x="2175185" y="1935213"/>
                  </a:lnTo>
                  <a:lnTo>
                    <a:pt x="2170660" y="1941005"/>
                  </a:lnTo>
                  <a:lnTo>
                    <a:pt x="2167113" y="1947529"/>
                  </a:lnTo>
                  <a:lnTo>
                    <a:pt x="2166613" y="1952650"/>
                  </a:lnTo>
                  <a:lnTo>
                    <a:pt x="2165363" y="1955881"/>
                  </a:lnTo>
                  <a:lnTo>
                    <a:pt x="2152466" y="1964587"/>
                  </a:lnTo>
                  <a:lnTo>
                    <a:pt x="2145477" y="1963050"/>
                  </a:lnTo>
                  <a:lnTo>
                    <a:pt x="2127621" y="1947355"/>
                  </a:lnTo>
                  <a:lnTo>
                    <a:pt x="2135755" y="1960930"/>
                  </a:lnTo>
                  <a:lnTo>
                    <a:pt x="2142268" y="1966691"/>
                  </a:lnTo>
                  <a:lnTo>
                    <a:pt x="2155383" y="1969764"/>
                  </a:lnTo>
                  <a:lnTo>
                    <a:pt x="2179982" y="1964689"/>
                  </a:lnTo>
                  <a:lnTo>
                    <a:pt x="2188050" y="1970230"/>
                  </a:lnTo>
                  <a:lnTo>
                    <a:pt x="2181428" y="1980047"/>
                  </a:lnTo>
                  <a:lnTo>
                    <a:pt x="2174848" y="1986934"/>
                  </a:lnTo>
                  <a:lnTo>
                    <a:pt x="2166217" y="1987702"/>
                  </a:lnTo>
                  <a:lnTo>
                    <a:pt x="2158616" y="1989567"/>
                  </a:lnTo>
                  <a:lnTo>
                    <a:pt x="2156387" y="1994303"/>
                  </a:lnTo>
                  <a:lnTo>
                    <a:pt x="2150970" y="1994600"/>
                  </a:lnTo>
                  <a:lnTo>
                    <a:pt x="2142502" y="1994882"/>
                  </a:lnTo>
                  <a:lnTo>
                    <a:pt x="2129392" y="1995312"/>
                  </a:lnTo>
                  <a:lnTo>
                    <a:pt x="2122191" y="1994206"/>
                  </a:lnTo>
                  <a:lnTo>
                    <a:pt x="2112131" y="2003885"/>
                  </a:lnTo>
                  <a:lnTo>
                    <a:pt x="2108335" y="2005216"/>
                  </a:lnTo>
                  <a:lnTo>
                    <a:pt x="2103030" y="2003398"/>
                  </a:lnTo>
                  <a:lnTo>
                    <a:pt x="2100805" y="1995625"/>
                  </a:lnTo>
                  <a:lnTo>
                    <a:pt x="2098433" y="1991804"/>
                  </a:lnTo>
                  <a:lnTo>
                    <a:pt x="2098375" y="2006348"/>
                  </a:lnTo>
                  <a:lnTo>
                    <a:pt x="2099304" y="2010265"/>
                  </a:lnTo>
                  <a:lnTo>
                    <a:pt x="2101205" y="2013220"/>
                  </a:lnTo>
                  <a:lnTo>
                    <a:pt x="2089436" y="2021111"/>
                  </a:lnTo>
                  <a:lnTo>
                    <a:pt x="2078172" y="2030954"/>
                  </a:lnTo>
                  <a:lnTo>
                    <a:pt x="2074134" y="2033632"/>
                  </a:lnTo>
                  <a:lnTo>
                    <a:pt x="2069546" y="2038563"/>
                  </a:lnTo>
                  <a:lnTo>
                    <a:pt x="2060149" y="2052805"/>
                  </a:lnTo>
                  <a:lnTo>
                    <a:pt x="2057828" y="2063190"/>
                  </a:lnTo>
                  <a:lnTo>
                    <a:pt x="2054432" y="2074768"/>
                  </a:lnTo>
                  <a:lnTo>
                    <a:pt x="2054002" y="2069555"/>
                  </a:lnTo>
                  <a:lnTo>
                    <a:pt x="2054586" y="2060778"/>
                  </a:lnTo>
                  <a:lnTo>
                    <a:pt x="2052261" y="2050726"/>
                  </a:lnTo>
                  <a:lnTo>
                    <a:pt x="2050785" y="2069140"/>
                  </a:lnTo>
                  <a:lnTo>
                    <a:pt x="2047135" y="2077697"/>
                  </a:lnTo>
                  <a:lnTo>
                    <a:pt x="2013635" y="2077093"/>
                  </a:lnTo>
                  <a:lnTo>
                    <a:pt x="1998970" y="2081743"/>
                  </a:lnTo>
                  <a:lnTo>
                    <a:pt x="1976459" y="2097387"/>
                  </a:lnTo>
                  <a:lnTo>
                    <a:pt x="1969729" y="2104244"/>
                  </a:lnTo>
                  <a:lnTo>
                    <a:pt x="1951135" y="2130755"/>
                  </a:lnTo>
                  <a:lnTo>
                    <a:pt x="1946388" y="2147721"/>
                  </a:lnTo>
                  <a:lnTo>
                    <a:pt x="1942583" y="2140587"/>
                  </a:lnTo>
                  <a:lnTo>
                    <a:pt x="1943525" y="2135236"/>
                  </a:lnTo>
                  <a:lnTo>
                    <a:pt x="1943600" y="2130863"/>
                  </a:lnTo>
                  <a:lnTo>
                    <a:pt x="1938916" y="2140244"/>
                  </a:lnTo>
                  <a:lnTo>
                    <a:pt x="1943363" y="2153907"/>
                  </a:lnTo>
                  <a:lnTo>
                    <a:pt x="1939371" y="2159125"/>
                  </a:lnTo>
                  <a:lnTo>
                    <a:pt x="1927090" y="2168865"/>
                  </a:lnTo>
                  <a:lnTo>
                    <a:pt x="1920368" y="2170463"/>
                  </a:lnTo>
                  <a:lnTo>
                    <a:pt x="1912821" y="2173233"/>
                  </a:lnTo>
                  <a:lnTo>
                    <a:pt x="1910446" y="2182840"/>
                  </a:lnTo>
                  <a:lnTo>
                    <a:pt x="1900199" y="2191699"/>
                  </a:lnTo>
                  <a:lnTo>
                    <a:pt x="1894227" y="2195622"/>
                  </a:lnTo>
                  <a:lnTo>
                    <a:pt x="1883292" y="2193246"/>
                  </a:lnTo>
                  <a:lnTo>
                    <a:pt x="1886659" y="2201777"/>
                  </a:lnTo>
                  <a:lnTo>
                    <a:pt x="1882642" y="2208235"/>
                  </a:lnTo>
                  <a:lnTo>
                    <a:pt x="1875725" y="2213187"/>
                  </a:lnTo>
                  <a:lnTo>
                    <a:pt x="1867123" y="2216418"/>
                  </a:lnTo>
                  <a:lnTo>
                    <a:pt x="1862194" y="2216024"/>
                  </a:lnTo>
                  <a:lnTo>
                    <a:pt x="1857981" y="2217739"/>
                  </a:lnTo>
                  <a:lnTo>
                    <a:pt x="1854680" y="2221846"/>
                  </a:lnTo>
                  <a:lnTo>
                    <a:pt x="1846616" y="2225687"/>
                  </a:lnTo>
                  <a:lnTo>
                    <a:pt x="1838240" y="2223526"/>
                  </a:lnTo>
                  <a:lnTo>
                    <a:pt x="1828747" y="2222230"/>
                  </a:lnTo>
                  <a:lnTo>
                    <a:pt x="1823459" y="2224535"/>
                  </a:lnTo>
                  <a:lnTo>
                    <a:pt x="1832348" y="2228345"/>
                  </a:lnTo>
                  <a:lnTo>
                    <a:pt x="1837107" y="2233865"/>
                  </a:lnTo>
                  <a:lnTo>
                    <a:pt x="1836128" y="2241306"/>
                  </a:lnTo>
                  <a:lnTo>
                    <a:pt x="1833748" y="2244178"/>
                  </a:lnTo>
                  <a:lnTo>
                    <a:pt x="1828139" y="2248070"/>
                  </a:lnTo>
                  <a:lnTo>
                    <a:pt x="1825676" y="2247492"/>
                  </a:lnTo>
                  <a:lnTo>
                    <a:pt x="1824172" y="2243984"/>
                  </a:lnTo>
                  <a:lnTo>
                    <a:pt x="1822347" y="2236676"/>
                  </a:lnTo>
                  <a:lnTo>
                    <a:pt x="1819738" y="2238233"/>
                  </a:lnTo>
                  <a:lnTo>
                    <a:pt x="1819288" y="2241638"/>
                  </a:lnTo>
                  <a:lnTo>
                    <a:pt x="1817046" y="2242852"/>
                  </a:lnTo>
                  <a:lnTo>
                    <a:pt x="1809091" y="2231212"/>
                  </a:lnTo>
                  <a:lnTo>
                    <a:pt x="1809487" y="2240092"/>
                  </a:lnTo>
                  <a:lnTo>
                    <a:pt x="1812266" y="2246913"/>
                  </a:lnTo>
                  <a:lnTo>
                    <a:pt x="1814954" y="2250375"/>
                  </a:lnTo>
                  <a:lnTo>
                    <a:pt x="1817667" y="2252413"/>
                  </a:lnTo>
                  <a:lnTo>
                    <a:pt x="1818334" y="2255578"/>
                  </a:lnTo>
                  <a:lnTo>
                    <a:pt x="1812891" y="2263290"/>
                  </a:lnTo>
                  <a:lnTo>
                    <a:pt x="1810091" y="2265005"/>
                  </a:lnTo>
                  <a:lnTo>
                    <a:pt x="1805107" y="2266255"/>
                  </a:lnTo>
                  <a:lnTo>
                    <a:pt x="1802302" y="2271007"/>
                  </a:lnTo>
                  <a:lnTo>
                    <a:pt x="1803132" y="2275099"/>
                  </a:lnTo>
                  <a:lnTo>
                    <a:pt x="1798773" y="2283978"/>
                  </a:lnTo>
                  <a:lnTo>
                    <a:pt x="1788350" y="2289524"/>
                  </a:lnTo>
                  <a:lnTo>
                    <a:pt x="1785167" y="2289309"/>
                  </a:lnTo>
                  <a:lnTo>
                    <a:pt x="1782570" y="2290932"/>
                  </a:lnTo>
                  <a:lnTo>
                    <a:pt x="1784087" y="2294886"/>
                  </a:lnTo>
                  <a:lnTo>
                    <a:pt x="1786688" y="2297764"/>
                  </a:lnTo>
                  <a:lnTo>
                    <a:pt x="1786596" y="2300437"/>
                  </a:lnTo>
                  <a:lnTo>
                    <a:pt x="1783841" y="2304068"/>
                  </a:lnTo>
                  <a:lnTo>
                    <a:pt x="1778403" y="2305081"/>
                  </a:lnTo>
                  <a:lnTo>
                    <a:pt x="1775349" y="2309224"/>
                  </a:lnTo>
                  <a:lnTo>
                    <a:pt x="1776315" y="2313132"/>
                  </a:lnTo>
                  <a:lnTo>
                    <a:pt x="1778112" y="2315313"/>
                  </a:lnTo>
                  <a:lnTo>
                    <a:pt x="1777736" y="2319072"/>
                  </a:lnTo>
                  <a:lnTo>
                    <a:pt x="1771552" y="2322846"/>
                  </a:lnTo>
                  <a:lnTo>
                    <a:pt x="1770102" y="2326559"/>
                  </a:lnTo>
                  <a:lnTo>
                    <a:pt x="1773173" y="2327654"/>
                  </a:lnTo>
                  <a:lnTo>
                    <a:pt x="1775536" y="2326559"/>
                  </a:lnTo>
                  <a:lnTo>
                    <a:pt x="1777266" y="2327357"/>
                  </a:lnTo>
                  <a:lnTo>
                    <a:pt x="1773557" y="2333564"/>
                  </a:lnTo>
                  <a:lnTo>
                    <a:pt x="1770227" y="2337348"/>
                  </a:lnTo>
                  <a:lnTo>
                    <a:pt x="1767064" y="2344149"/>
                  </a:lnTo>
                  <a:lnTo>
                    <a:pt x="1759726" y="2346028"/>
                  </a:lnTo>
                  <a:lnTo>
                    <a:pt x="1760001" y="2348225"/>
                  </a:lnTo>
                  <a:lnTo>
                    <a:pt x="1764147" y="2350171"/>
                  </a:lnTo>
                  <a:lnTo>
                    <a:pt x="1767618" y="2355400"/>
                  </a:lnTo>
                  <a:lnTo>
                    <a:pt x="1761097" y="2365053"/>
                  </a:lnTo>
                  <a:lnTo>
                    <a:pt x="1757025" y="2364259"/>
                  </a:lnTo>
                  <a:lnTo>
                    <a:pt x="1754538" y="2362134"/>
                  </a:lnTo>
                  <a:lnTo>
                    <a:pt x="1752950" y="2369754"/>
                  </a:lnTo>
                  <a:lnTo>
                    <a:pt x="1753558" y="2373820"/>
                  </a:lnTo>
                  <a:lnTo>
                    <a:pt x="1752008" y="2382131"/>
                  </a:lnTo>
                  <a:lnTo>
                    <a:pt x="1749516" y="2392122"/>
                  </a:lnTo>
                  <a:lnTo>
                    <a:pt x="1747824" y="2396224"/>
                  </a:lnTo>
                  <a:lnTo>
                    <a:pt x="1748183" y="2403864"/>
                  </a:lnTo>
                  <a:lnTo>
                    <a:pt x="1749229" y="2411243"/>
                  </a:lnTo>
                  <a:lnTo>
                    <a:pt x="1753221" y="2420753"/>
                  </a:lnTo>
                  <a:lnTo>
                    <a:pt x="1759317" y="2459641"/>
                  </a:lnTo>
                  <a:lnTo>
                    <a:pt x="1763468" y="2473145"/>
                  </a:lnTo>
                  <a:lnTo>
                    <a:pt x="1770944" y="2509580"/>
                  </a:lnTo>
                  <a:lnTo>
                    <a:pt x="1783316" y="2544904"/>
                  </a:lnTo>
                  <a:lnTo>
                    <a:pt x="1800773" y="2587602"/>
                  </a:lnTo>
                  <a:lnTo>
                    <a:pt x="1829423" y="2639354"/>
                  </a:lnTo>
                  <a:lnTo>
                    <a:pt x="1832852" y="2646729"/>
                  </a:lnTo>
                  <a:lnTo>
                    <a:pt x="1829122" y="2652981"/>
                  </a:lnTo>
                  <a:lnTo>
                    <a:pt x="1827985" y="2659459"/>
                  </a:lnTo>
                  <a:lnTo>
                    <a:pt x="1827660" y="2669225"/>
                  </a:lnTo>
                  <a:lnTo>
                    <a:pt x="1828693" y="2678739"/>
                  </a:lnTo>
                  <a:lnTo>
                    <a:pt x="1832081" y="2690359"/>
                  </a:lnTo>
                  <a:lnTo>
                    <a:pt x="1838590" y="2708123"/>
                  </a:lnTo>
                  <a:lnTo>
                    <a:pt x="1834948" y="2704580"/>
                  </a:lnTo>
                  <a:lnTo>
                    <a:pt x="1825522" y="2679082"/>
                  </a:lnTo>
                  <a:lnTo>
                    <a:pt x="1824426" y="2664109"/>
                  </a:lnTo>
                  <a:lnTo>
                    <a:pt x="1825785" y="2642867"/>
                  </a:lnTo>
                  <a:lnTo>
                    <a:pt x="1823572" y="2643379"/>
                  </a:lnTo>
                  <a:lnTo>
                    <a:pt x="1821776" y="2650282"/>
                  </a:lnTo>
                  <a:lnTo>
                    <a:pt x="1820788" y="2658389"/>
                  </a:lnTo>
                  <a:lnTo>
                    <a:pt x="1818396" y="2661528"/>
                  </a:lnTo>
                  <a:lnTo>
                    <a:pt x="1815133" y="2649161"/>
                  </a:lnTo>
                  <a:lnTo>
                    <a:pt x="1815362" y="2643569"/>
                  </a:lnTo>
                  <a:lnTo>
                    <a:pt x="1818825" y="2637035"/>
                  </a:lnTo>
                  <a:lnTo>
                    <a:pt x="1817821" y="2634684"/>
                  </a:lnTo>
                  <a:lnTo>
                    <a:pt x="1812216" y="2631340"/>
                  </a:lnTo>
                  <a:lnTo>
                    <a:pt x="1811024" y="2626081"/>
                  </a:lnTo>
                  <a:lnTo>
                    <a:pt x="1811783" y="2620888"/>
                  </a:lnTo>
                  <a:lnTo>
                    <a:pt x="1808566" y="2618113"/>
                  </a:lnTo>
                  <a:lnTo>
                    <a:pt x="1806049" y="2618246"/>
                  </a:lnTo>
                  <a:lnTo>
                    <a:pt x="1807736" y="2631048"/>
                  </a:lnTo>
                  <a:lnTo>
                    <a:pt x="1810399" y="2638909"/>
                  </a:lnTo>
                  <a:lnTo>
                    <a:pt x="1813691" y="2657749"/>
                  </a:lnTo>
                  <a:lnTo>
                    <a:pt x="1819004" y="2669163"/>
                  </a:lnTo>
                  <a:lnTo>
                    <a:pt x="1822101" y="2678734"/>
                  </a:lnTo>
                  <a:lnTo>
                    <a:pt x="1858285" y="2780871"/>
                  </a:lnTo>
                  <a:lnTo>
                    <a:pt x="1866848" y="2793878"/>
                  </a:lnTo>
                  <a:lnTo>
                    <a:pt x="1870015" y="2803219"/>
                  </a:lnTo>
                  <a:lnTo>
                    <a:pt x="1873312" y="2822750"/>
                  </a:lnTo>
                  <a:lnTo>
                    <a:pt x="1874058" y="2847827"/>
                  </a:lnTo>
                  <a:lnTo>
                    <a:pt x="1868144" y="2893659"/>
                  </a:lnTo>
                  <a:lnTo>
                    <a:pt x="1866798" y="2924922"/>
                  </a:lnTo>
                  <a:lnTo>
                    <a:pt x="1865952" y="2923965"/>
                  </a:lnTo>
                  <a:lnTo>
                    <a:pt x="1865386" y="2920672"/>
                  </a:lnTo>
                  <a:lnTo>
                    <a:pt x="1864019" y="2920221"/>
                  </a:lnTo>
                  <a:lnTo>
                    <a:pt x="1858885" y="2934544"/>
                  </a:lnTo>
                  <a:lnTo>
                    <a:pt x="1851909" y="2947465"/>
                  </a:lnTo>
                  <a:lnTo>
                    <a:pt x="1849613" y="2967544"/>
                  </a:lnTo>
                  <a:lnTo>
                    <a:pt x="1846266" y="2977596"/>
                  </a:lnTo>
                  <a:lnTo>
                    <a:pt x="1836219" y="2988232"/>
                  </a:lnTo>
                  <a:lnTo>
                    <a:pt x="1829993" y="2987961"/>
                  </a:lnTo>
                  <a:lnTo>
                    <a:pt x="1814725" y="2995939"/>
                  </a:lnTo>
                  <a:lnTo>
                    <a:pt x="1803998" y="2993860"/>
                  </a:lnTo>
                  <a:lnTo>
                    <a:pt x="1791217" y="2998361"/>
                  </a:lnTo>
                  <a:lnTo>
                    <a:pt x="1782808" y="2997859"/>
                  </a:lnTo>
                  <a:lnTo>
                    <a:pt x="1777953" y="2988370"/>
                  </a:lnTo>
                  <a:lnTo>
                    <a:pt x="1778695" y="2984125"/>
                  </a:lnTo>
                  <a:lnTo>
                    <a:pt x="1780629" y="2979859"/>
                  </a:lnTo>
                  <a:lnTo>
                    <a:pt x="1783904" y="2978866"/>
                  </a:lnTo>
                  <a:lnTo>
                    <a:pt x="1795193" y="2988811"/>
                  </a:lnTo>
                  <a:lnTo>
                    <a:pt x="1797322" y="2984627"/>
                  </a:lnTo>
                  <a:lnTo>
                    <a:pt x="1793914" y="2979650"/>
                  </a:lnTo>
                  <a:lnTo>
                    <a:pt x="1787388" y="2976874"/>
                  </a:lnTo>
                  <a:lnTo>
                    <a:pt x="1782566" y="2973822"/>
                  </a:lnTo>
                  <a:lnTo>
                    <a:pt x="1772852" y="2951152"/>
                  </a:lnTo>
                  <a:lnTo>
                    <a:pt x="1762789" y="2935584"/>
                  </a:lnTo>
                  <a:lnTo>
                    <a:pt x="1761093" y="2925178"/>
                  </a:lnTo>
                  <a:lnTo>
                    <a:pt x="1743740" y="2918834"/>
                  </a:lnTo>
                  <a:lnTo>
                    <a:pt x="1731176" y="2909227"/>
                  </a:lnTo>
                  <a:lnTo>
                    <a:pt x="1722983" y="2892138"/>
                  </a:lnTo>
                  <a:lnTo>
                    <a:pt x="1718283" y="2861838"/>
                  </a:lnTo>
                  <a:lnTo>
                    <a:pt x="1712740" y="2858432"/>
                  </a:lnTo>
                  <a:lnTo>
                    <a:pt x="1710398" y="2856077"/>
                  </a:lnTo>
                  <a:lnTo>
                    <a:pt x="1715812" y="2844831"/>
                  </a:lnTo>
                  <a:lnTo>
                    <a:pt x="1721516" y="2835404"/>
                  </a:lnTo>
                  <a:lnTo>
                    <a:pt x="1717003" y="2837749"/>
                  </a:lnTo>
                  <a:lnTo>
                    <a:pt x="1713674" y="2841236"/>
                  </a:lnTo>
                  <a:lnTo>
                    <a:pt x="1709440" y="2849563"/>
                  </a:lnTo>
                  <a:lnTo>
                    <a:pt x="1706348" y="2850843"/>
                  </a:lnTo>
                  <a:lnTo>
                    <a:pt x="1703514" y="2849563"/>
                  </a:lnTo>
                  <a:lnTo>
                    <a:pt x="1700247" y="2833591"/>
                  </a:lnTo>
                  <a:lnTo>
                    <a:pt x="1701180" y="2813957"/>
                  </a:lnTo>
                  <a:lnTo>
                    <a:pt x="1705760" y="2806614"/>
                  </a:lnTo>
                  <a:lnTo>
                    <a:pt x="1698726" y="2806419"/>
                  </a:lnTo>
                  <a:lnTo>
                    <a:pt x="1691437" y="2809215"/>
                  </a:lnTo>
                  <a:lnTo>
                    <a:pt x="1692504" y="2815760"/>
                  </a:lnTo>
                  <a:lnTo>
                    <a:pt x="1691475" y="2819355"/>
                  </a:lnTo>
                  <a:lnTo>
                    <a:pt x="1686166" y="2818433"/>
                  </a:lnTo>
                  <a:lnTo>
                    <a:pt x="1682140" y="2816134"/>
                  </a:lnTo>
                  <a:lnTo>
                    <a:pt x="1676677" y="2809323"/>
                  </a:lnTo>
                  <a:lnTo>
                    <a:pt x="1669226" y="2796326"/>
                  </a:lnTo>
                  <a:lnTo>
                    <a:pt x="1653941" y="2760520"/>
                  </a:lnTo>
                  <a:lnTo>
                    <a:pt x="1650961" y="2755471"/>
                  </a:lnTo>
                  <a:lnTo>
                    <a:pt x="1645906" y="2750186"/>
                  </a:lnTo>
                  <a:lnTo>
                    <a:pt x="1648286" y="2748543"/>
                  </a:lnTo>
                  <a:lnTo>
                    <a:pt x="1652628" y="2747570"/>
                  </a:lnTo>
                  <a:lnTo>
                    <a:pt x="1662442" y="2731449"/>
                  </a:lnTo>
                  <a:lnTo>
                    <a:pt x="1670151" y="2721709"/>
                  </a:lnTo>
                  <a:lnTo>
                    <a:pt x="1672710" y="2714970"/>
                  </a:lnTo>
                  <a:lnTo>
                    <a:pt x="1672264" y="2712087"/>
                  </a:lnTo>
                  <a:lnTo>
                    <a:pt x="1668855" y="2707898"/>
                  </a:lnTo>
                  <a:lnTo>
                    <a:pt x="1664380" y="2711559"/>
                  </a:lnTo>
                  <a:lnTo>
                    <a:pt x="1662463" y="2710515"/>
                  </a:lnTo>
                  <a:lnTo>
                    <a:pt x="1657429" y="2702065"/>
                  </a:lnTo>
                  <a:lnTo>
                    <a:pt x="1652620" y="2699679"/>
                  </a:lnTo>
                  <a:lnTo>
                    <a:pt x="1649269" y="2701507"/>
                  </a:lnTo>
                  <a:lnTo>
                    <a:pt x="1652803" y="2708430"/>
                  </a:lnTo>
                  <a:lnTo>
                    <a:pt x="1655979" y="2711001"/>
                  </a:lnTo>
                  <a:lnTo>
                    <a:pt x="1654749" y="2721069"/>
                  </a:lnTo>
                  <a:lnTo>
                    <a:pt x="1653466" y="2724346"/>
                  </a:lnTo>
                  <a:lnTo>
                    <a:pt x="1650490" y="2727240"/>
                  </a:lnTo>
                  <a:lnTo>
                    <a:pt x="1645844" y="2725698"/>
                  </a:lnTo>
                  <a:lnTo>
                    <a:pt x="1643494" y="2728187"/>
                  </a:lnTo>
                  <a:lnTo>
                    <a:pt x="1640727" y="2725565"/>
                  </a:lnTo>
                  <a:lnTo>
                    <a:pt x="1637972" y="2721141"/>
                  </a:lnTo>
                  <a:lnTo>
                    <a:pt x="1634905" y="2713859"/>
                  </a:lnTo>
                  <a:lnTo>
                    <a:pt x="1643010" y="2672871"/>
                  </a:lnTo>
                  <a:lnTo>
                    <a:pt x="1650511" y="2646754"/>
                  </a:lnTo>
                  <a:lnTo>
                    <a:pt x="1651370" y="2616961"/>
                  </a:lnTo>
                  <a:lnTo>
                    <a:pt x="1651928" y="2612546"/>
                  </a:lnTo>
                  <a:lnTo>
                    <a:pt x="1651295" y="2604629"/>
                  </a:lnTo>
                  <a:lnTo>
                    <a:pt x="1641235" y="2587423"/>
                  </a:lnTo>
                  <a:lnTo>
                    <a:pt x="1596758" y="2545437"/>
                  </a:lnTo>
                  <a:lnTo>
                    <a:pt x="1562287" y="2495718"/>
                  </a:lnTo>
                  <a:lnTo>
                    <a:pt x="1532429" y="2477067"/>
                  </a:lnTo>
                  <a:lnTo>
                    <a:pt x="1509776" y="2481164"/>
                  </a:lnTo>
                  <a:lnTo>
                    <a:pt x="1505854" y="2484913"/>
                  </a:lnTo>
                  <a:lnTo>
                    <a:pt x="1504171" y="2489813"/>
                  </a:lnTo>
                  <a:lnTo>
                    <a:pt x="1505592" y="2495359"/>
                  </a:lnTo>
                  <a:lnTo>
                    <a:pt x="1503533" y="2497669"/>
                  </a:lnTo>
                  <a:lnTo>
                    <a:pt x="1497453" y="2497377"/>
                  </a:lnTo>
                  <a:lnTo>
                    <a:pt x="1489265" y="2498667"/>
                  </a:lnTo>
                  <a:lnTo>
                    <a:pt x="1467883" y="2511757"/>
                  </a:lnTo>
                  <a:lnTo>
                    <a:pt x="1460340" y="2511275"/>
                  </a:lnTo>
                  <a:lnTo>
                    <a:pt x="1453489" y="2514665"/>
                  </a:lnTo>
                  <a:lnTo>
                    <a:pt x="1448359" y="2517205"/>
                  </a:lnTo>
                  <a:lnTo>
                    <a:pt x="1434982" y="2518588"/>
                  </a:lnTo>
                  <a:lnTo>
                    <a:pt x="1423639" y="2521491"/>
                  </a:lnTo>
                  <a:lnTo>
                    <a:pt x="1418739" y="2519919"/>
                  </a:lnTo>
                  <a:lnTo>
                    <a:pt x="1415542" y="2512330"/>
                  </a:lnTo>
                  <a:lnTo>
                    <a:pt x="1415542" y="2504475"/>
                  </a:lnTo>
                  <a:lnTo>
                    <a:pt x="1418134" y="2510497"/>
                  </a:lnTo>
                  <a:lnTo>
                    <a:pt x="1422147" y="2515208"/>
                  </a:lnTo>
                  <a:lnTo>
                    <a:pt x="1423985" y="2513324"/>
                  </a:lnTo>
                  <a:lnTo>
                    <a:pt x="1424673" y="2509155"/>
                  </a:lnTo>
                  <a:lnTo>
                    <a:pt x="1420681" y="2500987"/>
                  </a:lnTo>
                  <a:lnTo>
                    <a:pt x="1407820" y="2490494"/>
                  </a:lnTo>
                  <a:lnTo>
                    <a:pt x="1393185" y="2475168"/>
                  </a:lnTo>
                  <a:lnTo>
                    <a:pt x="1397648" y="2475675"/>
                  </a:lnTo>
                  <a:lnTo>
                    <a:pt x="1398778" y="2472392"/>
                  </a:lnTo>
                  <a:lnTo>
                    <a:pt x="1394240" y="2468085"/>
                  </a:lnTo>
                  <a:lnTo>
                    <a:pt x="1396156" y="2463108"/>
                  </a:lnTo>
                  <a:lnTo>
                    <a:pt x="1399353" y="2457879"/>
                  </a:lnTo>
                  <a:lnTo>
                    <a:pt x="1393177" y="2458663"/>
                  </a:lnTo>
                  <a:lnTo>
                    <a:pt x="1387634" y="2462324"/>
                  </a:lnTo>
                  <a:lnTo>
                    <a:pt x="1387451" y="2466846"/>
                  </a:lnTo>
                  <a:lnTo>
                    <a:pt x="1386355" y="2470441"/>
                  </a:lnTo>
                  <a:lnTo>
                    <a:pt x="1383371" y="2469919"/>
                  </a:lnTo>
                  <a:lnTo>
                    <a:pt x="1377833" y="2465469"/>
                  </a:lnTo>
                  <a:lnTo>
                    <a:pt x="1350567" y="2453081"/>
                  </a:lnTo>
                  <a:lnTo>
                    <a:pt x="1326731" y="2446096"/>
                  </a:lnTo>
                  <a:lnTo>
                    <a:pt x="1345025" y="2442952"/>
                  </a:lnTo>
                  <a:lnTo>
                    <a:pt x="1354947" y="2445395"/>
                  </a:lnTo>
                  <a:lnTo>
                    <a:pt x="1353763" y="2441646"/>
                  </a:lnTo>
                  <a:lnTo>
                    <a:pt x="1351375" y="2439265"/>
                  </a:lnTo>
                  <a:lnTo>
                    <a:pt x="1343549" y="2436249"/>
                  </a:lnTo>
                  <a:lnTo>
                    <a:pt x="1333581" y="2437396"/>
                  </a:lnTo>
                  <a:lnTo>
                    <a:pt x="1327285" y="2435977"/>
                  </a:lnTo>
                  <a:lnTo>
                    <a:pt x="1320846" y="2438968"/>
                  </a:lnTo>
                  <a:lnTo>
                    <a:pt x="1313791" y="2443413"/>
                  </a:lnTo>
                  <a:lnTo>
                    <a:pt x="1307511" y="2445702"/>
                  </a:lnTo>
                  <a:lnTo>
                    <a:pt x="1282933" y="2448902"/>
                  </a:lnTo>
                  <a:lnTo>
                    <a:pt x="1263001" y="2452374"/>
                  </a:lnTo>
                  <a:lnTo>
                    <a:pt x="1266197" y="2448708"/>
                  </a:lnTo>
                  <a:lnTo>
                    <a:pt x="1269606" y="2446352"/>
                  </a:lnTo>
                  <a:lnTo>
                    <a:pt x="1281383" y="2442768"/>
                  </a:lnTo>
                  <a:lnTo>
                    <a:pt x="1283146" y="2435317"/>
                  </a:lnTo>
                  <a:lnTo>
                    <a:pt x="1280379" y="2428142"/>
                  </a:lnTo>
                  <a:lnTo>
                    <a:pt x="1277278" y="2429863"/>
                  </a:lnTo>
                  <a:lnTo>
                    <a:pt x="1274023" y="2435470"/>
                  </a:lnTo>
                  <a:lnTo>
                    <a:pt x="1270031" y="2431430"/>
                  </a:lnTo>
                  <a:lnTo>
                    <a:pt x="1265610" y="2431450"/>
                  </a:lnTo>
                  <a:lnTo>
                    <a:pt x="1264410" y="2440371"/>
                  </a:lnTo>
                  <a:lnTo>
                    <a:pt x="1258742" y="2446352"/>
                  </a:lnTo>
                  <a:lnTo>
                    <a:pt x="1256184" y="2452374"/>
                  </a:lnTo>
                  <a:lnTo>
                    <a:pt x="1239565" y="2457091"/>
                  </a:lnTo>
                  <a:lnTo>
                    <a:pt x="1237435" y="2455519"/>
                  </a:lnTo>
                  <a:lnTo>
                    <a:pt x="1242298" y="2449799"/>
                  </a:lnTo>
                  <a:lnTo>
                    <a:pt x="1241911" y="2446618"/>
                  </a:lnTo>
                  <a:lnTo>
                    <a:pt x="1236364" y="2449348"/>
                  </a:lnTo>
                  <a:lnTo>
                    <a:pt x="1227063" y="2460189"/>
                  </a:lnTo>
                  <a:lnTo>
                    <a:pt x="1194317" y="2463738"/>
                  </a:lnTo>
                  <a:lnTo>
                    <a:pt x="1196105" y="2461275"/>
                  </a:lnTo>
                  <a:lnTo>
                    <a:pt x="1203018" y="2460783"/>
                  </a:lnTo>
                  <a:lnTo>
                    <a:pt x="1212724" y="2457352"/>
                  </a:lnTo>
                  <a:lnTo>
                    <a:pt x="1210761" y="2451576"/>
                  </a:lnTo>
                  <a:lnTo>
                    <a:pt x="1207019" y="2445226"/>
                  </a:lnTo>
                  <a:lnTo>
                    <a:pt x="1203564" y="2444519"/>
                  </a:lnTo>
                  <a:lnTo>
                    <a:pt x="1201285" y="2440796"/>
                  </a:lnTo>
                  <a:lnTo>
                    <a:pt x="1201397" y="2429064"/>
                  </a:lnTo>
                  <a:lnTo>
                    <a:pt x="1199189" y="2422207"/>
                  </a:lnTo>
                  <a:lnTo>
                    <a:pt x="1193859" y="2415150"/>
                  </a:lnTo>
                  <a:lnTo>
                    <a:pt x="1192058" y="2416508"/>
                  </a:lnTo>
                  <a:lnTo>
                    <a:pt x="1188137" y="2428572"/>
                  </a:lnTo>
                  <a:lnTo>
                    <a:pt x="1184878" y="2444396"/>
                  </a:lnTo>
                  <a:lnTo>
                    <a:pt x="1183266" y="2449507"/>
                  </a:lnTo>
                  <a:lnTo>
                    <a:pt x="1173556" y="2449865"/>
                  </a:lnTo>
                  <a:lnTo>
                    <a:pt x="1164963" y="2448785"/>
                  </a:lnTo>
                  <a:lnTo>
                    <a:pt x="1135759" y="2450684"/>
                  </a:lnTo>
                  <a:lnTo>
                    <a:pt x="1124849" y="2445323"/>
                  </a:lnTo>
                  <a:lnTo>
                    <a:pt x="1120324" y="2444294"/>
                  </a:lnTo>
                  <a:lnTo>
                    <a:pt x="1117569" y="2444416"/>
                  </a:lnTo>
                  <a:lnTo>
                    <a:pt x="1104868" y="2449333"/>
                  </a:lnTo>
                  <a:lnTo>
                    <a:pt x="1090395" y="2453096"/>
                  </a:lnTo>
                  <a:lnTo>
                    <a:pt x="1086986" y="2451914"/>
                  </a:lnTo>
                  <a:lnTo>
                    <a:pt x="1082123" y="2451739"/>
                  </a:lnTo>
                  <a:lnTo>
                    <a:pt x="1071630" y="2464552"/>
                  </a:lnTo>
                  <a:lnTo>
                    <a:pt x="1059257" y="2470549"/>
                  </a:lnTo>
                  <a:lnTo>
                    <a:pt x="1028041" y="2459769"/>
                  </a:lnTo>
                  <a:lnTo>
                    <a:pt x="1020277" y="2451099"/>
                  </a:lnTo>
                  <a:lnTo>
                    <a:pt x="1013385" y="2449246"/>
                  </a:lnTo>
                  <a:lnTo>
                    <a:pt x="1004908" y="2448175"/>
                  </a:lnTo>
                  <a:lnTo>
                    <a:pt x="995803" y="2458842"/>
                  </a:lnTo>
                  <a:lnTo>
                    <a:pt x="988885" y="2473237"/>
                  </a:lnTo>
                  <a:lnTo>
                    <a:pt x="999816" y="2481128"/>
                  </a:lnTo>
                  <a:lnTo>
                    <a:pt x="1009172" y="2484902"/>
                  </a:lnTo>
                  <a:lnTo>
                    <a:pt x="1024632" y="2481738"/>
                  </a:lnTo>
                  <a:lnTo>
                    <a:pt x="1033179" y="2474753"/>
                  </a:lnTo>
                  <a:lnTo>
                    <a:pt x="1040159" y="2474983"/>
                  </a:lnTo>
                  <a:lnTo>
                    <a:pt x="1043497" y="2473565"/>
                  </a:lnTo>
                  <a:lnTo>
                    <a:pt x="1046543" y="2469919"/>
                  </a:lnTo>
                  <a:lnTo>
                    <a:pt x="1052511" y="2472797"/>
                  </a:lnTo>
                  <a:lnTo>
                    <a:pt x="1052723" y="2475680"/>
                  </a:lnTo>
                  <a:lnTo>
                    <a:pt x="1048485" y="2479741"/>
                  </a:lnTo>
                  <a:lnTo>
                    <a:pt x="1043147" y="2483161"/>
                  </a:lnTo>
                  <a:lnTo>
                    <a:pt x="1039909" y="2487192"/>
                  </a:lnTo>
                  <a:lnTo>
                    <a:pt x="1046001" y="2495313"/>
                  </a:lnTo>
                  <a:lnTo>
                    <a:pt x="1055569" y="2498043"/>
                  </a:lnTo>
                  <a:lnTo>
                    <a:pt x="1059170" y="2496865"/>
                  </a:lnTo>
                  <a:lnTo>
                    <a:pt x="1061399" y="2487734"/>
                  </a:lnTo>
                  <a:lnTo>
                    <a:pt x="1067283" y="2481856"/>
                  </a:lnTo>
                  <a:lnTo>
                    <a:pt x="1075280" y="2483126"/>
                  </a:lnTo>
                  <a:lnTo>
                    <a:pt x="1074143" y="2486813"/>
                  </a:lnTo>
                  <a:lnTo>
                    <a:pt x="1075264" y="2490295"/>
                  </a:lnTo>
                  <a:lnTo>
                    <a:pt x="1078939" y="2496240"/>
                  </a:lnTo>
                  <a:lnTo>
                    <a:pt x="1078518" y="2504756"/>
                  </a:lnTo>
                  <a:lnTo>
                    <a:pt x="1079231" y="2506810"/>
                  </a:lnTo>
                  <a:lnTo>
                    <a:pt x="1070613" y="2510568"/>
                  </a:lnTo>
                  <a:lnTo>
                    <a:pt x="1064191" y="2511844"/>
                  </a:lnTo>
                  <a:lnTo>
                    <a:pt x="1059053" y="2516765"/>
                  </a:lnTo>
                  <a:lnTo>
                    <a:pt x="1061745" y="2519622"/>
                  </a:lnTo>
                  <a:lnTo>
                    <a:pt x="1056511" y="2522132"/>
                  </a:lnTo>
                  <a:lnTo>
                    <a:pt x="1052973" y="2521128"/>
                  </a:lnTo>
                  <a:lnTo>
                    <a:pt x="1051194" y="2522055"/>
                  </a:lnTo>
                  <a:lnTo>
                    <a:pt x="1050660" y="2525076"/>
                  </a:lnTo>
                  <a:lnTo>
                    <a:pt x="1047956" y="2527882"/>
                  </a:lnTo>
                  <a:lnTo>
                    <a:pt x="1051890" y="2536337"/>
                  </a:lnTo>
                  <a:lnTo>
                    <a:pt x="1059953" y="2541857"/>
                  </a:lnTo>
                  <a:lnTo>
                    <a:pt x="1065642" y="2548776"/>
                  </a:lnTo>
                  <a:lnTo>
                    <a:pt x="1088511" y="2557886"/>
                  </a:lnTo>
                  <a:lnTo>
                    <a:pt x="1094054" y="2557625"/>
                  </a:lnTo>
                  <a:lnTo>
                    <a:pt x="1099509" y="2566796"/>
                  </a:lnTo>
                  <a:lnTo>
                    <a:pt x="1103905" y="2569951"/>
                  </a:lnTo>
                  <a:lnTo>
                    <a:pt x="1108139" y="2571553"/>
                  </a:lnTo>
                  <a:lnTo>
                    <a:pt x="1107655" y="2577862"/>
                  </a:lnTo>
                  <a:lnTo>
                    <a:pt x="1100134" y="2582482"/>
                  </a:lnTo>
                  <a:lnTo>
                    <a:pt x="1098100" y="2587992"/>
                  </a:lnTo>
                  <a:lnTo>
                    <a:pt x="1096208" y="2591090"/>
                  </a:lnTo>
                  <a:lnTo>
                    <a:pt x="1092816" y="2587167"/>
                  </a:lnTo>
                  <a:lnTo>
                    <a:pt x="1089332" y="2584325"/>
                  </a:lnTo>
                  <a:lnTo>
                    <a:pt x="1081269" y="2592969"/>
                  </a:lnTo>
                  <a:lnTo>
                    <a:pt x="1077381" y="2594787"/>
                  </a:lnTo>
                  <a:lnTo>
                    <a:pt x="1079310" y="2585467"/>
                  </a:lnTo>
                  <a:lnTo>
                    <a:pt x="1076264" y="2581816"/>
                  </a:lnTo>
                  <a:lnTo>
                    <a:pt x="1071659" y="2572470"/>
                  </a:lnTo>
                  <a:lnTo>
                    <a:pt x="1064950" y="2566689"/>
                  </a:lnTo>
                  <a:lnTo>
                    <a:pt x="1060224" y="2564773"/>
                  </a:lnTo>
                  <a:lnTo>
                    <a:pt x="1056545" y="2561117"/>
                  </a:lnTo>
                  <a:lnTo>
                    <a:pt x="1052090" y="2559637"/>
                  </a:lnTo>
                  <a:lnTo>
                    <a:pt x="1048289" y="2560016"/>
                  </a:lnTo>
                  <a:lnTo>
                    <a:pt x="1041855" y="2557886"/>
                  </a:lnTo>
                  <a:lnTo>
                    <a:pt x="1041430" y="2552913"/>
                  </a:lnTo>
                  <a:lnTo>
                    <a:pt x="1039646" y="2549190"/>
                  </a:lnTo>
                  <a:lnTo>
                    <a:pt x="1034612" y="2544797"/>
                  </a:lnTo>
                  <a:lnTo>
                    <a:pt x="1010559" y="2536496"/>
                  </a:lnTo>
                  <a:lnTo>
                    <a:pt x="1010413" y="2539932"/>
                  </a:lnTo>
                  <a:lnTo>
                    <a:pt x="1012080" y="2542518"/>
                  </a:lnTo>
                  <a:lnTo>
                    <a:pt x="1015535" y="2544239"/>
                  </a:lnTo>
                  <a:lnTo>
                    <a:pt x="1019669" y="2547588"/>
                  </a:lnTo>
                  <a:lnTo>
                    <a:pt x="1019631" y="2557507"/>
                  </a:lnTo>
                  <a:lnTo>
                    <a:pt x="1017844" y="2561706"/>
                  </a:lnTo>
                  <a:lnTo>
                    <a:pt x="1017077" y="2567687"/>
                  </a:lnTo>
                  <a:lnTo>
                    <a:pt x="1015485" y="2573766"/>
                  </a:lnTo>
                  <a:lnTo>
                    <a:pt x="1012543" y="2578559"/>
                  </a:lnTo>
                  <a:lnTo>
                    <a:pt x="1005975" y="2581826"/>
                  </a:lnTo>
                  <a:lnTo>
                    <a:pt x="1003079" y="2579091"/>
                  </a:lnTo>
                  <a:lnTo>
                    <a:pt x="998395" y="2566002"/>
                  </a:lnTo>
                  <a:lnTo>
                    <a:pt x="991773" y="2561880"/>
                  </a:lnTo>
                  <a:lnTo>
                    <a:pt x="981251" y="2561394"/>
                  </a:lnTo>
                  <a:lnTo>
                    <a:pt x="974104" y="2564353"/>
                  </a:lnTo>
                  <a:lnTo>
                    <a:pt x="966316" y="2577033"/>
                  </a:lnTo>
                  <a:lnTo>
                    <a:pt x="960040" y="2579107"/>
                  </a:lnTo>
                  <a:lnTo>
                    <a:pt x="938558" y="2572537"/>
                  </a:lnTo>
                  <a:lnTo>
                    <a:pt x="914030" y="2562525"/>
                  </a:lnTo>
                  <a:lnTo>
                    <a:pt x="914663" y="2559192"/>
                  </a:lnTo>
                  <a:lnTo>
                    <a:pt x="918522" y="2558121"/>
                  </a:lnTo>
                  <a:lnTo>
                    <a:pt x="925923" y="2559489"/>
                  </a:lnTo>
                  <a:lnTo>
                    <a:pt x="925531" y="2556052"/>
                  </a:lnTo>
                  <a:lnTo>
                    <a:pt x="917968" y="2544868"/>
                  </a:lnTo>
                  <a:lnTo>
                    <a:pt x="916580" y="2539819"/>
                  </a:lnTo>
                  <a:lnTo>
                    <a:pt x="917555" y="2533659"/>
                  </a:lnTo>
                  <a:lnTo>
                    <a:pt x="915088" y="2533797"/>
                  </a:lnTo>
                  <a:lnTo>
                    <a:pt x="910546" y="2538969"/>
                  </a:lnTo>
                  <a:lnTo>
                    <a:pt x="894906" y="2534586"/>
                  </a:lnTo>
                  <a:lnTo>
                    <a:pt x="890589" y="2529347"/>
                  </a:lnTo>
                  <a:lnTo>
                    <a:pt x="881400" y="2514583"/>
                  </a:lnTo>
                  <a:lnTo>
                    <a:pt x="868432" y="2514102"/>
                  </a:lnTo>
                  <a:lnTo>
                    <a:pt x="862564" y="2505151"/>
                  </a:lnTo>
                  <a:lnTo>
                    <a:pt x="851967" y="2508899"/>
                  </a:lnTo>
                  <a:lnTo>
                    <a:pt x="846600" y="2513047"/>
                  </a:lnTo>
                  <a:lnTo>
                    <a:pt x="841883" y="2519474"/>
                  </a:lnTo>
                  <a:lnTo>
                    <a:pt x="843720" y="2522807"/>
                  </a:lnTo>
                  <a:lnTo>
                    <a:pt x="848421" y="2528103"/>
                  </a:lnTo>
                  <a:lnTo>
                    <a:pt x="846275" y="2530658"/>
                  </a:lnTo>
                  <a:lnTo>
                    <a:pt x="831185" y="2534432"/>
                  </a:lnTo>
                  <a:lnTo>
                    <a:pt x="796156" y="2530212"/>
                  </a:lnTo>
                  <a:lnTo>
                    <a:pt x="785913" y="2526269"/>
                  </a:lnTo>
                  <a:lnTo>
                    <a:pt x="772165" y="2517932"/>
                  </a:lnTo>
                  <a:lnTo>
                    <a:pt x="753108" y="2511137"/>
                  </a:lnTo>
                  <a:lnTo>
                    <a:pt x="743932" y="2510041"/>
                  </a:lnTo>
                  <a:lnTo>
                    <a:pt x="734947" y="2511388"/>
                  </a:lnTo>
                  <a:lnTo>
                    <a:pt x="708802" y="2512084"/>
                  </a:lnTo>
                  <a:lnTo>
                    <a:pt x="702735" y="2513892"/>
                  </a:lnTo>
                  <a:lnTo>
                    <a:pt x="697567" y="2516780"/>
                  </a:lnTo>
                  <a:lnTo>
                    <a:pt x="694217" y="2513585"/>
                  </a:lnTo>
                  <a:lnTo>
                    <a:pt x="692667" y="2507880"/>
                  </a:lnTo>
                  <a:lnTo>
                    <a:pt x="695701" y="2506953"/>
                  </a:lnTo>
                  <a:lnTo>
                    <a:pt x="699076" y="2503599"/>
                  </a:lnTo>
                  <a:lnTo>
                    <a:pt x="702122" y="2496967"/>
                  </a:lnTo>
                  <a:lnTo>
                    <a:pt x="702468" y="2492958"/>
                  </a:lnTo>
                  <a:lnTo>
                    <a:pt x="700339" y="2490341"/>
                  </a:lnTo>
                  <a:lnTo>
                    <a:pt x="696288" y="2490080"/>
                  </a:lnTo>
                  <a:lnTo>
                    <a:pt x="687341" y="2507358"/>
                  </a:lnTo>
                  <a:lnTo>
                    <a:pt x="692454" y="2517041"/>
                  </a:lnTo>
                  <a:lnTo>
                    <a:pt x="692104" y="2520534"/>
                  </a:lnTo>
                  <a:lnTo>
                    <a:pt x="674252" y="2522521"/>
                  </a:lnTo>
                  <a:lnTo>
                    <a:pt x="633730" y="2542016"/>
                  </a:lnTo>
                  <a:lnTo>
                    <a:pt x="617928" y="2552529"/>
                  </a:lnTo>
                  <a:lnTo>
                    <a:pt x="618736" y="2548991"/>
                  </a:lnTo>
                  <a:lnTo>
                    <a:pt x="637843" y="2535364"/>
                  </a:lnTo>
                  <a:lnTo>
                    <a:pt x="631096" y="2533280"/>
                  </a:lnTo>
                  <a:lnTo>
                    <a:pt x="620232" y="2536685"/>
                  </a:lnTo>
                  <a:lnTo>
                    <a:pt x="616336" y="2535374"/>
                  </a:lnTo>
                  <a:lnTo>
                    <a:pt x="620936" y="2524108"/>
                  </a:lnTo>
                  <a:lnTo>
                    <a:pt x="619436" y="2514174"/>
                  </a:lnTo>
                  <a:lnTo>
                    <a:pt x="611723" y="2513902"/>
                  </a:lnTo>
                  <a:lnTo>
                    <a:pt x="606810" y="2521835"/>
                  </a:lnTo>
                  <a:lnTo>
                    <a:pt x="603397" y="2521497"/>
                  </a:lnTo>
                  <a:lnTo>
                    <a:pt x="598925" y="2518096"/>
                  </a:lnTo>
                  <a:lnTo>
                    <a:pt x="595462" y="2519172"/>
                  </a:lnTo>
                  <a:lnTo>
                    <a:pt x="598025" y="2537146"/>
                  </a:lnTo>
                  <a:lnTo>
                    <a:pt x="602884" y="2544541"/>
                  </a:lnTo>
                  <a:lnTo>
                    <a:pt x="606947" y="2553968"/>
                  </a:lnTo>
                  <a:lnTo>
                    <a:pt x="595850" y="2565618"/>
                  </a:lnTo>
                  <a:lnTo>
                    <a:pt x="585544" y="2575230"/>
                  </a:lnTo>
                  <a:lnTo>
                    <a:pt x="584427" y="2584520"/>
                  </a:lnTo>
                  <a:lnTo>
                    <a:pt x="574072" y="2596620"/>
                  </a:lnTo>
                  <a:lnTo>
                    <a:pt x="564329" y="2603482"/>
                  </a:lnTo>
                  <a:lnTo>
                    <a:pt x="541438" y="2619613"/>
                  </a:lnTo>
                  <a:lnTo>
                    <a:pt x="534908" y="2623065"/>
                  </a:lnTo>
                  <a:lnTo>
                    <a:pt x="524578" y="2630552"/>
                  </a:lnTo>
                  <a:lnTo>
                    <a:pt x="510326" y="2636164"/>
                  </a:lnTo>
                  <a:lnTo>
                    <a:pt x="496662" y="2645074"/>
                  </a:lnTo>
                  <a:lnTo>
                    <a:pt x="492053" y="2646426"/>
                  </a:lnTo>
                  <a:lnTo>
                    <a:pt x="500779" y="2638883"/>
                  </a:lnTo>
                  <a:lnTo>
                    <a:pt x="511126" y="2631432"/>
                  </a:lnTo>
                  <a:lnTo>
                    <a:pt x="502250" y="2632451"/>
                  </a:lnTo>
                  <a:lnTo>
                    <a:pt x="488569" y="2629000"/>
                  </a:lnTo>
                  <a:lnTo>
                    <a:pt x="480197" y="2628800"/>
                  </a:lnTo>
                  <a:lnTo>
                    <a:pt x="480139" y="2631519"/>
                  </a:lnTo>
                  <a:lnTo>
                    <a:pt x="473771" y="2635360"/>
                  </a:lnTo>
                  <a:lnTo>
                    <a:pt x="467174" y="2629717"/>
                  </a:lnTo>
                  <a:lnTo>
                    <a:pt x="464299" y="2625922"/>
                  </a:lnTo>
                  <a:lnTo>
                    <a:pt x="462936" y="2622645"/>
                  </a:lnTo>
                  <a:lnTo>
                    <a:pt x="460136" y="2621851"/>
                  </a:lnTo>
                  <a:lnTo>
                    <a:pt x="457444" y="2623372"/>
                  </a:lnTo>
                  <a:lnTo>
                    <a:pt x="467291" y="2646452"/>
                  </a:lnTo>
                  <a:lnTo>
                    <a:pt x="471487" y="2647451"/>
                  </a:lnTo>
                  <a:lnTo>
                    <a:pt x="476130" y="2649745"/>
                  </a:lnTo>
                  <a:lnTo>
                    <a:pt x="470350" y="2655122"/>
                  </a:lnTo>
                  <a:lnTo>
                    <a:pt x="464128" y="2659203"/>
                  </a:lnTo>
                  <a:lnTo>
                    <a:pt x="454343" y="2661912"/>
                  </a:lnTo>
                  <a:lnTo>
                    <a:pt x="446051" y="2653488"/>
                  </a:lnTo>
                  <a:lnTo>
                    <a:pt x="444255" y="2664058"/>
                  </a:lnTo>
                  <a:lnTo>
                    <a:pt x="443204" y="2674612"/>
                  </a:lnTo>
                  <a:lnTo>
                    <a:pt x="440421" y="2677321"/>
                  </a:lnTo>
                  <a:lnTo>
                    <a:pt x="435974" y="2681182"/>
                  </a:lnTo>
                  <a:lnTo>
                    <a:pt x="433561" y="2678268"/>
                  </a:lnTo>
                  <a:lnTo>
                    <a:pt x="432415" y="2674187"/>
                  </a:lnTo>
                  <a:lnTo>
                    <a:pt x="429569" y="2677828"/>
                  </a:lnTo>
                  <a:lnTo>
                    <a:pt x="425402" y="2680562"/>
                  </a:lnTo>
                  <a:lnTo>
                    <a:pt x="418526" y="2681110"/>
                  </a:lnTo>
                  <a:lnTo>
                    <a:pt x="413367" y="2682570"/>
                  </a:lnTo>
                  <a:lnTo>
                    <a:pt x="413488" y="2686943"/>
                  </a:lnTo>
                  <a:lnTo>
                    <a:pt x="414667" y="2691337"/>
                  </a:lnTo>
                  <a:lnTo>
                    <a:pt x="423793" y="2687865"/>
                  </a:lnTo>
                  <a:lnTo>
                    <a:pt x="420485" y="2699167"/>
                  </a:lnTo>
                  <a:lnTo>
                    <a:pt x="412092" y="2710335"/>
                  </a:lnTo>
                  <a:lnTo>
                    <a:pt x="405254" y="2712973"/>
                  </a:lnTo>
                  <a:lnTo>
                    <a:pt x="394794" y="2711339"/>
                  </a:lnTo>
                  <a:lnTo>
                    <a:pt x="392210" y="2712461"/>
                  </a:lnTo>
                  <a:lnTo>
                    <a:pt x="389897" y="2714780"/>
                  </a:lnTo>
                  <a:lnTo>
                    <a:pt x="402082" y="2732253"/>
                  </a:lnTo>
                  <a:lnTo>
                    <a:pt x="394252" y="2758605"/>
                  </a:lnTo>
                  <a:lnTo>
                    <a:pt x="389247" y="2768156"/>
                  </a:lnTo>
                  <a:lnTo>
                    <a:pt x="385776" y="2769380"/>
                  </a:lnTo>
                  <a:lnTo>
                    <a:pt x="382013" y="2769656"/>
                  </a:lnTo>
                  <a:lnTo>
                    <a:pt x="368507" y="2761166"/>
                  </a:lnTo>
                  <a:lnTo>
                    <a:pt x="361139" y="2754601"/>
                  </a:lnTo>
                  <a:lnTo>
                    <a:pt x="367632" y="2772467"/>
                  </a:lnTo>
                  <a:lnTo>
                    <a:pt x="385322" y="2777686"/>
                  </a:lnTo>
                  <a:lnTo>
                    <a:pt x="386226" y="2784445"/>
                  </a:lnTo>
                  <a:lnTo>
                    <a:pt x="386126" y="2790222"/>
                  </a:lnTo>
                  <a:lnTo>
                    <a:pt x="382642" y="2797002"/>
                  </a:lnTo>
                  <a:lnTo>
                    <a:pt x="379383" y="2806009"/>
                  </a:lnTo>
                  <a:lnTo>
                    <a:pt x="381788" y="2812283"/>
                  </a:lnTo>
                  <a:lnTo>
                    <a:pt x="384580" y="2827794"/>
                  </a:lnTo>
                  <a:lnTo>
                    <a:pt x="386968" y="2834912"/>
                  </a:lnTo>
                  <a:lnTo>
                    <a:pt x="389593" y="2856507"/>
                  </a:lnTo>
                  <a:lnTo>
                    <a:pt x="392385" y="2865873"/>
                  </a:lnTo>
                  <a:lnTo>
                    <a:pt x="408466" y="2900342"/>
                  </a:lnTo>
                  <a:lnTo>
                    <a:pt x="413888" y="2900608"/>
                  </a:lnTo>
                  <a:lnTo>
                    <a:pt x="414759" y="2904341"/>
                  </a:lnTo>
                  <a:lnTo>
                    <a:pt x="414242" y="2911500"/>
                  </a:lnTo>
                  <a:lnTo>
                    <a:pt x="402674" y="2913585"/>
                  </a:lnTo>
                  <a:lnTo>
                    <a:pt x="397819" y="2916775"/>
                  </a:lnTo>
                  <a:lnTo>
                    <a:pt x="396873" y="2919545"/>
                  </a:lnTo>
                  <a:lnTo>
                    <a:pt x="396156" y="2921041"/>
                  </a:lnTo>
                  <a:lnTo>
                    <a:pt x="394665" y="2920902"/>
                  </a:lnTo>
                  <a:lnTo>
                    <a:pt x="389147" y="2918910"/>
                  </a:lnTo>
                  <a:lnTo>
                    <a:pt x="376604" y="2909119"/>
                  </a:lnTo>
                  <a:lnTo>
                    <a:pt x="358326" y="2903051"/>
                  </a:lnTo>
                  <a:lnTo>
                    <a:pt x="334311" y="2900700"/>
                  </a:lnTo>
                  <a:lnTo>
                    <a:pt x="317904" y="2895800"/>
                  </a:lnTo>
                  <a:lnTo>
                    <a:pt x="309107" y="2888333"/>
                  </a:lnTo>
                  <a:lnTo>
                    <a:pt x="299910" y="2883909"/>
                  </a:lnTo>
                  <a:lnTo>
                    <a:pt x="290317" y="2882516"/>
                  </a:lnTo>
                  <a:lnTo>
                    <a:pt x="282370" y="2878465"/>
                  </a:lnTo>
                  <a:lnTo>
                    <a:pt x="276070" y="2871757"/>
                  </a:lnTo>
                  <a:lnTo>
                    <a:pt x="266856" y="2867476"/>
                  </a:lnTo>
                  <a:lnTo>
                    <a:pt x="254729" y="2865617"/>
                  </a:lnTo>
                  <a:lnTo>
                    <a:pt x="246837" y="2860588"/>
                  </a:lnTo>
                  <a:lnTo>
                    <a:pt x="241348" y="2848293"/>
                  </a:lnTo>
                  <a:lnTo>
                    <a:pt x="241323" y="2848109"/>
                  </a:lnTo>
                  <a:lnTo>
                    <a:pt x="236410" y="2827553"/>
                  </a:lnTo>
                  <a:lnTo>
                    <a:pt x="230222" y="2814674"/>
                  </a:lnTo>
                  <a:lnTo>
                    <a:pt x="218179" y="2798738"/>
                  </a:lnTo>
                  <a:lnTo>
                    <a:pt x="217070" y="2796638"/>
                  </a:lnTo>
                  <a:lnTo>
                    <a:pt x="216970" y="2794016"/>
                  </a:lnTo>
                  <a:lnTo>
                    <a:pt x="218462" y="2784742"/>
                  </a:lnTo>
                  <a:lnTo>
                    <a:pt x="217191" y="2778075"/>
                  </a:lnTo>
                  <a:lnTo>
                    <a:pt x="213378" y="2772642"/>
                  </a:lnTo>
                  <a:lnTo>
                    <a:pt x="212503" y="2766891"/>
                  </a:lnTo>
                  <a:lnTo>
                    <a:pt x="214570" y="2760838"/>
                  </a:lnTo>
                  <a:lnTo>
                    <a:pt x="214703" y="2753566"/>
                  </a:lnTo>
                  <a:lnTo>
                    <a:pt x="212907" y="2745076"/>
                  </a:lnTo>
                  <a:lnTo>
                    <a:pt x="205227" y="2735894"/>
                  </a:lnTo>
                  <a:lnTo>
                    <a:pt x="191663" y="2726031"/>
                  </a:lnTo>
                  <a:lnTo>
                    <a:pt x="180107" y="2711626"/>
                  </a:lnTo>
                  <a:lnTo>
                    <a:pt x="170568" y="2692689"/>
                  </a:lnTo>
                  <a:lnTo>
                    <a:pt x="161133" y="2679569"/>
                  </a:lnTo>
                  <a:lnTo>
                    <a:pt x="151803" y="2672261"/>
                  </a:lnTo>
                  <a:lnTo>
                    <a:pt x="145423" y="2663341"/>
                  </a:lnTo>
                  <a:lnTo>
                    <a:pt x="141989" y="2652807"/>
                  </a:lnTo>
                  <a:lnTo>
                    <a:pt x="140977" y="2646693"/>
                  </a:lnTo>
                  <a:lnTo>
                    <a:pt x="142377" y="2645003"/>
                  </a:lnTo>
                  <a:lnTo>
                    <a:pt x="136643" y="2633291"/>
                  </a:lnTo>
                  <a:lnTo>
                    <a:pt x="123774" y="2611568"/>
                  </a:lnTo>
                  <a:lnTo>
                    <a:pt x="116382" y="2595683"/>
                  </a:lnTo>
                  <a:lnTo>
                    <a:pt x="114477" y="2585641"/>
                  </a:lnTo>
                  <a:lnTo>
                    <a:pt x="106289" y="2573689"/>
                  </a:lnTo>
                  <a:lnTo>
                    <a:pt x="91820" y="2559827"/>
                  </a:lnTo>
                  <a:lnTo>
                    <a:pt x="83952" y="2550809"/>
                  </a:lnTo>
                  <a:lnTo>
                    <a:pt x="82019" y="2544546"/>
                  </a:lnTo>
                  <a:lnTo>
                    <a:pt x="59441" y="2526331"/>
                  </a:lnTo>
                  <a:lnTo>
                    <a:pt x="52882" y="2514952"/>
                  </a:lnTo>
                  <a:lnTo>
                    <a:pt x="47760" y="2511357"/>
                  </a:lnTo>
                  <a:lnTo>
                    <a:pt x="41880" y="2511746"/>
                  </a:lnTo>
                  <a:lnTo>
                    <a:pt x="38863" y="2510656"/>
                  </a:lnTo>
                  <a:lnTo>
                    <a:pt x="38713" y="2508085"/>
                  </a:lnTo>
                  <a:lnTo>
                    <a:pt x="36809" y="2507962"/>
                  </a:lnTo>
                  <a:lnTo>
                    <a:pt x="33146" y="2510297"/>
                  </a:lnTo>
                  <a:lnTo>
                    <a:pt x="21136" y="2510768"/>
                  </a:lnTo>
                  <a:lnTo>
                    <a:pt x="775" y="2509380"/>
                  </a:lnTo>
                  <a:lnTo>
                    <a:pt x="0" y="2509217"/>
                  </a:lnTo>
                  <a:lnTo>
                    <a:pt x="0" y="699813"/>
                  </a:lnTo>
                  <a:lnTo>
                    <a:pt x="1430380" y="699813"/>
                  </a:lnTo>
                  <a:lnTo>
                    <a:pt x="1444880" y="707161"/>
                  </a:lnTo>
                  <a:lnTo>
                    <a:pt x="1461444" y="715554"/>
                  </a:lnTo>
                  <a:lnTo>
                    <a:pt x="1465620" y="729509"/>
                  </a:lnTo>
                  <a:lnTo>
                    <a:pt x="1469687" y="743095"/>
                  </a:lnTo>
                  <a:lnTo>
                    <a:pt x="1479384" y="752958"/>
                  </a:lnTo>
                  <a:lnTo>
                    <a:pt x="1488260" y="761965"/>
                  </a:lnTo>
                  <a:lnTo>
                    <a:pt x="1493399" y="761494"/>
                  </a:lnTo>
                  <a:lnTo>
                    <a:pt x="1498612" y="757689"/>
                  </a:lnTo>
                  <a:lnTo>
                    <a:pt x="1501921" y="755856"/>
                  </a:lnTo>
                  <a:lnTo>
                    <a:pt x="1507467" y="755554"/>
                  </a:lnTo>
                  <a:lnTo>
                    <a:pt x="1519802" y="752297"/>
                  </a:lnTo>
                  <a:lnTo>
                    <a:pt x="1523448" y="753009"/>
                  </a:lnTo>
                  <a:lnTo>
                    <a:pt x="1525520" y="754637"/>
                  </a:lnTo>
                  <a:lnTo>
                    <a:pt x="1525690" y="757187"/>
                  </a:lnTo>
                  <a:lnTo>
                    <a:pt x="1525269" y="759215"/>
                  </a:lnTo>
                  <a:lnTo>
                    <a:pt x="1523361" y="763286"/>
                  </a:lnTo>
                  <a:lnTo>
                    <a:pt x="1526374" y="771045"/>
                  </a:lnTo>
                  <a:lnTo>
                    <a:pt x="1527007" y="779663"/>
                  </a:lnTo>
                  <a:lnTo>
                    <a:pt x="1528662" y="786177"/>
                  </a:lnTo>
                  <a:lnTo>
                    <a:pt x="1533712" y="794514"/>
                  </a:lnTo>
                  <a:lnTo>
                    <a:pt x="1538100" y="801028"/>
                  </a:lnTo>
                  <a:lnTo>
                    <a:pt x="1543626" y="802287"/>
                  </a:lnTo>
                  <a:lnTo>
                    <a:pt x="1556415" y="798493"/>
                  </a:lnTo>
                  <a:lnTo>
                    <a:pt x="1564429" y="797059"/>
                  </a:lnTo>
                  <a:lnTo>
                    <a:pt x="1568979" y="797678"/>
                  </a:lnTo>
                  <a:lnTo>
                    <a:pt x="1576764" y="803777"/>
                  </a:lnTo>
                  <a:lnTo>
                    <a:pt x="1580573" y="807444"/>
                  </a:lnTo>
                  <a:lnTo>
                    <a:pt x="1581481" y="810491"/>
                  </a:lnTo>
                  <a:lnTo>
                    <a:pt x="1570967" y="829111"/>
                  </a:lnTo>
                  <a:lnTo>
                    <a:pt x="1587640" y="838349"/>
                  </a:lnTo>
                  <a:lnTo>
                    <a:pt x="1606247" y="848447"/>
                  </a:lnTo>
                  <a:lnTo>
                    <a:pt x="1628433" y="860486"/>
                  </a:lnTo>
                  <a:lnTo>
                    <a:pt x="1641998" y="867855"/>
                  </a:lnTo>
                  <a:lnTo>
                    <a:pt x="1659862" y="878379"/>
                  </a:lnTo>
                  <a:lnTo>
                    <a:pt x="1662921" y="893373"/>
                  </a:lnTo>
                  <a:lnTo>
                    <a:pt x="1665497" y="906027"/>
                  </a:lnTo>
                  <a:lnTo>
                    <a:pt x="1668780" y="923668"/>
                  </a:lnTo>
                  <a:lnTo>
                    <a:pt x="1672127" y="941663"/>
                  </a:lnTo>
                  <a:lnTo>
                    <a:pt x="1675465" y="959592"/>
                  </a:lnTo>
                  <a:lnTo>
                    <a:pt x="1679002" y="978621"/>
                  </a:lnTo>
                  <a:lnTo>
                    <a:pt x="1682890" y="999524"/>
                  </a:lnTo>
                  <a:lnTo>
                    <a:pt x="1686345" y="1018078"/>
                  </a:lnTo>
                  <a:lnTo>
                    <a:pt x="1690116" y="1038331"/>
                  </a:lnTo>
                  <a:lnTo>
                    <a:pt x="1695130" y="1064688"/>
                  </a:lnTo>
                  <a:lnTo>
                    <a:pt x="1690646" y="1074843"/>
                  </a:lnTo>
                  <a:lnTo>
                    <a:pt x="1680882" y="1096955"/>
                  </a:lnTo>
                  <a:lnTo>
                    <a:pt x="1672056" y="1116942"/>
                  </a:lnTo>
                  <a:lnTo>
                    <a:pt x="1671285" y="1122739"/>
                  </a:lnTo>
                  <a:lnTo>
                    <a:pt x="1665217" y="1151882"/>
                  </a:lnTo>
                  <a:lnTo>
                    <a:pt x="1660354" y="1163921"/>
                  </a:lnTo>
                  <a:lnTo>
                    <a:pt x="1651836" y="1170911"/>
                  </a:lnTo>
                  <a:lnTo>
                    <a:pt x="1643381" y="1177686"/>
                  </a:lnTo>
                  <a:lnTo>
                    <a:pt x="1632834" y="1189039"/>
                  </a:lnTo>
                  <a:lnTo>
                    <a:pt x="1621232" y="1194647"/>
                  </a:lnTo>
                  <a:lnTo>
                    <a:pt x="1615306" y="1197945"/>
                  </a:lnTo>
                  <a:lnTo>
                    <a:pt x="1612202" y="1203147"/>
                  </a:lnTo>
                  <a:lnTo>
                    <a:pt x="1608776" y="1214552"/>
                  </a:lnTo>
                  <a:lnTo>
                    <a:pt x="1609435" y="1231968"/>
                  </a:lnTo>
                  <a:lnTo>
                    <a:pt x="1618990" y="1246957"/>
                  </a:lnTo>
                  <a:lnTo>
                    <a:pt x="1632967" y="1255340"/>
                  </a:lnTo>
                  <a:lnTo>
                    <a:pt x="1648003" y="1263503"/>
                  </a:lnTo>
                  <a:lnTo>
                    <a:pt x="1669422" y="1263538"/>
                  </a:lnTo>
                  <a:lnTo>
                    <a:pt x="1688687" y="1252646"/>
                  </a:lnTo>
                  <a:lnTo>
                    <a:pt x="1709098" y="1241109"/>
                  </a:lnTo>
                  <a:lnTo>
                    <a:pt x="1727296" y="1230821"/>
                  </a:lnTo>
                  <a:lnTo>
                    <a:pt x="1748941" y="1218587"/>
                  </a:lnTo>
                  <a:lnTo>
                    <a:pt x="1768544" y="1207500"/>
                  </a:lnTo>
                  <a:lnTo>
                    <a:pt x="1789830" y="1203516"/>
                  </a:lnTo>
                  <a:lnTo>
                    <a:pt x="1819325" y="1198001"/>
                  </a:lnTo>
                  <a:lnTo>
                    <a:pt x="1856455" y="1191052"/>
                  </a:lnTo>
                  <a:lnTo>
                    <a:pt x="1874533" y="1183140"/>
                  </a:lnTo>
                  <a:lnTo>
                    <a:pt x="1897894" y="1172914"/>
                  </a:lnTo>
                  <a:lnTo>
                    <a:pt x="1924844" y="1161115"/>
                  </a:lnTo>
                  <a:lnTo>
                    <a:pt x="1948101" y="1150935"/>
                  </a:lnTo>
                  <a:lnTo>
                    <a:pt x="1959794" y="1145291"/>
                  </a:lnTo>
                  <a:lnTo>
                    <a:pt x="1968112" y="1138854"/>
                  </a:lnTo>
                  <a:lnTo>
                    <a:pt x="1970175" y="1134092"/>
                  </a:lnTo>
                  <a:lnTo>
                    <a:pt x="1969683" y="1131357"/>
                  </a:lnTo>
                  <a:lnTo>
                    <a:pt x="1967537" y="1128618"/>
                  </a:lnTo>
                  <a:lnTo>
                    <a:pt x="1964570" y="1126595"/>
                  </a:lnTo>
                  <a:lnTo>
                    <a:pt x="1961932" y="1124874"/>
                  </a:lnTo>
                  <a:lnTo>
                    <a:pt x="1960694" y="1122744"/>
                  </a:lnTo>
                  <a:lnTo>
                    <a:pt x="1960448" y="1118084"/>
                  </a:lnTo>
                  <a:lnTo>
                    <a:pt x="1958831" y="1115406"/>
                  </a:lnTo>
                  <a:lnTo>
                    <a:pt x="1957290" y="1113434"/>
                  </a:lnTo>
                  <a:lnTo>
                    <a:pt x="1957873" y="1095398"/>
                  </a:lnTo>
                  <a:lnTo>
                    <a:pt x="1955839" y="1089806"/>
                  </a:lnTo>
                  <a:lnTo>
                    <a:pt x="1948259" y="1075632"/>
                  </a:lnTo>
                  <a:lnTo>
                    <a:pt x="1962715" y="1069276"/>
                  </a:lnTo>
                  <a:lnTo>
                    <a:pt x="1976109" y="1063382"/>
                  </a:lnTo>
                  <a:lnTo>
                    <a:pt x="1986789" y="1059019"/>
                  </a:lnTo>
                  <a:lnTo>
                    <a:pt x="2009163" y="1058333"/>
                  </a:lnTo>
                  <a:lnTo>
                    <a:pt x="2029941" y="1058420"/>
                  </a:lnTo>
                  <a:lnTo>
                    <a:pt x="2058578" y="1058538"/>
                  </a:lnTo>
                  <a:lnTo>
                    <a:pt x="2082706" y="1058635"/>
                  </a:lnTo>
                  <a:lnTo>
                    <a:pt x="2110856" y="1058753"/>
                  </a:lnTo>
                  <a:lnTo>
                    <a:pt x="2127358" y="1058820"/>
                  </a:lnTo>
                  <a:lnTo>
                    <a:pt x="2148982" y="1058615"/>
                  </a:lnTo>
                  <a:lnTo>
                    <a:pt x="2159521" y="1042253"/>
                  </a:lnTo>
                  <a:lnTo>
                    <a:pt x="2168939" y="1027623"/>
                  </a:lnTo>
                  <a:lnTo>
                    <a:pt x="2179311" y="1013643"/>
                  </a:lnTo>
                  <a:lnTo>
                    <a:pt x="2197751" y="997230"/>
                  </a:lnTo>
                  <a:lnTo>
                    <a:pt x="2203106" y="994281"/>
                  </a:lnTo>
                  <a:lnTo>
                    <a:pt x="2206060" y="987808"/>
                  </a:lnTo>
                  <a:lnTo>
                    <a:pt x="2217237" y="981658"/>
                  </a:lnTo>
                  <a:lnTo>
                    <a:pt x="2229551" y="975953"/>
                  </a:lnTo>
                  <a:lnTo>
                    <a:pt x="2234381" y="970602"/>
                  </a:lnTo>
                  <a:lnTo>
                    <a:pt x="2236718" y="967555"/>
                  </a:lnTo>
                  <a:lnTo>
                    <a:pt x="2270060" y="938693"/>
                  </a:lnTo>
                  <a:lnTo>
                    <a:pt x="2288996" y="925363"/>
                  </a:lnTo>
                  <a:lnTo>
                    <a:pt x="2304636" y="917943"/>
                  </a:lnTo>
                  <a:lnTo>
                    <a:pt x="2316542" y="914399"/>
                  </a:lnTo>
                  <a:lnTo>
                    <a:pt x="2324580" y="914906"/>
                  </a:lnTo>
                  <a:lnTo>
                    <a:pt x="2329152" y="91440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3691075" y="1264019"/>
              <a:ext cx="972232" cy="951193"/>
            </a:xfrm>
            <a:custGeom>
              <a:avLst/>
              <a:pathLst>
                <a:path w="972232" h="951193">
                  <a:moveTo>
                    <a:pt x="914400" y="914400"/>
                  </a:moveTo>
                  <a:lnTo>
                    <a:pt x="919884" y="915086"/>
                  </a:lnTo>
                  <a:lnTo>
                    <a:pt x="924601" y="913094"/>
                  </a:lnTo>
                  <a:lnTo>
                    <a:pt x="929068" y="909069"/>
                  </a:lnTo>
                  <a:lnTo>
                    <a:pt x="939440" y="903625"/>
                  </a:lnTo>
                  <a:lnTo>
                    <a:pt x="948279" y="901244"/>
                  </a:lnTo>
                  <a:lnTo>
                    <a:pt x="951063" y="900752"/>
                  </a:lnTo>
                  <a:lnTo>
                    <a:pt x="955276" y="904572"/>
                  </a:lnTo>
                  <a:lnTo>
                    <a:pt x="963635" y="901505"/>
                  </a:lnTo>
                  <a:lnTo>
                    <a:pt x="972232" y="899784"/>
                  </a:lnTo>
                  <a:lnTo>
                    <a:pt x="935044" y="917252"/>
                  </a:lnTo>
                  <a:lnTo>
                    <a:pt x="927439" y="919218"/>
                  </a:lnTo>
                  <a:lnTo>
                    <a:pt x="916558" y="924421"/>
                  </a:lnTo>
                  <a:lnTo>
                    <a:pt x="906273" y="928108"/>
                  </a:lnTo>
                  <a:lnTo>
                    <a:pt x="898868" y="929450"/>
                  </a:lnTo>
                  <a:lnTo>
                    <a:pt x="862047" y="942416"/>
                  </a:lnTo>
                  <a:lnTo>
                    <a:pt x="859125" y="942698"/>
                  </a:lnTo>
                  <a:lnTo>
                    <a:pt x="855967" y="941433"/>
                  </a:lnTo>
                  <a:lnTo>
                    <a:pt x="825638" y="948110"/>
                  </a:lnTo>
                  <a:lnTo>
                    <a:pt x="813190" y="948863"/>
                  </a:lnTo>
                  <a:lnTo>
                    <a:pt x="801855" y="951193"/>
                  </a:lnTo>
                  <a:lnTo>
                    <a:pt x="810240" y="945816"/>
                  </a:lnTo>
                  <a:lnTo>
                    <a:pt x="810423" y="943804"/>
                  </a:lnTo>
                  <a:lnTo>
                    <a:pt x="808419" y="942232"/>
                  </a:lnTo>
                  <a:lnTo>
                    <a:pt x="803935" y="942687"/>
                  </a:lnTo>
                  <a:lnTo>
                    <a:pt x="799342" y="948223"/>
                  </a:lnTo>
                  <a:lnTo>
                    <a:pt x="792012" y="950072"/>
                  </a:lnTo>
                  <a:lnTo>
                    <a:pt x="790550" y="944044"/>
                  </a:lnTo>
                  <a:lnTo>
                    <a:pt x="792996" y="939379"/>
                  </a:lnTo>
                  <a:lnTo>
                    <a:pt x="796309" y="934955"/>
                  </a:lnTo>
                  <a:lnTo>
                    <a:pt x="803589" y="928001"/>
                  </a:lnTo>
                  <a:lnTo>
                    <a:pt x="814003" y="923592"/>
                  </a:lnTo>
                  <a:lnTo>
                    <a:pt x="819295" y="919782"/>
                  </a:lnTo>
                  <a:lnTo>
                    <a:pt x="822962" y="923136"/>
                  </a:lnTo>
                  <a:lnTo>
                    <a:pt x="823767" y="918604"/>
                  </a:lnTo>
                  <a:lnTo>
                    <a:pt x="826588" y="915987"/>
                  </a:lnTo>
                  <a:lnTo>
                    <a:pt x="829655" y="914579"/>
                  </a:lnTo>
                  <a:lnTo>
                    <a:pt x="837031" y="914543"/>
                  </a:lnTo>
                  <a:lnTo>
                    <a:pt x="841002" y="913831"/>
                  </a:lnTo>
                  <a:lnTo>
                    <a:pt x="843873" y="912326"/>
                  </a:lnTo>
                  <a:lnTo>
                    <a:pt x="846820" y="912044"/>
                  </a:lnTo>
                  <a:lnTo>
                    <a:pt x="854887" y="914097"/>
                  </a:lnTo>
                  <a:lnTo>
                    <a:pt x="862768" y="913508"/>
                  </a:lnTo>
                  <a:lnTo>
                    <a:pt x="869131" y="910671"/>
                  </a:lnTo>
                  <a:lnTo>
                    <a:pt x="875744" y="909719"/>
                  </a:lnTo>
                  <a:lnTo>
                    <a:pt x="893238" y="909079"/>
                  </a:lnTo>
                  <a:lnTo>
                    <a:pt x="910624" y="907005"/>
                  </a:lnTo>
                  <a:lnTo>
                    <a:pt x="917575" y="903318"/>
                  </a:lnTo>
                  <a:lnTo>
                    <a:pt x="932177" y="892984"/>
                  </a:lnTo>
                  <a:lnTo>
                    <a:pt x="940578" y="890101"/>
                  </a:lnTo>
                  <a:lnTo>
                    <a:pt x="927497" y="902109"/>
                  </a:lnTo>
                  <a:lnTo>
                    <a:pt x="920467" y="90761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4061078" y="908315"/>
              <a:ext cx="919367" cy="921036"/>
            </a:xfrm>
            <a:custGeom>
              <a:avLst/>
              <a:pathLst>
                <a:path w="919367" h="921036">
                  <a:moveTo>
                    <a:pt x="914400" y="914399"/>
                  </a:moveTo>
                  <a:lnTo>
                    <a:pt x="908953" y="913508"/>
                  </a:lnTo>
                  <a:lnTo>
                    <a:pt x="909065" y="919044"/>
                  </a:lnTo>
                  <a:lnTo>
                    <a:pt x="908457" y="921036"/>
                  </a:lnTo>
                  <a:lnTo>
                    <a:pt x="902423" y="918189"/>
                  </a:lnTo>
                  <a:lnTo>
                    <a:pt x="900210" y="916356"/>
                  </a:lnTo>
                  <a:lnTo>
                    <a:pt x="900402" y="909023"/>
                  </a:lnTo>
                  <a:lnTo>
                    <a:pt x="905732" y="902089"/>
                  </a:lnTo>
                  <a:lnTo>
                    <a:pt x="909795" y="899349"/>
                  </a:lnTo>
                  <a:lnTo>
                    <a:pt x="915033" y="901249"/>
                  </a:lnTo>
                  <a:lnTo>
                    <a:pt x="919054" y="909012"/>
                  </a:lnTo>
                  <a:lnTo>
                    <a:pt x="919367" y="91235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3549827" y="1306246"/>
              <a:ext cx="928781" cy="914399"/>
            </a:xfrm>
            <a:custGeom>
              <a:avLst/>
              <a:pathLst>
                <a:path w="928781" h="914399">
                  <a:moveTo>
                    <a:pt x="914400" y="914399"/>
                  </a:moveTo>
                  <a:lnTo>
                    <a:pt x="918471" y="904342"/>
                  </a:lnTo>
                  <a:lnTo>
                    <a:pt x="925955" y="899743"/>
                  </a:lnTo>
                  <a:lnTo>
                    <a:pt x="928664" y="900701"/>
                  </a:lnTo>
                  <a:lnTo>
                    <a:pt x="928781" y="904255"/>
                  </a:lnTo>
                  <a:lnTo>
                    <a:pt x="927730" y="907292"/>
                  </a:lnTo>
                  <a:lnTo>
                    <a:pt x="922709" y="911972"/>
                  </a:lnTo>
                  <a:lnTo>
                    <a:pt x="918475" y="91396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3844316" y="1221428"/>
              <a:ext cx="937903" cy="914399"/>
            </a:xfrm>
            <a:custGeom>
              <a:avLst/>
              <a:pathLst>
                <a:path w="937903" h="914399">
                  <a:moveTo>
                    <a:pt x="914400" y="914399"/>
                  </a:moveTo>
                  <a:lnTo>
                    <a:pt x="910653" y="911091"/>
                  </a:lnTo>
                  <a:lnTo>
                    <a:pt x="916516" y="909560"/>
                  </a:lnTo>
                  <a:lnTo>
                    <a:pt x="923922" y="901700"/>
                  </a:lnTo>
                  <a:lnTo>
                    <a:pt x="928847" y="900788"/>
                  </a:lnTo>
                  <a:lnTo>
                    <a:pt x="936586" y="905238"/>
                  </a:lnTo>
                  <a:lnTo>
                    <a:pt x="937903" y="90927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3801164" y="1207043"/>
              <a:ext cx="919425" cy="914400"/>
            </a:xfrm>
            <a:custGeom>
              <a:avLst/>
              <a:pathLst>
                <a:path w="919425" h="914400">
                  <a:moveTo>
                    <a:pt x="914400" y="914400"/>
                  </a:moveTo>
                  <a:lnTo>
                    <a:pt x="909678" y="913898"/>
                  </a:lnTo>
                  <a:lnTo>
                    <a:pt x="912074" y="910026"/>
                  </a:lnTo>
                  <a:lnTo>
                    <a:pt x="912987" y="904342"/>
                  </a:lnTo>
                  <a:lnTo>
                    <a:pt x="915316" y="898100"/>
                  </a:lnTo>
                  <a:lnTo>
                    <a:pt x="916658" y="896190"/>
                  </a:lnTo>
                  <a:lnTo>
                    <a:pt x="919425" y="894505"/>
                  </a:lnTo>
                  <a:lnTo>
                    <a:pt x="918625" y="9115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3906637" y="1229606"/>
              <a:ext cx="920984" cy="914399"/>
            </a:xfrm>
            <a:custGeom>
              <a:avLst/>
              <a:pathLst>
                <a:path w="920984" h="914399">
                  <a:moveTo>
                    <a:pt x="914400" y="914399"/>
                  </a:moveTo>
                  <a:lnTo>
                    <a:pt x="899210" y="910533"/>
                  </a:lnTo>
                  <a:lnTo>
                    <a:pt x="911707" y="907256"/>
                  </a:lnTo>
                  <a:lnTo>
                    <a:pt x="913749" y="906114"/>
                  </a:lnTo>
                  <a:lnTo>
                    <a:pt x="915379" y="901295"/>
                  </a:lnTo>
                  <a:lnTo>
                    <a:pt x="915583" y="898878"/>
                  </a:lnTo>
                  <a:lnTo>
                    <a:pt x="920329" y="909243"/>
                  </a:lnTo>
                  <a:lnTo>
                    <a:pt x="920984" y="91271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3429073" y="1797393"/>
              <a:ext cx="915687" cy="914400"/>
            </a:xfrm>
            <a:custGeom>
              <a:avLst/>
              <a:pathLst>
                <a:path w="915687" h="914400">
                  <a:moveTo>
                    <a:pt x="914400" y="914400"/>
                  </a:moveTo>
                  <a:lnTo>
                    <a:pt x="908732" y="902806"/>
                  </a:lnTo>
                  <a:lnTo>
                    <a:pt x="914562" y="906554"/>
                  </a:lnTo>
                  <a:lnTo>
                    <a:pt x="915604" y="909673"/>
                  </a:lnTo>
                  <a:lnTo>
                    <a:pt x="915687" y="91226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3426727" y="1862705"/>
              <a:ext cx="933331" cy="914400"/>
            </a:xfrm>
            <a:custGeom>
              <a:avLst/>
              <a:pathLst>
                <a:path w="933331" h="914400">
                  <a:moveTo>
                    <a:pt x="914400" y="914400"/>
                  </a:moveTo>
                  <a:lnTo>
                    <a:pt x="913391" y="913483"/>
                  </a:lnTo>
                  <a:lnTo>
                    <a:pt x="926509" y="907502"/>
                  </a:lnTo>
                  <a:lnTo>
                    <a:pt x="930647" y="886434"/>
                  </a:lnTo>
                  <a:lnTo>
                    <a:pt x="931214" y="876720"/>
                  </a:lnTo>
                  <a:lnTo>
                    <a:pt x="929247" y="859595"/>
                  </a:lnTo>
                  <a:lnTo>
                    <a:pt x="929314" y="856057"/>
                  </a:lnTo>
                  <a:lnTo>
                    <a:pt x="931448" y="861577"/>
                  </a:lnTo>
                  <a:lnTo>
                    <a:pt x="933331" y="877555"/>
                  </a:lnTo>
                  <a:lnTo>
                    <a:pt x="932623" y="889671"/>
                  </a:lnTo>
                  <a:lnTo>
                    <a:pt x="928818" y="907322"/>
                  </a:lnTo>
                  <a:lnTo>
                    <a:pt x="925847" y="91154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3402370" y="1872563"/>
              <a:ext cx="929910" cy="914400"/>
            </a:xfrm>
            <a:custGeom>
              <a:avLst/>
              <a:pathLst>
                <a:path w="929910" h="914400">
                  <a:moveTo>
                    <a:pt x="914400" y="914400"/>
                  </a:moveTo>
                  <a:lnTo>
                    <a:pt x="912649" y="913954"/>
                  </a:lnTo>
                  <a:lnTo>
                    <a:pt x="922826" y="908603"/>
                  </a:lnTo>
                  <a:lnTo>
                    <a:pt x="929910" y="9069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3354159" y="1923675"/>
              <a:ext cx="941811" cy="914400"/>
            </a:xfrm>
            <a:custGeom>
              <a:avLst/>
              <a:pathLst>
                <a:path w="941811" h="914400">
                  <a:moveTo>
                    <a:pt x="914400" y="914400"/>
                  </a:moveTo>
                  <a:lnTo>
                    <a:pt x="922213" y="901305"/>
                  </a:lnTo>
                  <a:lnTo>
                    <a:pt x="937644" y="884698"/>
                  </a:lnTo>
                  <a:lnTo>
                    <a:pt x="941811" y="882158"/>
                  </a:lnTo>
                  <a:lnTo>
                    <a:pt x="928981" y="896343"/>
                  </a:lnTo>
                  <a:lnTo>
                    <a:pt x="916525" y="91319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2880983" y="2784076"/>
              <a:ext cx="917442" cy="914400"/>
            </a:xfrm>
            <a:custGeom>
              <a:avLst/>
              <a:pathLst>
                <a:path w="917442" h="914400">
                  <a:moveTo>
                    <a:pt x="914400" y="914400"/>
                  </a:moveTo>
                  <a:lnTo>
                    <a:pt x="908245" y="912392"/>
                  </a:lnTo>
                  <a:lnTo>
                    <a:pt x="904882" y="908797"/>
                  </a:lnTo>
                  <a:lnTo>
                    <a:pt x="903431" y="901761"/>
                  </a:lnTo>
                  <a:lnTo>
                    <a:pt x="908790" y="909212"/>
                  </a:lnTo>
                  <a:lnTo>
                    <a:pt x="910712" y="910897"/>
                  </a:lnTo>
                  <a:lnTo>
                    <a:pt x="917442" y="91166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2879929" y="2777147"/>
              <a:ext cx="914520" cy="914399"/>
            </a:xfrm>
            <a:custGeom>
              <a:avLst/>
              <a:pathLst>
                <a:path w="914520" h="914399">
                  <a:moveTo>
                    <a:pt x="914400" y="914399"/>
                  </a:moveTo>
                  <a:lnTo>
                    <a:pt x="910099" y="904081"/>
                  </a:lnTo>
                  <a:lnTo>
                    <a:pt x="907236" y="892677"/>
                  </a:lnTo>
                  <a:lnTo>
                    <a:pt x="911332" y="896369"/>
                  </a:lnTo>
                  <a:lnTo>
                    <a:pt x="914520" y="90823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3008342" y="2938589"/>
              <a:ext cx="942007" cy="914400"/>
            </a:xfrm>
            <a:custGeom>
              <a:avLst/>
              <a:pathLst>
                <a:path w="942007" h="914400">
                  <a:moveTo>
                    <a:pt x="914400" y="914400"/>
                  </a:moveTo>
                  <a:lnTo>
                    <a:pt x="916279" y="909463"/>
                  </a:lnTo>
                  <a:lnTo>
                    <a:pt x="922892" y="898909"/>
                  </a:lnTo>
                  <a:lnTo>
                    <a:pt x="925030" y="893941"/>
                  </a:lnTo>
                  <a:lnTo>
                    <a:pt x="929497" y="890792"/>
                  </a:lnTo>
                  <a:lnTo>
                    <a:pt x="933656" y="885098"/>
                  </a:lnTo>
                  <a:lnTo>
                    <a:pt x="933969" y="878456"/>
                  </a:lnTo>
                  <a:lnTo>
                    <a:pt x="940011" y="873811"/>
                  </a:lnTo>
                  <a:lnTo>
                    <a:pt x="942007" y="873145"/>
                  </a:lnTo>
                  <a:lnTo>
                    <a:pt x="931360" y="89467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2048189" y="2463265"/>
              <a:ext cx="920934" cy="914400"/>
            </a:xfrm>
            <a:custGeom>
              <a:avLst/>
              <a:pathLst>
                <a:path w="920934" h="914400">
                  <a:moveTo>
                    <a:pt x="914400" y="914400"/>
                  </a:moveTo>
                  <a:lnTo>
                    <a:pt x="900285" y="905315"/>
                  </a:lnTo>
                  <a:lnTo>
                    <a:pt x="899398" y="901413"/>
                  </a:lnTo>
                  <a:lnTo>
                    <a:pt x="906361" y="897885"/>
                  </a:lnTo>
                  <a:lnTo>
                    <a:pt x="910611" y="898197"/>
                  </a:lnTo>
                  <a:lnTo>
                    <a:pt x="917333" y="902811"/>
                  </a:lnTo>
                  <a:lnTo>
                    <a:pt x="919792" y="904096"/>
                  </a:lnTo>
                  <a:lnTo>
                    <a:pt x="920934" y="905965"/>
                  </a:lnTo>
                  <a:lnTo>
                    <a:pt x="920284" y="908889"/>
                  </a:lnTo>
                  <a:lnTo>
                    <a:pt x="917571" y="9129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1603955" y="2629736"/>
              <a:ext cx="931152" cy="914399"/>
            </a:xfrm>
            <a:custGeom>
              <a:avLst/>
              <a:pathLst>
                <a:path w="931152" h="914399">
                  <a:moveTo>
                    <a:pt x="914400" y="914399"/>
                  </a:moveTo>
                  <a:lnTo>
                    <a:pt x="918529" y="905812"/>
                  </a:lnTo>
                  <a:lnTo>
                    <a:pt x="919296" y="902370"/>
                  </a:lnTo>
                  <a:lnTo>
                    <a:pt x="926068" y="891504"/>
                  </a:lnTo>
                  <a:lnTo>
                    <a:pt x="929643" y="889886"/>
                  </a:lnTo>
                  <a:lnTo>
                    <a:pt x="931152" y="894510"/>
                  </a:lnTo>
                  <a:lnTo>
                    <a:pt x="924188" y="902145"/>
                  </a:lnTo>
                  <a:lnTo>
                    <a:pt x="916250" y="91414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1624003" y="2603594"/>
              <a:ext cx="948329" cy="914400"/>
            </a:xfrm>
            <a:custGeom>
              <a:avLst/>
              <a:pathLst>
                <a:path w="948329" h="914400">
                  <a:moveTo>
                    <a:pt x="914399" y="914400"/>
                  </a:moveTo>
                  <a:lnTo>
                    <a:pt x="918283" y="908736"/>
                  </a:lnTo>
                  <a:lnTo>
                    <a:pt x="924597" y="905878"/>
                  </a:lnTo>
                  <a:lnTo>
                    <a:pt x="938449" y="894996"/>
                  </a:lnTo>
                  <a:lnTo>
                    <a:pt x="944099" y="894249"/>
                  </a:lnTo>
                  <a:lnTo>
                    <a:pt x="947041" y="890500"/>
                  </a:lnTo>
                  <a:lnTo>
                    <a:pt x="948329" y="889947"/>
                  </a:lnTo>
                  <a:lnTo>
                    <a:pt x="947496" y="894541"/>
                  </a:lnTo>
                  <a:lnTo>
                    <a:pt x="936352" y="901065"/>
                  </a:lnTo>
                  <a:lnTo>
                    <a:pt x="917533" y="91396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1574188" y="2698602"/>
              <a:ext cx="942074" cy="914399"/>
            </a:xfrm>
            <a:custGeom>
              <a:avLst/>
              <a:pathLst>
                <a:path w="942074" h="914399">
                  <a:moveTo>
                    <a:pt x="914399" y="914399"/>
                  </a:moveTo>
                  <a:lnTo>
                    <a:pt x="915133" y="905407"/>
                  </a:lnTo>
                  <a:lnTo>
                    <a:pt x="922063" y="884975"/>
                  </a:lnTo>
                  <a:lnTo>
                    <a:pt x="936144" y="858121"/>
                  </a:lnTo>
                  <a:lnTo>
                    <a:pt x="942074" y="853624"/>
                  </a:lnTo>
                  <a:lnTo>
                    <a:pt x="925830" y="883075"/>
                  </a:lnTo>
                  <a:lnTo>
                    <a:pt x="917062" y="90836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1770069" y="2499988"/>
              <a:ext cx="941882" cy="914399"/>
            </a:xfrm>
            <a:custGeom>
              <a:avLst/>
              <a:pathLst>
                <a:path w="941882" h="914399">
                  <a:moveTo>
                    <a:pt x="914400" y="914399"/>
                  </a:moveTo>
                  <a:lnTo>
                    <a:pt x="933002" y="898269"/>
                  </a:lnTo>
                  <a:lnTo>
                    <a:pt x="936902" y="892902"/>
                  </a:lnTo>
                  <a:lnTo>
                    <a:pt x="941882" y="893137"/>
                  </a:lnTo>
                  <a:lnTo>
                    <a:pt x="933577" y="902176"/>
                  </a:lnTo>
                  <a:lnTo>
                    <a:pt x="918663" y="91339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1591282" y="2817070"/>
              <a:ext cx="915579" cy="914400"/>
            </a:xfrm>
            <a:custGeom>
              <a:avLst/>
              <a:pathLst>
                <a:path w="915579" h="914400">
                  <a:moveTo>
                    <a:pt x="914399" y="914400"/>
                  </a:moveTo>
                  <a:lnTo>
                    <a:pt x="907332" y="891658"/>
                  </a:lnTo>
                  <a:lnTo>
                    <a:pt x="895830" y="840192"/>
                  </a:lnTo>
                  <a:lnTo>
                    <a:pt x="895397" y="810860"/>
                  </a:lnTo>
                  <a:lnTo>
                    <a:pt x="897206" y="800761"/>
                  </a:lnTo>
                  <a:lnTo>
                    <a:pt x="900173" y="842189"/>
                  </a:lnTo>
                  <a:lnTo>
                    <a:pt x="912887" y="894802"/>
                  </a:lnTo>
                  <a:lnTo>
                    <a:pt x="915579" y="90953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3792447" y="1206818"/>
              <a:ext cx="917692" cy="914399"/>
            </a:xfrm>
            <a:custGeom>
              <a:avLst/>
              <a:pathLst>
                <a:path w="917692" h="914399">
                  <a:moveTo>
                    <a:pt x="914400" y="914399"/>
                  </a:moveTo>
                  <a:lnTo>
                    <a:pt x="913516" y="909335"/>
                  </a:lnTo>
                  <a:lnTo>
                    <a:pt x="915175" y="903512"/>
                  </a:lnTo>
                  <a:lnTo>
                    <a:pt x="916854" y="903379"/>
                  </a:lnTo>
                  <a:lnTo>
                    <a:pt x="917692" y="906477"/>
                  </a:lnTo>
                  <a:lnTo>
                    <a:pt x="916766" y="91245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3548581" y="1410001"/>
              <a:ext cx="926668" cy="914400"/>
            </a:xfrm>
            <a:custGeom>
              <a:avLst/>
              <a:pathLst>
                <a:path w="926668" h="914400">
                  <a:moveTo>
                    <a:pt x="914400" y="914400"/>
                  </a:moveTo>
                  <a:lnTo>
                    <a:pt x="914170" y="911347"/>
                  </a:lnTo>
                  <a:lnTo>
                    <a:pt x="926668" y="891637"/>
                  </a:lnTo>
                  <a:lnTo>
                    <a:pt x="924409" y="8985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3452310" y="1583815"/>
              <a:ext cx="938349" cy="914399"/>
            </a:xfrm>
            <a:custGeom>
              <a:avLst/>
              <a:pathLst>
                <a:path w="938349" h="914399">
                  <a:moveTo>
                    <a:pt x="914400" y="914399"/>
                  </a:moveTo>
                  <a:lnTo>
                    <a:pt x="927418" y="893399"/>
                  </a:lnTo>
                  <a:lnTo>
                    <a:pt x="934977" y="875803"/>
                  </a:lnTo>
                  <a:lnTo>
                    <a:pt x="938349" y="869720"/>
                  </a:lnTo>
                  <a:lnTo>
                    <a:pt x="935077" y="882051"/>
                  </a:lnTo>
                  <a:lnTo>
                    <a:pt x="929360" y="893388"/>
                  </a:lnTo>
                  <a:lnTo>
                    <a:pt x="918279" y="91269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3350750" y="1921467"/>
              <a:ext cx="916300" cy="914400"/>
            </a:xfrm>
            <a:custGeom>
              <a:avLst/>
              <a:pathLst>
                <a:path w="916300" h="914400">
                  <a:moveTo>
                    <a:pt x="914400" y="914400"/>
                  </a:moveTo>
                  <a:lnTo>
                    <a:pt x="911045" y="913242"/>
                  </a:lnTo>
                  <a:lnTo>
                    <a:pt x="906423" y="911030"/>
                  </a:lnTo>
                  <a:lnTo>
                    <a:pt x="905402" y="909407"/>
                  </a:lnTo>
                  <a:lnTo>
                    <a:pt x="909811" y="909996"/>
                  </a:lnTo>
                  <a:lnTo>
                    <a:pt x="916300" y="91415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2941412" y="2972602"/>
              <a:ext cx="918238" cy="914400"/>
            </a:xfrm>
            <a:custGeom>
              <a:avLst/>
              <a:pathLst>
                <a:path w="918238" h="914400">
                  <a:moveTo>
                    <a:pt x="914400" y="914400"/>
                  </a:moveTo>
                  <a:lnTo>
                    <a:pt x="913183" y="913734"/>
                  </a:lnTo>
                  <a:lnTo>
                    <a:pt x="913183" y="910590"/>
                  </a:lnTo>
                  <a:lnTo>
                    <a:pt x="909545" y="903630"/>
                  </a:lnTo>
                  <a:lnTo>
                    <a:pt x="909682" y="901807"/>
                  </a:lnTo>
                  <a:lnTo>
                    <a:pt x="918025" y="908618"/>
                  </a:lnTo>
                  <a:lnTo>
                    <a:pt x="918238" y="910446"/>
                  </a:lnTo>
                  <a:lnTo>
                    <a:pt x="916958" y="91224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2985489" y="2954382"/>
              <a:ext cx="919788" cy="914400"/>
            </a:xfrm>
            <a:custGeom>
              <a:avLst/>
              <a:pathLst>
                <a:path w="919788" h="914400">
                  <a:moveTo>
                    <a:pt x="914400" y="914400"/>
                  </a:moveTo>
                  <a:lnTo>
                    <a:pt x="915208" y="912909"/>
                  </a:lnTo>
                  <a:lnTo>
                    <a:pt x="918575" y="909929"/>
                  </a:lnTo>
                  <a:lnTo>
                    <a:pt x="919788" y="911086"/>
                  </a:lnTo>
                  <a:lnTo>
                    <a:pt x="919654" y="912576"/>
                  </a:lnTo>
                  <a:lnTo>
                    <a:pt x="916016" y="91440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3001124" y="2944442"/>
              <a:ext cx="918713" cy="914400"/>
            </a:xfrm>
            <a:custGeom>
              <a:avLst/>
              <a:pathLst>
                <a:path w="918713" h="914400">
                  <a:moveTo>
                    <a:pt x="914399" y="914400"/>
                  </a:moveTo>
                  <a:lnTo>
                    <a:pt x="917767" y="909924"/>
                  </a:lnTo>
                  <a:lnTo>
                    <a:pt x="918713" y="910257"/>
                  </a:lnTo>
                  <a:lnTo>
                    <a:pt x="916691" y="91390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2964865" y="2965976"/>
              <a:ext cx="928014" cy="914400"/>
            </a:xfrm>
            <a:custGeom>
              <a:avLst/>
              <a:pathLst>
                <a:path w="928014" h="914400">
                  <a:moveTo>
                    <a:pt x="914399" y="914400"/>
                  </a:moveTo>
                  <a:lnTo>
                    <a:pt x="910357" y="912576"/>
                  </a:lnTo>
                  <a:lnTo>
                    <a:pt x="914804" y="910093"/>
                  </a:lnTo>
                  <a:lnTo>
                    <a:pt x="928014" y="907440"/>
                  </a:lnTo>
                  <a:lnTo>
                    <a:pt x="923026" y="910753"/>
                  </a:lnTo>
                  <a:lnTo>
                    <a:pt x="918308" y="91191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2932990" y="2333082"/>
              <a:ext cx="918196" cy="914400"/>
            </a:xfrm>
            <a:custGeom>
              <a:avLst/>
              <a:pathLst>
                <a:path w="918196" h="914400">
                  <a:moveTo>
                    <a:pt x="914400" y="914400"/>
                  </a:moveTo>
                  <a:lnTo>
                    <a:pt x="912758" y="905351"/>
                  </a:lnTo>
                  <a:lnTo>
                    <a:pt x="912595" y="896563"/>
                  </a:lnTo>
                  <a:lnTo>
                    <a:pt x="915470" y="891366"/>
                  </a:lnTo>
                  <a:lnTo>
                    <a:pt x="918196" y="88884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2918651" y="2976786"/>
              <a:ext cx="922921" cy="914400"/>
            </a:xfrm>
            <a:custGeom>
              <a:avLst/>
              <a:pathLst>
                <a:path w="922921" h="914400">
                  <a:moveTo>
                    <a:pt x="914400" y="914400"/>
                  </a:moveTo>
                  <a:lnTo>
                    <a:pt x="918858" y="910272"/>
                  </a:lnTo>
                  <a:lnTo>
                    <a:pt x="920304" y="904004"/>
                  </a:lnTo>
                  <a:lnTo>
                    <a:pt x="922921" y="908900"/>
                  </a:lnTo>
                  <a:lnTo>
                    <a:pt x="922871" y="911870"/>
                  </a:lnTo>
                  <a:lnTo>
                    <a:pt x="919929" y="91336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3043338" y="270256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6553" y="896487"/>
                  </a:lnTo>
                  <a:lnTo>
                    <a:pt x="896855" y="868398"/>
                  </a:lnTo>
                  <a:lnTo>
                    <a:pt x="891663" y="846675"/>
                  </a:lnTo>
                  <a:lnTo>
                    <a:pt x="895176" y="852549"/>
                  </a:lnTo>
                  <a:lnTo>
                    <a:pt x="898610" y="864706"/>
                  </a:lnTo>
                  <a:lnTo>
                    <a:pt x="913012" y="90667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2903482" y="2981789"/>
              <a:ext cx="920421" cy="914400"/>
            </a:xfrm>
            <a:custGeom>
              <a:avLst/>
              <a:pathLst>
                <a:path w="920421" h="914400">
                  <a:moveTo>
                    <a:pt x="914400" y="914400"/>
                  </a:moveTo>
                  <a:lnTo>
                    <a:pt x="914212" y="912776"/>
                  </a:lnTo>
                  <a:lnTo>
                    <a:pt x="917946" y="910794"/>
                  </a:lnTo>
                  <a:lnTo>
                    <a:pt x="920421" y="910928"/>
                  </a:lnTo>
                  <a:lnTo>
                    <a:pt x="920329" y="913124"/>
                  </a:lnTo>
                  <a:lnTo>
                    <a:pt x="916566" y="91416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2294601" y="2445040"/>
              <a:ext cx="920454" cy="914400"/>
            </a:xfrm>
            <a:custGeom>
              <a:avLst/>
              <a:pathLst>
                <a:path w="920454" h="914400">
                  <a:moveTo>
                    <a:pt x="914400" y="914400"/>
                  </a:moveTo>
                  <a:lnTo>
                    <a:pt x="914612" y="912305"/>
                  </a:lnTo>
                  <a:lnTo>
                    <a:pt x="918021" y="906810"/>
                  </a:lnTo>
                  <a:lnTo>
                    <a:pt x="920454" y="904675"/>
                  </a:lnTo>
                  <a:lnTo>
                    <a:pt x="919033" y="90891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2326430" y="2387932"/>
              <a:ext cx="915470" cy="914399"/>
            </a:xfrm>
            <a:custGeom>
              <a:avLst/>
              <a:pathLst>
                <a:path w="915470" h="914399">
                  <a:moveTo>
                    <a:pt x="914400" y="914399"/>
                  </a:moveTo>
                  <a:lnTo>
                    <a:pt x="906840" y="912218"/>
                  </a:lnTo>
                  <a:lnTo>
                    <a:pt x="902244" y="910190"/>
                  </a:lnTo>
                  <a:lnTo>
                    <a:pt x="901410" y="908162"/>
                  </a:lnTo>
                  <a:lnTo>
                    <a:pt x="914116" y="911844"/>
                  </a:lnTo>
                  <a:lnTo>
                    <a:pt x="915470" y="9132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2361535" y="2385192"/>
              <a:ext cx="921909" cy="914400"/>
            </a:xfrm>
            <a:custGeom>
              <a:avLst/>
              <a:pathLst>
                <a:path w="921909" h="914400">
                  <a:moveTo>
                    <a:pt x="914399" y="914400"/>
                  </a:moveTo>
                  <a:lnTo>
                    <a:pt x="903269" y="914190"/>
                  </a:lnTo>
                  <a:lnTo>
                    <a:pt x="901006" y="913401"/>
                  </a:lnTo>
                  <a:lnTo>
                    <a:pt x="905473" y="911900"/>
                  </a:lnTo>
                  <a:lnTo>
                    <a:pt x="918663" y="909908"/>
                  </a:lnTo>
                  <a:lnTo>
                    <a:pt x="921909" y="91215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2270973" y="2405466"/>
              <a:ext cx="917454" cy="914400"/>
            </a:xfrm>
            <a:custGeom>
              <a:avLst/>
              <a:pathLst>
                <a:path w="917454" h="914400">
                  <a:moveTo>
                    <a:pt x="914400" y="914400"/>
                  </a:moveTo>
                  <a:lnTo>
                    <a:pt x="910220" y="911972"/>
                  </a:lnTo>
                  <a:lnTo>
                    <a:pt x="904027" y="911752"/>
                  </a:lnTo>
                  <a:lnTo>
                    <a:pt x="906753" y="910088"/>
                  </a:lnTo>
                  <a:lnTo>
                    <a:pt x="908665" y="908464"/>
                  </a:lnTo>
                  <a:lnTo>
                    <a:pt x="909620" y="906718"/>
                  </a:lnTo>
                  <a:lnTo>
                    <a:pt x="917454" y="900655"/>
                  </a:lnTo>
                  <a:lnTo>
                    <a:pt x="915233" y="905105"/>
                  </a:lnTo>
                  <a:lnTo>
                    <a:pt x="914099" y="90952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2302106" y="2432914"/>
              <a:ext cx="918075" cy="914400"/>
            </a:xfrm>
            <a:custGeom>
              <a:avLst/>
              <a:pathLst>
                <a:path w="918075" h="914400">
                  <a:moveTo>
                    <a:pt x="914400" y="914400"/>
                  </a:moveTo>
                  <a:lnTo>
                    <a:pt x="916762" y="898407"/>
                  </a:lnTo>
                  <a:lnTo>
                    <a:pt x="913441" y="884944"/>
                  </a:lnTo>
                  <a:lnTo>
                    <a:pt x="916942" y="890854"/>
                  </a:lnTo>
                  <a:lnTo>
                    <a:pt x="918075" y="897885"/>
                  </a:lnTo>
                  <a:lnTo>
                    <a:pt x="916808" y="91106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2630463" y="2450663"/>
              <a:ext cx="937536" cy="914400"/>
            </a:xfrm>
            <a:custGeom>
              <a:avLst/>
              <a:pathLst>
                <a:path w="937536" h="914400">
                  <a:moveTo>
                    <a:pt x="914400" y="914400"/>
                  </a:moveTo>
                  <a:lnTo>
                    <a:pt x="905140" y="911655"/>
                  </a:lnTo>
                  <a:lnTo>
                    <a:pt x="910895" y="911132"/>
                  </a:lnTo>
                  <a:lnTo>
                    <a:pt x="915058" y="912244"/>
                  </a:lnTo>
                  <a:lnTo>
                    <a:pt x="925601" y="906846"/>
                  </a:lnTo>
                  <a:lnTo>
                    <a:pt x="931131" y="902760"/>
                  </a:lnTo>
                  <a:lnTo>
                    <a:pt x="937536" y="901208"/>
                  </a:lnTo>
                  <a:lnTo>
                    <a:pt x="922963" y="9106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4025599" y="922653"/>
              <a:ext cx="917642" cy="914400"/>
            </a:xfrm>
            <a:custGeom>
              <a:avLst/>
              <a:pathLst>
                <a:path w="917642" h="914400">
                  <a:moveTo>
                    <a:pt x="914400" y="914400"/>
                  </a:moveTo>
                  <a:lnTo>
                    <a:pt x="910941" y="913729"/>
                  </a:lnTo>
                  <a:lnTo>
                    <a:pt x="910828" y="908557"/>
                  </a:lnTo>
                  <a:lnTo>
                    <a:pt x="911874" y="906800"/>
                  </a:lnTo>
                  <a:lnTo>
                    <a:pt x="913070" y="906017"/>
                  </a:lnTo>
                  <a:lnTo>
                    <a:pt x="914845" y="907471"/>
                  </a:lnTo>
                  <a:lnTo>
                    <a:pt x="917642" y="91232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1181082" y="2430835"/>
              <a:ext cx="1327867" cy="1522232"/>
            </a:xfrm>
            <a:custGeom>
              <a:avLst/>
              <a:pathLst>
                <a:path w="1327867" h="1522232">
                  <a:moveTo>
                    <a:pt x="914400" y="914400"/>
                  </a:moveTo>
                  <a:lnTo>
                    <a:pt x="934761" y="915787"/>
                  </a:lnTo>
                  <a:lnTo>
                    <a:pt x="946770" y="915316"/>
                  </a:lnTo>
                  <a:lnTo>
                    <a:pt x="950433" y="912981"/>
                  </a:lnTo>
                  <a:lnTo>
                    <a:pt x="952338" y="913104"/>
                  </a:lnTo>
                  <a:lnTo>
                    <a:pt x="952488" y="915675"/>
                  </a:lnTo>
                  <a:lnTo>
                    <a:pt x="955505" y="916765"/>
                  </a:lnTo>
                  <a:lnTo>
                    <a:pt x="961385" y="916376"/>
                  </a:lnTo>
                  <a:lnTo>
                    <a:pt x="966506" y="919971"/>
                  </a:lnTo>
                  <a:lnTo>
                    <a:pt x="973066" y="931350"/>
                  </a:lnTo>
                  <a:lnTo>
                    <a:pt x="995673" y="949575"/>
                  </a:lnTo>
                  <a:lnTo>
                    <a:pt x="997577" y="955828"/>
                  </a:lnTo>
                  <a:lnTo>
                    <a:pt x="1005445" y="964846"/>
                  </a:lnTo>
                  <a:lnTo>
                    <a:pt x="1019914" y="978708"/>
                  </a:lnTo>
                  <a:lnTo>
                    <a:pt x="1028102" y="990660"/>
                  </a:lnTo>
                  <a:lnTo>
                    <a:pt x="1030007" y="1000702"/>
                  </a:lnTo>
                  <a:lnTo>
                    <a:pt x="1037399" y="1016587"/>
                  </a:lnTo>
                  <a:lnTo>
                    <a:pt x="1050268" y="1038310"/>
                  </a:lnTo>
                  <a:lnTo>
                    <a:pt x="1056002" y="1050022"/>
                  </a:lnTo>
                  <a:lnTo>
                    <a:pt x="1054602" y="1051712"/>
                  </a:lnTo>
                  <a:lnTo>
                    <a:pt x="1055614" y="1057826"/>
                  </a:lnTo>
                  <a:lnTo>
                    <a:pt x="1059048" y="1068360"/>
                  </a:lnTo>
                  <a:lnTo>
                    <a:pt x="1065428" y="1077280"/>
                  </a:lnTo>
                  <a:lnTo>
                    <a:pt x="1074758" y="1084588"/>
                  </a:lnTo>
                  <a:lnTo>
                    <a:pt x="1084193" y="1097708"/>
                  </a:lnTo>
                  <a:lnTo>
                    <a:pt x="1093732" y="1116645"/>
                  </a:lnTo>
                  <a:lnTo>
                    <a:pt x="1105287" y="1131050"/>
                  </a:lnTo>
                  <a:lnTo>
                    <a:pt x="1118852" y="1140913"/>
                  </a:lnTo>
                  <a:lnTo>
                    <a:pt x="1126532" y="1150095"/>
                  </a:lnTo>
                  <a:lnTo>
                    <a:pt x="1128328" y="1158585"/>
                  </a:lnTo>
                  <a:lnTo>
                    <a:pt x="1128195" y="1165857"/>
                  </a:lnTo>
                  <a:lnTo>
                    <a:pt x="1126128" y="1171910"/>
                  </a:lnTo>
                  <a:lnTo>
                    <a:pt x="1127003" y="1177661"/>
                  </a:lnTo>
                  <a:lnTo>
                    <a:pt x="1130816" y="1183094"/>
                  </a:lnTo>
                  <a:lnTo>
                    <a:pt x="1132087" y="1189761"/>
                  </a:lnTo>
                  <a:lnTo>
                    <a:pt x="1130595" y="1199035"/>
                  </a:lnTo>
                  <a:lnTo>
                    <a:pt x="1130699" y="1201662"/>
                  </a:lnTo>
                  <a:lnTo>
                    <a:pt x="1131803" y="1203757"/>
                  </a:lnTo>
                  <a:lnTo>
                    <a:pt x="1143847" y="1219693"/>
                  </a:lnTo>
                  <a:lnTo>
                    <a:pt x="1150035" y="1232572"/>
                  </a:lnTo>
                  <a:lnTo>
                    <a:pt x="1154948" y="1253128"/>
                  </a:lnTo>
                  <a:lnTo>
                    <a:pt x="1154973" y="1253312"/>
                  </a:lnTo>
                  <a:lnTo>
                    <a:pt x="1160461" y="1265607"/>
                  </a:lnTo>
                  <a:lnTo>
                    <a:pt x="1168354" y="1270636"/>
                  </a:lnTo>
                  <a:lnTo>
                    <a:pt x="1180481" y="1272495"/>
                  </a:lnTo>
                  <a:lnTo>
                    <a:pt x="1189695" y="1276776"/>
                  </a:lnTo>
                  <a:lnTo>
                    <a:pt x="1195995" y="1283484"/>
                  </a:lnTo>
                  <a:lnTo>
                    <a:pt x="1203942" y="1287535"/>
                  </a:lnTo>
                  <a:lnTo>
                    <a:pt x="1213535" y="1288928"/>
                  </a:lnTo>
                  <a:lnTo>
                    <a:pt x="1222732" y="1293352"/>
                  </a:lnTo>
                  <a:lnTo>
                    <a:pt x="1231529" y="1300819"/>
                  </a:lnTo>
                  <a:lnTo>
                    <a:pt x="1247936" y="1305719"/>
                  </a:lnTo>
                  <a:lnTo>
                    <a:pt x="1271951" y="1308070"/>
                  </a:lnTo>
                  <a:lnTo>
                    <a:pt x="1290229" y="1314138"/>
                  </a:lnTo>
                  <a:lnTo>
                    <a:pt x="1302772" y="1323929"/>
                  </a:lnTo>
                  <a:lnTo>
                    <a:pt x="1308290" y="1325921"/>
                  </a:lnTo>
                  <a:lnTo>
                    <a:pt x="1309781" y="1326060"/>
                  </a:lnTo>
                  <a:lnTo>
                    <a:pt x="1310498" y="1324564"/>
                  </a:lnTo>
                  <a:lnTo>
                    <a:pt x="1311444" y="1321794"/>
                  </a:lnTo>
                  <a:lnTo>
                    <a:pt x="1316299" y="1318604"/>
                  </a:lnTo>
                  <a:lnTo>
                    <a:pt x="1327867" y="1316519"/>
                  </a:lnTo>
                  <a:lnTo>
                    <a:pt x="1326313" y="1338181"/>
                  </a:lnTo>
                  <a:lnTo>
                    <a:pt x="1321154" y="1355956"/>
                  </a:lnTo>
                  <a:lnTo>
                    <a:pt x="1304156" y="1392908"/>
                  </a:lnTo>
                  <a:lnTo>
                    <a:pt x="1297071" y="1415829"/>
                  </a:lnTo>
                  <a:lnTo>
                    <a:pt x="1283365" y="1481331"/>
                  </a:lnTo>
                  <a:lnTo>
                    <a:pt x="1279352" y="1522232"/>
                  </a:lnTo>
                  <a:lnTo>
                    <a:pt x="913624" y="1522232"/>
                  </a:lnTo>
                  <a:lnTo>
                    <a:pt x="913624" y="91423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3525088" y="625809"/>
              <a:ext cx="1225044" cy="1473583"/>
            </a:xfrm>
            <a:custGeom>
              <a:avLst/>
              <a:pathLst>
                <a:path w="1225044" h="1473583">
                  <a:moveTo>
                    <a:pt x="1217634" y="914400"/>
                  </a:moveTo>
                  <a:lnTo>
                    <a:pt x="1205437" y="922972"/>
                  </a:lnTo>
                  <a:lnTo>
                    <a:pt x="1192452" y="936501"/>
                  </a:lnTo>
                  <a:lnTo>
                    <a:pt x="1161985" y="946733"/>
                  </a:lnTo>
                  <a:lnTo>
                    <a:pt x="1150675" y="949334"/>
                  </a:lnTo>
                  <a:lnTo>
                    <a:pt x="1140236" y="947947"/>
                  </a:lnTo>
                  <a:lnTo>
                    <a:pt x="1127531" y="956273"/>
                  </a:lnTo>
                  <a:lnTo>
                    <a:pt x="1112495" y="961363"/>
                  </a:lnTo>
                  <a:lnTo>
                    <a:pt x="1108057" y="969106"/>
                  </a:lnTo>
                  <a:lnTo>
                    <a:pt x="1071915" y="989846"/>
                  </a:lnTo>
                  <a:lnTo>
                    <a:pt x="1058042" y="992458"/>
                  </a:lnTo>
                  <a:lnTo>
                    <a:pt x="1046236" y="997983"/>
                  </a:lnTo>
                  <a:lnTo>
                    <a:pt x="1042744" y="1007365"/>
                  </a:lnTo>
                  <a:lnTo>
                    <a:pt x="1032205" y="1013023"/>
                  </a:lnTo>
                  <a:lnTo>
                    <a:pt x="1029280" y="1017356"/>
                  </a:lnTo>
                  <a:lnTo>
                    <a:pt x="1020416" y="1030480"/>
                  </a:lnTo>
                  <a:lnTo>
                    <a:pt x="1003939" y="1047431"/>
                  </a:lnTo>
                  <a:lnTo>
                    <a:pt x="983861" y="1050268"/>
                  </a:lnTo>
                  <a:lnTo>
                    <a:pt x="976523" y="1056167"/>
                  </a:lnTo>
                  <a:lnTo>
                    <a:pt x="968026" y="1065687"/>
                  </a:lnTo>
                  <a:lnTo>
                    <a:pt x="956041" y="1072221"/>
                  </a:lnTo>
                  <a:lnTo>
                    <a:pt x="932380" y="1069159"/>
                  </a:lnTo>
                  <a:lnTo>
                    <a:pt x="938134" y="1073163"/>
                  </a:lnTo>
                  <a:lnTo>
                    <a:pt x="959304" y="1079406"/>
                  </a:lnTo>
                  <a:lnTo>
                    <a:pt x="961504" y="1088659"/>
                  </a:lnTo>
                  <a:lnTo>
                    <a:pt x="950899" y="1090871"/>
                  </a:lnTo>
                  <a:lnTo>
                    <a:pt x="928692" y="1103208"/>
                  </a:lnTo>
                  <a:lnTo>
                    <a:pt x="898771" y="1124449"/>
                  </a:lnTo>
                  <a:lnTo>
                    <a:pt x="894199" y="1124951"/>
                  </a:lnTo>
                  <a:lnTo>
                    <a:pt x="886161" y="1124444"/>
                  </a:lnTo>
                  <a:lnTo>
                    <a:pt x="874255" y="1127988"/>
                  </a:lnTo>
                  <a:lnTo>
                    <a:pt x="858616" y="1135408"/>
                  </a:lnTo>
                  <a:lnTo>
                    <a:pt x="839680" y="1148738"/>
                  </a:lnTo>
                  <a:lnTo>
                    <a:pt x="806338" y="1177599"/>
                  </a:lnTo>
                  <a:lnTo>
                    <a:pt x="804000" y="1180646"/>
                  </a:lnTo>
                  <a:lnTo>
                    <a:pt x="799170" y="1185998"/>
                  </a:lnTo>
                  <a:lnTo>
                    <a:pt x="786856" y="1191702"/>
                  </a:lnTo>
                  <a:lnTo>
                    <a:pt x="775679" y="1197852"/>
                  </a:lnTo>
                  <a:lnTo>
                    <a:pt x="772725" y="1204325"/>
                  </a:lnTo>
                  <a:lnTo>
                    <a:pt x="767370" y="1207275"/>
                  </a:lnTo>
                  <a:lnTo>
                    <a:pt x="748930" y="1223687"/>
                  </a:lnTo>
                  <a:lnTo>
                    <a:pt x="738558" y="1237668"/>
                  </a:lnTo>
                  <a:lnTo>
                    <a:pt x="729140" y="1252298"/>
                  </a:lnTo>
                  <a:lnTo>
                    <a:pt x="718601" y="1268659"/>
                  </a:lnTo>
                  <a:lnTo>
                    <a:pt x="696977" y="1268864"/>
                  </a:lnTo>
                  <a:lnTo>
                    <a:pt x="680475" y="1268798"/>
                  </a:lnTo>
                  <a:lnTo>
                    <a:pt x="652326" y="1268680"/>
                  </a:lnTo>
                  <a:lnTo>
                    <a:pt x="628197" y="1268583"/>
                  </a:lnTo>
                  <a:lnTo>
                    <a:pt x="599560" y="1268465"/>
                  </a:lnTo>
                  <a:lnTo>
                    <a:pt x="578782" y="1268378"/>
                  </a:lnTo>
                  <a:lnTo>
                    <a:pt x="556409" y="1269064"/>
                  </a:lnTo>
                  <a:lnTo>
                    <a:pt x="545728" y="1273427"/>
                  </a:lnTo>
                  <a:lnTo>
                    <a:pt x="532335" y="1279321"/>
                  </a:lnTo>
                  <a:lnTo>
                    <a:pt x="517878" y="1285676"/>
                  </a:lnTo>
                  <a:lnTo>
                    <a:pt x="525459" y="1299851"/>
                  </a:lnTo>
                  <a:lnTo>
                    <a:pt x="527492" y="1305443"/>
                  </a:lnTo>
                  <a:lnTo>
                    <a:pt x="526909" y="1323479"/>
                  </a:lnTo>
                  <a:lnTo>
                    <a:pt x="528451" y="1325450"/>
                  </a:lnTo>
                  <a:lnTo>
                    <a:pt x="530068" y="1328129"/>
                  </a:lnTo>
                  <a:lnTo>
                    <a:pt x="530313" y="1332789"/>
                  </a:lnTo>
                  <a:lnTo>
                    <a:pt x="531551" y="1334919"/>
                  </a:lnTo>
                  <a:lnTo>
                    <a:pt x="534189" y="1336639"/>
                  </a:lnTo>
                  <a:lnTo>
                    <a:pt x="537156" y="1338662"/>
                  </a:lnTo>
                  <a:lnTo>
                    <a:pt x="539302" y="1341402"/>
                  </a:lnTo>
                  <a:lnTo>
                    <a:pt x="539794" y="1344137"/>
                  </a:lnTo>
                  <a:lnTo>
                    <a:pt x="537731" y="1348899"/>
                  </a:lnTo>
                  <a:lnTo>
                    <a:pt x="529413" y="1355336"/>
                  </a:lnTo>
                  <a:lnTo>
                    <a:pt x="517720" y="1360979"/>
                  </a:lnTo>
                  <a:lnTo>
                    <a:pt x="494463" y="1371160"/>
                  </a:lnTo>
                  <a:lnTo>
                    <a:pt x="467513" y="1382958"/>
                  </a:lnTo>
                  <a:lnTo>
                    <a:pt x="444152" y="1393185"/>
                  </a:lnTo>
                  <a:lnTo>
                    <a:pt x="426075" y="1401096"/>
                  </a:lnTo>
                  <a:lnTo>
                    <a:pt x="388945" y="1408046"/>
                  </a:lnTo>
                  <a:lnTo>
                    <a:pt x="359449" y="1413561"/>
                  </a:lnTo>
                  <a:lnTo>
                    <a:pt x="338163" y="1417545"/>
                  </a:lnTo>
                  <a:lnTo>
                    <a:pt x="318560" y="1428632"/>
                  </a:lnTo>
                  <a:lnTo>
                    <a:pt x="296916" y="1440865"/>
                  </a:lnTo>
                  <a:lnTo>
                    <a:pt x="278717" y="1451153"/>
                  </a:lnTo>
                  <a:lnTo>
                    <a:pt x="258306" y="1462691"/>
                  </a:lnTo>
                  <a:lnTo>
                    <a:pt x="239041" y="1473583"/>
                  </a:lnTo>
                  <a:lnTo>
                    <a:pt x="217622" y="1473547"/>
                  </a:lnTo>
                  <a:lnTo>
                    <a:pt x="202586" y="1465384"/>
                  </a:lnTo>
                  <a:lnTo>
                    <a:pt x="188610" y="1457002"/>
                  </a:lnTo>
                  <a:lnTo>
                    <a:pt x="179054" y="1442013"/>
                  </a:lnTo>
                  <a:lnTo>
                    <a:pt x="178396" y="1424596"/>
                  </a:lnTo>
                  <a:lnTo>
                    <a:pt x="181821" y="1413192"/>
                  </a:lnTo>
                  <a:lnTo>
                    <a:pt x="184926" y="1407989"/>
                  </a:lnTo>
                  <a:lnTo>
                    <a:pt x="190851" y="1404691"/>
                  </a:lnTo>
                  <a:lnTo>
                    <a:pt x="202453" y="1399084"/>
                  </a:lnTo>
                  <a:lnTo>
                    <a:pt x="213000" y="1387731"/>
                  </a:lnTo>
                  <a:lnTo>
                    <a:pt x="221456" y="1380956"/>
                  </a:lnTo>
                  <a:lnTo>
                    <a:pt x="229973" y="1373966"/>
                  </a:lnTo>
                  <a:lnTo>
                    <a:pt x="234837" y="1361927"/>
                  </a:lnTo>
                  <a:lnTo>
                    <a:pt x="240904" y="1332783"/>
                  </a:lnTo>
                  <a:lnTo>
                    <a:pt x="241675" y="1326987"/>
                  </a:lnTo>
                  <a:lnTo>
                    <a:pt x="250501" y="1307000"/>
                  </a:lnTo>
                  <a:lnTo>
                    <a:pt x="260265" y="1284888"/>
                  </a:lnTo>
                  <a:lnTo>
                    <a:pt x="264749" y="1274733"/>
                  </a:lnTo>
                  <a:lnTo>
                    <a:pt x="259736" y="1248375"/>
                  </a:lnTo>
                  <a:lnTo>
                    <a:pt x="255964" y="1228122"/>
                  </a:lnTo>
                  <a:lnTo>
                    <a:pt x="252510" y="1209569"/>
                  </a:lnTo>
                  <a:lnTo>
                    <a:pt x="248622" y="1188666"/>
                  </a:lnTo>
                  <a:lnTo>
                    <a:pt x="245084" y="1169636"/>
                  </a:lnTo>
                  <a:lnTo>
                    <a:pt x="241746" y="1151708"/>
                  </a:lnTo>
                  <a:lnTo>
                    <a:pt x="238399" y="1133713"/>
                  </a:lnTo>
                  <a:lnTo>
                    <a:pt x="235116" y="1116071"/>
                  </a:lnTo>
                  <a:lnTo>
                    <a:pt x="232540" y="1103418"/>
                  </a:lnTo>
                  <a:lnTo>
                    <a:pt x="229482" y="1088424"/>
                  </a:lnTo>
                  <a:lnTo>
                    <a:pt x="211617" y="1077900"/>
                  </a:lnTo>
                  <a:lnTo>
                    <a:pt x="198052" y="1070531"/>
                  </a:lnTo>
                  <a:lnTo>
                    <a:pt x="175866" y="1058492"/>
                  </a:lnTo>
                  <a:lnTo>
                    <a:pt x="157260" y="1048393"/>
                  </a:lnTo>
                  <a:lnTo>
                    <a:pt x="140586" y="1039155"/>
                  </a:lnTo>
                  <a:lnTo>
                    <a:pt x="151100" y="1020536"/>
                  </a:lnTo>
                  <a:lnTo>
                    <a:pt x="150192" y="1017489"/>
                  </a:lnTo>
                  <a:lnTo>
                    <a:pt x="146383" y="1013822"/>
                  </a:lnTo>
                  <a:lnTo>
                    <a:pt x="138599" y="1007723"/>
                  </a:lnTo>
                  <a:lnTo>
                    <a:pt x="134048" y="1007103"/>
                  </a:lnTo>
                  <a:lnTo>
                    <a:pt x="126035" y="1008537"/>
                  </a:lnTo>
                  <a:lnTo>
                    <a:pt x="113245" y="1012332"/>
                  </a:lnTo>
                  <a:lnTo>
                    <a:pt x="107720" y="1011072"/>
                  </a:lnTo>
                  <a:lnTo>
                    <a:pt x="103331" y="1004558"/>
                  </a:lnTo>
                  <a:lnTo>
                    <a:pt x="98281" y="996221"/>
                  </a:lnTo>
                  <a:lnTo>
                    <a:pt x="96626" y="989708"/>
                  </a:lnTo>
                  <a:lnTo>
                    <a:pt x="95993" y="981089"/>
                  </a:lnTo>
                  <a:lnTo>
                    <a:pt x="92980" y="973331"/>
                  </a:lnTo>
                  <a:lnTo>
                    <a:pt x="94889" y="969260"/>
                  </a:lnTo>
                  <a:lnTo>
                    <a:pt x="95310" y="967232"/>
                  </a:lnTo>
                  <a:lnTo>
                    <a:pt x="95139" y="964682"/>
                  </a:lnTo>
                  <a:lnTo>
                    <a:pt x="93068" y="963053"/>
                  </a:lnTo>
                  <a:lnTo>
                    <a:pt x="89421" y="962342"/>
                  </a:lnTo>
                  <a:lnTo>
                    <a:pt x="77086" y="965598"/>
                  </a:lnTo>
                  <a:lnTo>
                    <a:pt x="71540" y="965901"/>
                  </a:lnTo>
                  <a:lnTo>
                    <a:pt x="68231" y="967734"/>
                  </a:lnTo>
                  <a:lnTo>
                    <a:pt x="63018" y="971539"/>
                  </a:lnTo>
                  <a:lnTo>
                    <a:pt x="57880" y="972010"/>
                  </a:lnTo>
                  <a:lnTo>
                    <a:pt x="49003" y="963002"/>
                  </a:lnTo>
                  <a:lnTo>
                    <a:pt x="39306" y="953139"/>
                  </a:lnTo>
                  <a:lnTo>
                    <a:pt x="35239" y="939553"/>
                  </a:lnTo>
                  <a:lnTo>
                    <a:pt x="31064" y="925599"/>
                  </a:lnTo>
                  <a:lnTo>
                    <a:pt x="14499" y="917206"/>
                  </a:lnTo>
                  <a:lnTo>
                    <a:pt x="0" y="909857"/>
                  </a:lnTo>
                  <a:lnTo>
                    <a:pt x="1225044" y="90985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4152778" y="817178"/>
              <a:ext cx="1099683" cy="926429"/>
            </a:xfrm>
            <a:custGeom>
              <a:avLst/>
              <a:pathLst>
                <a:path w="1099683" h="926429">
                  <a:moveTo>
                    <a:pt x="914400" y="914399"/>
                  </a:moveTo>
                  <a:lnTo>
                    <a:pt x="910795" y="913293"/>
                  </a:lnTo>
                  <a:lnTo>
                    <a:pt x="907690" y="912428"/>
                  </a:lnTo>
                  <a:lnTo>
                    <a:pt x="905890" y="913903"/>
                  </a:lnTo>
                  <a:lnTo>
                    <a:pt x="904186" y="915874"/>
                  </a:lnTo>
                  <a:lnTo>
                    <a:pt x="902085" y="917354"/>
                  </a:lnTo>
                  <a:lnTo>
                    <a:pt x="897676" y="915260"/>
                  </a:lnTo>
                  <a:lnTo>
                    <a:pt x="894872" y="911445"/>
                  </a:lnTo>
                  <a:lnTo>
                    <a:pt x="890367" y="907512"/>
                  </a:lnTo>
                  <a:lnTo>
                    <a:pt x="888663" y="904552"/>
                  </a:lnTo>
                  <a:lnTo>
                    <a:pt x="889567" y="901111"/>
                  </a:lnTo>
                  <a:lnTo>
                    <a:pt x="891567" y="897787"/>
                  </a:lnTo>
                  <a:lnTo>
                    <a:pt x="892472" y="893849"/>
                  </a:lnTo>
                  <a:lnTo>
                    <a:pt x="890267" y="889307"/>
                  </a:lnTo>
                  <a:lnTo>
                    <a:pt x="888263" y="886721"/>
                  </a:lnTo>
                  <a:lnTo>
                    <a:pt x="886862" y="883766"/>
                  </a:lnTo>
                  <a:lnTo>
                    <a:pt x="887363" y="880939"/>
                  </a:lnTo>
                  <a:lnTo>
                    <a:pt x="890167" y="879582"/>
                  </a:lnTo>
                  <a:lnTo>
                    <a:pt x="892772" y="877857"/>
                  </a:lnTo>
                  <a:lnTo>
                    <a:pt x="893672" y="874170"/>
                  </a:lnTo>
                  <a:lnTo>
                    <a:pt x="892067" y="870232"/>
                  </a:lnTo>
                  <a:lnTo>
                    <a:pt x="887463" y="868629"/>
                  </a:lnTo>
                  <a:lnTo>
                    <a:pt x="883658" y="869243"/>
                  </a:lnTo>
                  <a:lnTo>
                    <a:pt x="878149" y="868383"/>
                  </a:lnTo>
                  <a:lnTo>
                    <a:pt x="872844" y="865925"/>
                  </a:lnTo>
                  <a:lnTo>
                    <a:pt x="869339" y="863093"/>
                  </a:lnTo>
                  <a:lnTo>
                    <a:pt x="866635" y="861490"/>
                  </a:lnTo>
                  <a:lnTo>
                    <a:pt x="864530" y="861490"/>
                  </a:lnTo>
                  <a:lnTo>
                    <a:pt x="862026" y="859892"/>
                  </a:lnTo>
                  <a:lnTo>
                    <a:pt x="860526" y="857184"/>
                  </a:lnTo>
                  <a:lnTo>
                    <a:pt x="860726" y="852754"/>
                  </a:lnTo>
                  <a:lnTo>
                    <a:pt x="861426" y="850050"/>
                  </a:lnTo>
                  <a:lnTo>
                    <a:pt x="862826" y="847710"/>
                  </a:lnTo>
                  <a:lnTo>
                    <a:pt x="862926" y="845124"/>
                  </a:lnTo>
                  <a:lnTo>
                    <a:pt x="862326" y="843275"/>
                  </a:lnTo>
                  <a:lnTo>
                    <a:pt x="862230" y="841805"/>
                  </a:lnTo>
                  <a:lnTo>
                    <a:pt x="862626" y="839957"/>
                  </a:lnTo>
                  <a:lnTo>
                    <a:pt x="863530" y="836265"/>
                  </a:lnTo>
                  <a:lnTo>
                    <a:pt x="862026" y="833561"/>
                  </a:lnTo>
                  <a:lnTo>
                    <a:pt x="861872" y="824189"/>
                  </a:lnTo>
                  <a:lnTo>
                    <a:pt x="861576" y="806655"/>
                  </a:lnTo>
                  <a:lnTo>
                    <a:pt x="861355" y="793223"/>
                  </a:lnTo>
                  <a:lnTo>
                    <a:pt x="861076" y="776340"/>
                  </a:lnTo>
                  <a:lnTo>
                    <a:pt x="860913" y="764044"/>
                  </a:lnTo>
                  <a:lnTo>
                    <a:pt x="860688" y="746818"/>
                  </a:lnTo>
                  <a:lnTo>
                    <a:pt x="860476" y="730472"/>
                  </a:lnTo>
                  <a:lnTo>
                    <a:pt x="860213" y="718489"/>
                  </a:lnTo>
                  <a:lnTo>
                    <a:pt x="1083159" y="718489"/>
                  </a:lnTo>
                  <a:lnTo>
                    <a:pt x="1083289" y="718535"/>
                  </a:lnTo>
                  <a:lnTo>
                    <a:pt x="1083432" y="718489"/>
                  </a:lnTo>
                  <a:lnTo>
                    <a:pt x="1099683" y="718489"/>
                  </a:lnTo>
                  <a:lnTo>
                    <a:pt x="1099683" y="873327"/>
                  </a:lnTo>
                  <a:lnTo>
                    <a:pt x="1094794" y="876407"/>
                  </a:lnTo>
                  <a:lnTo>
                    <a:pt x="1075588" y="883869"/>
                  </a:lnTo>
                  <a:lnTo>
                    <a:pt x="1053168" y="898110"/>
                  </a:lnTo>
                  <a:lnTo>
                    <a:pt x="1024197" y="910108"/>
                  </a:lnTo>
                  <a:lnTo>
                    <a:pt x="1018126" y="910154"/>
                  </a:lnTo>
                  <a:lnTo>
                    <a:pt x="1004970" y="900281"/>
                  </a:lnTo>
                  <a:lnTo>
                    <a:pt x="1008650" y="895785"/>
                  </a:lnTo>
                  <a:lnTo>
                    <a:pt x="1012071" y="889691"/>
                  </a:lnTo>
                  <a:lnTo>
                    <a:pt x="1008800" y="891448"/>
                  </a:lnTo>
                  <a:lnTo>
                    <a:pt x="1006678" y="894090"/>
                  </a:lnTo>
                  <a:lnTo>
                    <a:pt x="998744" y="898330"/>
                  </a:lnTo>
                  <a:lnTo>
                    <a:pt x="1005178" y="906539"/>
                  </a:lnTo>
                  <a:lnTo>
                    <a:pt x="1002070" y="909617"/>
                  </a:lnTo>
                  <a:lnTo>
                    <a:pt x="992868" y="913662"/>
                  </a:lnTo>
                  <a:lnTo>
                    <a:pt x="984300" y="919515"/>
                  </a:lnTo>
                  <a:lnTo>
                    <a:pt x="976799" y="923428"/>
                  </a:lnTo>
                  <a:lnTo>
                    <a:pt x="970732" y="918450"/>
                  </a:lnTo>
                  <a:lnTo>
                    <a:pt x="953984" y="924739"/>
                  </a:lnTo>
                  <a:lnTo>
                    <a:pt x="939878" y="926429"/>
                  </a:lnTo>
                  <a:lnTo>
                    <a:pt x="936827" y="923243"/>
                  </a:lnTo>
                  <a:lnTo>
                    <a:pt x="935932" y="918215"/>
                  </a:lnTo>
                  <a:lnTo>
                    <a:pt x="930993" y="917001"/>
                  </a:lnTo>
                  <a:lnTo>
                    <a:pt x="921817" y="918389"/>
                  </a:lnTo>
                  <a:lnTo>
                    <a:pt x="918338" y="91571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3935445" y="627048"/>
              <a:ext cx="919173" cy="1123210"/>
            </a:xfrm>
            <a:custGeom>
              <a:avLst/>
              <a:pathLst>
                <a:path w="919173" h="1123210">
                  <a:moveTo>
                    <a:pt x="914400" y="914400"/>
                  </a:moveTo>
                  <a:lnTo>
                    <a:pt x="901239" y="930336"/>
                  </a:lnTo>
                  <a:lnTo>
                    <a:pt x="889634" y="944388"/>
                  </a:lnTo>
                  <a:lnTo>
                    <a:pt x="887029" y="958808"/>
                  </a:lnTo>
                  <a:lnTo>
                    <a:pt x="884558" y="972481"/>
                  </a:lnTo>
                  <a:lnTo>
                    <a:pt x="874957" y="982887"/>
                  </a:lnTo>
                  <a:lnTo>
                    <a:pt x="869102" y="992427"/>
                  </a:lnTo>
                  <a:lnTo>
                    <a:pt x="866489" y="1003007"/>
                  </a:lnTo>
                  <a:lnTo>
                    <a:pt x="864305" y="1012721"/>
                  </a:lnTo>
                  <a:lnTo>
                    <a:pt x="864139" y="1020853"/>
                  </a:lnTo>
                  <a:lnTo>
                    <a:pt x="865785" y="1025119"/>
                  </a:lnTo>
                  <a:lnTo>
                    <a:pt x="865010" y="1028586"/>
                  </a:lnTo>
                  <a:lnTo>
                    <a:pt x="861834" y="1032575"/>
                  </a:lnTo>
                  <a:lnTo>
                    <a:pt x="855483" y="1039514"/>
                  </a:lnTo>
                  <a:lnTo>
                    <a:pt x="854354" y="1046191"/>
                  </a:lnTo>
                  <a:lnTo>
                    <a:pt x="850470" y="1049484"/>
                  </a:lnTo>
                  <a:lnTo>
                    <a:pt x="839394" y="1056075"/>
                  </a:lnTo>
                  <a:lnTo>
                    <a:pt x="830359" y="1065789"/>
                  </a:lnTo>
                  <a:lnTo>
                    <a:pt x="829917" y="1071289"/>
                  </a:lnTo>
                  <a:lnTo>
                    <a:pt x="831222" y="1075857"/>
                  </a:lnTo>
                  <a:lnTo>
                    <a:pt x="831422" y="1078694"/>
                  </a:lnTo>
                  <a:lnTo>
                    <a:pt x="829617" y="1080671"/>
                  </a:lnTo>
                  <a:lnTo>
                    <a:pt x="826000" y="1080542"/>
                  </a:lnTo>
                  <a:lnTo>
                    <a:pt x="822087" y="1081162"/>
                  </a:lnTo>
                  <a:lnTo>
                    <a:pt x="818791" y="1085213"/>
                  </a:lnTo>
                  <a:lnTo>
                    <a:pt x="818874" y="1091030"/>
                  </a:lnTo>
                  <a:lnTo>
                    <a:pt x="816466" y="1095224"/>
                  </a:lnTo>
                  <a:lnTo>
                    <a:pt x="813653" y="1096090"/>
                  </a:lnTo>
                  <a:lnTo>
                    <a:pt x="811244" y="1093125"/>
                  </a:lnTo>
                  <a:lnTo>
                    <a:pt x="808348" y="1088680"/>
                  </a:lnTo>
                  <a:lnTo>
                    <a:pt x="804956" y="1088244"/>
                  </a:lnTo>
                  <a:lnTo>
                    <a:pt x="799805" y="1091194"/>
                  </a:lnTo>
                  <a:lnTo>
                    <a:pt x="793454" y="1096049"/>
                  </a:lnTo>
                  <a:lnTo>
                    <a:pt x="787741" y="1096310"/>
                  </a:lnTo>
                  <a:lnTo>
                    <a:pt x="777015" y="1093191"/>
                  </a:lnTo>
                  <a:lnTo>
                    <a:pt x="769184" y="1102603"/>
                  </a:lnTo>
                  <a:lnTo>
                    <a:pt x="760779" y="1122821"/>
                  </a:lnTo>
                  <a:lnTo>
                    <a:pt x="725266" y="1122872"/>
                  </a:lnTo>
                  <a:lnTo>
                    <a:pt x="689753" y="1122923"/>
                  </a:lnTo>
                  <a:lnTo>
                    <a:pt x="654236" y="1122974"/>
                  </a:lnTo>
                  <a:lnTo>
                    <a:pt x="618723" y="1123026"/>
                  </a:lnTo>
                  <a:lnTo>
                    <a:pt x="583210" y="1123072"/>
                  </a:lnTo>
                  <a:lnTo>
                    <a:pt x="547696" y="1123123"/>
                  </a:lnTo>
                  <a:lnTo>
                    <a:pt x="512183" y="1123174"/>
                  </a:lnTo>
                  <a:lnTo>
                    <a:pt x="492310" y="1123205"/>
                  </a:lnTo>
                  <a:lnTo>
                    <a:pt x="488414" y="1123210"/>
                  </a:lnTo>
                  <a:lnTo>
                    <a:pt x="500582" y="1119251"/>
                  </a:lnTo>
                  <a:lnTo>
                    <a:pt x="525952" y="1103868"/>
                  </a:lnTo>
                  <a:lnTo>
                    <a:pt x="544663" y="1098297"/>
                  </a:lnTo>
                  <a:lnTo>
                    <a:pt x="568999" y="1082140"/>
                  </a:lnTo>
                  <a:lnTo>
                    <a:pt x="586627" y="1079032"/>
                  </a:lnTo>
                  <a:lnTo>
                    <a:pt x="589981" y="1075478"/>
                  </a:lnTo>
                  <a:lnTo>
                    <a:pt x="592936" y="1062076"/>
                  </a:lnTo>
                  <a:lnTo>
                    <a:pt x="594549" y="1057299"/>
                  </a:lnTo>
                  <a:lnTo>
                    <a:pt x="602779" y="1044138"/>
                  </a:lnTo>
                  <a:lnTo>
                    <a:pt x="612663" y="1033036"/>
                  </a:lnTo>
                  <a:lnTo>
                    <a:pt x="620640" y="1017683"/>
                  </a:lnTo>
                  <a:lnTo>
                    <a:pt x="635116" y="1007872"/>
                  </a:lnTo>
                  <a:lnTo>
                    <a:pt x="657007" y="999668"/>
                  </a:lnTo>
                  <a:lnTo>
                    <a:pt x="677255" y="981750"/>
                  </a:lnTo>
                  <a:lnTo>
                    <a:pt x="688353" y="976286"/>
                  </a:lnTo>
                  <a:lnTo>
                    <a:pt x="699108" y="972373"/>
                  </a:lnTo>
                  <a:lnTo>
                    <a:pt x="703626" y="965091"/>
                  </a:lnTo>
                  <a:lnTo>
                    <a:pt x="710276" y="960928"/>
                  </a:lnTo>
                  <a:lnTo>
                    <a:pt x="728058" y="952463"/>
                  </a:lnTo>
                  <a:lnTo>
                    <a:pt x="747656" y="950174"/>
                  </a:lnTo>
                  <a:lnTo>
                    <a:pt x="767463" y="943148"/>
                  </a:lnTo>
                  <a:lnTo>
                    <a:pt x="782657" y="939425"/>
                  </a:lnTo>
                  <a:lnTo>
                    <a:pt x="791975" y="932835"/>
                  </a:lnTo>
                  <a:lnTo>
                    <a:pt x="805522" y="929363"/>
                  </a:lnTo>
                  <a:lnTo>
                    <a:pt x="845957" y="910451"/>
                  </a:lnTo>
                  <a:lnTo>
                    <a:pt x="848279" y="908618"/>
                  </a:lnTo>
                  <a:lnTo>
                    <a:pt x="919173" y="9086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4330652" y="969750"/>
              <a:ext cx="921809" cy="936332"/>
            </a:xfrm>
            <a:custGeom>
              <a:avLst/>
              <a:pathLst>
                <a:path w="921809" h="936332">
                  <a:moveTo>
                    <a:pt x="914400" y="914400"/>
                  </a:moveTo>
                  <a:lnTo>
                    <a:pt x="907124" y="913959"/>
                  </a:lnTo>
                  <a:lnTo>
                    <a:pt x="901760" y="914446"/>
                  </a:lnTo>
                  <a:lnTo>
                    <a:pt x="893680" y="920596"/>
                  </a:lnTo>
                  <a:lnTo>
                    <a:pt x="892426" y="933024"/>
                  </a:lnTo>
                  <a:lnTo>
                    <a:pt x="888859" y="931380"/>
                  </a:lnTo>
                  <a:lnTo>
                    <a:pt x="885237" y="931785"/>
                  </a:lnTo>
                  <a:lnTo>
                    <a:pt x="883366" y="935687"/>
                  </a:lnTo>
                  <a:lnTo>
                    <a:pt x="880699" y="936332"/>
                  </a:lnTo>
                  <a:lnTo>
                    <a:pt x="873636" y="932640"/>
                  </a:lnTo>
                  <a:lnTo>
                    <a:pt x="865318" y="934658"/>
                  </a:lnTo>
                  <a:lnTo>
                    <a:pt x="858813" y="931857"/>
                  </a:lnTo>
                  <a:lnTo>
                    <a:pt x="850520" y="913647"/>
                  </a:lnTo>
                  <a:lnTo>
                    <a:pt x="846115" y="907266"/>
                  </a:lnTo>
                  <a:lnTo>
                    <a:pt x="838306" y="905207"/>
                  </a:lnTo>
                  <a:lnTo>
                    <a:pt x="836281" y="909058"/>
                  </a:lnTo>
                  <a:lnTo>
                    <a:pt x="833251" y="912827"/>
                  </a:lnTo>
                  <a:lnTo>
                    <a:pt x="825734" y="905315"/>
                  </a:lnTo>
                  <a:lnTo>
                    <a:pt x="820033" y="877432"/>
                  </a:lnTo>
                  <a:lnTo>
                    <a:pt x="819987" y="870703"/>
                  </a:lnTo>
                  <a:lnTo>
                    <a:pt x="827967" y="847249"/>
                  </a:lnTo>
                  <a:lnTo>
                    <a:pt x="847728" y="826135"/>
                  </a:lnTo>
                  <a:lnTo>
                    <a:pt x="841419" y="825429"/>
                  </a:lnTo>
                  <a:lnTo>
                    <a:pt x="823971" y="840069"/>
                  </a:lnTo>
                  <a:lnTo>
                    <a:pt x="825771" y="836526"/>
                  </a:lnTo>
                  <a:lnTo>
                    <a:pt x="828730" y="832834"/>
                  </a:lnTo>
                  <a:lnTo>
                    <a:pt x="834614" y="826878"/>
                  </a:lnTo>
                  <a:lnTo>
                    <a:pt x="843544" y="821281"/>
                  </a:lnTo>
                  <a:lnTo>
                    <a:pt x="855437" y="818019"/>
                  </a:lnTo>
                  <a:lnTo>
                    <a:pt x="863618" y="817522"/>
                  </a:lnTo>
                  <a:lnTo>
                    <a:pt x="869256" y="814429"/>
                  </a:lnTo>
                  <a:lnTo>
                    <a:pt x="877428" y="808950"/>
                  </a:lnTo>
                  <a:lnTo>
                    <a:pt x="878945" y="806041"/>
                  </a:lnTo>
                  <a:lnTo>
                    <a:pt x="871698" y="809385"/>
                  </a:lnTo>
                  <a:lnTo>
                    <a:pt x="859659" y="812678"/>
                  </a:lnTo>
                  <a:lnTo>
                    <a:pt x="862747" y="808361"/>
                  </a:lnTo>
                  <a:lnTo>
                    <a:pt x="865760" y="806051"/>
                  </a:lnTo>
                  <a:lnTo>
                    <a:pt x="921809" y="773112"/>
                  </a:lnTo>
                  <a:lnTo>
                    <a:pt x="921809" y="90869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4225054" y="914153"/>
              <a:ext cx="924109" cy="914400"/>
            </a:xfrm>
            <a:custGeom>
              <a:avLst/>
              <a:pathLst>
                <a:path w="924109" h="914400">
                  <a:moveTo>
                    <a:pt x="914400" y="914400"/>
                  </a:moveTo>
                  <a:lnTo>
                    <a:pt x="915441" y="910805"/>
                  </a:lnTo>
                  <a:lnTo>
                    <a:pt x="920684" y="901638"/>
                  </a:lnTo>
                  <a:lnTo>
                    <a:pt x="924109" y="900271"/>
                  </a:lnTo>
                  <a:lnTo>
                    <a:pt x="918696" y="91073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4176156" y="875182"/>
              <a:ext cx="927343" cy="914400"/>
            </a:xfrm>
            <a:custGeom>
              <a:avLst/>
              <a:pathLst>
                <a:path w="927343" h="914400">
                  <a:moveTo>
                    <a:pt x="914400" y="914400"/>
                  </a:moveTo>
                  <a:lnTo>
                    <a:pt x="918867" y="900240"/>
                  </a:lnTo>
                  <a:lnTo>
                    <a:pt x="922501" y="895893"/>
                  </a:lnTo>
                  <a:lnTo>
                    <a:pt x="927343" y="897357"/>
                  </a:lnTo>
                  <a:lnTo>
                    <a:pt x="926664" y="905914"/>
                  </a:lnTo>
                  <a:lnTo>
                    <a:pt x="925884" y="90885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3600379" y="789161"/>
              <a:ext cx="928693" cy="915209"/>
            </a:xfrm>
            <a:custGeom>
              <a:avLst/>
              <a:pathLst>
                <a:path w="928693" h="915209">
                  <a:moveTo>
                    <a:pt x="914400" y="914400"/>
                  </a:moveTo>
                  <a:lnTo>
                    <a:pt x="903152" y="912459"/>
                  </a:lnTo>
                  <a:lnTo>
                    <a:pt x="890788" y="915152"/>
                  </a:lnTo>
                  <a:lnTo>
                    <a:pt x="887346" y="915209"/>
                  </a:lnTo>
                  <a:lnTo>
                    <a:pt x="896530" y="907415"/>
                  </a:lnTo>
                  <a:lnTo>
                    <a:pt x="910653" y="902621"/>
                  </a:lnTo>
                  <a:lnTo>
                    <a:pt x="924734" y="887965"/>
                  </a:lnTo>
                  <a:lnTo>
                    <a:pt x="928693" y="887592"/>
                  </a:lnTo>
                  <a:lnTo>
                    <a:pt x="923334" y="904194"/>
                  </a:lnTo>
                  <a:lnTo>
                    <a:pt x="922242" y="910129"/>
                  </a:lnTo>
                  <a:lnTo>
                    <a:pt x="920975" y="91230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3585669" y="777020"/>
              <a:ext cx="935186" cy="914400"/>
            </a:xfrm>
            <a:custGeom>
              <a:avLst/>
              <a:pathLst>
                <a:path w="935186" h="914400">
                  <a:moveTo>
                    <a:pt x="914400" y="914400"/>
                  </a:moveTo>
                  <a:lnTo>
                    <a:pt x="910832" y="913488"/>
                  </a:lnTo>
                  <a:lnTo>
                    <a:pt x="922188" y="903185"/>
                  </a:lnTo>
                  <a:lnTo>
                    <a:pt x="935186" y="900809"/>
                  </a:lnTo>
                  <a:lnTo>
                    <a:pt x="924693" y="91223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3816037" y="640685"/>
              <a:ext cx="939224" cy="914400"/>
            </a:xfrm>
            <a:custGeom>
              <a:avLst/>
              <a:pathLst>
                <a:path w="939224" h="914400">
                  <a:moveTo>
                    <a:pt x="914400" y="914400"/>
                  </a:moveTo>
                  <a:lnTo>
                    <a:pt x="916250" y="910759"/>
                  </a:lnTo>
                  <a:lnTo>
                    <a:pt x="926843" y="904270"/>
                  </a:lnTo>
                  <a:lnTo>
                    <a:pt x="934627" y="900634"/>
                  </a:lnTo>
                  <a:lnTo>
                    <a:pt x="939224" y="900711"/>
                  </a:lnTo>
                  <a:lnTo>
                    <a:pt x="931739" y="908664"/>
                  </a:lnTo>
                  <a:lnTo>
                    <a:pt x="922159" y="91354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3257925" y="3014906"/>
              <a:ext cx="924784" cy="938161"/>
            </a:xfrm>
            <a:custGeom>
              <a:avLst/>
              <a:pathLst>
                <a:path w="924784" h="938161">
                  <a:moveTo>
                    <a:pt x="914400" y="914400"/>
                  </a:moveTo>
                  <a:lnTo>
                    <a:pt x="905940" y="921016"/>
                  </a:lnTo>
                  <a:lnTo>
                    <a:pt x="912087" y="925737"/>
                  </a:lnTo>
                  <a:lnTo>
                    <a:pt x="917879" y="915470"/>
                  </a:lnTo>
                  <a:lnTo>
                    <a:pt x="922476" y="923812"/>
                  </a:lnTo>
                  <a:lnTo>
                    <a:pt x="924784" y="938161"/>
                  </a:lnTo>
                  <a:lnTo>
                    <a:pt x="898674" y="938161"/>
                  </a:lnTo>
                  <a:lnTo>
                    <a:pt x="897664" y="933926"/>
                  </a:lnTo>
                  <a:lnTo>
                    <a:pt x="892388" y="928625"/>
                  </a:lnTo>
                  <a:lnTo>
                    <a:pt x="885062" y="915106"/>
                  </a:lnTo>
                  <a:lnTo>
                    <a:pt x="889317" y="911619"/>
                  </a:lnTo>
                  <a:lnTo>
                    <a:pt x="894989" y="912781"/>
                  </a:lnTo>
                  <a:lnTo>
                    <a:pt x="897893" y="911153"/>
                  </a:lnTo>
                  <a:lnTo>
                    <a:pt x="905757" y="909852"/>
                  </a:lnTo>
                  <a:lnTo>
                    <a:pt x="910532" y="908003"/>
                  </a:lnTo>
                  <a:lnTo>
                    <a:pt x="914266" y="9119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3292893" y="2839878"/>
              <a:ext cx="932164" cy="914400"/>
            </a:xfrm>
            <a:custGeom>
              <a:avLst/>
              <a:pathLst>
                <a:path w="932164" h="914400">
                  <a:moveTo>
                    <a:pt x="914400" y="914400"/>
                  </a:moveTo>
                  <a:lnTo>
                    <a:pt x="906990" y="903897"/>
                  </a:lnTo>
                  <a:lnTo>
                    <a:pt x="901023" y="900844"/>
                  </a:lnTo>
                  <a:lnTo>
                    <a:pt x="910345" y="893419"/>
                  </a:lnTo>
                  <a:lnTo>
                    <a:pt x="914370" y="887038"/>
                  </a:lnTo>
                  <a:lnTo>
                    <a:pt x="914287" y="873120"/>
                  </a:lnTo>
                  <a:lnTo>
                    <a:pt x="916562" y="865495"/>
                  </a:lnTo>
                  <a:lnTo>
                    <a:pt x="915791" y="858894"/>
                  </a:lnTo>
                  <a:lnTo>
                    <a:pt x="917846" y="852155"/>
                  </a:lnTo>
                  <a:lnTo>
                    <a:pt x="915066" y="844586"/>
                  </a:lnTo>
                  <a:lnTo>
                    <a:pt x="907274" y="838584"/>
                  </a:lnTo>
                  <a:lnTo>
                    <a:pt x="891855" y="814711"/>
                  </a:lnTo>
                  <a:lnTo>
                    <a:pt x="867497" y="808914"/>
                  </a:lnTo>
                  <a:lnTo>
                    <a:pt x="854887" y="808673"/>
                  </a:lnTo>
                  <a:lnTo>
                    <a:pt x="861817" y="804843"/>
                  </a:lnTo>
                  <a:lnTo>
                    <a:pt x="868218" y="805309"/>
                  </a:lnTo>
                  <a:lnTo>
                    <a:pt x="878070" y="807587"/>
                  </a:lnTo>
                  <a:lnTo>
                    <a:pt x="889867" y="808688"/>
                  </a:lnTo>
                  <a:lnTo>
                    <a:pt x="897076" y="815714"/>
                  </a:lnTo>
                  <a:lnTo>
                    <a:pt x="903961" y="825029"/>
                  </a:lnTo>
                  <a:lnTo>
                    <a:pt x="910178" y="828798"/>
                  </a:lnTo>
                  <a:lnTo>
                    <a:pt x="912737" y="831195"/>
                  </a:lnTo>
                  <a:lnTo>
                    <a:pt x="912449" y="833899"/>
                  </a:lnTo>
                  <a:lnTo>
                    <a:pt x="913483" y="836439"/>
                  </a:lnTo>
                  <a:lnTo>
                    <a:pt x="921596" y="840797"/>
                  </a:lnTo>
                  <a:lnTo>
                    <a:pt x="929768" y="847833"/>
                  </a:lnTo>
                  <a:lnTo>
                    <a:pt x="932164" y="868465"/>
                  </a:lnTo>
                  <a:lnTo>
                    <a:pt x="921155" y="878230"/>
                  </a:lnTo>
                  <a:lnTo>
                    <a:pt x="919129" y="908106"/>
                  </a:lnTo>
                  <a:lnTo>
                    <a:pt x="916175" y="91348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3250254" y="2977175"/>
              <a:ext cx="915333" cy="945745"/>
            </a:xfrm>
            <a:custGeom>
              <a:avLst/>
              <a:pathLst>
                <a:path w="915333" h="945745">
                  <a:moveTo>
                    <a:pt x="914399" y="914400"/>
                  </a:moveTo>
                  <a:lnTo>
                    <a:pt x="915333" y="923899"/>
                  </a:lnTo>
                  <a:lnTo>
                    <a:pt x="914470" y="927284"/>
                  </a:lnTo>
                  <a:lnTo>
                    <a:pt x="905236" y="933634"/>
                  </a:lnTo>
                  <a:lnTo>
                    <a:pt x="902865" y="937182"/>
                  </a:lnTo>
                  <a:lnTo>
                    <a:pt x="894159" y="940762"/>
                  </a:lnTo>
                  <a:lnTo>
                    <a:pt x="888892" y="945745"/>
                  </a:lnTo>
                  <a:lnTo>
                    <a:pt x="886254" y="937648"/>
                  </a:lnTo>
                  <a:lnTo>
                    <a:pt x="881141" y="932645"/>
                  </a:lnTo>
                  <a:lnTo>
                    <a:pt x="880282" y="924139"/>
                  </a:lnTo>
                  <a:lnTo>
                    <a:pt x="876374" y="927012"/>
                  </a:lnTo>
                  <a:lnTo>
                    <a:pt x="870740" y="925261"/>
                  </a:lnTo>
                  <a:lnTo>
                    <a:pt x="861447" y="918819"/>
                  </a:lnTo>
                  <a:lnTo>
                    <a:pt x="855575" y="910072"/>
                  </a:lnTo>
                  <a:lnTo>
                    <a:pt x="863801" y="908557"/>
                  </a:lnTo>
                  <a:lnTo>
                    <a:pt x="865501" y="913990"/>
                  </a:lnTo>
                  <a:lnTo>
                    <a:pt x="872011" y="907322"/>
                  </a:lnTo>
                  <a:lnTo>
                    <a:pt x="870531" y="903809"/>
                  </a:lnTo>
                  <a:lnTo>
                    <a:pt x="869356" y="903359"/>
                  </a:lnTo>
                  <a:lnTo>
                    <a:pt x="867222" y="896825"/>
                  </a:lnTo>
                  <a:lnTo>
                    <a:pt x="877015" y="879710"/>
                  </a:lnTo>
                  <a:lnTo>
                    <a:pt x="879128" y="868670"/>
                  </a:lnTo>
                  <a:lnTo>
                    <a:pt x="874686" y="850956"/>
                  </a:lnTo>
                  <a:lnTo>
                    <a:pt x="878832" y="849794"/>
                  </a:lnTo>
                  <a:lnTo>
                    <a:pt x="889884" y="856006"/>
                  </a:lnTo>
                  <a:lnTo>
                    <a:pt x="894834" y="862120"/>
                  </a:lnTo>
                  <a:lnTo>
                    <a:pt x="894997" y="870513"/>
                  </a:lnTo>
                  <a:lnTo>
                    <a:pt x="899643" y="877012"/>
                  </a:lnTo>
                  <a:lnTo>
                    <a:pt x="906369" y="892579"/>
                  </a:lnTo>
                  <a:lnTo>
                    <a:pt x="914587" y="90170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3196855" y="2755716"/>
              <a:ext cx="952742" cy="935088"/>
            </a:xfrm>
            <a:custGeom>
              <a:avLst/>
              <a:pathLst>
                <a:path w="952742" h="935088">
                  <a:moveTo>
                    <a:pt x="914399" y="914400"/>
                  </a:moveTo>
                  <a:lnTo>
                    <a:pt x="919938" y="913954"/>
                  </a:lnTo>
                  <a:lnTo>
                    <a:pt x="923259" y="911808"/>
                  </a:lnTo>
                  <a:lnTo>
                    <a:pt x="938557" y="912684"/>
                  </a:lnTo>
                  <a:lnTo>
                    <a:pt x="950909" y="909545"/>
                  </a:lnTo>
                  <a:lnTo>
                    <a:pt x="952742" y="915116"/>
                  </a:lnTo>
                  <a:lnTo>
                    <a:pt x="952430" y="918025"/>
                  </a:lnTo>
                  <a:lnTo>
                    <a:pt x="926164" y="920755"/>
                  </a:lnTo>
                  <a:lnTo>
                    <a:pt x="902069" y="928933"/>
                  </a:lnTo>
                  <a:lnTo>
                    <a:pt x="888863" y="934473"/>
                  </a:lnTo>
                  <a:lnTo>
                    <a:pt x="882658" y="935088"/>
                  </a:lnTo>
                  <a:lnTo>
                    <a:pt x="877915" y="932174"/>
                  </a:lnTo>
                  <a:lnTo>
                    <a:pt x="862005" y="915285"/>
                  </a:lnTo>
                  <a:lnTo>
                    <a:pt x="866260" y="916970"/>
                  </a:lnTo>
                  <a:lnTo>
                    <a:pt x="878015" y="926516"/>
                  </a:lnTo>
                  <a:lnTo>
                    <a:pt x="885316" y="924774"/>
                  </a:lnTo>
                  <a:lnTo>
                    <a:pt x="892080" y="918466"/>
                  </a:lnTo>
                  <a:lnTo>
                    <a:pt x="893113" y="913698"/>
                  </a:lnTo>
                  <a:lnTo>
                    <a:pt x="892105" y="911440"/>
                  </a:lnTo>
                  <a:lnTo>
                    <a:pt x="895164" y="903912"/>
                  </a:lnTo>
                  <a:lnTo>
                    <a:pt x="904061" y="91113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3274623" y="2934513"/>
              <a:ext cx="930731" cy="914399"/>
            </a:xfrm>
            <a:custGeom>
              <a:avLst/>
              <a:pathLst>
                <a:path w="930731" h="914399">
                  <a:moveTo>
                    <a:pt x="914400" y="914399"/>
                  </a:moveTo>
                  <a:lnTo>
                    <a:pt x="907511" y="912254"/>
                  </a:lnTo>
                  <a:lnTo>
                    <a:pt x="905744" y="910528"/>
                  </a:lnTo>
                  <a:lnTo>
                    <a:pt x="908695" y="907630"/>
                  </a:lnTo>
                  <a:lnTo>
                    <a:pt x="915187" y="905213"/>
                  </a:lnTo>
                  <a:lnTo>
                    <a:pt x="925613" y="904972"/>
                  </a:lnTo>
                  <a:lnTo>
                    <a:pt x="930181" y="907829"/>
                  </a:lnTo>
                  <a:lnTo>
                    <a:pt x="930731" y="909079"/>
                  </a:lnTo>
                  <a:lnTo>
                    <a:pt x="924038" y="9122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3529059" y="3038667"/>
              <a:ext cx="918648" cy="914399"/>
            </a:xfrm>
            <a:custGeom>
              <a:avLst/>
              <a:pathLst>
                <a:path w="918648" h="914399">
                  <a:moveTo>
                    <a:pt x="914400" y="914399"/>
                  </a:moveTo>
                  <a:lnTo>
                    <a:pt x="908748" y="914399"/>
                  </a:lnTo>
                  <a:lnTo>
                    <a:pt x="910331" y="903379"/>
                  </a:lnTo>
                  <a:lnTo>
                    <a:pt x="915015" y="901116"/>
                  </a:lnTo>
                  <a:lnTo>
                    <a:pt x="916852" y="901239"/>
                  </a:lnTo>
                  <a:lnTo>
                    <a:pt x="918648" y="90726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3357943" y="2894503"/>
              <a:ext cx="945916" cy="990455"/>
            </a:xfrm>
            <a:custGeom>
              <a:avLst/>
              <a:pathLst>
                <a:path w="945916" h="990455">
                  <a:moveTo>
                    <a:pt x="914400" y="914400"/>
                  </a:moveTo>
                  <a:lnTo>
                    <a:pt x="926384" y="918865"/>
                  </a:lnTo>
                  <a:lnTo>
                    <a:pt x="939340" y="933675"/>
                  </a:lnTo>
                  <a:lnTo>
                    <a:pt x="944920" y="938949"/>
                  </a:lnTo>
                  <a:lnTo>
                    <a:pt x="945916" y="943753"/>
                  </a:lnTo>
                  <a:lnTo>
                    <a:pt x="943733" y="965680"/>
                  </a:lnTo>
                  <a:lnTo>
                    <a:pt x="940820" y="978882"/>
                  </a:lnTo>
                  <a:lnTo>
                    <a:pt x="941257" y="990455"/>
                  </a:lnTo>
                  <a:lnTo>
                    <a:pt x="938215" y="987029"/>
                  </a:lnTo>
                  <a:lnTo>
                    <a:pt x="935140" y="979450"/>
                  </a:lnTo>
                  <a:lnTo>
                    <a:pt x="930097" y="975093"/>
                  </a:lnTo>
                  <a:lnTo>
                    <a:pt x="928418" y="972809"/>
                  </a:lnTo>
                  <a:lnTo>
                    <a:pt x="937482" y="972307"/>
                  </a:lnTo>
                  <a:lnTo>
                    <a:pt x="938286" y="960375"/>
                  </a:lnTo>
                  <a:lnTo>
                    <a:pt x="942707" y="950963"/>
                  </a:lnTo>
                  <a:lnTo>
                    <a:pt x="942037" y="941172"/>
                  </a:lnTo>
                  <a:lnTo>
                    <a:pt x="931460" y="930392"/>
                  </a:lnTo>
                  <a:lnTo>
                    <a:pt x="924209" y="920903"/>
                  </a:lnTo>
                  <a:lnTo>
                    <a:pt x="913062" y="917866"/>
                  </a:lnTo>
                  <a:lnTo>
                    <a:pt x="902752" y="908418"/>
                  </a:lnTo>
                  <a:lnTo>
                    <a:pt x="896601" y="907256"/>
                  </a:lnTo>
                  <a:lnTo>
                    <a:pt x="889100" y="908920"/>
                  </a:lnTo>
                  <a:lnTo>
                    <a:pt x="891809" y="903287"/>
                  </a:lnTo>
                  <a:lnTo>
                    <a:pt x="893684" y="895836"/>
                  </a:lnTo>
                  <a:lnTo>
                    <a:pt x="895059" y="894443"/>
                  </a:lnTo>
                  <a:lnTo>
                    <a:pt x="900352" y="90257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3458860" y="3023023"/>
              <a:ext cx="914400" cy="915460"/>
            </a:xfrm>
            <a:custGeom>
              <a:avLst/>
              <a:pathLst>
                <a:path w="914400" h="915460">
                  <a:moveTo>
                    <a:pt x="914400" y="914400"/>
                  </a:moveTo>
                  <a:lnTo>
                    <a:pt x="908682" y="913319"/>
                  </a:lnTo>
                  <a:lnTo>
                    <a:pt x="900243" y="915403"/>
                  </a:lnTo>
                  <a:lnTo>
                    <a:pt x="897206" y="915460"/>
                  </a:lnTo>
                  <a:lnTo>
                    <a:pt x="899097" y="911808"/>
                  </a:lnTo>
                  <a:lnTo>
                    <a:pt x="904957" y="906872"/>
                  </a:lnTo>
                  <a:lnTo>
                    <a:pt x="905252" y="902171"/>
                  </a:lnTo>
                  <a:lnTo>
                    <a:pt x="898001" y="895391"/>
                  </a:lnTo>
                  <a:lnTo>
                    <a:pt x="889563" y="878522"/>
                  </a:lnTo>
                  <a:lnTo>
                    <a:pt x="885612" y="874523"/>
                  </a:lnTo>
                  <a:lnTo>
                    <a:pt x="883737" y="868183"/>
                  </a:lnTo>
                  <a:lnTo>
                    <a:pt x="876657" y="861383"/>
                  </a:lnTo>
                  <a:lnTo>
                    <a:pt x="878136" y="857747"/>
                  </a:lnTo>
                  <a:lnTo>
                    <a:pt x="879591" y="856892"/>
                  </a:lnTo>
                  <a:lnTo>
                    <a:pt x="884379" y="858638"/>
                  </a:lnTo>
                  <a:lnTo>
                    <a:pt x="895222" y="882901"/>
                  </a:lnTo>
                  <a:lnTo>
                    <a:pt x="895930" y="885226"/>
                  </a:lnTo>
                  <a:lnTo>
                    <a:pt x="913833" y="90906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t3925"/>
            <p:cNvSpPr/>
            <p:nvPr/>
          </p:nvSpPr>
          <p:spPr>
            <a:xfrm>
              <a:off x="4517981" y="2123210"/>
              <a:ext cx="63202" cy="63202"/>
            </a:xfrm>
            <a:prstGeom prst="ellipse">
              <a:avLst/>
            </a:prstGeom>
            <a:solidFill>
              <a:srgbClr val="3497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t3926"/>
            <p:cNvSpPr/>
            <p:nvPr/>
          </p:nvSpPr>
          <p:spPr>
            <a:xfrm>
              <a:off x="2804077" y="3308464"/>
              <a:ext cx="63202" cy="63202"/>
            </a:xfrm>
            <a:prstGeom prst="ellipse">
              <a:avLst/>
            </a:prstGeom>
            <a:solidFill>
              <a:srgbClr val="395F9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t3927"/>
            <p:cNvSpPr/>
            <p:nvPr/>
          </p:nvSpPr>
          <p:spPr>
            <a:xfrm>
              <a:off x="2474979" y="3491892"/>
              <a:ext cx="63202" cy="63202"/>
            </a:xfrm>
            <a:prstGeom prst="ellipse">
              <a:avLst/>
            </a:prstGeom>
            <a:solidFill>
              <a:srgbClr val="395D9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t3928"/>
            <p:cNvSpPr/>
            <p:nvPr/>
          </p:nvSpPr>
          <p:spPr>
            <a:xfrm>
              <a:off x="4310750" y="2493405"/>
              <a:ext cx="63202" cy="63202"/>
            </a:xfrm>
            <a:prstGeom prst="ellipse">
              <a:avLst/>
            </a:prstGeom>
            <a:solidFill>
              <a:srgbClr val="3A6C9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t3929"/>
            <p:cNvSpPr/>
            <p:nvPr/>
          </p:nvSpPr>
          <p:spPr>
            <a:xfrm>
              <a:off x="3230764" y="3253112"/>
              <a:ext cx="63202" cy="63202"/>
            </a:xfrm>
            <a:prstGeom prst="ellipse">
              <a:avLst/>
            </a:prstGeom>
            <a:solidFill>
              <a:srgbClr val="3B559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t3930"/>
            <p:cNvSpPr/>
            <p:nvPr/>
          </p:nvSpPr>
          <p:spPr>
            <a:xfrm>
              <a:off x="4374836" y="2340602"/>
              <a:ext cx="63202" cy="63202"/>
            </a:xfrm>
            <a:prstGeom prst="ellipse">
              <a:avLst/>
            </a:prstGeom>
            <a:solidFill>
              <a:srgbClr val="3A7D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t3931"/>
            <p:cNvSpPr/>
            <p:nvPr/>
          </p:nvSpPr>
          <p:spPr>
            <a:xfrm>
              <a:off x="3085609" y="3352656"/>
              <a:ext cx="63202" cy="63202"/>
            </a:xfrm>
            <a:prstGeom prst="ellipse">
              <a:avLst/>
            </a:prstGeom>
            <a:solidFill>
              <a:srgbClr val="3A669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t3932"/>
            <p:cNvSpPr/>
            <p:nvPr/>
          </p:nvSpPr>
          <p:spPr>
            <a:xfrm>
              <a:off x="4834075" y="1821367"/>
              <a:ext cx="63202" cy="63202"/>
            </a:xfrm>
            <a:prstGeom prst="ellipse">
              <a:avLst/>
            </a:prstGeom>
            <a:solidFill>
              <a:srgbClr val="392E5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t3933"/>
            <p:cNvSpPr/>
            <p:nvPr/>
          </p:nvSpPr>
          <p:spPr>
            <a:xfrm>
              <a:off x="4671421" y="2079945"/>
              <a:ext cx="63202" cy="63202"/>
            </a:xfrm>
            <a:prstGeom prst="ellipse">
              <a:avLst/>
            </a:prstGeom>
            <a:solidFill>
              <a:srgbClr val="3B3A6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t3934"/>
            <p:cNvSpPr/>
            <p:nvPr/>
          </p:nvSpPr>
          <p:spPr>
            <a:xfrm>
              <a:off x="4227828" y="2542459"/>
              <a:ext cx="63202" cy="63202"/>
            </a:xfrm>
            <a:prstGeom prst="ellipse">
              <a:avLst/>
            </a:prstGeom>
            <a:solidFill>
              <a:srgbClr val="5BC6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t3935"/>
            <p:cNvSpPr/>
            <p:nvPr/>
          </p:nvSpPr>
          <p:spPr>
            <a:xfrm>
              <a:off x="3531947" y="3324123"/>
              <a:ext cx="63202" cy="63202"/>
            </a:xfrm>
            <a:prstGeom prst="ellipse">
              <a:avLst/>
            </a:prstGeom>
            <a:solidFill>
              <a:srgbClr val="3A5B9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t3936"/>
            <p:cNvSpPr/>
            <p:nvPr/>
          </p:nvSpPr>
          <p:spPr>
            <a:xfrm>
              <a:off x="4116343" y="2877034"/>
              <a:ext cx="63202" cy="63202"/>
            </a:xfrm>
            <a:prstGeom prst="ellipse">
              <a:avLst/>
            </a:prstGeom>
            <a:solidFill>
              <a:srgbClr val="3983A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t3937"/>
            <p:cNvSpPr/>
            <p:nvPr/>
          </p:nvSpPr>
          <p:spPr>
            <a:xfrm>
              <a:off x="3861999" y="3080650"/>
              <a:ext cx="63202" cy="63202"/>
            </a:xfrm>
            <a:prstGeom prst="ellipse">
              <a:avLst/>
            </a:prstGeom>
            <a:solidFill>
              <a:srgbClr val="3A569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t3938"/>
            <p:cNvSpPr/>
            <p:nvPr/>
          </p:nvSpPr>
          <p:spPr>
            <a:xfrm>
              <a:off x="2668745" y="3339664"/>
              <a:ext cx="63202" cy="63202"/>
            </a:xfrm>
            <a:prstGeom prst="ellipse">
              <a:avLst/>
            </a:prstGeom>
            <a:solidFill>
              <a:srgbClr val="48AC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t3939"/>
            <p:cNvSpPr/>
            <p:nvPr/>
          </p:nvSpPr>
          <p:spPr>
            <a:xfrm>
              <a:off x="3949423" y="3003555"/>
              <a:ext cx="63202" cy="63202"/>
            </a:xfrm>
            <a:prstGeom prst="ellipse">
              <a:avLst/>
            </a:prstGeom>
            <a:solidFill>
              <a:srgbClr val="3A689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t3940"/>
            <p:cNvSpPr/>
            <p:nvPr/>
          </p:nvSpPr>
          <p:spPr>
            <a:xfrm>
              <a:off x="4323294" y="2302728"/>
              <a:ext cx="63202" cy="63202"/>
            </a:xfrm>
            <a:prstGeom prst="ellipse">
              <a:avLst/>
            </a:prstGeom>
            <a:solidFill>
              <a:srgbClr val="5FCD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t3941"/>
            <p:cNvSpPr/>
            <p:nvPr/>
          </p:nvSpPr>
          <p:spPr>
            <a:xfrm>
              <a:off x="3495127" y="3324813"/>
              <a:ext cx="63202" cy="63202"/>
            </a:xfrm>
            <a:prstGeom prst="ellipse">
              <a:avLst/>
            </a:prstGeom>
            <a:solidFill>
              <a:srgbClr val="395F9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t3942"/>
            <p:cNvSpPr/>
            <p:nvPr/>
          </p:nvSpPr>
          <p:spPr>
            <a:xfrm>
              <a:off x="3818102" y="3246059"/>
              <a:ext cx="63202" cy="63202"/>
            </a:xfrm>
            <a:prstGeom prst="ellipse">
              <a:avLst/>
            </a:prstGeom>
            <a:solidFill>
              <a:srgbClr val="3B4F8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t3943"/>
            <p:cNvSpPr/>
            <p:nvPr/>
          </p:nvSpPr>
          <p:spPr>
            <a:xfrm>
              <a:off x="3130118" y="3329566"/>
              <a:ext cx="63202" cy="63202"/>
            </a:xfrm>
            <a:prstGeom prst="ellipse">
              <a:avLst/>
            </a:prstGeom>
            <a:solidFill>
              <a:srgbClr val="3A73A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t3944"/>
            <p:cNvSpPr/>
            <p:nvPr/>
          </p:nvSpPr>
          <p:spPr>
            <a:xfrm>
              <a:off x="4198713" y="2417858"/>
              <a:ext cx="63202" cy="63202"/>
            </a:xfrm>
            <a:prstGeom prst="ellipse">
              <a:avLst/>
            </a:prstGeom>
            <a:solidFill>
              <a:srgbClr val="75D4B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t3945"/>
            <p:cNvSpPr/>
            <p:nvPr/>
          </p:nvSpPr>
          <p:spPr>
            <a:xfrm>
              <a:off x="3824350" y="3139769"/>
              <a:ext cx="63202" cy="63202"/>
            </a:xfrm>
            <a:prstGeom prst="ellipse">
              <a:avLst/>
            </a:prstGeom>
            <a:solidFill>
              <a:srgbClr val="3A679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t3946"/>
            <p:cNvSpPr/>
            <p:nvPr/>
          </p:nvSpPr>
          <p:spPr>
            <a:xfrm>
              <a:off x="2941545" y="3353078"/>
              <a:ext cx="63202" cy="63202"/>
            </a:xfrm>
            <a:prstGeom prst="ellipse">
              <a:avLst/>
            </a:prstGeom>
            <a:solidFill>
              <a:srgbClr val="3A80A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t3947"/>
            <p:cNvSpPr/>
            <p:nvPr/>
          </p:nvSpPr>
          <p:spPr>
            <a:xfrm>
              <a:off x="4020756" y="2922673"/>
              <a:ext cx="63202" cy="63202"/>
            </a:xfrm>
            <a:prstGeom prst="ellipse">
              <a:avLst/>
            </a:prstGeom>
            <a:solidFill>
              <a:srgbClr val="395F9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t3948"/>
            <p:cNvSpPr/>
            <p:nvPr/>
          </p:nvSpPr>
          <p:spPr>
            <a:xfrm>
              <a:off x="4801364" y="1841625"/>
              <a:ext cx="63202" cy="63202"/>
            </a:xfrm>
            <a:prstGeom prst="ellipse">
              <a:avLst/>
            </a:prstGeom>
            <a:solidFill>
              <a:srgbClr val="3C427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t3949"/>
            <p:cNvSpPr/>
            <p:nvPr/>
          </p:nvSpPr>
          <p:spPr>
            <a:xfrm>
              <a:off x="2752856" y="3314756"/>
              <a:ext cx="63202" cy="63202"/>
            </a:xfrm>
            <a:prstGeom prst="ellipse">
              <a:avLst/>
            </a:prstGeom>
            <a:solidFill>
              <a:srgbClr val="395F9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t3950"/>
            <p:cNvSpPr/>
            <p:nvPr/>
          </p:nvSpPr>
          <p:spPr>
            <a:xfrm>
              <a:off x="5143149" y="1843604"/>
              <a:ext cx="63202" cy="63202"/>
            </a:xfrm>
            <a:prstGeom prst="ellipse">
              <a:avLst/>
            </a:prstGeom>
            <a:solidFill>
              <a:srgbClr val="3C487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t3951"/>
            <p:cNvSpPr/>
            <p:nvPr/>
          </p:nvSpPr>
          <p:spPr>
            <a:xfrm>
              <a:off x="3830102" y="3143517"/>
              <a:ext cx="63202" cy="63202"/>
            </a:xfrm>
            <a:prstGeom prst="ellipse">
              <a:avLst/>
            </a:prstGeom>
            <a:solidFill>
              <a:srgbClr val="3A659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t3952"/>
            <p:cNvSpPr/>
            <p:nvPr/>
          </p:nvSpPr>
          <p:spPr>
            <a:xfrm>
              <a:off x="4722739" y="1954852"/>
              <a:ext cx="63202" cy="63202"/>
            </a:xfrm>
            <a:prstGeom prst="ellipse">
              <a:avLst/>
            </a:prstGeom>
            <a:solidFill>
              <a:srgbClr val="3984A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t3953"/>
            <p:cNvSpPr/>
            <p:nvPr/>
          </p:nvSpPr>
          <p:spPr>
            <a:xfrm>
              <a:off x="3009462" y="3371921"/>
              <a:ext cx="63202" cy="63202"/>
            </a:xfrm>
            <a:prstGeom prst="ellipse">
              <a:avLst/>
            </a:prstGeom>
            <a:solidFill>
              <a:srgbClr val="3A679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t3954"/>
            <p:cNvSpPr/>
            <p:nvPr/>
          </p:nvSpPr>
          <p:spPr>
            <a:xfrm>
              <a:off x="3853490" y="3083509"/>
              <a:ext cx="63202" cy="63202"/>
            </a:xfrm>
            <a:prstGeom prst="ellipse">
              <a:avLst/>
            </a:prstGeom>
            <a:solidFill>
              <a:srgbClr val="3A699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t3955"/>
            <p:cNvSpPr/>
            <p:nvPr/>
          </p:nvSpPr>
          <p:spPr>
            <a:xfrm>
              <a:off x="4716341" y="1923178"/>
              <a:ext cx="63202" cy="63202"/>
            </a:xfrm>
            <a:prstGeom prst="ellipse">
              <a:avLst/>
            </a:prstGeom>
            <a:solidFill>
              <a:srgbClr val="3A7D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t3956"/>
            <p:cNvSpPr/>
            <p:nvPr/>
          </p:nvSpPr>
          <p:spPr>
            <a:xfrm>
              <a:off x="2556116" y="3429218"/>
              <a:ext cx="63202" cy="63202"/>
            </a:xfrm>
            <a:prstGeom prst="ellipse">
              <a:avLst/>
            </a:prstGeom>
            <a:solidFill>
              <a:srgbClr val="395C9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t3957"/>
            <p:cNvSpPr/>
            <p:nvPr/>
          </p:nvSpPr>
          <p:spPr>
            <a:xfrm>
              <a:off x="4123017" y="2857995"/>
              <a:ext cx="63202" cy="63202"/>
            </a:xfrm>
            <a:prstGeom prst="ellipse">
              <a:avLst/>
            </a:prstGeom>
            <a:solidFill>
              <a:srgbClr val="3B4F8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t3958"/>
            <p:cNvSpPr/>
            <p:nvPr/>
          </p:nvSpPr>
          <p:spPr>
            <a:xfrm>
              <a:off x="2447878" y="3464791"/>
              <a:ext cx="117405" cy="117405"/>
            </a:xfrm>
            <a:prstGeom prst="ellipse">
              <a:avLst/>
            </a:prstGeom>
            <a:solidFill>
              <a:srgbClr val="395D9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t3959"/>
            <p:cNvSpPr/>
            <p:nvPr/>
          </p:nvSpPr>
          <p:spPr>
            <a:xfrm>
              <a:off x="2982361" y="3344820"/>
              <a:ext cx="117405" cy="117405"/>
            </a:xfrm>
            <a:prstGeom prst="ellipse">
              <a:avLst/>
            </a:prstGeom>
            <a:solidFill>
              <a:srgbClr val="3A679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t3960"/>
            <p:cNvSpPr/>
            <p:nvPr/>
          </p:nvSpPr>
          <p:spPr>
            <a:xfrm>
              <a:off x="3791000" y="3218958"/>
              <a:ext cx="117405" cy="117405"/>
            </a:xfrm>
            <a:prstGeom prst="ellipse">
              <a:avLst/>
            </a:prstGeom>
            <a:solidFill>
              <a:srgbClr val="3B4F8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t3961"/>
            <p:cNvSpPr/>
            <p:nvPr/>
          </p:nvSpPr>
          <p:spPr>
            <a:xfrm>
              <a:off x="4689240" y="1896077"/>
              <a:ext cx="117405" cy="117405"/>
            </a:xfrm>
            <a:prstGeom prst="ellipse">
              <a:avLst/>
            </a:prstGeom>
            <a:solidFill>
              <a:srgbClr val="3A7D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t3962"/>
            <p:cNvSpPr/>
            <p:nvPr/>
          </p:nvSpPr>
          <p:spPr>
            <a:xfrm>
              <a:off x="4806974" y="1794266"/>
              <a:ext cx="117405" cy="117405"/>
            </a:xfrm>
            <a:prstGeom prst="ellipse">
              <a:avLst/>
            </a:prstGeom>
            <a:solidFill>
              <a:srgbClr val="392E5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l3963"/>
            <p:cNvSpPr/>
            <p:nvPr/>
          </p:nvSpPr>
          <p:spPr>
            <a:xfrm>
              <a:off x="4771571" y="1751124"/>
              <a:ext cx="84908" cy="91891"/>
            </a:xfrm>
            <a:custGeom>
              <a:avLst/>
              <a:pathLst>
                <a:path w="84908" h="91891">
                  <a:moveTo>
                    <a:pt x="0" y="0"/>
                  </a:moveTo>
                  <a:lnTo>
                    <a:pt x="84908" y="91891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g3964"/>
            <p:cNvSpPr/>
            <p:nvPr/>
          </p:nvSpPr>
          <p:spPr>
            <a:xfrm>
              <a:off x="1981265" y="3273158"/>
              <a:ext cx="558515" cy="191749"/>
            </a:xfrm>
            <a:custGeom>
              <a:avLst/>
              <a:pathLst>
                <a:path w="558515" h="191749">
                  <a:moveTo>
                    <a:pt x="27431" y="191749"/>
                  </a:moveTo>
                  <a:lnTo>
                    <a:pt x="531083" y="191749"/>
                  </a:lnTo>
                  <a:lnTo>
                    <a:pt x="529978" y="191727"/>
                  </a:lnTo>
                  <a:lnTo>
                    <a:pt x="534390" y="191549"/>
                  </a:lnTo>
                  <a:lnTo>
                    <a:pt x="538715" y="190666"/>
                  </a:lnTo>
                  <a:lnTo>
                    <a:pt x="542843" y="189101"/>
                  </a:lnTo>
                  <a:lnTo>
                    <a:pt x="546666" y="186893"/>
                  </a:lnTo>
                  <a:lnTo>
                    <a:pt x="550086" y="184101"/>
                  </a:lnTo>
                  <a:lnTo>
                    <a:pt x="553013" y="180797"/>
                  </a:lnTo>
                  <a:lnTo>
                    <a:pt x="555373" y="177065"/>
                  </a:lnTo>
                  <a:lnTo>
                    <a:pt x="557103" y="173004"/>
                  </a:lnTo>
                  <a:lnTo>
                    <a:pt x="558160" y="168718"/>
                  </a:lnTo>
                  <a:lnTo>
                    <a:pt x="558515" y="164317"/>
                  </a:lnTo>
                  <a:lnTo>
                    <a:pt x="558515" y="27431"/>
                  </a:lnTo>
                  <a:lnTo>
                    <a:pt x="558160" y="23031"/>
                  </a:lnTo>
                  <a:lnTo>
                    <a:pt x="557103" y="18745"/>
                  </a:lnTo>
                  <a:lnTo>
                    <a:pt x="555373" y="14683"/>
                  </a:lnTo>
                  <a:lnTo>
                    <a:pt x="553013" y="10952"/>
                  </a:lnTo>
                  <a:lnTo>
                    <a:pt x="550086" y="7647"/>
                  </a:lnTo>
                  <a:lnTo>
                    <a:pt x="546666" y="4855"/>
                  </a:lnTo>
                  <a:lnTo>
                    <a:pt x="542843" y="2648"/>
                  </a:lnTo>
                  <a:lnTo>
                    <a:pt x="538715" y="1083"/>
                  </a:lnTo>
                  <a:lnTo>
                    <a:pt x="534390" y="200"/>
                  </a:lnTo>
                  <a:lnTo>
                    <a:pt x="53108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tx3965"/>
            <p:cNvSpPr/>
            <p:nvPr/>
          </p:nvSpPr>
          <p:spPr>
            <a:xfrm>
              <a:off x="2026985" y="3318878"/>
              <a:ext cx="46707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W1_TX</a:t>
              </a:r>
            </a:p>
          </p:txBody>
        </p:sp>
        <p:sp>
          <p:nvSpPr>
            <p:cNvPr id="3966" name="pg3966"/>
            <p:cNvSpPr/>
            <p:nvPr/>
          </p:nvSpPr>
          <p:spPr>
            <a:xfrm>
              <a:off x="2630856" y="3152861"/>
              <a:ext cx="550834" cy="191749"/>
            </a:xfrm>
            <a:custGeom>
              <a:avLst/>
              <a:pathLst>
                <a:path w="550834" h="191749">
                  <a:moveTo>
                    <a:pt x="27431" y="191749"/>
                  </a:moveTo>
                  <a:lnTo>
                    <a:pt x="523402" y="191749"/>
                  </a:lnTo>
                  <a:lnTo>
                    <a:pt x="522297" y="191727"/>
                  </a:lnTo>
                  <a:lnTo>
                    <a:pt x="526709" y="191549"/>
                  </a:lnTo>
                  <a:lnTo>
                    <a:pt x="531034" y="190666"/>
                  </a:lnTo>
                  <a:lnTo>
                    <a:pt x="535162" y="189101"/>
                  </a:lnTo>
                  <a:lnTo>
                    <a:pt x="538985" y="186893"/>
                  </a:lnTo>
                  <a:lnTo>
                    <a:pt x="542405" y="184101"/>
                  </a:lnTo>
                  <a:lnTo>
                    <a:pt x="545332" y="180797"/>
                  </a:lnTo>
                  <a:lnTo>
                    <a:pt x="547692" y="177065"/>
                  </a:lnTo>
                  <a:lnTo>
                    <a:pt x="549422" y="173004"/>
                  </a:lnTo>
                  <a:lnTo>
                    <a:pt x="550479" y="168718"/>
                  </a:lnTo>
                  <a:lnTo>
                    <a:pt x="550834" y="164317"/>
                  </a:lnTo>
                  <a:lnTo>
                    <a:pt x="550834" y="27431"/>
                  </a:lnTo>
                  <a:lnTo>
                    <a:pt x="550479" y="23031"/>
                  </a:lnTo>
                  <a:lnTo>
                    <a:pt x="549422" y="18745"/>
                  </a:lnTo>
                  <a:lnTo>
                    <a:pt x="547692" y="14683"/>
                  </a:lnTo>
                  <a:lnTo>
                    <a:pt x="545332" y="10952"/>
                  </a:lnTo>
                  <a:lnTo>
                    <a:pt x="542405" y="7647"/>
                  </a:lnTo>
                  <a:lnTo>
                    <a:pt x="538985" y="4855"/>
                  </a:lnTo>
                  <a:lnTo>
                    <a:pt x="535162" y="2648"/>
                  </a:lnTo>
                  <a:lnTo>
                    <a:pt x="531034" y="1083"/>
                  </a:lnTo>
                  <a:lnTo>
                    <a:pt x="526709" y="200"/>
                  </a:lnTo>
                  <a:lnTo>
                    <a:pt x="523402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tx3967"/>
            <p:cNvSpPr/>
            <p:nvPr/>
          </p:nvSpPr>
          <p:spPr>
            <a:xfrm>
              <a:off x="2676576" y="3198581"/>
              <a:ext cx="459394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W2_LA</a:t>
              </a:r>
            </a:p>
          </p:txBody>
        </p:sp>
        <p:sp>
          <p:nvSpPr>
            <p:cNvPr id="3968" name="pg3968"/>
            <p:cNvSpPr/>
            <p:nvPr/>
          </p:nvSpPr>
          <p:spPr>
            <a:xfrm>
              <a:off x="3273748" y="3027239"/>
              <a:ext cx="542970" cy="191749"/>
            </a:xfrm>
            <a:custGeom>
              <a:avLst/>
              <a:pathLst>
                <a:path w="542970" h="191749">
                  <a:moveTo>
                    <a:pt x="27431" y="191749"/>
                  </a:moveTo>
                  <a:lnTo>
                    <a:pt x="515538" y="191749"/>
                  </a:lnTo>
                  <a:lnTo>
                    <a:pt x="514434" y="191727"/>
                  </a:lnTo>
                  <a:lnTo>
                    <a:pt x="518845" y="191549"/>
                  </a:lnTo>
                  <a:lnTo>
                    <a:pt x="523170" y="190666"/>
                  </a:lnTo>
                  <a:lnTo>
                    <a:pt x="527298" y="189101"/>
                  </a:lnTo>
                  <a:lnTo>
                    <a:pt x="531121" y="186893"/>
                  </a:lnTo>
                  <a:lnTo>
                    <a:pt x="534541" y="184101"/>
                  </a:lnTo>
                  <a:lnTo>
                    <a:pt x="537469" y="180797"/>
                  </a:lnTo>
                  <a:lnTo>
                    <a:pt x="539828" y="177065"/>
                  </a:lnTo>
                  <a:lnTo>
                    <a:pt x="541558" y="173004"/>
                  </a:lnTo>
                  <a:lnTo>
                    <a:pt x="542615" y="168718"/>
                  </a:lnTo>
                  <a:lnTo>
                    <a:pt x="542970" y="164317"/>
                  </a:lnTo>
                  <a:lnTo>
                    <a:pt x="542970" y="27431"/>
                  </a:lnTo>
                  <a:lnTo>
                    <a:pt x="542615" y="23031"/>
                  </a:lnTo>
                  <a:lnTo>
                    <a:pt x="541558" y="18745"/>
                  </a:lnTo>
                  <a:lnTo>
                    <a:pt x="539828" y="14683"/>
                  </a:lnTo>
                  <a:lnTo>
                    <a:pt x="537469" y="10952"/>
                  </a:lnTo>
                  <a:lnTo>
                    <a:pt x="534541" y="7647"/>
                  </a:lnTo>
                  <a:lnTo>
                    <a:pt x="531121" y="4855"/>
                  </a:lnTo>
                  <a:lnTo>
                    <a:pt x="527298" y="2648"/>
                  </a:lnTo>
                  <a:lnTo>
                    <a:pt x="523170" y="1083"/>
                  </a:lnTo>
                  <a:lnTo>
                    <a:pt x="518845" y="200"/>
                  </a:lnTo>
                  <a:lnTo>
                    <a:pt x="51553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tx3969"/>
            <p:cNvSpPr/>
            <p:nvPr/>
          </p:nvSpPr>
          <p:spPr>
            <a:xfrm>
              <a:off x="3319468" y="3072959"/>
              <a:ext cx="451530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W3_FL</a:t>
              </a:r>
            </a:p>
          </p:txBody>
        </p:sp>
        <p:sp>
          <p:nvSpPr>
            <p:cNvPr id="3970" name="pg3970"/>
            <p:cNvSpPr/>
            <p:nvPr/>
          </p:nvSpPr>
          <p:spPr>
            <a:xfrm>
              <a:off x="4074677" y="1842550"/>
              <a:ext cx="581741" cy="191749"/>
            </a:xfrm>
            <a:custGeom>
              <a:avLst/>
              <a:pathLst>
                <a:path w="581741" h="191749">
                  <a:moveTo>
                    <a:pt x="27431" y="191749"/>
                  </a:moveTo>
                  <a:lnTo>
                    <a:pt x="554309" y="191749"/>
                  </a:lnTo>
                  <a:lnTo>
                    <a:pt x="553204" y="191727"/>
                  </a:lnTo>
                  <a:lnTo>
                    <a:pt x="557615" y="191549"/>
                  </a:lnTo>
                  <a:lnTo>
                    <a:pt x="561941" y="190666"/>
                  </a:lnTo>
                  <a:lnTo>
                    <a:pt x="566069" y="189101"/>
                  </a:lnTo>
                  <a:lnTo>
                    <a:pt x="569892" y="186893"/>
                  </a:lnTo>
                  <a:lnTo>
                    <a:pt x="573312" y="184101"/>
                  </a:lnTo>
                  <a:lnTo>
                    <a:pt x="576239" y="180797"/>
                  </a:lnTo>
                  <a:lnTo>
                    <a:pt x="578599" y="177065"/>
                  </a:lnTo>
                  <a:lnTo>
                    <a:pt x="580329" y="173004"/>
                  </a:lnTo>
                  <a:lnTo>
                    <a:pt x="581386" y="168718"/>
                  </a:lnTo>
                  <a:lnTo>
                    <a:pt x="581741" y="164317"/>
                  </a:lnTo>
                  <a:lnTo>
                    <a:pt x="581741" y="27432"/>
                  </a:lnTo>
                  <a:lnTo>
                    <a:pt x="581386" y="23031"/>
                  </a:lnTo>
                  <a:lnTo>
                    <a:pt x="580329" y="18745"/>
                  </a:lnTo>
                  <a:lnTo>
                    <a:pt x="578599" y="14683"/>
                  </a:lnTo>
                  <a:lnTo>
                    <a:pt x="576239" y="10952"/>
                  </a:lnTo>
                  <a:lnTo>
                    <a:pt x="573312" y="7647"/>
                  </a:lnTo>
                  <a:lnTo>
                    <a:pt x="569892" y="4855"/>
                  </a:lnTo>
                  <a:lnTo>
                    <a:pt x="566069" y="2648"/>
                  </a:lnTo>
                  <a:lnTo>
                    <a:pt x="561941" y="1083"/>
                  </a:lnTo>
                  <a:lnTo>
                    <a:pt x="557615" y="200"/>
                  </a:lnTo>
                  <a:lnTo>
                    <a:pt x="55430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tx3971"/>
            <p:cNvSpPr/>
            <p:nvPr/>
          </p:nvSpPr>
          <p:spPr>
            <a:xfrm>
              <a:off x="4120397" y="1888270"/>
              <a:ext cx="49030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W5_NH</a:t>
              </a:r>
            </a:p>
          </p:txBody>
        </p:sp>
        <p:sp>
          <p:nvSpPr>
            <p:cNvPr id="3972" name="pg3972"/>
            <p:cNvSpPr/>
            <p:nvPr/>
          </p:nvSpPr>
          <p:spPr>
            <a:xfrm>
              <a:off x="4436002" y="1559374"/>
              <a:ext cx="589605" cy="191749"/>
            </a:xfrm>
            <a:custGeom>
              <a:avLst/>
              <a:pathLst>
                <a:path w="589605" h="191749">
                  <a:moveTo>
                    <a:pt x="27431" y="191749"/>
                  </a:moveTo>
                  <a:lnTo>
                    <a:pt x="562173" y="191749"/>
                  </a:lnTo>
                  <a:lnTo>
                    <a:pt x="561068" y="191727"/>
                  </a:lnTo>
                  <a:lnTo>
                    <a:pt x="565479" y="191549"/>
                  </a:lnTo>
                  <a:lnTo>
                    <a:pt x="569805" y="190666"/>
                  </a:lnTo>
                  <a:lnTo>
                    <a:pt x="573933" y="189101"/>
                  </a:lnTo>
                  <a:lnTo>
                    <a:pt x="577756" y="186893"/>
                  </a:lnTo>
                  <a:lnTo>
                    <a:pt x="581175" y="184101"/>
                  </a:lnTo>
                  <a:lnTo>
                    <a:pt x="584103" y="180797"/>
                  </a:lnTo>
                  <a:lnTo>
                    <a:pt x="586462" y="177065"/>
                  </a:lnTo>
                  <a:lnTo>
                    <a:pt x="588193" y="173004"/>
                  </a:lnTo>
                  <a:lnTo>
                    <a:pt x="589249" y="168718"/>
                  </a:lnTo>
                  <a:lnTo>
                    <a:pt x="589605" y="164317"/>
                  </a:lnTo>
                  <a:lnTo>
                    <a:pt x="589605" y="27432"/>
                  </a:lnTo>
                  <a:lnTo>
                    <a:pt x="589249" y="23031"/>
                  </a:lnTo>
                  <a:lnTo>
                    <a:pt x="588193" y="18745"/>
                  </a:lnTo>
                  <a:lnTo>
                    <a:pt x="586462" y="14683"/>
                  </a:lnTo>
                  <a:lnTo>
                    <a:pt x="584103" y="10952"/>
                  </a:lnTo>
                  <a:lnTo>
                    <a:pt x="581175" y="7647"/>
                  </a:lnTo>
                  <a:lnTo>
                    <a:pt x="577756" y="4855"/>
                  </a:lnTo>
                  <a:lnTo>
                    <a:pt x="573933" y="2648"/>
                  </a:lnTo>
                  <a:lnTo>
                    <a:pt x="569805" y="1083"/>
                  </a:lnTo>
                  <a:lnTo>
                    <a:pt x="565479" y="200"/>
                  </a:lnTo>
                  <a:lnTo>
                    <a:pt x="56217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tx3973"/>
            <p:cNvSpPr/>
            <p:nvPr/>
          </p:nvSpPr>
          <p:spPr>
            <a:xfrm>
              <a:off x="4481722" y="1605094"/>
              <a:ext cx="49816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W6_ME</a:t>
              </a:r>
            </a:p>
          </p:txBody>
        </p:sp>
        <p:sp>
          <p:nvSpPr>
            <p:cNvPr id="3974" name="rc3974"/>
            <p:cNvSpPr/>
            <p:nvPr/>
          </p:nvSpPr>
          <p:spPr>
            <a:xfrm>
              <a:off x="4155229" y="2281426"/>
              <a:ext cx="434719" cy="411073"/>
            </a:xfrm>
            <a:prstGeom prst="rect">
              <a:avLst/>
            </a:prstGeom>
            <a:noFill/>
            <a:ln w="13550" cap="flat">
              <a:solidFill>
                <a:srgbClr val="000000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975" name="pl3975"/>
            <p:cNvSpPr/>
            <p:nvPr/>
          </p:nvSpPr>
          <p:spPr>
            <a:xfrm>
              <a:off x="3340740" y="1535667"/>
              <a:ext cx="814489" cy="745758"/>
            </a:xfrm>
            <a:custGeom>
              <a:avLst/>
              <a:pathLst>
                <a:path w="814489" h="745758">
                  <a:moveTo>
                    <a:pt x="0" y="0"/>
                  </a:moveTo>
                  <a:lnTo>
                    <a:pt x="814489" y="745758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l3976"/>
            <p:cNvSpPr/>
            <p:nvPr/>
          </p:nvSpPr>
          <p:spPr>
            <a:xfrm>
              <a:off x="3340740" y="2692500"/>
              <a:ext cx="814489" cy="44001"/>
            </a:xfrm>
            <a:custGeom>
              <a:avLst/>
              <a:pathLst>
                <a:path w="814489" h="44001">
                  <a:moveTo>
                    <a:pt x="0" y="44001"/>
                  </a:moveTo>
                  <a:lnTo>
                    <a:pt x="81448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rc3977"/>
            <p:cNvSpPr/>
            <p:nvPr/>
          </p:nvSpPr>
          <p:spPr>
            <a:xfrm>
              <a:off x="1935545" y="1386057"/>
              <a:ext cx="3501561" cy="271461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tx3978"/>
            <p:cNvSpPr/>
            <p:nvPr/>
          </p:nvSpPr>
          <p:spPr>
            <a:xfrm>
              <a:off x="1623192" y="380768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3979" name="tx3979"/>
            <p:cNvSpPr/>
            <p:nvPr/>
          </p:nvSpPr>
          <p:spPr>
            <a:xfrm>
              <a:off x="1747550" y="378921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0" name="tx3980"/>
            <p:cNvSpPr/>
            <p:nvPr/>
          </p:nvSpPr>
          <p:spPr>
            <a:xfrm>
              <a:off x="1792265" y="380768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1" name="tx3981"/>
            <p:cNvSpPr/>
            <p:nvPr/>
          </p:nvSpPr>
          <p:spPr>
            <a:xfrm>
              <a:off x="1623192" y="328330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3982" name="tx3982"/>
            <p:cNvSpPr/>
            <p:nvPr/>
          </p:nvSpPr>
          <p:spPr>
            <a:xfrm>
              <a:off x="1747550" y="326483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3" name="tx3983"/>
            <p:cNvSpPr/>
            <p:nvPr/>
          </p:nvSpPr>
          <p:spPr>
            <a:xfrm>
              <a:off x="1792265" y="3283301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4" name="tx3984"/>
            <p:cNvSpPr/>
            <p:nvPr/>
          </p:nvSpPr>
          <p:spPr>
            <a:xfrm>
              <a:off x="1623192" y="275891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35</a:t>
              </a:r>
            </a:p>
          </p:txBody>
        </p:sp>
        <p:sp>
          <p:nvSpPr>
            <p:cNvPr id="3985" name="tx3985"/>
            <p:cNvSpPr/>
            <p:nvPr/>
          </p:nvSpPr>
          <p:spPr>
            <a:xfrm>
              <a:off x="1747550" y="2740448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6" name="tx3986"/>
            <p:cNvSpPr/>
            <p:nvPr/>
          </p:nvSpPr>
          <p:spPr>
            <a:xfrm>
              <a:off x="1792265" y="2758919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7" name="tx3987"/>
            <p:cNvSpPr/>
            <p:nvPr/>
          </p:nvSpPr>
          <p:spPr>
            <a:xfrm>
              <a:off x="1623192" y="223453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3988" name="tx3988"/>
            <p:cNvSpPr/>
            <p:nvPr/>
          </p:nvSpPr>
          <p:spPr>
            <a:xfrm>
              <a:off x="1747550" y="2216066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9" name="tx3989"/>
            <p:cNvSpPr/>
            <p:nvPr/>
          </p:nvSpPr>
          <p:spPr>
            <a:xfrm>
              <a:off x="1792265" y="2234537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90" name="tx3990"/>
            <p:cNvSpPr/>
            <p:nvPr/>
          </p:nvSpPr>
          <p:spPr>
            <a:xfrm>
              <a:off x="1623192" y="170997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45</a:t>
              </a:r>
            </a:p>
          </p:txBody>
        </p:sp>
        <p:sp>
          <p:nvSpPr>
            <p:cNvPr id="3991" name="tx3991"/>
            <p:cNvSpPr/>
            <p:nvPr/>
          </p:nvSpPr>
          <p:spPr>
            <a:xfrm>
              <a:off x="1747550" y="169150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92" name="tx3992"/>
            <p:cNvSpPr/>
            <p:nvPr/>
          </p:nvSpPr>
          <p:spPr>
            <a:xfrm>
              <a:off x="1792265" y="170997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93" name="pl3993"/>
            <p:cNvSpPr/>
            <p:nvPr/>
          </p:nvSpPr>
          <p:spPr>
            <a:xfrm>
              <a:off x="1900750" y="384819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l3994"/>
            <p:cNvSpPr/>
            <p:nvPr/>
          </p:nvSpPr>
          <p:spPr>
            <a:xfrm>
              <a:off x="1900750" y="332380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l3995"/>
            <p:cNvSpPr/>
            <p:nvPr/>
          </p:nvSpPr>
          <p:spPr>
            <a:xfrm>
              <a:off x="1900750" y="279942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l3996"/>
            <p:cNvSpPr/>
            <p:nvPr/>
          </p:nvSpPr>
          <p:spPr>
            <a:xfrm>
              <a:off x="1900750" y="227504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l3997"/>
            <p:cNvSpPr/>
            <p:nvPr/>
          </p:nvSpPr>
          <p:spPr>
            <a:xfrm>
              <a:off x="1900750" y="175066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tx3998"/>
            <p:cNvSpPr/>
            <p:nvPr/>
          </p:nvSpPr>
          <p:spPr>
            <a:xfrm rot="-5400000">
              <a:off x="1260265" y="2693346"/>
              <a:ext cx="4973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3999" name="pl3999"/>
            <p:cNvSpPr/>
            <p:nvPr/>
          </p:nvSpPr>
          <p:spPr>
            <a:xfrm>
              <a:off x="2265396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l4000"/>
            <p:cNvSpPr/>
            <p:nvPr/>
          </p:nvSpPr>
          <p:spPr>
            <a:xfrm>
              <a:off x="2692120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l4001"/>
            <p:cNvSpPr/>
            <p:nvPr/>
          </p:nvSpPr>
          <p:spPr>
            <a:xfrm>
              <a:off x="3118843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l4002"/>
            <p:cNvSpPr/>
            <p:nvPr/>
          </p:nvSpPr>
          <p:spPr>
            <a:xfrm>
              <a:off x="3545567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l4003"/>
            <p:cNvSpPr/>
            <p:nvPr/>
          </p:nvSpPr>
          <p:spPr>
            <a:xfrm>
              <a:off x="3972290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l4004"/>
            <p:cNvSpPr/>
            <p:nvPr/>
          </p:nvSpPr>
          <p:spPr>
            <a:xfrm>
              <a:off x="4399014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l4005"/>
            <p:cNvSpPr/>
            <p:nvPr/>
          </p:nvSpPr>
          <p:spPr>
            <a:xfrm>
              <a:off x="4825737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l4006"/>
            <p:cNvSpPr/>
            <p:nvPr/>
          </p:nvSpPr>
          <p:spPr>
            <a:xfrm>
              <a:off x="5252461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tx4007"/>
            <p:cNvSpPr/>
            <p:nvPr/>
          </p:nvSpPr>
          <p:spPr>
            <a:xfrm>
              <a:off x="2097055" y="4163666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4008" name="tx4008"/>
            <p:cNvSpPr/>
            <p:nvPr/>
          </p:nvSpPr>
          <p:spPr>
            <a:xfrm>
              <a:off x="2283593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9" name="tx4009"/>
            <p:cNvSpPr/>
            <p:nvPr/>
          </p:nvSpPr>
          <p:spPr>
            <a:xfrm>
              <a:off x="2328307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0" name="tx4010"/>
            <p:cNvSpPr/>
            <p:nvPr/>
          </p:nvSpPr>
          <p:spPr>
            <a:xfrm>
              <a:off x="2539323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95</a:t>
              </a:r>
            </a:p>
          </p:txBody>
        </p:sp>
        <p:sp>
          <p:nvSpPr>
            <p:cNvPr id="4011" name="tx4011"/>
            <p:cNvSpPr/>
            <p:nvPr/>
          </p:nvSpPr>
          <p:spPr>
            <a:xfrm>
              <a:off x="2694771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2" name="tx4012"/>
            <p:cNvSpPr/>
            <p:nvPr/>
          </p:nvSpPr>
          <p:spPr>
            <a:xfrm>
              <a:off x="2739486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3" name="tx4013"/>
            <p:cNvSpPr/>
            <p:nvPr/>
          </p:nvSpPr>
          <p:spPr>
            <a:xfrm>
              <a:off x="2966047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90</a:t>
              </a:r>
            </a:p>
          </p:txBody>
        </p:sp>
        <p:sp>
          <p:nvSpPr>
            <p:cNvPr id="4014" name="tx4014"/>
            <p:cNvSpPr/>
            <p:nvPr/>
          </p:nvSpPr>
          <p:spPr>
            <a:xfrm>
              <a:off x="3121495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5" name="tx4015"/>
            <p:cNvSpPr/>
            <p:nvPr/>
          </p:nvSpPr>
          <p:spPr>
            <a:xfrm>
              <a:off x="3166209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6" name="tx4016"/>
            <p:cNvSpPr/>
            <p:nvPr/>
          </p:nvSpPr>
          <p:spPr>
            <a:xfrm>
              <a:off x="3392771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85</a:t>
              </a:r>
            </a:p>
          </p:txBody>
        </p:sp>
        <p:sp>
          <p:nvSpPr>
            <p:cNvPr id="4017" name="tx4017"/>
            <p:cNvSpPr/>
            <p:nvPr/>
          </p:nvSpPr>
          <p:spPr>
            <a:xfrm>
              <a:off x="3548219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8" name="tx4018"/>
            <p:cNvSpPr/>
            <p:nvPr/>
          </p:nvSpPr>
          <p:spPr>
            <a:xfrm>
              <a:off x="3592933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9" name="tx4019"/>
            <p:cNvSpPr/>
            <p:nvPr/>
          </p:nvSpPr>
          <p:spPr>
            <a:xfrm>
              <a:off x="3819494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80</a:t>
              </a:r>
            </a:p>
          </p:txBody>
        </p:sp>
        <p:sp>
          <p:nvSpPr>
            <p:cNvPr id="4020" name="tx4020"/>
            <p:cNvSpPr/>
            <p:nvPr/>
          </p:nvSpPr>
          <p:spPr>
            <a:xfrm>
              <a:off x="3974942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1" name="tx4021"/>
            <p:cNvSpPr/>
            <p:nvPr/>
          </p:nvSpPr>
          <p:spPr>
            <a:xfrm>
              <a:off x="4019656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2" name="tx4022"/>
            <p:cNvSpPr/>
            <p:nvPr/>
          </p:nvSpPr>
          <p:spPr>
            <a:xfrm>
              <a:off x="4246218" y="4163300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75</a:t>
              </a:r>
            </a:p>
          </p:txBody>
        </p:sp>
        <p:sp>
          <p:nvSpPr>
            <p:cNvPr id="4023" name="tx4023"/>
            <p:cNvSpPr/>
            <p:nvPr/>
          </p:nvSpPr>
          <p:spPr>
            <a:xfrm>
              <a:off x="4401666" y="414483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4" name="tx4024"/>
            <p:cNvSpPr/>
            <p:nvPr/>
          </p:nvSpPr>
          <p:spPr>
            <a:xfrm>
              <a:off x="4446380" y="4163300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5" name="tx4025"/>
            <p:cNvSpPr/>
            <p:nvPr/>
          </p:nvSpPr>
          <p:spPr>
            <a:xfrm>
              <a:off x="4672941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70</a:t>
              </a:r>
            </a:p>
          </p:txBody>
        </p:sp>
        <p:sp>
          <p:nvSpPr>
            <p:cNvPr id="4026" name="tx4026"/>
            <p:cNvSpPr/>
            <p:nvPr/>
          </p:nvSpPr>
          <p:spPr>
            <a:xfrm>
              <a:off x="4828389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7" name="tx4027"/>
            <p:cNvSpPr/>
            <p:nvPr/>
          </p:nvSpPr>
          <p:spPr>
            <a:xfrm>
              <a:off x="4873103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8" name="tx4028"/>
            <p:cNvSpPr/>
            <p:nvPr/>
          </p:nvSpPr>
          <p:spPr>
            <a:xfrm>
              <a:off x="5099665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65</a:t>
              </a:r>
            </a:p>
          </p:txBody>
        </p:sp>
        <p:sp>
          <p:nvSpPr>
            <p:cNvPr id="4029" name="tx4029"/>
            <p:cNvSpPr/>
            <p:nvPr/>
          </p:nvSpPr>
          <p:spPr>
            <a:xfrm>
              <a:off x="5255113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30" name="tx4030"/>
            <p:cNvSpPr/>
            <p:nvPr/>
          </p:nvSpPr>
          <p:spPr>
            <a:xfrm>
              <a:off x="5299827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31" name="tx4031"/>
            <p:cNvSpPr/>
            <p:nvPr/>
          </p:nvSpPr>
          <p:spPr>
            <a:xfrm>
              <a:off x="3379362" y="4303342"/>
              <a:ext cx="6139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4032" name="rc4032"/>
            <p:cNvSpPr/>
            <p:nvPr/>
          </p:nvSpPr>
          <p:spPr>
            <a:xfrm>
              <a:off x="5576285" y="1950162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33" name="tx4033"/>
            <p:cNvSpPr/>
            <p:nvPr/>
          </p:nvSpPr>
          <p:spPr>
            <a:xfrm>
              <a:off x="5645874" y="2034473"/>
              <a:ext cx="59801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4034" name="tx4034"/>
            <p:cNvSpPr/>
            <p:nvPr/>
          </p:nvSpPr>
          <p:spPr>
            <a:xfrm>
              <a:off x="5645874" y="2185349"/>
              <a:ext cx="3703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4035" name="pic40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45874" y="2369695"/>
              <a:ext cx="219455" cy="1097280"/>
            </a:xfrm>
            <a:prstGeom prst="rect">
              <a:avLst/>
            </a:prstGeom>
          </p:spPr>
        </p:pic>
        <p:sp>
          <p:nvSpPr>
            <p:cNvPr id="4036" name="pl4036"/>
            <p:cNvSpPr/>
            <p:nvPr/>
          </p:nvSpPr>
          <p:spPr>
            <a:xfrm>
              <a:off x="5821439" y="346514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l4037"/>
            <p:cNvSpPr/>
            <p:nvPr/>
          </p:nvSpPr>
          <p:spPr>
            <a:xfrm>
              <a:off x="5821439" y="31917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l4038"/>
            <p:cNvSpPr/>
            <p:nvPr/>
          </p:nvSpPr>
          <p:spPr>
            <a:xfrm>
              <a:off x="5821439" y="291833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l4039"/>
            <p:cNvSpPr/>
            <p:nvPr/>
          </p:nvSpPr>
          <p:spPr>
            <a:xfrm>
              <a:off x="5821439" y="26449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l4040"/>
            <p:cNvSpPr/>
            <p:nvPr/>
          </p:nvSpPr>
          <p:spPr>
            <a:xfrm>
              <a:off x="5821439" y="237152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l4041"/>
            <p:cNvSpPr/>
            <p:nvPr/>
          </p:nvSpPr>
          <p:spPr>
            <a:xfrm>
              <a:off x="5645874" y="346514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l4042"/>
            <p:cNvSpPr/>
            <p:nvPr/>
          </p:nvSpPr>
          <p:spPr>
            <a:xfrm>
              <a:off x="5645874" y="31917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l4043"/>
            <p:cNvSpPr/>
            <p:nvPr/>
          </p:nvSpPr>
          <p:spPr>
            <a:xfrm>
              <a:off x="5645874" y="291833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l4044"/>
            <p:cNvSpPr/>
            <p:nvPr/>
          </p:nvSpPr>
          <p:spPr>
            <a:xfrm>
              <a:off x="5645874" y="26449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l4045"/>
            <p:cNvSpPr/>
            <p:nvPr/>
          </p:nvSpPr>
          <p:spPr>
            <a:xfrm>
              <a:off x="5645874" y="237152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tx4046"/>
            <p:cNvSpPr/>
            <p:nvPr/>
          </p:nvSpPr>
          <p:spPr>
            <a:xfrm>
              <a:off x="5934919" y="3425142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047" name="tx4047"/>
            <p:cNvSpPr/>
            <p:nvPr/>
          </p:nvSpPr>
          <p:spPr>
            <a:xfrm>
              <a:off x="5934919" y="3151736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0.01</a:t>
              </a:r>
            </a:p>
          </p:txBody>
        </p:sp>
        <p:sp>
          <p:nvSpPr>
            <p:cNvPr id="4048" name="tx4048"/>
            <p:cNvSpPr/>
            <p:nvPr/>
          </p:nvSpPr>
          <p:spPr>
            <a:xfrm>
              <a:off x="5934919" y="2878330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0.02</a:t>
              </a:r>
            </a:p>
          </p:txBody>
        </p:sp>
        <p:sp>
          <p:nvSpPr>
            <p:cNvPr id="4049" name="tx4049"/>
            <p:cNvSpPr/>
            <p:nvPr/>
          </p:nvSpPr>
          <p:spPr>
            <a:xfrm>
              <a:off x="5934919" y="2604925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0.03</a:t>
              </a:r>
            </a:p>
          </p:txBody>
        </p:sp>
        <p:sp>
          <p:nvSpPr>
            <p:cNvPr id="4050" name="tx4050"/>
            <p:cNvSpPr/>
            <p:nvPr/>
          </p:nvSpPr>
          <p:spPr>
            <a:xfrm>
              <a:off x="5934919" y="2331519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0.04</a:t>
              </a:r>
            </a:p>
          </p:txBody>
        </p:sp>
        <p:sp>
          <p:nvSpPr>
            <p:cNvPr id="4051" name="tx4051"/>
            <p:cNvSpPr/>
            <p:nvPr/>
          </p:nvSpPr>
          <p:spPr>
            <a:xfrm>
              <a:off x="1935545" y="1056412"/>
              <a:ext cx="1397477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(E) Predicted </a:t>
              </a:r>
            </a:p>
          </p:txBody>
        </p:sp>
        <p:sp>
          <p:nvSpPr>
            <p:cNvPr id="4052" name="tx4052"/>
            <p:cNvSpPr/>
            <p:nvPr/>
          </p:nvSpPr>
          <p:spPr>
            <a:xfrm>
              <a:off x="3333022" y="1056412"/>
              <a:ext cx="17785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</a:t>
              </a:r>
            </a:p>
          </p:txBody>
        </p:sp>
        <p:sp>
          <p:nvSpPr>
            <p:cNvPr id="4053" name="tx4053"/>
            <p:cNvSpPr/>
            <p:nvPr/>
          </p:nvSpPr>
          <p:spPr>
            <a:xfrm>
              <a:off x="3510873" y="1056412"/>
              <a:ext cx="139628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4054" name="tx4054"/>
            <p:cNvSpPr/>
            <p:nvPr/>
          </p:nvSpPr>
          <p:spPr>
            <a:xfrm>
              <a:off x="3650502" y="1147116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4055" name="tx4055"/>
            <p:cNvSpPr/>
            <p:nvPr/>
          </p:nvSpPr>
          <p:spPr>
            <a:xfrm>
              <a:off x="3739473" y="1147116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4056" name="tx4056"/>
            <p:cNvSpPr/>
            <p:nvPr/>
          </p:nvSpPr>
          <p:spPr>
            <a:xfrm>
              <a:off x="3783913" y="1147116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4057" name="tx4057"/>
            <p:cNvSpPr/>
            <p:nvPr/>
          </p:nvSpPr>
          <p:spPr>
            <a:xfrm>
              <a:off x="3828353" y="1147116"/>
              <a:ext cx="80010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4058" name="tx4058"/>
            <p:cNvSpPr/>
            <p:nvPr/>
          </p:nvSpPr>
          <p:spPr>
            <a:xfrm>
              <a:off x="3908363" y="1147116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4059" name="tx4059"/>
            <p:cNvSpPr/>
            <p:nvPr/>
          </p:nvSpPr>
          <p:spPr>
            <a:xfrm>
              <a:off x="3997334" y="1147116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  <p:sp>
          <p:nvSpPr>
            <p:cNvPr id="4060" name="tx4060"/>
            <p:cNvSpPr/>
            <p:nvPr/>
          </p:nvSpPr>
          <p:spPr>
            <a:xfrm>
              <a:off x="4041774" y="1056412"/>
              <a:ext cx="128336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 to Lewisetta</a:t>
              </a:r>
            </a:p>
          </p:txBody>
        </p:sp>
        <p:sp>
          <p:nvSpPr>
            <p:cNvPr id="4061" name="rc4061"/>
            <p:cNvSpPr/>
            <p:nvPr/>
          </p:nvSpPr>
          <p:spPr>
            <a:xfrm>
              <a:off x="2097741" y="1521787"/>
              <a:ext cx="1251309" cy="1221576"/>
            </a:xfrm>
            <a:prstGeom prst="rect">
              <a:avLst/>
            </a:prstGeom>
            <a:noFill/>
          </p:spPr>
          <p:txBody>
            <a:bodyPr/>
            <a:lstStyle/>
            <a:p/>
          </p:txBody>
        </p:sp>
        <p:sp>
          <p:nvSpPr>
            <p:cNvPr id="4062" name="rc4062"/>
            <p:cNvSpPr/>
            <p:nvPr/>
          </p:nvSpPr>
          <p:spPr>
            <a:xfrm>
              <a:off x="2097741" y="1521787"/>
              <a:ext cx="1251309" cy="1221576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63" name="pl4063"/>
            <p:cNvSpPr/>
            <p:nvPr/>
          </p:nvSpPr>
          <p:spPr>
            <a:xfrm>
              <a:off x="2122566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l4064"/>
            <p:cNvSpPr/>
            <p:nvPr/>
          </p:nvSpPr>
          <p:spPr>
            <a:xfrm>
              <a:off x="2345893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l4065"/>
            <p:cNvSpPr/>
            <p:nvPr/>
          </p:nvSpPr>
          <p:spPr>
            <a:xfrm>
              <a:off x="2569219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l4066"/>
            <p:cNvSpPr/>
            <p:nvPr/>
          </p:nvSpPr>
          <p:spPr>
            <a:xfrm>
              <a:off x="2792545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l4067"/>
            <p:cNvSpPr/>
            <p:nvPr/>
          </p:nvSpPr>
          <p:spPr>
            <a:xfrm>
              <a:off x="3015871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l4068"/>
            <p:cNvSpPr/>
            <p:nvPr/>
          </p:nvSpPr>
          <p:spPr>
            <a:xfrm>
              <a:off x="3239198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l4069"/>
            <p:cNvSpPr/>
            <p:nvPr/>
          </p:nvSpPr>
          <p:spPr>
            <a:xfrm>
              <a:off x="2097741" y="2693378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l4070"/>
            <p:cNvSpPr/>
            <p:nvPr/>
          </p:nvSpPr>
          <p:spPr>
            <a:xfrm>
              <a:off x="2097741" y="2410053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l4071"/>
            <p:cNvSpPr/>
            <p:nvPr/>
          </p:nvSpPr>
          <p:spPr>
            <a:xfrm>
              <a:off x="2097741" y="2126728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l4072"/>
            <p:cNvSpPr/>
            <p:nvPr/>
          </p:nvSpPr>
          <p:spPr>
            <a:xfrm>
              <a:off x="2097741" y="1843402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l4073"/>
            <p:cNvSpPr/>
            <p:nvPr/>
          </p:nvSpPr>
          <p:spPr>
            <a:xfrm>
              <a:off x="2097741" y="1560077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1747014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1771570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1796127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1820683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1845240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1869796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1894352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2017134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2041690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2066247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2090803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2115359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1722458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1747014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1771570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1796127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1820683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1845240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1869796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1894352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2017134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2041690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2066247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2090803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2115359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1599676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1624232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1648789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1673345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1697901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1722458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1747014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1771570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1796127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1820683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1845240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1869796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1992578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2017134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2041690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2066247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2090803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2115359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157512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1599676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1624232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1648789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1673345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1697901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1722458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1747014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177157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1796127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1820683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184524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1968021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1992578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2017134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204169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2066247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2090803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2115359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1526007" y="75816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1550563" y="75816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1575120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1599676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1624232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1648789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1673345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1697901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1722458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1747014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1771570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1796127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1943465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1968021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1992578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2017134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2041690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2066247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1476894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1501451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1526007" y="78931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1550563" y="78931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157512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1599676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1624232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1648789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1673345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1697901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1722458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1747014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177157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1796127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1820683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184524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1869796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1918909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1943465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1968021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1992578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2017134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204169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2066247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1476894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1501451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1526007" y="82046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1550563" y="82046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157512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1599676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1624232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1648789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1673345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1697901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1722458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1747014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177157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1796127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1820683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184524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1869796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1894352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1918909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1943465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1968021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1992578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2017134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204169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1476894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1501451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1526007" y="85162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1550563" y="85162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1575120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1599676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1624232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1648789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1673345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1697901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1722458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1747014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1771570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1796127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1820683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1845240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1869796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1894352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1918909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1943465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1968021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1992578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2017134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1403225" y="882775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1427782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1476894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1501451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1526007" y="882775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1550563" y="882775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1575120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1599676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1624232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1648789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1722458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1747014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1771570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1796127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1820683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1845240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1869796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1894352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1918909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1943465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1968021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1992578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1378669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1403225" y="91392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1427782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1452338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1476894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1501451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1526007" y="91392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1550563" y="91392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1575120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1599676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1624232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1648789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1747014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1771570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1796127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1820683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1845240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1869796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1894352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1918909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1943465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1968021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1354113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1378669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1403225" y="945083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1427782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1452338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1476894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1501451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1526007" y="945083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1550563" y="945083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1575120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1599676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1624232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1648789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1747014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1771570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1796127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1820683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1845240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1869796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1894352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1918909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1943465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1329556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1354113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1378669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1403225" y="97623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1427782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1452338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1476894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1501451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1526007" y="97623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1550563" y="97623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1575120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1599676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1624232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1648789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1673345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1771570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1796127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1820683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1845240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1869796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1894352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1918909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1329556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1354113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1378669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1403225" y="1007390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1427782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1452338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1476894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1501451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1526007" y="1007390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1550563" y="1007390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1575120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1599676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1624232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1648789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1673345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1771570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1796127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1820683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1845240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1869796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1894352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130500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1329556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1354113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1378669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1403225" y="103854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1427782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1452338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1476894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1501451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1526007" y="103854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1550563" y="103854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157512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1599676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1624232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1648789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1673345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1697901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177157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1796127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1820683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184524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1869796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1894352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1305000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1329556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1354113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1378669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1403225" y="106969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1427782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3D3B3">
                <a:alpha val="100000"/>
              </a:srgbClr>
            </a:solidFill>
            <a:ln w="5420" cap="flat">
              <a:solidFill>
                <a:srgbClr val="73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1452338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1476894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1501451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1526007" y="106969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1550563" y="106969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1575120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1599676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1624232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1648789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1673345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1697901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1722458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1796127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1820683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1845240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1869796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1894352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130500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1329556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1354113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1378669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1403225" y="110085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1427782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1452338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1476894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7D0AF">
                <a:alpha val="100000"/>
              </a:srgbClr>
            </a:solidFill>
            <a:ln w="5420" cap="flat">
              <a:solidFill>
                <a:srgbClr val="67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1501451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1526007" y="110085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1550563" y="110085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157512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1599676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1624232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1648789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1673345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1697901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1722458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177157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1796127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1820683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184524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1869796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1894352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1329556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1354113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1378669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1403225" y="113200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1427782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1452338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9D0AF">
                <a:alpha val="100000"/>
              </a:srgbClr>
            </a:solidFill>
            <a:ln w="5420" cap="flat">
              <a:solidFill>
                <a:srgbClr val="69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1476894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1501451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1526007" y="113200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1550563" y="113200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1575120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1599676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1624232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1648789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1673345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1697901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1722458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1747014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1771570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1796127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1820683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1845240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1869796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1894352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1354113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1378669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1403225" y="1163158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1427782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1452338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1476894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1501451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1526007" y="1163158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1550563" y="1163158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1575120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1599676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1624232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1648789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1673345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1697901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1722458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1747014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1771570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1796127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1820683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1845240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1869796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1354113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1378669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1403225" y="119431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1427782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1452338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1476894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1501451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1526007" y="119431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1550563" y="119431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1575120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1599676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1624232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1648789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1673345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1697901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1722458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1747014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1771570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1796127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1820683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1845240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1403225" y="122546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1427782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1452338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1476894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1501451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1526007" y="122546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1550563" y="122546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1575120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1599676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1624232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1648789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1673345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1697901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1722458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1747014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1771570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1796127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1820683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1427782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1452338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1476894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1501451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1526007" y="125661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1550563" y="125661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1575120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1599676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1624232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1648789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1673345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1697901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1722458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1747014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1771570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1796127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1452338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1476894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1501451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1526007" y="128777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1550563" y="128777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1575120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1599676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1624232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1648789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1673345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1697901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1722458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1747014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1771570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1796127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1354113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1378669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1403225" y="131892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1427782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1452338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1476894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1501451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1526007" y="131892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1550563" y="131892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1575120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1599676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1624232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1648789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1673345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1697901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1722458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1747014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1771570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1329556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1354113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1378669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1403225" y="135008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1427782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1452338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1476894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1501451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1526007" y="135008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1550563" y="135008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1575120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1599676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1624232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1648789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1673345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1697901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1722458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1747014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1771570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1329556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1354113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1378669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1403225" y="1381234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1427782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1452338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1476894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1501451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1526007" y="1381234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1550563" y="1381234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1575120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1599676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1624232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1648789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1673345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1697901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1722458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1747014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1329556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1354113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1378669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1403225" y="141238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1427782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1452338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1476894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1501451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1526007" y="141238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1550563" y="141238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1575120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1599676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1624232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1648789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1673345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1697901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1722458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1354113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1378669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1403225" y="1443542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1427782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1452338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1476894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1501451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1526007" y="1443542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1550563" y="1443542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1575120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1599676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1624232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1648789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1673345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1697901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1427782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1452338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1476894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1501451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1526007" y="147469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1550563" y="147469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1575120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1599676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1624232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1648789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1673345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1697901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1476894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1501451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1526007" y="150584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1550563" y="150584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1575120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1599676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1624232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1648789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1673345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1697901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1501451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1526007" y="153700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1550563" y="153700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1575120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1599676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1624232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1648789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1673345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1697901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1526007" y="156815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1550563" y="156815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1575120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1599676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1624232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2A4AA">
                <a:alpha val="100000"/>
              </a:srgbClr>
            </a:solidFill>
            <a:ln w="5420" cap="flat">
              <a:solidFill>
                <a:srgbClr val="42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1648789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1673345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1697901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1722458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1599676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1624232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1648789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1673345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1697901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1722458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1476894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1575120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1599676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1624232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1648789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1673345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1697901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1722458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1452338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1476894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1501451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1526007" y="166161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1550563" y="166161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1575120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1599676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1624232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1648789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1673345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1697901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1722458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1427782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1452338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1476894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1501451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1526007" y="169277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1550563" y="169277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1575120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1599676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1624232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1648789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1673345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1697901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1722458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1747014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1427782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1452338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1476894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1501451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1526007" y="172392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1550563" y="172392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1575120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1599676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1624232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1648789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1673345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1697901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1722458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1747014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1771570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1427782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1452338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1476894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1501451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1526007" y="175507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1550563" y="175507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1575120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1599676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1624232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1648789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1673345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1697901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1722458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1747014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1771570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2090545" y="667480"/>
              <a:ext cx="914894" cy="952624"/>
            </a:xfrm>
            <a:custGeom>
              <a:avLst/>
              <a:pathLst>
                <a:path w="914894" h="952624">
                  <a:moveTo>
                    <a:pt x="914400" y="914400"/>
                  </a:moveTo>
                  <a:lnTo>
                    <a:pt x="907475" y="952624"/>
                  </a:lnTo>
                  <a:lnTo>
                    <a:pt x="906570" y="941017"/>
                  </a:lnTo>
                  <a:lnTo>
                    <a:pt x="909475" y="909833"/>
                  </a:lnTo>
                  <a:lnTo>
                    <a:pt x="914894" y="90983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2075202" y="663205"/>
              <a:ext cx="914531" cy="1196881"/>
            </a:xfrm>
            <a:custGeom>
              <a:avLst/>
              <a:pathLst>
                <a:path w="914531" h="1196881">
                  <a:moveTo>
                    <a:pt x="914400" y="914400"/>
                  </a:moveTo>
                  <a:lnTo>
                    <a:pt x="901336" y="974329"/>
                  </a:lnTo>
                  <a:lnTo>
                    <a:pt x="883376" y="1006273"/>
                  </a:lnTo>
                  <a:lnTo>
                    <a:pt x="866834" y="1028366"/>
                  </a:lnTo>
                  <a:lnTo>
                    <a:pt x="849768" y="1024714"/>
                  </a:lnTo>
                  <a:lnTo>
                    <a:pt x="853606" y="1042269"/>
                  </a:lnTo>
                  <a:lnTo>
                    <a:pt x="848917" y="1051414"/>
                  </a:lnTo>
                  <a:lnTo>
                    <a:pt x="844904" y="1070491"/>
                  </a:lnTo>
                  <a:lnTo>
                    <a:pt x="834730" y="1083136"/>
                  </a:lnTo>
                  <a:lnTo>
                    <a:pt x="825167" y="1081918"/>
                  </a:lnTo>
                  <a:lnTo>
                    <a:pt x="811427" y="1090634"/>
                  </a:lnTo>
                  <a:lnTo>
                    <a:pt x="806008" y="1097302"/>
                  </a:lnTo>
                  <a:lnTo>
                    <a:pt x="805604" y="1110071"/>
                  </a:lnTo>
                  <a:lnTo>
                    <a:pt x="796412" y="1121304"/>
                  </a:lnTo>
                  <a:lnTo>
                    <a:pt x="763240" y="1179657"/>
                  </a:lnTo>
                  <a:lnTo>
                    <a:pt x="734441" y="1196881"/>
                  </a:lnTo>
                  <a:lnTo>
                    <a:pt x="727549" y="1194377"/>
                  </a:lnTo>
                  <a:lnTo>
                    <a:pt x="735139" y="1166833"/>
                  </a:lnTo>
                  <a:lnTo>
                    <a:pt x="740340" y="1138985"/>
                  </a:lnTo>
                  <a:lnTo>
                    <a:pt x="722860" y="1126866"/>
                  </a:lnTo>
                  <a:lnTo>
                    <a:pt x="706133" y="1120461"/>
                  </a:lnTo>
                  <a:lnTo>
                    <a:pt x="686940" y="1121304"/>
                  </a:lnTo>
                  <a:lnTo>
                    <a:pt x="665742" y="1099654"/>
                  </a:lnTo>
                  <a:lnTo>
                    <a:pt x="638415" y="1083911"/>
                  </a:lnTo>
                  <a:lnTo>
                    <a:pt x="600271" y="1041315"/>
                  </a:lnTo>
                  <a:lnTo>
                    <a:pt x="601383" y="1029500"/>
                  </a:lnTo>
                  <a:lnTo>
                    <a:pt x="600423" y="1009676"/>
                  </a:lnTo>
                  <a:lnTo>
                    <a:pt x="612015" y="978355"/>
                  </a:lnTo>
                  <a:lnTo>
                    <a:pt x="623127" y="956456"/>
                  </a:lnTo>
                  <a:lnTo>
                    <a:pt x="638469" y="945112"/>
                  </a:lnTo>
                  <a:lnTo>
                    <a:pt x="682993" y="933560"/>
                  </a:lnTo>
                  <a:lnTo>
                    <a:pt x="694159" y="916184"/>
                  </a:lnTo>
                  <a:lnTo>
                    <a:pt x="695098" y="914108"/>
                  </a:lnTo>
                  <a:lnTo>
                    <a:pt x="914531" y="91410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1839521" y="675490"/>
              <a:ext cx="945009" cy="2012347"/>
            </a:xfrm>
            <a:custGeom>
              <a:avLst/>
              <a:pathLst>
                <a:path w="945009" h="2012347">
                  <a:moveTo>
                    <a:pt x="914400" y="914400"/>
                  </a:moveTo>
                  <a:lnTo>
                    <a:pt x="881359" y="922921"/>
                  </a:lnTo>
                  <a:lnTo>
                    <a:pt x="863551" y="932301"/>
                  </a:lnTo>
                  <a:lnTo>
                    <a:pt x="849310" y="946647"/>
                  </a:lnTo>
                  <a:lnTo>
                    <a:pt x="840881" y="964659"/>
                  </a:lnTo>
                  <a:lnTo>
                    <a:pt x="821798" y="986365"/>
                  </a:lnTo>
                  <a:lnTo>
                    <a:pt x="823139" y="1000905"/>
                  </a:lnTo>
                  <a:lnTo>
                    <a:pt x="826334" y="1011239"/>
                  </a:lnTo>
                  <a:lnTo>
                    <a:pt x="824862" y="1032779"/>
                  </a:lnTo>
                  <a:lnTo>
                    <a:pt x="836933" y="1053780"/>
                  </a:lnTo>
                  <a:lnTo>
                    <a:pt x="860869" y="1088185"/>
                  </a:lnTo>
                  <a:lnTo>
                    <a:pt x="865438" y="1141627"/>
                  </a:lnTo>
                  <a:lnTo>
                    <a:pt x="883703" y="1177389"/>
                  </a:lnTo>
                  <a:lnTo>
                    <a:pt x="911695" y="1219085"/>
                  </a:lnTo>
                  <a:lnTo>
                    <a:pt x="933221" y="1230941"/>
                  </a:lnTo>
                  <a:lnTo>
                    <a:pt x="934268" y="1246449"/>
                  </a:lnTo>
                  <a:lnTo>
                    <a:pt x="924334" y="1272056"/>
                  </a:lnTo>
                  <a:lnTo>
                    <a:pt x="911237" y="1283760"/>
                  </a:lnTo>
                  <a:lnTo>
                    <a:pt x="928270" y="1281422"/>
                  </a:lnTo>
                  <a:lnTo>
                    <a:pt x="936754" y="1287274"/>
                  </a:lnTo>
                  <a:lnTo>
                    <a:pt x="945009" y="1308634"/>
                  </a:lnTo>
                  <a:lnTo>
                    <a:pt x="944365" y="1330437"/>
                  </a:lnTo>
                  <a:lnTo>
                    <a:pt x="941574" y="1342722"/>
                  </a:lnTo>
                  <a:lnTo>
                    <a:pt x="936416" y="1347619"/>
                  </a:lnTo>
                  <a:lnTo>
                    <a:pt x="936634" y="1335071"/>
                  </a:lnTo>
                  <a:lnTo>
                    <a:pt x="932981" y="1330713"/>
                  </a:lnTo>
                  <a:lnTo>
                    <a:pt x="926951" y="1336150"/>
                  </a:lnTo>
                  <a:lnTo>
                    <a:pt x="923047" y="1342348"/>
                  </a:lnTo>
                  <a:lnTo>
                    <a:pt x="921422" y="1366766"/>
                  </a:lnTo>
                  <a:lnTo>
                    <a:pt x="917289" y="1378967"/>
                  </a:lnTo>
                  <a:lnTo>
                    <a:pt x="902677" y="1382592"/>
                  </a:lnTo>
                  <a:lnTo>
                    <a:pt x="887858" y="1414632"/>
                  </a:lnTo>
                  <a:lnTo>
                    <a:pt x="874074" y="1432810"/>
                  </a:lnTo>
                  <a:lnTo>
                    <a:pt x="819835" y="1555727"/>
                  </a:lnTo>
                  <a:lnTo>
                    <a:pt x="821907" y="1576271"/>
                  </a:lnTo>
                  <a:lnTo>
                    <a:pt x="811983" y="1582884"/>
                  </a:lnTo>
                  <a:lnTo>
                    <a:pt x="796957" y="1588266"/>
                  </a:lnTo>
                  <a:lnTo>
                    <a:pt x="781756" y="1600550"/>
                  </a:lnTo>
                  <a:lnTo>
                    <a:pt x="771669" y="1614094"/>
                  </a:lnTo>
                  <a:lnTo>
                    <a:pt x="762302" y="1650520"/>
                  </a:lnTo>
                  <a:lnTo>
                    <a:pt x="744353" y="1691524"/>
                  </a:lnTo>
                  <a:lnTo>
                    <a:pt x="733154" y="1674439"/>
                  </a:lnTo>
                  <a:lnTo>
                    <a:pt x="730286" y="1659816"/>
                  </a:lnTo>
                  <a:lnTo>
                    <a:pt x="735270" y="1621675"/>
                  </a:lnTo>
                  <a:lnTo>
                    <a:pt x="754680" y="1559145"/>
                  </a:lnTo>
                  <a:lnTo>
                    <a:pt x="776064" y="1520270"/>
                  </a:lnTo>
                  <a:lnTo>
                    <a:pt x="792377" y="1501843"/>
                  </a:lnTo>
                  <a:lnTo>
                    <a:pt x="805790" y="1464283"/>
                  </a:lnTo>
                  <a:lnTo>
                    <a:pt x="788844" y="1458680"/>
                  </a:lnTo>
                  <a:lnTo>
                    <a:pt x="763011" y="1459289"/>
                  </a:lnTo>
                  <a:lnTo>
                    <a:pt x="767874" y="1441955"/>
                  </a:lnTo>
                  <a:lnTo>
                    <a:pt x="775409" y="1426682"/>
                  </a:lnTo>
                  <a:lnTo>
                    <a:pt x="761942" y="1411464"/>
                  </a:lnTo>
                  <a:lnTo>
                    <a:pt x="753971" y="1409527"/>
                  </a:lnTo>
                  <a:lnTo>
                    <a:pt x="745760" y="1403288"/>
                  </a:lnTo>
                  <a:lnTo>
                    <a:pt x="755389" y="1390616"/>
                  </a:lnTo>
                  <a:lnTo>
                    <a:pt x="760088" y="1377224"/>
                  </a:lnTo>
                  <a:lnTo>
                    <a:pt x="757221" y="1360927"/>
                  </a:lnTo>
                  <a:lnTo>
                    <a:pt x="761255" y="1348656"/>
                  </a:lnTo>
                  <a:lnTo>
                    <a:pt x="754527" y="1350510"/>
                  </a:lnTo>
                  <a:lnTo>
                    <a:pt x="743710" y="1363501"/>
                  </a:lnTo>
                  <a:lnTo>
                    <a:pt x="736982" y="1368688"/>
                  </a:lnTo>
                  <a:lnTo>
                    <a:pt x="732881" y="1357192"/>
                  </a:lnTo>
                  <a:lnTo>
                    <a:pt x="728203" y="1359793"/>
                  </a:lnTo>
                  <a:lnTo>
                    <a:pt x="725161" y="1367692"/>
                  </a:lnTo>
                  <a:lnTo>
                    <a:pt x="718258" y="1372036"/>
                  </a:lnTo>
                  <a:lnTo>
                    <a:pt x="703679" y="1361232"/>
                  </a:lnTo>
                  <a:lnTo>
                    <a:pt x="682426" y="1348864"/>
                  </a:lnTo>
                  <a:lnTo>
                    <a:pt x="670594" y="1327587"/>
                  </a:lnTo>
                  <a:lnTo>
                    <a:pt x="663844" y="1311097"/>
                  </a:lnTo>
                  <a:lnTo>
                    <a:pt x="670703" y="1281256"/>
                  </a:lnTo>
                  <a:lnTo>
                    <a:pt x="685392" y="1275958"/>
                  </a:lnTo>
                  <a:lnTo>
                    <a:pt x="704475" y="1280800"/>
                  </a:lnTo>
                  <a:lnTo>
                    <a:pt x="729490" y="1280758"/>
                  </a:lnTo>
                  <a:lnTo>
                    <a:pt x="725913" y="1274131"/>
                  </a:lnTo>
                  <a:lnTo>
                    <a:pt x="716983" y="1275224"/>
                  </a:lnTo>
                  <a:lnTo>
                    <a:pt x="690615" y="1251014"/>
                  </a:lnTo>
                  <a:lnTo>
                    <a:pt x="682131" y="1236392"/>
                  </a:lnTo>
                  <a:lnTo>
                    <a:pt x="667541" y="1232380"/>
                  </a:lnTo>
                  <a:lnTo>
                    <a:pt x="660889" y="1246435"/>
                  </a:lnTo>
                  <a:lnTo>
                    <a:pt x="653507" y="1250170"/>
                  </a:lnTo>
                  <a:lnTo>
                    <a:pt x="662623" y="1219417"/>
                  </a:lnTo>
                  <a:lnTo>
                    <a:pt x="674542" y="1218158"/>
                  </a:lnTo>
                  <a:lnTo>
                    <a:pt x="692142" y="1209636"/>
                  </a:lnTo>
                  <a:lnTo>
                    <a:pt x="687028" y="1191831"/>
                  </a:lnTo>
                  <a:lnTo>
                    <a:pt x="675916" y="1184043"/>
                  </a:lnTo>
                  <a:lnTo>
                    <a:pt x="655851" y="1193810"/>
                  </a:lnTo>
                  <a:lnTo>
                    <a:pt x="656091" y="1181290"/>
                  </a:lnTo>
                  <a:lnTo>
                    <a:pt x="659853" y="1165256"/>
                  </a:lnTo>
                  <a:lnTo>
                    <a:pt x="674978" y="1165311"/>
                  </a:lnTo>
                  <a:lnTo>
                    <a:pt x="688227" y="1170541"/>
                  </a:lnTo>
                  <a:lnTo>
                    <a:pt x="699503" y="1144643"/>
                  </a:lnTo>
                  <a:lnTo>
                    <a:pt x="700004" y="1133077"/>
                  </a:lnTo>
                  <a:lnTo>
                    <a:pt x="681270" y="1149886"/>
                  </a:lnTo>
                  <a:lnTo>
                    <a:pt x="677061" y="1113626"/>
                  </a:lnTo>
                  <a:lnTo>
                    <a:pt x="695501" y="1078654"/>
                  </a:lnTo>
                  <a:lnTo>
                    <a:pt x="713090" y="1063408"/>
                  </a:lnTo>
                  <a:lnTo>
                    <a:pt x="735062" y="1063851"/>
                  </a:lnTo>
                  <a:lnTo>
                    <a:pt x="757395" y="1061388"/>
                  </a:lnTo>
                  <a:lnTo>
                    <a:pt x="743383" y="1054983"/>
                  </a:lnTo>
                  <a:lnTo>
                    <a:pt x="728999" y="1051511"/>
                  </a:lnTo>
                  <a:lnTo>
                    <a:pt x="739806" y="1037690"/>
                  </a:lnTo>
                  <a:lnTo>
                    <a:pt x="749020" y="1035214"/>
                  </a:lnTo>
                  <a:lnTo>
                    <a:pt x="758071" y="1023164"/>
                  </a:lnTo>
                  <a:lnTo>
                    <a:pt x="736306" y="1024949"/>
                  </a:lnTo>
                  <a:lnTo>
                    <a:pt x="738868" y="1002150"/>
                  </a:lnTo>
                  <a:lnTo>
                    <a:pt x="728291" y="1006785"/>
                  </a:lnTo>
                  <a:lnTo>
                    <a:pt x="715630" y="1008929"/>
                  </a:lnTo>
                  <a:lnTo>
                    <a:pt x="710702" y="1018599"/>
                  </a:lnTo>
                  <a:lnTo>
                    <a:pt x="711672" y="1034661"/>
                  </a:lnTo>
                  <a:lnTo>
                    <a:pt x="707975" y="1045202"/>
                  </a:lnTo>
                  <a:lnTo>
                    <a:pt x="698129" y="1053669"/>
                  </a:lnTo>
                  <a:lnTo>
                    <a:pt x="681499" y="1060268"/>
                  </a:lnTo>
                  <a:lnTo>
                    <a:pt x="679885" y="1048827"/>
                  </a:lnTo>
                  <a:lnTo>
                    <a:pt x="674389" y="1043639"/>
                  </a:lnTo>
                  <a:lnTo>
                    <a:pt x="672339" y="1068139"/>
                  </a:lnTo>
                  <a:lnTo>
                    <a:pt x="667977" y="1076468"/>
                  </a:lnTo>
                  <a:lnTo>
                    <a:pt x="655819" y="1053475"/>
                  </a:lnTo>
                  <a:lnTo>
                    <a:pt x="652166" y="1058110"/>
                  </a:lnTo>
                  <a:lnTo>
                    <a:pt x="652635" y="1064639"/>
                  </a:lnTo>
                  <a:lnTo>
                    <a:pt x="649527" y="1075928"/>
                  </a:lnTo>
                  <a:lnTo>
                    <a:pt x="639102" y="1081808"/>
                  </a:lnTo>
                  <a:lnTo>
                    <a:pt x="639745" y="1096278"/>
                  </a:lnTo>
                  <a:lnTo>
                    <a:pt x="635700" y="1104164"/>
                  </a:lnTo>
                  <a:lnTo>
                    <a:pt x="602310" y="1091602"/>
                  </a:lnTo>
                  <a:lnTo>
                    <a:pt x="601525" y="1095863"/>
                  </a:lnTo>
                  <a:lnTo>
                    <a:pt x="620411" y="1122951"/>
                  </a:lnTo>
                  <a:lnTo>
                    <a:pt x="634206" y="1132206"/>
                  </a:lnTo>
                  <a:lnTo>
                    <a:pt x="635885" y="1146981"/>
                  </a:lnTo>
                  <a:lnTo>
                    <a:pt x="624043" y="1159238"/>
                  </a:lnTo>
                  <a:lnTo>
                    <a:pt x="607708" y="1148655"/>
                  </a:lnTo>
                  <a:lnTo>
                    <a:pt x="604960" y="1149430"/>
                  </a:lnTo>
                  <a:lnTo>
                    <a:pt x="613836" y="1167580"/>
                  </a:lnTo>
                  <a:lnTo>
                    <a:pt x="619430" y="1183434"/>
                  </a:lnTo>
                  <a:lnTo>
                    <a:pt x="613672" y="1196715"/>
                  </a:lnTo>
                  <a:lnTo>
                    <a:pt x="614567" y="1213067"/>
                  </a:lnTo>
                  <a:lnTo>
                    <a:pt x="613323" y="1227897"/>
                  </a:lnTo>
                  <a:lnTo>
                    <a:pt x="609801" y="1240832"/>
                  </a:lnTo>
                  <a:lnTo>
                    <a:pt x="617740" y="1300458"/>
                  </a:lnTo>
                  <a:lnTo>
                    <a:pt x="627303" y="1316672"/>
                  </a:lnTo>
                  <a:lnTo>
                    <a:pt x="636703" y="1332180"/>
                  </a:lnTo>
                  <a:lnTo>
                    <a:pt x="641686" y="1346692"/>
                  </a:lnTo>
                  <a:lnTo>
                    <a:pt x="631709" y="1348809"/>
                  </a:lnTo>
                  <a:lnTo>
                    <a:pt x="615821" y="1336870"/>
                  </a:lnTo>
                  <a:lnTo>
                    <a:pt x="601863" y="1327767"/>
                  </a:lnTo>
                  <a:lnTo>
                    <a:pt x="585233" y="1298660"/>
                  </a:lnTo>
                  <a:lnTo>
                    <a:pt x="582485" y="1287039"/>
                  </a:lnTo>
                  <a:lnTo>
                    <a:pt x="578429" y="1277853"/>
                  </a:lnTo>
                  <a:lnTo>
                    <a:pt x="580392" y="1298950"/>
                  </a:lnTo>
                  <a:lnTo>
                    <a:pt x="586324" y="1322510"/>
                  </a:lnTo>
                  <a:lnTo>
                    <a:pt x="638404" y="1375232"/>
                  </a:lnTo>
                  <a:lnTo>
                    <a:pt x="648022" y="1395458"/>
                  </a:lnTo>
                  <a:lnTo>
                    <a:pt x="655350" y="1411353"/>
                  </a:lnTo>
                  <a:lnTo>
                    <a:pt x="653507" y="1426585"/>
                  </a:lnTo>
                  <a:lnTo>
                    <a:pt x="639931" y="1415808"/>
                  </a:lnTo>
                  <a:lnTo>
                    <a:pt x="628219" y="1402071"/>
                  </a:lnTo>
                  <a:lnTo>
                    <a:pt x="597130" y="1386548"/>
                  </a:lnTo>
                  <a:lnTo>
                    <a:pt x="557928" y="1376740"/>
                  </a:lnTo>
                  <a:lnTo>
                    <a:pt x="535824" y="1340660"/>
                  </a:lnTo>
                  <a:lnTo>
                    <a:pt x="535901" y="1355712"/>
                  </a:lnTo>
                  <a:lnTo>
                    <a:pt x="530994" y="1368481"/>
                  </a:lnTo>
                  <a:lnTo>
                    <a:pt x="517483" y="1352917"/>
                  </a:lnTo>
                  <a:lnTo>
                    <a:pt x="508966" y="1339637"/>
                  </a:lnTo>
                  <a:lnTo>
                    <a:pt x="506109" y="1325083"/>
                  </a:lnTo>
                  <a:lnTo>
                    <a:pt x="489240" y="1326079"/>
                  </a:lnTo>
                  <a:lnTo>
                    <a:pt x="471553" y="1338723"/>
                  </a:lnTo>
                  <a:lnTo>
                    <a:pt x="454443" y="1335721"/>
                  </a:lnTo>
                  <a:lnTo>
                    <a:pt x="452415" y="1311041"/>
                  </a:lnTo>
                  <a:lnTo>
                    <a:pt x="457039" y="1297968"/>
                  </a:lnTo>
                  <a:lnTo>
                    <a:pt x="476242" y="1267048"/>
                  </a:lnTo>
                  <a:lnTo>
                    <a:pt x="494332" y="1251263"/>
                  </a:lnTo>
                  <a:lnTo>
                    <a:pt x="502315" y="1230886"/>
                  </a:lnTo>
                  <a:lnTo>
                    <a:pt x="499588" y="1199288"/>
                  </a:lnTo>
                  <a:lnTo>
                    <a:pt x="496186" y="1231439"/>
                  </a:lnTo>
                  <a:lnTo>
                    <a:pt x="485849" y="1247376"/>
                  </a:lnTo>
                  <a:lnTo>
                    <a:pt x="469601" y="1259550"/>
                  </a:lnTo>
                  <a:lnTo>
                    <a:pt x="448217" y="1281242"/>
                  </a:lnTo>
                  <a:lnTo>
                    <a:pt x="442994" y="1301302"/>
                  </a:lnTo>
                  <a:lnTo>
                    <a:pt x="436320" y="1338862"/>
                  </a:lnTo>
                  <a:lnTo>
                    <a:pt x="445349" y="1351576"/>
                  </a:lnTo>
                  <a:lnTo>
                    <a:pt x="454574" y="1354896"/>
                  </a:lnTo>
                  <a:lnTo>
                    <a:pt x="481825" y="1346374"/>
                  </a:lnTo>
                  <a:lnTo>
                    <a:pt x="495924" y="1350178"/>
                  </a:lnTo>
                  <a:lnTo>
                    <a:pt x="527286" y="1395402"/>
                  </a:lnTo>
                  <a:lnTo>
                    <a:pt x="585680" y="1413290"/>
                  </a:lnTo>
                  <a:lnTo>
                    <a:pt x="606977" y="1424468"/>
                  </a:lnTo>
                  <a:lnTo>
                    <a:pt x="624337" y="1448069"/>
                  </a:lnTo>
                  <a:lnTo>
                    <a:pt x="650432" y="1461655"/>
                  </a:lnTo>
                  <a:lnTo>
                    <a:pt x="670682" y="1481396"/>
                  </a:lnTo>
                  <a:lnTo>
                    <a:pt x="671227" y="1494276"/>
                  </a:lnTo>
                  <a:lnTo>
                    <a:pt x="664215" y="1509507"/>
                  </a:lnTo>
                  <a:lnTo>
                    <a:pt x="661445" y="1530120"/>
                  </a:lnTo>
                  <a:lnTo>
                    <a:pt x="652842" y="1543124"/>
                  </a:lnTo>
                  <a:lnTo>
                    <a:pt x="632188" y="1544619"/>
                  </a:lnTo>
                  <a:lnTo>
                    <a:pt x="619714" y="1541271"/>
                  </a:lnTo>
                  <a:lnTo>
                    <a:pt x="552650" y="1468807"/>
                  </a:lnTo>
                  <a:lnTo>
                    <a:pt x="544646" y="1462139"/>
                  </a:lnTo>
                  <a:lnTo>
                    <a:pt x="519773" y="1424191"/>
                  </a:lnTo>
                  <a:lnTo>
                    <a:pt x="490592" y="1403869"/>
                  </a:lnTo>
                  <a:lnTo>
                    <a:pt x="481563" y="1404298"/>
                  </a:lnTo>
                  <a:lnTo>
                    <a:pt x="523099" y="1441885"/>
                  </a:lnTo>
                  <a:lnTo>
                    <a:pt x="540055" y="1468171"/>
                  </a:lnTo>
                  <a:lnTo>
                    <a:pt x="569923" y="1505025"/>
                  </a:lnTo>
                  <a:lnTo>
                    <a:pt x="591274" y="1520630"/>
                  </a:lnTo>
                  <a:lnTo>
                    <a:pt x="606988" y="1544978"/>
                  </a:lnTo>
                  <a:lnTo>
                    <a:pt x="621589" y="1556392"/>
                  </a:lnTo>
                  <a:lnTo>
                    <a:pt x="661456" y="1572647"/>
                  </a:lnTo>
                  <a:lnTo>
                    <a:pt x="647597" y="1584323"/>
                  </a:lnTo>
                  <a:lnTo>
                    <a:pt x="669722" y="1594270"/>
                  </a:lnTo>
                  <a:lnTo>
                    <a:pt x="672884" y="1612559"/>
                  </a:lnTo>
                  <a:lnTo>
                    <a:pt x="670856" y="1633407"/>
                  </a:lnTo>
                  <a:lnTo>
                    <a:pt x="640149" y="1625162"/>
                  </a:lnTo>
                  <a:lnTo>
                    <a:pt x="639146" y="1640518"/>
                  </a:lnTo>
                  <a:lnTo>
                    <a:pt x="641893" y="1649579"/>
                  </a:lnTo>
                  <a:lnTo>
                    <a:pt x="628328" y="1657063"/>
                  </a:lnTo>
                  <a:lnTo>
                    <a:pt x="609463" y="1646909"/>
                  </a:lnTo>
                  <a:lnTo>
                    <a:pt x="560480" y="1591364"/>
                  </a:lnTo>
                  <a:lnTo>
                    <a:pt x="560894" y="1598793"/>
                  </a:lnTo>
                  <a:lnTo>
                    <a:pt x="564863" y="1607412"/>
                  </a:lnTo>
                  <a:lnTo>
                    <a:pt x="593270" y="1643174"/>
                  </a:lnTo>
                  <a:lnTo>
                    <a:pt x="618623" y="1664617"/>
                  </a:lnTo>
                  <a:lnTo>
                    <a:pt x="640116" y="1674301"/>
                  </a:lnTo>
                  <a:lnTo>
                    <a:pt x="656680" y="1692271"/>
                  </a:lnTo>
                  <a:lnTo>
                    <a:pt x="662525" y="1703145"/>
                  </a:lnTo>
                  <a:lnTo>
                    <a:pt x="666429" y="1719636"/>
                  </a:lnTo>
                  <a:lnTo>
                    <a:pt x="654150" y="1730841"/>
                  </a:lnTo>
                  <a:lnTo>
                    <a:pt x="640171" y="1737025"/>
                  </a:lnTo>
                  <a:lnTo>
                    <a:pt x="626518" y="1725847"/>
                  </a:lnTo>
                  <a:lnTo>
                    <a:pt x="616508" y="1714074"/>
                  </a:lnTo>
                  <a:lnTo>
                    <a:pt x="595189" y="1694084"/>
                  </a:lnTo>
                  <a:lnTo>
                    <a:pt x="588799" y="1671741"/>
                  </a:lnTo>
                  <a:lnTo>
                    <a:pt x="572584" y="1672890"/>
                  </a:lnTo>
                  <a:lnTo>
                    <a:pt x="504812" y="1644557"/>
                  </a:lnTo>
                  <a:lnTo>
                    <a:pt x="450343" y="1641292"/>
                  </a:lnTo>
                  <a:lnTo>
                    <a:pt x="455665" y="1646992"/>
                  </a:lnTo>
                  <a:lnTo>
                    <a:pt x="462556" y="1650783"/>
                  </a:lnTo>
                  <a:lnTo>
                    <a:pt x="505935" y="1657769"/>
                  </a:lnTo>
                  <a:lnTo>
                    <a:pt x="523077" y="1670815"/>
                  </a:lnTo>
                  <a:lnTo>
                    <a:pt x="558757" y="1682394"/>
                  </a:lnTo>
                  <a:lnTo>
                    <a:pt x="579650" y="1685562"/>
                  </a:lnTo>
                  <a:lnTo>
                    <a:pt x="588123" y="1721130"/>
                  </a:lnTo>
                  <a:lnTo>
                    <a:pt x="616998" y="1745602"/>
                  </a:lnTo>
                  <a:lnTo>
                    <a:pt x="620749" y="1763739"/>
                  </a:lnTo>
                  <a:lnTo>
                    <a:pt x="640465" y="1765773"/>
                  </a:lnTo>
                  <a:lnTo>
                    <a:pt x="675153" y="1747982"/>
                  </a:lnTo>
                  <a:lnTo>
                    <a:pt x="697540" y="1754221"/>
                  </a:lnTo>
                  <a:lnTo>
                    <a:pt x="729828" y="1759312"/>
                  </a:lnTo>
                  <a:lnTo>
                    <a:pt x="737211" y="1773672"/>
                  </a:lnTo>
                  <a:lnTo>
                    <a:pt x="742750" y="1800995"/>
                  </a:lnTo>
                  <a:lnTo>
                    <a:pt x="754167" y="1831735"/>
                  </a:lnTo>
                  <a:lnTo>
                    <a:pt x="783773" y="1952936"/>
                  </a:lnTo>
                  <a:lnTo>
                    <a:pt x="810429" y="2012347"/>
                  </a:lnTo>
                  <a:lnTo>
                    <a:pt x="802375" y="2012347"/>
                  </a:lnTo>
                  <a:lnTo>
                    <a:pt x="790392" y="1988504"/>
                  </a:lnTo>
                  <a:lnTo>
                    <a:pt x="772182" y="1941094"/>
                  </a:lnTo>
                  <a:lnTo>
                    <a:pt x="753469" y="1857383"/>
                  </a:lnTo>
                  <a:lnTo>
                    <a:pt x="748039" y="1838638"/>
                  </a:lnTo>
                  <a:lnTo>
                    <a:pt x="741649" y="1831153"/>
                  </a:lnTo>
                  <a:lnTo>
                    <a:pt x="737440" y="1837241"/>
                  </a:lnTo>
                  <a:lnTo>
                    <a:pt x="735629" y="1847907"/>
                  </a:lnTo>
                  <a:lnTo>
                    <a:pt x="738683" y="1856097"/>
                  </a:lnTo>
                  <a:lnTo>
                    <a:pt x="731311" y="1883654"/>
                  </a:lnTo>
                  <a:lnTo>
                    <a:pt x="734506" y="1896299"/>
                  </a:lnTo>
                  <a:lnTo>
                    <a:pt x="746480" y="1909372"/>
                  </a:lnTo>
                  <a:lnTo>
                    <a:pt x="759489" y="1941993"/>
                  </a:lnTo>
                  <a:lnTo>
                    <a:pt x="769881" y="1985917"/>
                  </a:lnTo>
                  <a:lnTo>
                    <a:pt x="755825" y="1968113"/>
                  </a:lnTo>
                  <a:lnTo>
                    <a:pt x="740820" y="1958678"/>
                  </a:lnTo>
                  <a:lnTo>
                    <a:pt x="717473" y="1951442"/>
                  </a:lnTo>
                  <a:lnTo>
                    <a:pt x="696678" y="1938756"/>
                  </a:lnTo>
                  <a:lnTo>
                    <a:pt x="698194" y="1956948"/>
                  </a:lnTo>
                  <a:lnTo>
                    <a:pt x="696198" y="1976593"/>
                  </a:lnTo>
                  <a:lnTo>
                    <a:pt x="680169" y="1970603"/>
                  </a:lnTo>
                  <a:lnTo>
                    <a:pt x="669264" y="1964087"/>
                  </a:lnTo>
                  <a:lnTo>
                    <a:pt x="678915" y="1985018"/>
                  </a:lnTo>
                  <a:lnTo>
                    <a:pt x="657967" y="1978737"/>
                  </a:lnTo>
                  <a:lnTo>
                    <a:pt x="644009" y="1980051"/>
                  </a:lnTo>
                  <a:lnTo>
                    <a:pt x="634936" y="1998631"/>
                  </a:lnTo>
                  <a:lnTo>
                    <a:pt x="622767" y="2009906"/>
                  </a:lnTo>
                  <a:lnTo>
                    <a:pt x="610694" y="2012347"/>
                  </a:lnTo>
                  <a:lnTo>
                    <a:pt x="602893" y="2012347"/>
                  </a:lnTo>
                  <a:lnTo>
                    <a:pt x="578080" y="1996556"/>
                  </a:lnTo>
                  <a:lnTo>
                    <a:pt x="569432" y="1975929"/>
                  </a:lnTo>
                  <a:lnTo>
                    <a:pt x="565856" y="1952964"/>
                  </a:lnTo>
                  <a:lnTo>
                    <a:pt x="564427" y="1980121"/>
                  </a:lnTo>
                  <a:lnTo>
                    <a:pt x="569182" y="2008398"/>
                  </a:lnTo>
                  <a:lnTo>
                    <a:pt x="568875" y="2012347"/>
                  </a:lnTo>
                  <a:lnTo>
                    <a:pt x="315098" y="2012347"/>
                  </a:lnTo>
                  <a:lnTo>
                    <a:pt x="315098" y="901823"/>
                  </a:lnTo>
                  <a:lnTo>
                    <a:pt x="925436" y="9018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2045531" y="779011"/>
              <a:ext cx="946503" cy="914400"/>
            </a:xfrm>
            <a:custGeom>
              <a:avLst/>
              <a:pathLst>
                <a:path w="946503" h="914400">
                  <a:moveTo>
                    <a:pt x="914400" y="914400"/>
                  </a:moveTo>
                  <a:lnTo>
                    <a:pt x="913800" y="906154"/>
                  </a:lnTo>
                  <a:lnTo>
                    <a:pt x="946503" y="852906"/>
                  </a:lnTo>
                  <a:lnTo>
                    <a:pt x="940592" y="87151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1793613" y="1248573"/>
              <a:ext cx="977068" cy="914400"/>
            </a:xfrm>
            <a:custGeom>
              <a:avLst/>
              <a:pathLst>
                <a:path w="977068" h="914400">
                  <a:moveTo>
                    <a:pt x="914400" y="914400"/>
                  </a:moveTo>
                  <a:lnTo>
                    <a:pt x="948465" y="857665"/>
                  </a:lnTo>
                  <a:lnTo>
                    <a:pt x="968246" y="810131"/>
                  </a:lnTo>
                  <a:lnTo>
                    <a:pt x="977068" y="793696"/>
                  </a:lnTo>
                  <a:lnTo>
                    <a:pt x="968508" y="827009"/>
                  </a:lnTo>
                  <a:lnTo>
                    <a:pt x="953547" y="857638"/>
                  </a:lnTo>
                  <a:lnTo>
                    <a:pt x="924552" y="9098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t4722"/>
            <p:cNvSpPr/>
            <p:nvPr/>
          </p:nvSpPr>
          <p:spPr>
            <a:xfrm>
              <a:off x="2612670" y="2203748"/>
              <a:ext cx="63202" cy="63202"/>
            </a:xfrm>
            <a:prstGeom prst="ellipse">
              <a:avLst/>
            </a:prstGeom>
            <a:solidFill>
              <a:srgbClr val="3A6C9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t4723"/>
            <p:cNvSpPr/>
            <p:nvPr/>
          </p:nvSpPr>
          <p:spPr>
            <a:xfrm>
              <a:off x="2780369" y="1790950"/>
              <a:ext cx="63202" cy="63202"/>
            </a:xfrm>
            <a:prstGeom prst="ellipse">
              <a:avLst/>
            </a:prstGeom>
            <a:solidFill>
              <a:srgbClr val="3A7D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t4724"/>
            <p:cNvSpPr/>
            <p:nvPr/>
          </p:nvSpPr>
          <p:spPr>
            <a:xfrm>
              <a:off x="2395685" y="2336270"/>
              <a:ext cx="63202" cy="63202"/>
            </a:xfrm>
            <a:prstGeom prst="ellipse">
              <a:avLst/>
            </a:prstGeom>
            <a:solidFill>
              <a:srgbClr val="5BC6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t4725"/>
            <p:cNvSpPr/>
            <p:nvPr/>
          </p:nvSpPr>
          <p:spPr>
            <a:xfrm>
              <a:off x="2645497" y="1688633"/>
              <a:ext cx="63202" cy="63202"/>
            </a:xfrm>
            <a:prstGeom prst="ellipse">
              <a:avLst/>
            </a:prstGeom>
            <a:solidFill>
              <a:srgbClr val="5FCD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t4726"/>
            <p:cNvSpPr/>
            <p:nvPr/>
          </p:nvSpPr>
          <p:spPr>
            <a:xfrm>
              <a:off x="2319497" y="1999657"/>
              <a:ext cx="63202" cy="63202"/>
            </a:xfrm>
            <a:prstGeom prst="ellipse">
              <a:avLst/>
            </a:prstGeom>
            <a:solidFill>
              <a:srgbClr val="75D4B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t4727"/>
            <p:cNvSpPr/>
            <p:nvPr/>
          </p:nvSpPr>
          <p:spPr>
            <a:xfrm>
              <a:off x="2407362" y="2073607"/>
              <a:ext cx="117405" cy="117405"/>
            </a:xfrm>
            <a:prstGeom prst="ellipse">
              <a:avLst/>
            </a:prstGeom>
            <a:solidFill>
              <a:srgbClr val="B1E6C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t4728"/>
            <p:cNvSpPr/>
            <p:nvPr/>
          </p:nvSpPr>
          <p:spPr>
            <a:xfrm>
              <a:off x="2398994" y="2281290"/>
              <a:ext cx="117405" cy="117405"/>
            </a:xfrm>
            <a:prstGeom prst="ellipse">
              <a:avLst/>
            </a:prstGeom>
            <a:solidFill>
              <a:srgbClr val="379A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t4729"/>
            <p:cNvSpPr/>
            <p:nvPr/>
          </p:nvSpPr>
          <p:spPr>
            <a:xfrm>
              <a:off x="2368584" y="2309169"/>
              <a:ext cx="117405" cy="117405"/>
            </a:xfrm>
            <a:prstGeom prst="ellipse">
              <a:avLst/>
            </a:prstGeom>
            <a:solidFill>
              <a:srgbClr val="5BC6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g4730"/>
            <p:cNvSpPr/>
            <p:nvPr/>
          </p:nvSpPr>
          <p:spPr>
            <a:xfrm>
              <a:off x="2342340" y="2041020"/>
              <a:ext cx="158117" cy="136934"/>
            </a:xfrm>
            <a:custGeom>
              <a:avLst/>
              <a:pathLst>
                <a:path w="158117" h="136934">
                  <a:moveTo>
                    <a:pt x="79058" y="0"/>
                  </a:moveTo>
                  <a:lnTo>
                    <a:pt x="158117" y="136934"/>
                  </a:lnTo>
                  <a:lnTo>
                    <a:pt x="0" y="136934"/>
                  </a:lnTo>
                  <a:close/>
                </a:path>
              </a:pathLst>
            </a:custGeom>
            <a:solidFill>
              <a:srgbClr val="FF149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l4731"/>
            <p:cNvSpPr/>
            <p:nvPr/>
          </p:nvSpPr>
          <p:spPr>
            <a:xfrm>
              <a:off x="2472874" y="1927229"/>
              <a:ext cx="112379" cy="193364"/>
            </a:xfrm>
            <a:custGeom>
              <a:avLst/>
              <a:pathLst>
                <a:path w="112379" h="193364">
                  <a:moveTo>
                    <a:pt x="112379" y="0"/>
                  </a:moveTo>
                  <a:lnTo>
                    <a:pt x="0" y="193364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l4732"/>
            <p:cNvSpPr/>
            <p:nvPr/>
          </p:nvSpPr>
          <p:spPr>
            <a:xfrm>
              <a:off x="2440219" y="2371916"/>
              <a:ext cx="292526" cy="91479"/>
            </a:xfrm>
            <a:custGeom>
              <a:avLst/>
              <a:pathLst>
                <a:path w="292526" h="91479">
                  <a:moveTo>
                    <a:pt x="292526" y="91479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g4733"/>
            <p:cNvSpPr/>
            <p:nvPr/>
          </p:nvSpPr>
          <p:spPr>
            <a:xfrm>
              <a:off x="2585253" y="1799344"/>
              <a:ext cx="718078" cy="194858"/>
            </a:xfrm>
            <a:custGeom>
              <a:avLst/>
              <a:pathLst>
                <a:path w="718078" h="194858">
                  <a:moveTo>
                    <a:pt x="27431" y="194858"/>
                  </a:moveTo>
                  <a:lnTo>
                    <a:pt x="690646" y="194858"/>
                  </a:lnTo>
                  <a:lnTo>
                    <a:pt x="689541" y="194836"/>
                  </a:lnTo>
                  <a:lnTo>
                    <a:pt x="693952" y="194658"/>
                  </a:lnTo>
                  <a:lnTo>
                    <a:pt x="698278" y="193775"/>
                  </a:lnTo>
                  <a:lnTo>
                    <a:pt x="702406" y="192210"/>
                  </a:lnTo>
                  <a:lnTo>
                    <a:pt x="706229" y="190002"/>
                  </a:lnTo>
                  <a:lnTo>
                    <a:pt x="709649" y="187210"/>
                  </a:lnTo>
                  <a:lnTo>
                    <a:pt x="712576" y="183906"/>
                  </a:lnTo>
                  <a:lnTo>
                    <a:pt x="714936" y="180174"/>
                  </a:lnTo>
                  <a:lnTo>
                    <a:pt x="716666" y="176113"/>
                  </a:lnTo>
                  <a:lnTo>
                    <a:pt x="717723" y="171827"/>
                  </a:lnTo>
                  <a:lnTo>
                    <a:pt x="718078" y="167426"/>
                  </a:lnTo>
                  <a:lnTo>
                    <a:pt x="718078" y="27431"/>
                  </a:lnTo>
                  <a:lnTo>
                    <a:pt x="717723" y="23031"/>
                  </a:lnTo>
                  <a:lnTo>
                    <a:pt x="716666" y="18745"/>
                  </a:lnTo>
                  <a:lnTo>
                    <a:pt x="714936" y="14683"/>
                  </a:lnTo>
                  <a:lnTo>
                    <a:pt x="712576" y="10952"/>
                  </a:lnTo>
                  <a:lnTo>
                    <a:pt x="709649" y="7647"/>
                  </a:lnTo>
                  <a:lnTo>
                    <a:pt x="706229" y="4855"/>
                  </a:lnTo>
                  <a:lnTo>
                    <a:pt x="702406" y="2648"/>
                  </a:lnTo>
                  <a:lnTo>
                    <a:pt x="698278" y="1083"/>
                  </a:lnTo>
                  <a:lnTo>
                    <a:pt x="693952" y="200"/>
                  </a:lnTo>
                  <a:lnTo>
                    <a:pt x="690646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5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tx4734"/>
            <p:cNvSpPr/>
            <p:nvPr/>
          </p:nvSpPr>
          <p:spPr>
            <a:xfrm>
              <a:off x="2630973" y="1845064"/>
              <a:ext cx="626638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S1_LOLA</a:t>
              </a:r>
            </a:p>
          </p:txBody>
        </p:sp>
        <p:sp>
          <p:nvSpPr>
            <p:cNvPr id="4735" name="pg4735"/>
            <p:cNvSpPr/>
            <p:nvPr/>
          </p:nvSpPr>
          <p:spPr>
            <a:xfrm>
              <a:off x="2397198" y="2085403"/>
              <a:ext cx="742035" cy="194858"/>
            </a:xfrm>
            <a:custGeom>
              <a:avLst/>
              <a:pathLst>
                <a:path w="742035" h="194858">
                  <a:moveTo>
                    <a:pt x="27431" y="194858"/>
                  </a:moveTo>
                  <a:lnTo>
                    <a:pt x="714603" y="194858"/>
                  </a:lnTo>
                  <a:lnTo>
                    <a:pt x="713499" y="194836"/>
                  </a:lnTo>
                  <a:lnTo>
                    <a:pt x="717910" y="194658"/>
                  </a:lnTo>
                  <a:lnTo>
                    <a:pt x="722235" y="193775"/>
                  </a:lnTo>
                  <a:lnTo>
                    <a:pt x="726363" y="192210"/>
                  </a:lnTo>
                  <a:lnTo>
                    <a:pt x="730186" y="190002"/>
                  </a:lnTo>
                  <a:lnTo>
                    <a:pt x="733606" y="187210"/>
                  </a:lnTo>
                  <a:lnTo>
                    <a:pt x="736533" y="183906"/>
                  </a:lnTo>
                  <a:lnTo>
                    <a:pt x="738893" y="180174"/>
                  </a:lnTo>
                  <a:lnTo>
                    <a:pt x="740623" y="176113"/>
                  </a:lnTo>
                  <a:lnTo>
                    <a:pt x="741680" y="171827"/>
                  </a:lnTo>
                  <a:lnTo>
                    <a:pt x="742035" y="167426"/>
                  </a:lnTo>
                  <a:lnTo>
                    <a:pt x="742035" y="27431"/>
                  </a:lnTo>
                  <a:lnTo>
                    <a:pt x="741680" y="23031"/>
                  </a:lnTo>
                  <a:lnTo>
                    <a:pt x="740623" y="18745"/>
                  </a:lnTo>
                  <a:lnTo>
                    <a:pt x="738893" y="14683"/>
                  </a:lnTo>
                  <a:lnTo>
                    <a:pt x="736533" y="10952"/>
                  </a:lnTo>
                  <a:lnTo>
                    <a:pt x="733606" y="7647"/>
                  </a:lnTo>
                  <a:lnTo>
                    <a:pt x="730186" y="4855"/>
                  </a:lnTo>
                  <a:lnTo>
                    <a:pt x="726363" y="2648"/>
                  </a:lnTo>
                  <a:lnTo>
                    <a:pt x="722235" y="1083"/>
                  </a:lnTo>
                  <a:lnTo>
                    <a:pt x="717910" y="200"/>
                  </a:lnTo>
                  <a:lnTo>
                    <a:pt x="71460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6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tx4736"/>
            <p:cNvSpPr/>
            <p:nvPr/>
          </p:nvSpPr>
          <p:spPr>
            <a:xfrm>
              <a:off x="2442918" y="2131123"/>
              <a:ext cx="650595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S2_DEBY</a:t>
              </a:r>
            </a:p>
          </p:txBody>
        </p:sp>
        <p:sp>
          <p:nvSpPr>
            <p:cNvPr id="4737" name="pg4737"/>
            <p:cNvSpPr/>
            <p:nvPr/>
          </p:nvSpPr>
          <p:spPr>
            <a:xfrm>
              <a:off x="2732746" y="2371076"/>
              <a:ext cx="570585" cy="194858"/>
            </a:xfrm>
            <a:custGeom>
              <a:avLst/>
              <a:pathLst>
                <a:path w="570585" h="194858">
                  <a:moveTo>
                    <a:pt x="27431" y="194858"/>
                  </a:moveTo>
                  <a:lnTo>
                    <a:pt x="543153" y="194858"/>
                  </a:lnTo>
                  <a:lnTo>
                    <a:pt x="542049" y="194836"/>
                  </a:lnTo>
                  <a:lnTo>
                    <a:pt x="546460" y="194658"/>
                  </a:lnTo>
                  <a:lnTo>
                    <a:pt x="550785" y="193775"/>
                  </a:lnTo>
                  <a:lnTo>
                    <a:pt x="554913" y="192210"/>
                  </a:lnTo>
                  <a:lnTo>
                    <a:pt x="558736" y="190002"/>
                  </a:lnTo>
                  <a:lnTo>
                    <a:pt x="562156" y="187210"/>
                  </a:lnTo>
                  <a:lnTo>
                    <a:pt x="565083" y="183906"/>
                  </a:lnTo>
                  <a:lnTo>
                    <a:pt x="567443" y="180174"/>
                  </a:lnTo>
                  <a:lnTo>
                    <a:pt x="569173" y="176113"/>
                  </a:lnTo>
                  <a:lnTo>
                    <a:pt x="570230" y="171827"/>
                  </a:lnTo>
                  <a:lnTo>
                    <a:pt x="570585" y="167426"/>
                  </a:lnTo>
                  <a:lnTo>
                    <a:pt x="570585" y="27432"/>
                  </a:lnTo>
                  <a:lnTo>
                    <a:pt x="570230" y="23031"/>
                  </a:lnTo>
                  <a:lnTo>
                    <a:pt x="569173" y="18745"/>
                  </a:lnTo>
                  <a:lnTo>
                    <a:pt x="567443" y="14683"/>
                  </a:lnTo>
                  <a:lnTo>
                    <a:pt x="565083" y="10952"/>
                  </a:lnTo>
                  <a:lnTo>
                    <a:pt x="562156" y="7647"/>
                  </a:lnTo>
                  <a:lnTo>
                    <a:pt x="558736" y="4855"/>
                  </a:lnTo>
                  <a:lnTo>
                    <a:pt x="554913" y="2648"/>
                  </a:lnTo>
                  <a:lnTo>
                    <a:pt x="550785" y="1083"/>
                  </a:lnTo>
                  <a:lnTo>
                    <a:pt x="546460" y="200"/>
                  </a:lnTo>
                  <a:lnTo>
                    <a:pt x="54315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5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tx4738"/>
            <p:cNvSpPr/>
            <p:nvPr/>
          </p:nvSpPr>
          <p:spPr>
            <a:xfrm>
              <a:off x="2778466" y="2416796"/>
              <a:ext cx="479145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W4_VA</a:t>
              </a:r>
            </a:p>
          </p:txBody>
        </p:sp>
        <p:sp>
          <p:nvSpPr>
            <p:cNvPr id="4739" name="rc4739"/>
            <p:cNvSpPr/>
            <p:nvPr/>
          </p:nvSpPr>
          <p:spPr>
            <a:xfrm>
              <a:off x="2097741" y="1521787"/>
              <a:ext cx="1251309" cy="1221576"/>
            </a:xfrm>
            <a:prstGeom prst="rect">
              <a:avLst/>
            </a:prstGeom>
            <a:noFill/>
            <a:ln w="2710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914400" y="914400"/>
            <a:ext cx="5943600" cy="3657600"/>
            <a:chOff x="914400" y="914400"/>
            <a:chExt cx="5943600" cy="365760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319740" y="914400"/>
              <a:ext cx="5132918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1389329" y="983989"/>
              <a:ext cx="4993740" cy="351842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1935545" y="1386057"/>
              <a:ext cx="3501561" cy="271461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265396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692120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3118843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3545567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972290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399014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825737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5252461" y="1386057"/>
              <a:ext cx="0" cy="2714613"/>
            </a:xfrm>
            <a:custGeom>
              <a:avLst/>
              <a:pathLst>
                <a:path w="0" h="2714613">
                  <a:moveTo>
                    <a:pt x="0" y="2714613"/>
                  </a:moveTo>
                  <a:lnTo>
                    <a:pt x="0" y="2700489"/>
                  </a:lnTo>
                  <a:lnTo>
                    <a:pt x="0" y="2668708"/>
                  </a:lnTo>
                  <a:lnTo>
                    <a:pt x="0" y="2636927"/>
                  </a:lnTo>
                  <a:lnTo>
                    <a:pt x="0" y="2605147"/>
                  </a:lnTo>
                  <a:lnTo>
                    <a:pt x="0" y="2573366"/>
                  </a:lnTo>
                  <a:lnTo>
                    <a:pt x="0" y="2541585"/>
                  </a:lnTo>
                  <a:lnTo>
                    <a:pt x="0" y="2509805"/>
                  </a:lnTo>
                  <a:lnTo>
                    <a:pt x="0" y="2478024"/>
                  </a:lnTo>
                  <a:lnTo>
                    <a:pt x="0" y="2446243"/>
                  </a:lnTo>
                  <a:lnTo>
                    <a:pt x="0" y="2414462"/>
                  </a:lnTo>
                  <a:lnTo>
                    <a:pt x="0" y="2382682"/>
                  </a:lnTo>
                  <a:lnTo>
                    <a:pt x="0" y="2350901"/>
                  </a:lnTo>
                  <a:lnTo>
                    <a:pt x="0" y="2319120"/>
                  </a:lnTo>
                  <a:lnTo>
                    <a:pt x="0" y="2287340"/>
                  </a:lnTo>
                  <a:lnTo>
                    <a:pt x="0" y="2255559"/>
                  </a:lnTo>
                  <a:lnTo>
                    <a:pt x="0" y="2223778"/>
                  </a:lnTo>
                  <a:lnTo>
                    <a:pt x="0" y="2191997"/>
                  </a:lnTo>
                  <a:lnTo>
                    <a:pt x="0" y="2160217"/>
                  </a:lnTo>
                  <a:lnTo>
                    <a:pt x="0" y="2128436"/>
                  </a:lnTo>
                  <a:lnTo>
                    <a:pt x="0" y="2096655"/>
                  </a:lnTo>
                  <a:lnTo>
                    <a:pt x="0" y="2064875"/>
                  </a:lnTo>
                  <a:lnTo>
                    <a:pt x="0" y="2033094"/>
                  </a:lnTo>
                  <a:lnTo>
                    <a:pt x="0" y="2001313"/>
                  </a:lnTo>
                  <a:lnTo>
                    <a:pt x="0" y="1969532"/>
                  </a:lnTo>
                  <a:lnTo>
                    <a:pt x="0" y="1937752"/>
                  </a:lnTo>
                  <a:lnTo>
                    <a:pt x="0" y="1905971"/>
                  </a:lnTo>
                  <a:lnTo>
                    <a:pt x="0" y="1874190"/>
                  </a:lnTo>
                  <a:lnTo>
                    <a:pt x="0" y="1842410"/>
                  </a:lnTo>
                  <a:lnTo>
                    <a:pt x="0" y="1810629"/>
                  </a:lnTo>
                  <a:lnTo>
                    <a:pt x="0" y="1778848"/>
                  </a:lnTo>
                  <a:lnTo>
                    <a:pt x="0" y="1747067"/>
                  </a:lnTo>
                  <a:lnTo>
                    <a:pt x="0" y="1715287"/>
                  </a:lnTo>
                  <a:lnTo>
                    <a:pt x="0" y="1683506"/>
                  </a:lnTo>
                  <a:lnTo>
                    <a:pt x="0" y="1651725"/>
                  </a:lnTo>
                  <a:lnTo>
                    <a:pt x="0" y="1619945"/>
                  </a:lnTo>
                  <a:lnTo>
                    <a:pt x="0" y="1588164"/>
                  </a:lnTo>
                  <a:lnTo>
                    <a:pt x="0" y="1556383"/>
                  </a:lnTo>
                  <a:lnTo>
                    <a:pt x="0" y="1524602"/>
                  </a:lnTo>
                  <a:lnTo>
                    <a:pt x="0" y="1492822"/>
                  </a:lnTo>
                  <a:lnTo>
                    <a:pt x="0" y="1461041"/>
                  </a:lnTo>
                  <a:lnTo>
                    <a:pt x="0" y="1429260"/>
                  </a:lnTo>
                  <a:lnTo>
                    <a:pt x="0" y="1397480"/>
                  </a:lnTo>
                  <a:lnTo>
                    <a:pt x="0" y="1365699"/>
                  </a:lnTo>
                  <a:lnTo>
                    <a:pt x="0" y="1333918"/>
                  </a:lnTo>
                  <a:lnTo>
                    <a:pt x="0" y="1302137"/>
                  </a:lnTo>
                  <a:lnTo>
                    <a:pt x="0" y="1270357"/>
                  </a:lnTo>
                  <a:lnTo>
                    <a:pt x="0" y="1238576"/>
                  </a:lnTo>
                  <a:lnTo>
                    <a:pt x="0" y="1206795"/>
                  </a:lnTo>
                  <a:lnTo>
                    <a:pt x="0" y="1175015"/>
                  </a:lnTo>
                  <a:lnTo>
                    <a:pt x="0" y="1143234"/>
                  </a:lnTo>
                  <a:lnTo>
                    <a:pt x="0" y="1111453"/>
                  </a:lnTo>
                  <a:lnTo>
                    <a:pt x="0" y="1079672"/>
                  </a:lnTo>
                  <a:lnTo>
                    <a:pt x="0" y="1047892"/>
                  </a:lnTo>
                  <a:lnTo>
                    <a:pt x="0" y="1016111"/>
                  </a:lnTo>
                  <a:lnTo>
                    <a:pt x="0" y="984330"/>
                  </a:lnTo>
                  <a:lnTo>
                    <a:pt x="0" y="952550"/>
                  </a:lnTo>
                  <a:lnTo>
                    <a:pt x="0" y="920769"/>
                  </a:lnTo>
                  <a:lnTo>
                    <a:pt x="0" y="888988"/>
                  </a:lnTo>
                  <a:lnTo>
                    <a:pt x="0" y="857207"/>
                  </a:lnTo>
                  <a:lnTo>
                    <a:pt x="0" y="825427"/>
                  </a:lnTo>
                  <a:lnTo>
                    <a:pt x="0" y="793646"/>
                  </a:lnTo>
                  <a:lnTo>
                    <a:pt x="0" y="761865"/>
                  </a:lnTo>
                  <a:lnTo>
                    <a:pt x="0" y="730085"/>
                  </a:lnTo>
                  <a:lnTo>
                    <a:pt x="0" y="698304"/>
                  </a:lnTo>
                  <a:lnTo>
                    <a:pt x="0" y="666523"/>
                  </a:lnTo>
                  <a:lnTo>
                    <a:pt x="0" y="634742"/>
                  </a:lnTo>
                  <a:lnTo>
                    <a:pt x="0" y="602962"/>
                  </a:lnTo>
                  <a:lnTo>
                    <a:pt x="0" y="571181"/>
                  </a:lnTo>
                  <a:lnTo>
                    <a:pt x="0" y="539400"/>
                  </a:lnTo>
                  <a:lnTo>
                    <a:pt x="0" y="507620"/>
                  </a:lnTo>
                  <a:lnTo>
                    <a:pt x="0" y="475839"/>
                  </a:lnTo>
                  <a:lnTo>
                    <a:pt x="0" y="444058"/>
                  </a:lnTo>
                  <a:lnTo>
                    <a:pt x="0" y="412277"/>
                  </a:lnTo>
                  <a:lnTo>
                    <a:pt x="0" y="380497"/>
                  </a:lnTo>
                  <a:lnTo>
                    <a:pt x="0" y="348716"/>
                  </a:lnTo>
                  <a:lnTo>
                    <a:pt x="0" y="316935"/>
                  </a:lnTo>
                  <a:lnTo>
                    <a:pt x="0" y="285155"/>
                  </a:lnTo>
                  <a:lnTo>
                    <a:pt x="0" y="253374"/>
                  </a:lnTo>
                  <a:lnTo>
                    <a:pt x="0" y="221593"/>
                  </a:lnTo>
                  <a:lnTo>
                    <a:pt x="0" y="189812"/>
                  </a:lnTo>
                  <a:lnTo>
                    <a:pt x="0" y="158032"/>
                  </a:lnTo>
                  <a:lnTo>
                    <a:pt x="0" y="126251"/>
                  </a:lnTo>
                  <a:lnTo>
                    <a:pt x="0" y="94470"/>
                  </a:lnTo>
                  <a:lnTo>
                    <a:pt x="0" y="62690"/>
                  </a:lnTo>
                  <a:lnTo>
                    <a:pt x="0" y="3090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935545" y="3848191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935545" y="3323809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935545" y="2799427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935545" y="2275045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935545" y="1750663"/>
              <a:ext cx="3501561" cy="0"/>
            </a:xfrm>
            <a:custGeom>
              <a:avLst/>
              <a:pathLst>
                <a:path w="3501561" h="0">
                  <a:moveTo>
                    <a:pt x="0" y="0"/>
                  </a:moveTo>
                  <a:lnTo>
                    <a:pt x="19506" y="0"/>
                  </a:lnTo>
                  <a:lnTo>
                    <a:pt x="58299" y="0"/>
                  </a:lnTo>
                  <a:lnTo>
                    <a:pt x="97093" y="0"/>
                  </a:lnTo>
                  <a:lnTo>
                    <a:pt x="135886" y="0"/>
                  </a:lnTo>
                  <a:lnTo>
                    <a:pt x="174679" y="0"/>
                  </a:lnTo>
                  <a:lnTo>
                    <a:pt x="213472" y="0"/>
                  </a:lnTo>
                  <a:lnTo>
                    <a:pt x="252265" y="0"/>
                  </a:lnTo>
                  <a:lnTo>
                    <a:pt x="291058" y="0"/>
                  </a:lnTo>
                  <a:lnTo>
                    <a:pt x="329851" y="0"/>
                  </a:lnTo>
                  <a:lnTo>
                    <a:pt x="368644" y="0"/>
                  </a:lnTo>
                  <a:lnTo>
                    <a:pt x="407437" y="0"/>
                  </a:lnTo>
                  <a:lnTo>
                    <a:pt x="446230" y="0"/>
                  </a:lnTo>
                  <a:lnTo>
                    <a:pt x="485023" y="0"/>
                  </a:lnTo>
                  <a:lnTo>
                    <a:pt x="523816" y="0"/>
                  </a:lnTo>
                  <a:lnTo>
                    <a:pt x="562609" y="0"/>
                  </a:lnTo>
                  <a:lnTo>
                    <a:pt x="601402" y="0"/>
                  </a:lnTo>
                  <a:lnTo>
                    <a:pt x="640195" y="0"/>
                  </a:lnTo>
                  <a:lnTo>
                    <a:pt x="678988" y="0"/>
                  </a:lnTo>
                  <a:lnTo>
                    <a:pt x="717781" y="0"/>
                  </a:lnTo>
                  <a:lnTo>
                    <a:pt x="756574" y="0"/>
                  </a:lnTo>
                  <a:lnTo>
                    <a:pt x="795367" y="0"/>
                  </a:lnTo>
                  <a:lnTo>
                    <a:pt x="834160" y="0"/>
                  </a:lnTo>
                  <a:lnTo>
                    <a:pt x="872954" y="0"/>
                  </a:lnTo>
                  <a:lnTo>
                    <a:pt x="911747" y="0"/>
                  </a:lnTo>
                  <a:lnTo>
                    <a:pt x="950540" y="0"/>
                  </a:lnTo>
                  <a:lnTo>
                    <a:pt x="989333" y="0"/>
                  </a:lnTo>
                  <a:lnTo>
                    <a:pt x="1028126" y="0"/>
                  </a:lnTo>
                  <a:lnTo>
                    <a:pt x="1066919" y="0"/>
                  </a:lnTo>
                  <a:lnTo>
                    <a:pt x="1105712" y="0"/>
                  </a:lnTo>
                  <a:lnTo>
                    <a:pt x="1144505" y="0"/>
                  </a:lnTo>
                  <a:lnTo>
                    <a:pt x="1183298" y="0"/>
                  </a:lnTo>
                  <a:lnTo>
                    <a:pt x="1222091" y="0"/>
                  </a:lnTo>
                  <a:lnTo>
                    <a:pt x="1260884" y="0"/>
                  </a:lnTo>
                  <a:lnTo>
                    <a:pt x="1299677" y="0"/>
                  </a:lnTo>
                  <a:lnTo>
                    <a:pt x="1338470" y="0"/>
                  </a:lnTo>
                  <a:lnTo>
                    <a:pt x="1377263" y="0"/>
                  </a:lnTo>
                  <a:lnTo>
                    <a:pt x="1416056" y="0"/>
                  </a:lnTo>
                  <a:lnTo>
                    <a:pt x="1454849" y="0"/>
                  </a:lnTo>
                  <a:lnTo>
                    <a:pt x="1493642" y="0"/>
                  </a:lnTo>
                  <a:lnTo>
                    <a:pt x="1532435" y="0"/>
                  </a:lnTo>
                  <a:lnTo>
                    <a:pt x="1571228" y="0"/>
                  </a:lnTo>
                  <a:lnTo>
                    <a:pt x="1610021" y="0"/>
                  </a:lnTo>
                  <a:lnTo>
                    <a:pt x="1648815" y="0"/>
                  </a:lnTo>
                  <a:lnTo>
                    <a:pt x="1687608" y="0"/>
                  </a:lnTo>
                  <a:lnTo>
                    <a:pt x="1726401" y="0"/>
                  </a:lnTo>
                  <a:lnTo>
                    <a:pt x="1765194" y="0"/>
                  </a:lnTo>
                  <a:lnTo>
                    <a:pt x="1803987" y="0"/>
                  </a:lnTo>
                  <a:lnTo>
                    <a:pt x="1842780" y="0"/>
                  </a:lnTo>
                  <a:lnTo>
                    <a:pt x="1881573" y="0"/>
                  </a:lnTo>
                  <a:lnTo>
                    <a:pt x="1920366" y="0"/>
                  </a:lnTo>
                  <a:lnTo>
                    <a:pt x="1959159" y="0"/>
                  </a:lnTo>
                  <a:lnTo>
                    <a:pt x="1997952" y="0"/>
                  </a:lnTo>
                  <a:lnTo>
                    <a:pt x="2036745" y="0"/>
                  </a:lnTo>
                  <a:lnTo>
                    <a:pt x="2075538" y="0"/>
                  </a:lnTo>
                  <a:lnTo>
                    <a:pt x="2114331" y="0"/>
                  </a:lnTo>
                  <a:lnTo>
                    <a:pt x="2153124" y="0"/>
                  </a:lnTo>
                  <a:lnTo>
                    <a:pt x="2191917" y="0"/>
                  </a:lnTo>
                  <a:lnTo>
                    <a:pt x="2230710" y="0"/>
                  </a:lnTo>
                  <a:lnTo>
                    <a:pt x="2269503" y="0"/>
                  </a:lnTo>
                  <a:lnTo>
                    <a:pt x="2308296" y="0"/>
                  </a:lnTo>
                  <a:lnTo>
                    <a:pt x="2347089" y="0"/>
                  </a:lnTo>
                  <a:lnTo>
                    <a:pt x="2385882" y="0"/>
                  </a:lnTo>
                  <a:lnTo>
                    <a:pt x="2424676" y="0"/>
                  </a:lnTo>
                  <a:lnTo>
                    <a:pt x="2463469" y="0"/>
                  </a:lnTo>
                  <a:lnTo>
                    <a:pt x="2502262" y="0"/>
                  </a:lnTo>
                  <a:lnTo>
                    <a:pt x="2541055" y="0"/>
                  </a:lnTo>
                  <a:lnTo>
                    <a:pt x="2579848" y="0"/>
                  </a:lnTo>
                  <a:lnTo>
                    <a:pt x="2618641" y="0"/>
                  </a:lnTo>
                  <a:lnTo>
                    <a:pt x="2657434" y="0"/>
                  </a:lnTo>
                  <a:lnTo>
                    <a:pt x="2696227" y="0"/>
                  </a:lnTo>
                  <a:lnTo>
                    <a:pt x="2735020" y="0"/>
                  </a:lnTo>
                  <a:lnTo>
                    <a:pt x="2773813" y="0"/>
                  </a:lnTo>
                  <a:lnTo>
                    <a:pt x="2812606" y="0"/>
                  </a:lnTo>
                  <a:lnTo>
                    <a:pt x="2851399" y="0"/>
                  </a:lnTo>
                  <a:lnTo>
                    <a:pt x="2890192" y="0"/>
                  </a:lnTo>
                  <a:lnTo>
                    <a:pt x="2928985" y="0"/>
                  </a:lnTo>
                  <a:lnTo>
                    <a:pt x="2967778" y="0"/>
                  </a:lnTo>
                  <a:lnTo>
                    <a:pt x="3006571" y="0"/>
                  </a:lnTo>
                  <a:lnTo>
                    <a:pt x="3045364" y="0"/>
                  </a:lnTo>
                  <a:lnTo>
                    <a:pt x="3084157" y="0"/>
                  </a:lnTo>
                  <a:lnTo>
                    <a:pt x="3122950" y="0"/>
                  </a:lnTo>
                  <a:lnTo>
                    <a:pt x="3161743" y="0"/>
                  </a:lnTo>
                  <a:lnTo>
                    <a:pt x="3200537" y="0"/>
                  </a:lnTo>
                  <a:lnTo>
                    <a:pt x="3239330" y="0"/>
                  </a:lnTo>
                  <a:lnTo>
                    <a:pt x="3278123" y="0"/>
                  </a:lnTo>
                  <a:lnTo>
                    <a:pt x="3316916" y="0"/>
                  </a:lnTo>
                  <a:lnTo>
                    <a:pt x="3355709" y="0"/>
                  </a:lnTo>
                  <a:lnTo>
                    <a:pt x="3394502" y="0"/>
                  </a:lnTo>
                  <a:lnTo>
                    <a:pt x="3433295" y="0"/>
                  </a:lnTo>
                  <a:lnTo>
                    <a:pt x="3472088" y="0"/>
                  </a:lnTo>
                  <a:lnTo>
                    <a:pt x="3501561" y="0"/>
                  </a:lnTo>
                  <a:lnTo>
                    <a:pt x="3501561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h20"/>
            <p:cNvSpPr/>
            <p:nvPr/>
          </p:nvSpPr>
          <p:spPr>
            <a:xfrm>
              <a:off x="3819257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3828641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3838026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3856794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3866178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3875563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4307239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4316623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4326008" y="595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3800488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3809873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3819257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3828641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3838026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3847410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3856794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3866178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3875563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4297855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4307239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4316623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4326008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4335392" y="606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3791104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3800488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3809873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3819257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3828641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3838026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3847410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3856794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3866178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3875563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3884947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4297855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4307239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4316623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4326008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4335392" y="618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374418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3753567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3762951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3772336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3781720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3791104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3800488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380987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3819257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3828641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3838026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3847410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3856794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3866178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387556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4307239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4316623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4326008" y="629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3716030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3725414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3734799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3744183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3753567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3762951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3772336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3781720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3791104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3800488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3809873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3819257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3828641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3838026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3847410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3856794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3866178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4316623" y="641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3706646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3716030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3725414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3734799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3744183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3753567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3762951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3772336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3781720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3791104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3800488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3809873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3819257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3828641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3838026" y="652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3687877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3697262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3706646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3716030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3725414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3734799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3744183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3753567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3762951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3772336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3781720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3791104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3800488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3809873" y="664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3659724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3669109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3678493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3687877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3697262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3706646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3716030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3725414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3734799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3744183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3753567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3762951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3772336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3781720" y="675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3640956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3650340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3659724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3669109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3678493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3687877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3697262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3706646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3716030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3725414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3734799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3744183" y="687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3631572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3640956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3650340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3659724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3669109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3678493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3687877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3697262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3706646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3716030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3725414" y="69883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3622187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3631572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3640956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3650340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3659724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3669109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3678493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3687877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3697262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3706646" y="71036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3612803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3622187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3631572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3640956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3650340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3659724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3669109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3678493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3687877" y="72189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3584650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3594035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3603419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3612803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3622187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3631572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3640956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3650340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3659724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3669109" y="73343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3575266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3584650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3594035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3603419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3612803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3622187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3631572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3640956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3650340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4335392" y="74496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3528345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3537729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3547113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3556497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3565882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3575266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3584650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3594035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3603419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3612803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3622187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3631572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3640956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4307239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4316623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4326008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4335392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4344776" y="75649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3518960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352834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353772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3547113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3556497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3565882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3575266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3584650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359403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360341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3612803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3622187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3631572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423216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424154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4250934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4260318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4288471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4297855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4307239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4316623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4326008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4335392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4344776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4354161" y="76802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3518960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352834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353772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3547113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3556497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3565882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3575266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3584650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359403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360341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3612803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3622187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4222781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423216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424154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4250934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4260318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4269702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4279086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4288471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4297855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4307239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4316623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4326008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4335392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4344776" y="779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3518960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352834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353772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3547113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3556497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356588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357526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3584650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359403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360341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3612803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3622187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4147707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4157091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416647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417585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420401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421339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4222781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423216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424154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4250934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4260318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426970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427908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4288471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4297855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4307239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4316623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4326008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4335392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4344776" y="791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350957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3518960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352834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353772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3547113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3556497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356588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357526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3584650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359403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360341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3612803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413832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4147707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4157091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416647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417585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4185244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4194628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420401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421339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4222781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423216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424154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4250934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4260318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426970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427908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4288471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4297855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4307239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4316623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4326008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4335392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4344776" y="802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349080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350019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350957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3518960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352834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353772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3547113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3556497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356588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357526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3584650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413832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4147707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4157091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416647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417585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4185244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419462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420401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421339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4222781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423216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424154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4250934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426031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426970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427908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4288471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4297855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4307239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4316623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4326008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4335392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4344776" y="814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349080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350019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350957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3518960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352834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353772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3547113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3556497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356588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413832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4147707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415709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416647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417585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4185244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419462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420401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421339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422278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423216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424154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4250934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426031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426970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427908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428847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4297855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4307239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4316623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4326008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4335392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4344776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4354161" y="825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349080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350019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350957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3518960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3528345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3537729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412893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413832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4147707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4157091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4166475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4175859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4185244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419462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420401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421339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4222781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426970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427908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4288471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4297855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4307239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4316623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4326008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4335392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4344776" y="83721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349080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350019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3509576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3518960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4091401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4100785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4110169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4119554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412893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413832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4147707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4157091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4166475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4175859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4250934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426031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426970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4279086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4288471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4297855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4307239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4316623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4326008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4335392" y="84875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399755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400694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4016327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402571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403509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4044480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4053864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406324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407263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4082017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409140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410078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411016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4119554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412893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413832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4147707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415709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416647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417585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423216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424154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4250934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4260318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4269702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4279086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4288471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4297855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4307239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4316623" y="86028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398817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399755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400694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4016327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402571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403509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4044480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405386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406324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407263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4082017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409140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410078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4110169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411955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412893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413832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4147707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415709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416647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422278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423216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4241549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4250934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4260318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4269702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4279086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4288471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4297855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4307239" y="871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3978790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398817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399755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400694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4016327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402571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4035095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4044480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405386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406324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407263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4082017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409140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4100785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4110169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411955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412893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413832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4147707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415709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422278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4232165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4241549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4250934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4260318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4269702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4279086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4288471" y="883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3978790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398817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3997558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4006942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4016327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4025711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4035095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4044480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405386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4063248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4072632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4082017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4091401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4100785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4110169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411955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4222781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4232165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4241549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4250934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4260318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4269702" y="894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3969405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3978790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3988174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3997558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4006942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4016327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4025711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4035095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4044480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4053864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4063248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4072632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4082017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4091401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4213396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4222781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4232165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4241549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4250934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4260318" y="906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3922484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3931868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3941253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3950637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3960021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3969405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3978790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3988174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3997558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4006942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4016327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4025711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4035095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4044480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4063248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4072632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4082017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4213396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4222781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4232165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4241549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4250934" y="917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389433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390371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3913100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3922484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3931868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3941253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3950637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396002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396940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3978790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3988174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3997558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4006942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402571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403509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4213396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4222781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4232165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4241549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4250934" y="929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3884947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3894331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3903715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3913100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3922484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393186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3941253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3950637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3960021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3969405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3978790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3988174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399755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4213396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4222781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4232165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4241549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4250934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426031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4269702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4307239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4316623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4326008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4335392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4344776" y="941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3875563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3884947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389433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390371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3913100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3922484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3931868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3941253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3950637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396002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396940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3978790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3988174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422278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423216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4241549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4250934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4260318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4269702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4279086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4297855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4307239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4316623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4326008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4335392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4344776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4354161" y="952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386617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3875563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3884947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389433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3903715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3913100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3922484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393186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3941253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3950637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396002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422278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4232165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4241549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4250934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426031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4269702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4279086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428847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4297855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4307239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4316623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4326008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4335392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4344776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4354161" y="964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3856794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386617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3875563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3884947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3894331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3903715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3913100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3922484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393186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4232165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4241549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4250934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426031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4269702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4279086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4288471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4297855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4307239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4316623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4326008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4335392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4344776" y="97560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3847410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3856794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3866178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3875563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3884947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3894331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3903715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4241549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4250934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4260318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4269702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4279086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4288471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4297855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4307239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4316623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4326008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4335392" y="98713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3847410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3856794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3866178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3875563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3884947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3894331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4260318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4269702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4279086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4288471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4297855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4307239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4316623" y="99866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3838026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3847410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3856794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3866178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3875563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3884947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4279086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4288471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4297855" y="1010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3828641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3838026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3847410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3856794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3866178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3875563" y="102172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3828641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3838026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3847410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3856794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3866178" y="1033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3819257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3828641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3838026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3847410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3856794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3866178" y="104479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3819257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3828641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3838026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3847410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3856794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3866178" y="105632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3819257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3828641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3838026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3847410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3856794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3866178" y="1067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3819257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3828641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3838026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3847410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3856794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3866178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3875563" y="1079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3809873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3819257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3828641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3838026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3847410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3856794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3866178" y="1090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3800488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3809873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3819257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3828641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3838026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3847410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3856794" y="1102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3800488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3809873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3819257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3828641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3838026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3847410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3856794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3875563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3884947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3894331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3903715" y="111398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3800488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3809873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3819257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3828641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3838026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3847410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3856794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3866178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3875563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3884947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3894331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3903715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3913100" y="112551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3819257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3828641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3838026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3847410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3856794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3866178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3875563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3884947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3894331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3903715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3913100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3922484" y="113704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3781720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3791104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3800488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3809873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3838026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3847410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3856794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3866178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3875563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3884947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3894331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3903715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3913100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3922484" y="1148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3772336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3781720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3791104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3800488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3809873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3819257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3828641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3838026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3847410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3856794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3866178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3875563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3884947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3894331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3903715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3913100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3922484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3931868" y="1160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3772336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3781720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3791104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3800488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3809873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3819257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3828641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3838026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3847410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3856794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3866178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3875563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3884947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3894331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3903715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3913100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3922484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3931868" y="1171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3772336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3781720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3791104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3800488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3809873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3819257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3828641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3838026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3847410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3856794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3866178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3875563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8FA7">
                <a:alpha val="100000"/>
              </a:srgbClr>
            </a:solidFill>
            <a:ln w="5420" cap="flat">
              <a:solidFill>
                <a:srgbClr val="36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3884947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3894331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3903715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3913100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3922484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3931868" y="1183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365972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3697262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3706646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371603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372541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3734799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3744183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3753567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3762951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3772336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378172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379110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3800488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3809873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3819257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3828641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3838026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384741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385679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3866178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3875563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3884947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3894331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3903715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3913100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3922484" y="1194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355649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3565882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357526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3631572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364095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365034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365972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3669109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367849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368787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3697262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370664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6">
                <a:alpha val="100000"/>
              </a:srgbClr>
            </a:solidFill>
            <a:ln w="5420" cap="flat">
              <a:solidFill>
                <a:srgbClr val="3986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371603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372541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3734799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374418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375356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3762951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377233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378172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379110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3800488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380987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381925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3828641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3838026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3847410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3856794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3866178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3875563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3884947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3894331" y="120624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8FA7">
                <a:alpha val="100000"/>
              </a:srgbClr>
            </a:solidFill>
            <a:ln w="5420" cap="flat">
              <a:solidFill>
                <a:srgbClr val="36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354711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355649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3565882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357526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358465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361280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362218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3631572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364095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365034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365972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3669109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367849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368787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3697262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370664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371603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372541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3734799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374418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375356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3762951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3772336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378172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379110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3800488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3809873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3819257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3828641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3847410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3856794" y="1217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354711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355649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3565882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357526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358465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3594035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3603419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361280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362218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3631572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364095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365034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3659724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3669109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367849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368787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3697262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370664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371603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3725414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3734799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3744183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3753567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3762951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3772336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3781720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3791104" y="122930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355649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3565882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3575266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3584650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3594035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3603419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3612803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362218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3631572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3640956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3650340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3659724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3669109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3678493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368787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3697262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3706646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3716030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3725414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3734799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3753567" y="1240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3556497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3565882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3575266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3584650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3594035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3603419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3612803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3622187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3631572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3640956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3650340" y="1252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3547113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3556497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3565882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3575266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3584650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3594035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3603419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3612803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3622187" y="126389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3537729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3547113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3556497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3565882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3575266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3584650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3594035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3603419" y="127543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3528345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3537729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3547113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3556497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3565882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3575266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3584650" y="1286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3528345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3537729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3547113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3556497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3565882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3575266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3584650" y="1298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3528345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3537729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3547113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3556497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3565882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3575266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3584650" y="1310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3528345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3537729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3547113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3556497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3565882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3575266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3584650" y="1321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3472039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3481423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3547113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3556497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3565882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3575266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3584650" y="1333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3453270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3462655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3472039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3481423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3490808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3547113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3556497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3565882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3575266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3584650" y="134462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3434502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3443886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3453270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3462655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3472039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3481423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3490808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3537729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3547113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3556497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3565882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3575266" y="1356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3425118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3434502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3443886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3453270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3462655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3472039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3481423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3490808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3537729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3547113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3556497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3565882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3575266" y="1367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3378196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3387581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3396965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3406349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3415733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3425118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3434502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3443886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3453270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3462655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3472039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3481423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3528345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3537729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3547113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3556497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3565882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3575266" y="1379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3368812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3378196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3387581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3396965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3406349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3415733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3425118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3434502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3443886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3453270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3462655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3472039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3518960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3528345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3537729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3547113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3556497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3565882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3575266" y="1390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3350043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3359428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3368812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3378196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3387581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3396965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3406349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3415733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3425118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3434502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3443886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3453270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3509576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3518960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3528345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3537729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3547113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3556497" y="140228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333127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334065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335004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3359428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3368812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3378196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3387581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339696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340634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341573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3425118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3434502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3443886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3453270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346265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347203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348142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3500192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3509576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3518960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3528345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3537729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3547113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3556497" y="141381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333127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334065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335004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3359428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3368812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3378196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3387581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339696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340634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341573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3425118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3434502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3443886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3453270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346265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347203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348142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3490808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3500192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3509576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3518960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3528345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3537729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3547113" y="1425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333127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334065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3350043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3359428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3368812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3378196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3387581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339696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340634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3415733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3425118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3434502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3443886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453270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346265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347203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481423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3490808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3500192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3509576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3518960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3528345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3537729" y="1436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330312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331250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333127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3340659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3350043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3359428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336881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337819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3387581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339696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3425118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343450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344388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3453270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346265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3472039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3481423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3490808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3500192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3509576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3518960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3528345" y="1448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3293738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330312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331250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3321891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3331275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3340659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3350043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3359428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336881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337819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3387581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3396965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343450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344388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3453270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3462655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3472039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3481423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3490808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3500192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3509576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3518960" y="1459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3284354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3293738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330312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331250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3321891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3331275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3340659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3350043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3359428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336881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337819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3387581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3396965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343450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344388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3453270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3462655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3472039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3481423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3490808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3500192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3509576" y="1471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327496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3284354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3293738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3303122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3312506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3321891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3331275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334065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3350043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3359428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3368812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3378196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3387581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3396965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340634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3443886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3453270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3462655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3472039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3481423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3490808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3500192" y="1483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327496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3284354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3293738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3303122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3312506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3321891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3331275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334065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3350043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3359428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3368812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3378196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3387581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3396965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40634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3443886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3453270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3462655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3472039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3481423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3490808" y="149453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326558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327496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3284354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3293738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3303122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3312506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3321891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333127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334065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3350043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3359428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3368812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3378196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3387581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339696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340634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3415733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3443886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3453270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3462655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3472039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3481423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3490808" y="1506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326558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327496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3284354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329373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3303122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3312506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3321891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333127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334065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3350043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335942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3368812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3378196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3387581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339696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340634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3415733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342511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3453270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3462655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3472039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3481423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3490808" y="1517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326558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327496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3284354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329373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3303122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3312506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3321891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333127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334065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3350043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335942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3368812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3378196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3387581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339696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340634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3415733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342511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3443886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3453270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3462655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3472039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3481423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3490808" y="152913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327496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3284354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329373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3303122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3312506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3321891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3331275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334065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3350043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335942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3368812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3378196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3387581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3396965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340634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3415733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342511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3434502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3443886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3453270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3462655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3472039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3481423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3490808" y="154066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3284354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3293738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3303122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3312506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3321891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3331275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3340659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3350043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3359428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3368812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3378196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3387581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3396965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3406349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3415733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3425118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3434502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3443886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3453270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3462655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3472039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3481423" y="155219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3284354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3293738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3303122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3312506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3321891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3331275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3340659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3350043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3359428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3368812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3378196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3387581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3396965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3406349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3415733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3425118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3434502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3443886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3453270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3462655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3472039" y="156372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3303122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3312506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3321891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3331275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3340659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3350043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3359428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3368812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3378196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3387581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3396965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3406349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3415733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3425118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3434502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3443886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3453270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3462655" y="1575261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3312506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3321891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3331275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3340659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3350043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3359428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3368812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3378196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3387581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3396965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3406349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3415733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3425118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3434502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3443886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3453270" y="1586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3321891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3331275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3340659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3350043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3359428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3368812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3378196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387581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3396965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3406349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3415733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3425118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3434502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3443886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3453270" y="1598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3284354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3293738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3303122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3312506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3321891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3331275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3340659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3350043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3359428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3368812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3378196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3387581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3396965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3406349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3415733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3425118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3434502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3443886" y="1609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3274969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3284354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3293738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3303122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3312506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3321891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3331275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3340659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3350043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3359428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3368812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3378196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3387581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3396965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3406349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3415733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3425118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3434502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3443886" y="1621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3274969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3284354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3293738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3303122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3312506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3321891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3331275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3340659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3350043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3359428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3368812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3378196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3387581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3396965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3406349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3415733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3425118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3434502" y="1632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3274969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3284354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3293738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3303122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3312506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3321891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3331275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3340659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3350043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3359428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8AC">
                <a:alpha val="100000"/>
              </a:srgbClr>
            </a:solidFill>
            <a:ln w="5420" cap="flat">
              <a:solidFill>
                <a:srgbClr val="5D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3368812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3378196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3387581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3396965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3406349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3415733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3425118" y="1644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3284354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3293738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3303122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3312506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3321891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3331275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3340659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3350043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3359428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3368812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3378196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3387581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3396965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3406349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3415733" y="1655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3312506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3321891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DC8AC">
                <a:alpha val="100000"/>
              </a:srgbClr>
            </a:solidFill>
            <a:ln w="5420" cap="flat">
              <a:solidFill>
                <a:srgbClr val="5D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3331275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3340659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3350043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3359428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3368812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3378196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3387581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3396965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3406349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3415733" y="1667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3331275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3340659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3350043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3359428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3368812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3378196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3387581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3396965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3406349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3415733" y="1679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3340659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3350043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3359428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3368812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3378196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3387581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3396965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3406349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3415733" y="169058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3350043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3359428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3368812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3378196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3387581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3396965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3406349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3415733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3425118" y="170211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3378196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3387581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3396965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3406349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3415733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3425118" y="1713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3331275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3368812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3378196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3387581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3396965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3406349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3415733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3425118" y="1725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3321891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3331275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3340659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3350043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3359428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3368812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3378196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3387581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3396965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3406349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3415733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3425118" y="1736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3312506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3321891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3331275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3340659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3350043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3359428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3368812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3378196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3387581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3396965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3406349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3415733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3425118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3434502" y="1748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3312506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3321891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3331275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3340659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3350043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3359428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3368812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3378196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3387581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3396965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3406349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3415733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3425118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3434502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3443886" y="1759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3312506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3321891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3331275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3340659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3350043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3359428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3368812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3378196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3387581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3396965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3406349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3415733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3425118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3434502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3443886" y="1771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3312506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3321891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3331275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3340659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3350043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3359428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3368812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3378196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3387581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3396965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3406349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3415733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3425118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3434502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3443886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3453270" y="1782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3321891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3331275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3340659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3350043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3359428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3368812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3378196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3387581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3396965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3406349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3415733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3425118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3434502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3443886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3453270" y="1794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3293738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3303122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3312506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3321891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3331275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3340659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3350043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3359428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3368812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3378196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3387581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3396965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3406349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3415733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3425118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3434502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3443886" y="1805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3293738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3303122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3312506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3321891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3331275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3340659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3350043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3359428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3368812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3378196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3387581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3396965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3406349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3415733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3425118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3434502" y="1817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3293738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3303122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3312506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3321891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3331275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3340659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3350043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3359428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3368812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3378196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3387581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3396965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3406349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3415733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3425118" y="182896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3293738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3303122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3312506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4AA">
                <a:alpha val="100000"/>
              </a:srgbClr>
            </a:solidFill>
            <a:ln w="5420" cap="flat">
              <a:solidFill>
                <a:srgbClr val="42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3321891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3331275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3340659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3350043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3359428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3368812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3378196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3387581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3396965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3406349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3415733" y="184049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3284354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3293738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3303122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3312506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3321891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3331275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3340659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3350043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3359428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3368812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3378196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3387581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3396965" y="1852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3284354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3293738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3303122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3312506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3321891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3331275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3340659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3350043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3359428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3368812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3378196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3387581" y="186355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3284354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3293738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3303122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3312506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3321891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3331275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3340659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3350043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3359428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3368812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3378196" y="1875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3265585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3274969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3284354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3293738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3303122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3312506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3321891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3331275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3340659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3350043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3359428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3368812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3378196" y="1886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3256201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3265585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3274969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3284354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3293738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3303122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3312506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3321891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3331275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3340659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3350043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3359428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3368812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3378196" y="1898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3256201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3265585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3274969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3284354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3293738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3303122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3312506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3321891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3331275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3340659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3350043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3359428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3368812" y="1909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3246816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3256201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3265585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3274969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3284354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3293738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3303122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3312506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3321891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3331275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3340659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3350043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3359428" y="1921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3237432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3246816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3256201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3265585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3274969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3284354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3293738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3303122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3312506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3321891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3331275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3340659" y="1932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3218664" y="1944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3228048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3237432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3246816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3256201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3265585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3274969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3284354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3293738" y="1944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3209279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3218664" y="1955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3228048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3237432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3246816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3256201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3265585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3274969" y="1955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3190511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3199895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3209279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3218664" y="196734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3228048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3237432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3246816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3256201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3265585" y="196734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3162358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3171742" y="197887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3181127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3190511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3199895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3209279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3218664" y="197887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3228048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3237432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3246816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3256201" y="197887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3143589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3152974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3162358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3171742" y="199041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3181127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3190511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3199895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3209279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3218664" y="199041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3228048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3237432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3246816" y="199041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3134205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3143589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3152974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3162358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3171742" y="2001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3181127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3190511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3199895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3209279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3218664" y="2001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3228048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3237432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3246816" y="2001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3124821" y="201347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3134205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3143589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3152974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3162358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3171742" y="201347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3181127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3190511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3199895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3209279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3218664" y="201347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3228048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3237432" y="201347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3115437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3124821" y="2025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3134205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3143589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3152974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3162358" y="2025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3171742" y="2025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3106052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3115437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3124821" y="2036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3134205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3143589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3152974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3162358" y="2036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3096668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3106052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3115437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3124821" y="204807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3134205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3143589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3152974" y="204807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3096668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3106052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3115437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3124821" y="2059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3134205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3143589" y="2059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3077900" y="2071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3087284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3096668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3106052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3115437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3124821" y="2071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3134205" y="2071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3068515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3077900" y="2082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3087284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3096668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3106052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3115437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3124821" y="2082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3134205" y="2082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3049747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3059131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3068515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3077900" y="2094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3087284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3096668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3106052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3115437" y="2094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3124821" y="2094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3040362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3049747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3059131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3068515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3077900" y="210573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087284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096668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106052" y="210573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2993441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002825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012210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021594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030978" y="211726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040362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049747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059131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068515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077900" y="211726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087284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096668" y="211726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2974673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2984057" y="212879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2993441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002825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012210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021594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030978" y="212879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040362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049747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059131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068515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077900" y="212879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087284" y="212879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2965288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2974673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2984057" y="2140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2993441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3002825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3012210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3021594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3030978" y="2140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3040362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3049747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3059131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3068515" y="2140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965288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974673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984057" y="215185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993441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3002825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3012210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3021594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3030978" y="215185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3040362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3049747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3059131" y="215185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965288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974673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984057" y="2163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993441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3002825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3012210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3021594" y="2163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3030978" y="2163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965288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974673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984057" y="2174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993441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3002825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3012210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3021594" y="2174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946520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955904" y="2186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965288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974673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984057" y="2186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993441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3002825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3012210" y="2186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946520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955904" y="2197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965288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974673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984057" y="2197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993441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3002825" y="2197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937135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946520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955904" y="2209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965288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974673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984057" y="2209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993441" y="2209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937135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946520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955904" y="222104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965288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974673" y="222104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2984057" y="222104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2927751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2937135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2946520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2955904" y="2232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2965288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2974673" y="2232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2927751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2937135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2946520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2955904" y="224411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2965288" y="224411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2918367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2927751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2937135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2946520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2955904" y="225564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2965288" y="225564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2918367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2927751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2937135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2946520" y="226717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2955904" y="226717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2908983" y="227870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2918367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2927751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2937135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2946520" y="227870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2955904" y="227870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2908983" y="2290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2918367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2927751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2937135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2946520" y="2290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2955904" y="2290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2908983" y="230177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2918367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2927751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2937135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2946520" y="230177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2355311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2364695" y="2313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2374079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2383463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2908983" y="2313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2918367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2927751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2937135" y="2313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2355311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2364695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2374079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2383463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2392848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2430385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2439769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2449153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2458538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2467922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2908983" y="2324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2918367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2927751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2937135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2946520" y="2324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2289621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229900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2345926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2355311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2364695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2374079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2383463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2392848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243038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2439769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2449153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2458538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2467922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2477306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2486690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249607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2505459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2514843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2524228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2533612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2908983" y="233636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2918367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2927751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2937135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2946520" y="233636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216762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217700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2186394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219577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220516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2252084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226146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227085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228023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228962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229900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230838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2317774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232715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233654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234592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235531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2364695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237407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2383463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2392848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240223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241161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242100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243038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243976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2449153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2458538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246792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247730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2486690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249607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250545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2514843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2524228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2533612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2542996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2571149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2908983" y="2347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2918367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2927751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2937135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2946520" y="2347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215824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216762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217700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2186394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219577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220516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214547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22393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23331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24269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252084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26146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27085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28023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28962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29900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073">
                <a:alpha val="100000"/>
              </a:srgbClr>
            </a:solidFill>
            <a:ln w="5420" cap="flat">
              <a:solidFill>
                <a:srgbClr val="3B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30838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317774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32715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33654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34592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35531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364695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37407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383463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392848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40223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41161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42100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43038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43976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449153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458538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46792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47730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486690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49607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50545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514843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524228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533612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542996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552380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56176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571149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580533" y="2359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589917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918367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927751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937135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946520" y="2359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14885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15824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16762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17700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18639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19577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220516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221454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222393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223331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224269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225208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226146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227085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228023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228962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229900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230838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231777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232715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233654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234592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235531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2364695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237407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238346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2392848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240223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241161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242100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243038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243976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244915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2458538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246792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247730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2486690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249607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250545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51484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524228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533612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542996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552380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56176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57114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580533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58991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683760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693144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702529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711913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918367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927751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937135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946520" y="2370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955904" y="2370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186732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187671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14885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15824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16762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17700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18639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19577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20516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21454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22393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23331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24269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25208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26146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27085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28023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228962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229900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230838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31777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32715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33654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34592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35531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364695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37407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38346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392848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40223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41161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42100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43038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43976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44915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458538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46792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47730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486690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49607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50545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251484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2524228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2533612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2542996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2552380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256176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257114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2580533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258991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2674376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2683760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2693144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2702529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2711913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2721297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2730681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2918367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2927751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2937135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2946520" y="2382496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2955904" y="2382496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185794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186732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1876713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188609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189548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214885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215824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216762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217700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218639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219577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220516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221454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22393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23331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24269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25208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26146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27085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35531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364695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37407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383463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392848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40223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411616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42100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43038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43976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524228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53361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2542996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552380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56176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57114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580533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58991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59930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65560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664992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674376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2683760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693144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2702529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2711913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721297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730681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740066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749450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2918367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927751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937135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946520" y="239402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955904" y="239402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178287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179225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180163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184856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185794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186732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187671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188609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189548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1904866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191425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192363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193301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194240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C">
                <a:alpha val="100000"/>
              </a:srgbClr>
            </a:solidFill>
            <a:ln w="5420" cap="flat">
              <a:solidFill>
                <a:srgbClr val="392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201747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202686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203624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204563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205501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214885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215824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216762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217700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218639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219577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220516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221454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222393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223331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224269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225208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2261468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227085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2552380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256176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257114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2580533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258991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259930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2608686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2627454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263683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264622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2655607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2664992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2674376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268376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269314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2702529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711913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721297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730681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740066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74945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758834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927751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937135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946520" y="240555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2955904" y="240555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176410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177348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178287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179225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180163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181102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183917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184856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185794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186732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187671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188609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189548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190486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191425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192363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193301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194240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195178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196117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00809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01747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02686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03624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04563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05501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06439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07378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16762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17700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18639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19577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20516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21454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15D">
                <a:alpha val="100000"/>
              </a:srgbClr>
            </a:solidFill>
            <a:ln w="5420" cap="flat">
              <a:solidFill>
                <a:srgbClr val="39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22393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23331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24269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25208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26146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27085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56176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57114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580533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58991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59930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608686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261807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2627454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263683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264622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2655607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2664992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2674376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268376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269314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2702529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2711913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2721297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2730681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2740066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274945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2758834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2768219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2927751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2937135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2946520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2955904" y="2417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2965288" y="2417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175471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176410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177348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178287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179225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180163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181102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182040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182979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183917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184856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185794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186732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187671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188609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189548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190486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191425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192363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193301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194240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195178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196117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197055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197994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198932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199870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200809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201747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202686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203624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204563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205501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206439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207378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208316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209255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210193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217700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218639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219577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221454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222393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223331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224269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225208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226146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227085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257114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2580533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258991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259930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5">
                <a:alpha val="100000"/>
              </a:srgbClr>
            </a:solidFill>
            <a:ln w="5420" cap="flat">
              <a:solidFill>
                <a:srgbClr val="3B37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2608686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261807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2627454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2636839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2646223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2655607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2664992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2674376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268376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269314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2721297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2730681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2740066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274945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2758834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2768219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2777603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2927751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2937135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2946520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2955904" y="2428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2965288" y="2428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175471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176410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177348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178287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179225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180163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181102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182040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182979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183917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184856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7">
                <a:alpha val="100000"/>
              </a:srgbClr>
            </a:solidFill>
            <a:ln w="5420" cap="flat">
              <a:solidFill>
                <a:srgbClr val="392D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185794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186732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187671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188609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189548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190486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191425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192363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193301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194240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195178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196117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197055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197994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198932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199870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200809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201747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202686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203624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204563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205501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206439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207378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208316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209255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210193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211132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216762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217700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218639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219577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220516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221454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2223931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223331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224269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225208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226146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2580533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258991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7">
                <a:alpha val="100000"/>
              </a:srgbClr>
            </a:solidFill>
            <a:ln w="5420" cap="flat">
              <a:solidFill>
                <a:srgbClr val="3B3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259930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2608686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261807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2627454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2636839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264622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2655607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2664992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2730681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2740066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518C">
                <a:alpha val="100000"/>
              </a:srgbClr>
            </a:solidFill>
            <a:ln w="5420" cap="flat">
              <a:solidFill>
                <a:srgbClr val="3B5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274945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2758834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768219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777603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937135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946520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955904" y="2440155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965288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974673" y="2440155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175471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176410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177348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178287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179225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B98">
                <a:alpha val="100000"/>
              </a:srgbClr>
            </a:solidFill>
            <a:ln w="5420" cap="flat">
              <a:solidFill>
                <a:srgbClr val="3A5B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180163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181102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182040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182979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3">
                <a:alpha val="100000"/>
              </a:srgbClr>
            </a:solidFill>
            <a:ln w="5420" cap="flat">
              <a:solidFill>
                <a:srgbClr val="3C41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183917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184856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185794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186732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187671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188609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189548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190486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191425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192363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193301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194240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195178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196117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197055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197994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198932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199870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200809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201747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202686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203624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204563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205501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206439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207378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208316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209255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210193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211132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215824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216762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217700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218639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219577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220516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21454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22393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223331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15D">
                <a:alpha val="100000"/>
              </a:srgbClr>
            </a:solidFill>
            <a:ln w="5420" cap="flat">
              <a:solidFill>
                <a:srgbClr val="39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24269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25208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26146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227085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228023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2580533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258991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2599302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2608686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261807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2627454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2636839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264622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2740066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274945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2758834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2768219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2777603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2786987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2796371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2937135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2946520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2955904" y="2451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2965288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2974673" y="2451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175471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176410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177348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178287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179225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1801639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1811023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182040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182979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183917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184856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185794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195178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196117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197055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197994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198932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199870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2008093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201747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202686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203624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205501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206439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207378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208316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209255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210193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211132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212070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213947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214885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215824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216762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2177009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218639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219577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5">
                <a:alpha val="100000"/>
              </a:srgbClr>
            </a:solidFill>
            <a:ln w="5420" cap="flat">
              <a:solidFill>
                <a:srgbClr val="382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220516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5">
                <a:alpha val="100000"/>
              </a:srgbClr>
            </a:solidFill>
            <a:ln w="5420" cap="flat">
              <a:solidFill>
                <a:srgbClr val="382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221454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222393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223331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2242699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225208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226146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227085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228023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228962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2599302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274945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2758834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2768219" y="2463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2777603" y="2463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2786987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2796371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2805756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2937135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2946520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2955904" y="2463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2965288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2974673" y="2463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174533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175471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176410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1773486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1782870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179225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1801639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181102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182040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182979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199870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200809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206439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207378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208316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15D">
                <a:alpha val="100000"/>
              </a:srgbClr>
            </a:solidFill>
            <a:ln w="5420" cap="flat">
              <a:solidFill>
                <a:srgbClr val="39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209255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210193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2111320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212070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213008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213947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214885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7">
                <a:alpha val="100000"/>
              </a:srgbClr>
            </a:solidFill>
            <a:ln w="5420" cap="flat">
              <a:solidFill>
                <a:srgbClr val="392D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215824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216762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2177009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218639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219577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220516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221454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222393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223331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2242699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225208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226146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2270852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2280236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228962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2299005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2758834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2768219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2777603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2786987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2796371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2805756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2815140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2946520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2955904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2965288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2974673" y="2474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2984057" y="2474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1745333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175471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176410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1773486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1782870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179225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1801639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1811023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207378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E">
                <a:alpha val="100000"/>
              </a:srgbClr>
            </a:solidFill>
            <a:ln w="5420" cap="flat">
              <a:solidFill>
                <a:srgbClr val="3A32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208316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209255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210193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2111320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212070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5">
                <a:alpha val="100000"/>
              </a:srgbClr>
            </a:solidFill>
            <a:ln w="5420" cap="flat">
              <a:solidFill>
                <a:srgbClr val="382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213008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213947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214885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7">
                <a:alpha val="100000"/>
              </a:srgbClr>
            </a:solidFill>
            <a:ln w="5420" cap="flat">
              <a:solidFill>
                <a:srgbClr val="392D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215824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216762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2177009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218639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219577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220516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221454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222393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223331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2242699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2252084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E">
                <a:alpha val="100000"/>
              </a:srgbClr>
            </a:solidFill>
            <a:ln w="5420" cap="flat">
              <a:solidFill>
                <a:srgbClr val="3A32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226146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2270852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2280236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228962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2299005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2768219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2777603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2786987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2796371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2805756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2815140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2824524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2946520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2955904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2965288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2974673" y="248628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2984057" y="248628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1735949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1745333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175471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176410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1773486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1782870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08316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09255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10193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111320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120704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13008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139472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14885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15824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216762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2177009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2186394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219577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2205162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221454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222393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C">
                <a:alpha val="100000"/>
              </a:srgbClr>
            </a:solidFill>
            <a:ln w="5420" cap="flat">
              <a:solidFill>
                <a:srgbClr val="392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223331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2242699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2252084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226146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2270852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2280236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228962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2299005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2777603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2786987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279637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2805756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2815140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2824524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283390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2955904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2965288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2974673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2984057" y="2497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2993441" y="2497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1717180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172656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1735949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1745333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1754717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176410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1773486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210193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2111320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212070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213008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2139472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2148857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215824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216762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2177009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218639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219577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2205162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223331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2242699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2252084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226146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2270852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2280236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228962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229900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5">
                <a:alpha val="100000"/>
              </a:srgbClr>
            </a:solidFill>
            <a:ln w="5420" cap="flat">
              <a:solidFill>
                <a:srgbClr val="3B37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279637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2805756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2815140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2824524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283390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2843293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2955904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2965288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2974673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2984057" y="250934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2993441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3002825" y="2509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1623337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1632722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164210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1651490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166087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5">
                <a:alpha val="100000"/>
              </a:srgbClr>
            </a:solidFill>
            <a:ln w="5420" cap="flat">
              <a:solidFill>
                <a:srgbClr val="382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167025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5">
                <a:alpha val="100000"/>
              </a:srgbClr>
            </a:solidFill>
            <a:ln w="5420" cap="flat">
              <a:solidFill>
                <a:srgbClr val="382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1698412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170779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1717180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172656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173594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1745333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1754717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1764101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217700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218639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2242699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2252084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2261468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2270852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228023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2289621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2805756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2815140" y="252087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2824524" y="252087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2833908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2843293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2965288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2974673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2984057" y="252087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2993441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002825" y="252087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161395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1623337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1632722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7">
                <a:alpha val="100000"/>
              </a:srgbClr>
            </a:solidFill>
            <a:ln w="5420" cap="flat">
              <a:solidFill>
                <a:srgbClr val="392D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1642106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1651490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1660874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1670259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167964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5">
                <a:alpha val="100000"/>
              </a:srgbClr>
            </a:solidFill>
            <a:ln w="5420" cap="flat">
              <a:solidFill>
                <a:srgbClr val="382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1689027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1698412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1707796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1717180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1726564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1735949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174533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1754717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2242699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2252084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2261468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2270852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2805756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2815140" y="253241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2824524" y="253241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2833908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284329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2965288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2974673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2984057" y="253241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2993441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3002825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3012210" y="253241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161395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1623337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1632722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1642106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1651490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1660874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2A53">
                <a:alpha val="100000"/>
              </a:srgbClr>
            </a:solidFill>
            <a:ln w="5420" cap="flat">
              <a:solidFill>
                <a:srgbClr val="372A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1670259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72A53">
                <a:alpha val="100000"/>
              </a:srgbClr>
            </a:solidFill>
            <a:ln w="5420" cap="flat">
              <a:solidFill>
                <a:srgbClr val="372A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h3196"/>
            <p:cNvSpPr/>
            <p:nvPr/>
          </p:nvSpPr>
          <p:spPr>
            <a:xfrm>
              <a:off x="167964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h3197"/>
            <p:cNvSpPr/>
            <p:nvPr/>
          </p:nvSpPr>
          <p:spPr>
            <a:xfrm>
              <a:off x="1689027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h3198"/>
            <p:cNvSpPr/>
            <p:nvPr/>
          </p:nvSpPr>
          <p:spPr>
            <a:xfrm>
              <a:off x="1698412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h3199"/>
            <p:cNvSpPr/>
            <p:nvPr/>
          </p:nvSpPr>
          <p:spPr>
            <a:xfrm>
              <a:off x="1707796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h3200"/>
            <p:cNvSpPr/>
            <p:nvPr/>
          </p:nvSpPr>
          <p:spPr>
            <a:xfrm>
              <a:off x="1717180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h3201"/>
            <p:cNvSpPr/>
            <p:nvPr/>
          </p:nvSpPr>
          <p:spPr>
            <a:xfrm>
              <a:off x="1726564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h3202"/>
            <p:cNvSpPr/>
            <p:nvPr/>
          </p:nvSpPr>
          <p:spPr>
            <a:xfrm>
              <a:off x="1735949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h3203"/>
            <p:cNvSpPr/>
            <p:nvPr/>
          </p:nvSpPr>
          <p:spPr>
            <a:xfrm>
              <a:off x="174533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h3204"/>
            <p:cNvSpPr/>
            <p:nvPr/>
          </p:nvSpPr>
          <p:spPr>
            <a:xfrm>
              <a:off x="2805756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h3205"/>
            <p:cNvSpPr/>
            <p:nvPr/>
          </p:nvSpPr>
          <p:spPr>
            <a:xfrm>
              <a:off x="2815140" y="2543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h3206"/>
            <p:cNvSpPr/>
            <p:nvPr/>
          </p:nvSpPr>
          <p:spPr>
            <a:xfrm>
              <a:off x="2824524" y="2543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h3207"/>
            <p:cNvSpPr/>
            <p:nvPr/>
          </p:nvSpPr>
          <p:spPr>
            <a:xfrm>
              <a:off x="2833908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h3208"/>
            <p:cNvSpPr/>
            <p:nvPr/>
          </p:nvSpPr>
          <p:spPr>
            <a:xfrm>
              <a:off x="284329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h3209"/>
            <p:cNvSpPr/>
            <p:nvPr/>
          </p:nvSpPr>
          <p:spPr>
            <a:xfrm>
              <a:off x="2965288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h3210"/>
            <p:cNvSpPr/>
            <p:nvPr/>
          </p:nvSpPr>
          <p:spPr>
            <a:xfrm>
              <a:off x="2974673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h3211"/>
            <p:cNvSpPr/>
            <p:nvPr/>
          </p:nvSpPr>
          <p:spPr>
            <a:xfrm>
              <a:off x="2984057" y="254394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h3212"/>
            <p:cNvSpPr/>
            <p:nvPr/>
          </p:nvSpPr>
          <p:spPr>
            <a:xfrm>
              <a:off x="2993441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h3213"/>
            <p:cNvSpPr/>
            <p:nvPr/>
          </p:nvSpPr>
          <p:spPr>
            <a:xfrm>
              <a:off x="3002825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h3214"/>
            <p:cNvSpPr/>
            <p:nvPr/>
          </p:nvSpPr>
          <p:spPr>
            <a:xfrm>
              <a:off x="3012210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h3215"/>
            <p:cNvSpPr/>
            <p:nvPr/>
          </p:nvSpPr>
          <p:spPr>
            <a:xfrm>
              <a:off x="3021594" y="254394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h3216"/>
            <p:cNvSpPr/>
            <p:nvPr/>
          </p:nvSpPr>
          <p:spPr>
            <a:xfrm>
              <a:off x="1604569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h3217"/>
            <p:cNvSpPr/>
            <p:nvPr/>
          </p:nvSpPr>
          <p:spPr>
            <a:xfrm>
              <a:off x="161395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h3218"/>
            <p:cNvSpPr/>
            <p:nvPr/>
          </p:nvSpPr>
          <p:spPr>
            <a:xfrm>
              <a:off x="1623337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h3219"/>
            <p:cNvSpPr/>
            <p:nvPr/>
          </p:nvSpPr>
          <p:spPr>
            <a:xfrm>
              <a:off x="1632722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h3220"/>
            <p:cNvSpPr/>
            <p:nvPr/>
          </p:nvSpPr>
          <p:spPr>
            <a:xfrm>
              <a:off x="1642106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h3221"/>
            <p:cNvSpPr/>
            <p:nvPr/>
          </p:nvSpPr>
          <p:spPr>
            <a:xfrm>
              <a:off x="1651490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h3222"/>
            <p:cNvSpPr/>
            <p:nvPr/>
          </p:nvSpPr>
          <p:spPr>
            <a:xfrm>
              <a:off x="1660874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3">
                <a:alpha val="100000"/>
              </a:srgbClr>
            </a:solidFill>
            <a:ln w="5420" cap="flat">
              <a:solidFill>
                <a:srgbClr val="382A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h3223"/>
            <p:cNvSpPr/>
            <p:nvPr/>
          </p:nvSpPr>
          <p:spPr>
            <a:xfrm>
              <a:off x="1670259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3">
                <a:alpha val="100000"/>
              </a:srgbClr>
            </a:solidFill>
            <a:ln w="5420" cap="flat">
              <a:solidFill>
                <a:srgbClr val="382A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h3224"/>
            <p:cNvSpPr/>
            <p:nvPr/>
          </p:nvSpPr>
          <p:spPr>
            <a:xfrm>
              <a:off x="167964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h3225"/>
            <p:cNvSpPr/>
            <p:nvPr/>
          </p:nvSpPr>
          <p:spPr>
            <a:xfrm>
              <a:off x="1689027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h3226"/>
            <p:cNvSpPr/>
            <p:nvPr/>
          </p:nvSpPr>
          <p:spPr>
            <a:xfrm>
              <a:off x="1698412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h3227"/>
            <p:cNvSpPr/>
            <p:nvPr/>
          </p:nvSpPr>
          <p:spPr>
            <a:xfrm>
              <a:off x="1707796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h3228"/>
            <p:cNvSpPr/>
            <p:nvPr/>
          </p:nvSpPr>
          <p:spPr>
            <a:xfrm>
              <a:off x="1717180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h3229"/>
            <p:cNvSpPr/>
            <p:nvPr/>
          </p:nvSpPr>
          <p:spPr>
            <a:xfrm>
              <a:off x="1726564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h3230"/>
            <p:cNvSpPr/>
            <p:nvPr/>
          </p:nvSpPr>
          <p:spPr>
            <a:xfrm>
              <a:off x="2805756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h3231"/>
            <p:cNvSpPr/>
            <p:nvPr/>
          </p:nvSpPr>
          <p:spPr>
            <a:xfrm>
              <a:off x="2815140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h3232"/>
            <p:cNvSpPr/>
            <p:nvPr/>
          </p:nvSpPr>
          <p:spPr>
            <a:xfrm>
              <a:off x="2824524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h3233"/>
            <p:cNvSpPr/>
            <p:nvPr/>
          </p:nvSpPr>
          <p:spPr>
            <a:xfrm>
              <a:off x="2833908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h3234"/>
            <p:cNvSpPr/>
            <p:nvPr/>
          </p:nvSpPr>
          <p:spPr>
            <a:xfrm>
              <a:off x="284329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h3235"/>
            <p:cNvSpPr/>
            <p:nvPr/>
          </p:nvSpPr>
          <p:spPr>
            <a:xfrm>
              <a:off x="2965288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2974673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2984057" y="255547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2993441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3002825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3012210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3021594" y="255547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1604569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161395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1623337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1632722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1642106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1651490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1660874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1670259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167964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1689027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1698412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1707796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2805756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2815140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2824524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2833908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284329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2974673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2984057" y="256700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2993441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3002825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3012210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3021594" y="256700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1576416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1585800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1595185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1604569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161395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1623337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1632722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1642106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1651490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1660874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1670259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167964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1689027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2805756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2815140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2824524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2833908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284329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2974673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2984057" y="257853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2993441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3002825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3012210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3021594" y="257853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1576416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5">
                <a:alpha val="100000"/>
              </a:srgbClr>
            </a:solidFill>
            <a:ln w="5420" cap="flat">
              <a:solidFill>
                <a:srgbClr val="382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1585800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1595185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5">
                <a:alpha val="100000"/>
              </a:srgbClr>
            </a:solidFill>
            <a:ln w="5420" cap="flat">
              <a:solidFill>
                <a:srgbClr val="382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1604569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1613953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1623337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1632722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1642106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1651490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2796371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2805756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2815140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2824524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2833908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2974673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2984057" y="259007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2993441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3002825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3012210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3021594" y="259007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1567032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1576416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1585800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1595185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1604569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1613953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1623337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1632722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2796371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2805756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2815140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2824524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2833908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2843293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2852677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2984057" y="260160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2993441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3002825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3012210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3021594" y="260160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1557647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1567032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1576416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5">
                <a:alpha val="100000"/>
              </a:srgbClr>
            </a:solidFill>
            <a:ln w="5420" cap="flat">
              <a:solidFill>
                <a:srgbClr val="382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1585800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1595185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A55">
                <a:alpha val="100000"/>
              </a:srgbClr>
            </a:solidFill>
            <a:ln w="5420" cap="flat">
              <a:solidFill>
                <a:srgbClr val="382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1604569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1613953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1623337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2796371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2805756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2815140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2824524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2833908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2843293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2852677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2862061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2984057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2993441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3002825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3012210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3021594" y="261313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3030978" y="261313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1548263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1557647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1567032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1576416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1585800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1595185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5">
                <a:alpha val="100000"/>
              </a:srgbClr>
            </a:solidFill>
            <a:ln w="5420" cap="flat">
              <a:solidFill>
                <a:srgbClr val="382B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1604569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1613953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2796371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2805756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2815140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2824524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2833908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2843293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2852677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2862061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2993441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3002825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3012210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3021594" y="262466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3030978" y="262466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1548263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1557647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1567032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1576416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1585800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1595185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1604569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82C56">
                <a:alpha val="100000"/>
              </a:srgbClr>
            </a:solidFill>
            <a:ln w="5420" cap="flat">
              <a:solidFill>
                <a:srgbClr val="382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2796371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2805756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2815140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2824524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2833908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2843293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2852677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2862061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2993441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3002825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3012210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3021594" y="2636198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3030978" y="2636198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1529495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1538879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1557647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1567032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1576416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1585800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82C57">
                <a:alpha val="100000"/>
              </a:srgbClr>
            </a:solidFill>
            <a:ln w="5420" cap="flat">
              <a:solidFill>
                <a:srgbClr val="38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1595185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2796371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2805756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2815140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2824524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2833908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2843293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2852677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2862061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2993441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3002825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3012210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3021594" y="2647730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3030978" y="2647730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1520110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1529495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1538879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1548263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1557647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1567032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1576416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1585800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1595185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D58">
                <a:alpha val="100000"/>
              </a:srgbClr>
            </a:solidFill>
            <a:ln w="5420" cap="flat">
              <a:solidFill>
                <a:srgbClr val="392D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2805756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2815140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2824524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2833908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2843293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2852677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3002825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3012210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3021594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3030978" y="265926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3040362" y="265926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1520110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1529495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1538879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1548263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A">
                <a:alpha val="100000"/>
              </a:srgbClr>
            </a:solidFill>
            <a:ln w="5420" cap="flat">
              <a:solidFill>
                <a:srgbClr val="392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1557647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1567032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1576416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1585800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E59">
                <a:alpha val="100000"/>
              </a:srgbClr>
            </a:solidFill>
            <a:ln w="5420" cap="flat">
              <a:solidFill>
                <a:srgbClr val="392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2805756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2815140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2824524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2833908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2843293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3002825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3012210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3021594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3030978" y="2670794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3040362" y="2670794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1520110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1529495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1538879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1548263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1557647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1567032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1576416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1585800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2F5B">
                <a:alpha val="100000"/>
              </a:srgbClr>
            </a:solidFill>
            <a:ln w="5420" cap="flat">
              <a:solidFill>
                <a:srgbClr val="392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2805756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2815140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2824524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2833908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2843293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2852677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3012210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3021594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3030978" y="268232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3040362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3049747" y="268232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1529495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1538879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1548263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D">
                <a:alpha val="100000"/>
              </a:srgbClr>
            </a:solidFill>
            <a:ln w="5420" cap="flat">
              <a:solidFill>
                <a:srgbClr val="3A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1557647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9315D">
                <a:alpha val="100000"/>
              </a:srgbClr>
            </a:solidFill>
            <a:ln w="5420" cap="flat">
              <a:solidFill>
                <a:srgbClr val="3931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1567032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1576416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9305C">
                <a:alpha val="100000"/>
              </a:srgbClr>
            </a:solidFill>
            <a:ln w="5420" cap="flat">
              <a:solidFill>
                <a:srgbClr val="393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2815140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2824524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2833908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2843293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2852677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3012210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3021594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3030978" y="2693857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3040362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3049747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3059131" y="2693857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1529495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1538879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1548263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E">
                <a:alpha val="100000"/>
              </a:srgbClr>
            </a:solidFill>
            <a:ln w="5420" cap="flat">
              <a:solidFill>
                <a:srgbClr val="3A32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1557647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1567032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1576416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15E">
                <a:alpha val="100000"/>
              </a:srgbClr>
            </a:solidFill>
            <a:ln w="5420" cap="flat">
              <a:solidFill>
                <a:srgbClr val="3A31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2824524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2833908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2843293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2852677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2862061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2871446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2880830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2890214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3021594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3030978" y="270538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3040362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3049747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3059131" y="270538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1538879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1548263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1557647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1567032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1576416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2824524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2833908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2843293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2852677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2862061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2871446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2880830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2890214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2899598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3021594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3030978" y="271692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3040362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3049747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3059131" y="271692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1538879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1548263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1557647" y="2728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1567032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1576416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2833908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2843293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2852677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2862061" y="2728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2871446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2880830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2890214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2899598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3030978" y="272845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3040362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3049747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3059131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3068515" y="272845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1538879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1548263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1557647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1567032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1576416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2843293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2852677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2862061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2871446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2880830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2890214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2899598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2908983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3030978" y="273998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3040362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3049747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3059131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3068515" y="273998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1548263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1557647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1567032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1576416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2852677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2862061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2871446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2880830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2890214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2899598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2908983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2918367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3030978" y="275151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3040362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3049747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3059131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3068515" y="275151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1548263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1557647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1567032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1576416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2862061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2871446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2880830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2890214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2899598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2908983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3030978" y="2763049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3040362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3049747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3059131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3068515" y="2763049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1548263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1557647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1567032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1576416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1585800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2862061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2871446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2880830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2890214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2899598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2908983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3030978" y="277458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3040362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3049747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3059131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3068515" y="277458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1548263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1557647" y="278611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1567032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1576416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1585800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2871446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2880830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2890214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2899598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2908983" y="278611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3030978" y="278611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3040362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3049747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3059131" y="278611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1557647" y="279764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1567032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1576416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1585800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1595185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2880830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2890214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2899598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2908983" y="279764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2918367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3030978" y="279764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3040362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3049747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3059131" y="279764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1557647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1567032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1576416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1585800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1595185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1604569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2880830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2890214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2899598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2908983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2918367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3030978" y="280917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3040362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3049747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3059131" y="280917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1567032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1576416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1585800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1595185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1604569" y="282070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2880830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2890214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2899598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2908983" y="282070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2918367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2927751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2937135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2946520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3030978" y="282070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3040362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3049747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3059131" y="282070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1576416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1585800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1595185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1604569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2890214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2899598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2908983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2918367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2927751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2937135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2946520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2955904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3021594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3030978" y="283224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3040362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3049747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3059131" y="283224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1576416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1585800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1595185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1604569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2899598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2908983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2918367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2927751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2937135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2946520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2955904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3021594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3030978" y="2843772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3040362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3049747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3059131" y="2843772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1567032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1576416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1585800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1595185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1604569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2908983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2918367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2927751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2937135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2946520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2955904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2965288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3012210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3021594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3030978" y="285530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3040362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3049747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3059131" y="285530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1567032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1576416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1585800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1595185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1604569" y="2866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2927751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2937135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2946520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2955904" y="2866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2965288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3012210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3021594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3030978" y="286683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3040362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3049747" y="286683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1557647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1567032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1576416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1585800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1595185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2937135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2946520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2955904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2965288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2974673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2984057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3002825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3012210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3021594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3030978" y="287836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3040362" y="287836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1548263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1557647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1567032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1576416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1585800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1595185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2937135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2946520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2955904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2965288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2974673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2984057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2993441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3002825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3012210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3021594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3030978" y="288990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3040362" y="288990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1548263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1557647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1567032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1576416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1585800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2937135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2946520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2955904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2965288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2974673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2984057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2993441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3002825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3012210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3021594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3030978" y="2901432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3040362" y="2901432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1548263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1557647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1567032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1576416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1585800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2937135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2946520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2955904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2965288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2974673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2984057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2993441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3002825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3012210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3021594" y="2912964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3030978" y="2912964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1538879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1548263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1557647" y="292449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1567032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1576416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2946520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2955904" y="292449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2965288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2974673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2984057" y="2924496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2993441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3002825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3012210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3021594" y="2924496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1538879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1548263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1557647" y="293602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1567032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1576416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2955904" y="293602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2965288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2974673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2984057" y="2936028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2993441" y="2936028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1538879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1548263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1557647" y="2947560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1567032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1576416" y="2947560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1538879" y="2959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1548263" y="2959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1">
                <a:alpha val="100000"/>
              </a:srgbClr>
            </a:solidFill>
            <a:ln w="5420" cap="flat">
              <a:solidFill>
                <a:srgbClr val="3B3E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1557647" y="295909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1567032" y="295909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1529495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1538879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1548263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1557647" y="2970623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1567032" y="2970623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1529495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1538879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1548263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1557647" y="298215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1567032" y="298215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1529495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1538879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1548263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1557647" y="2993687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1567032" y="299368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B3F72">
                <a:alpha val="100000"/>
              </a:srgbClr>
            </a:solidFill>
            <a:ln w="5420" cap="flat">
              <a:solidFill>
                <a:srgbClr val="3B3F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1529495" y="3005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1538879" y="3005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1548263" y="3005219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1557647" y="3005219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1529495" y="3016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1538879" y="3016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1548263" y="3016751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1557647" y="3016751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1529495" y="302828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1538879" y="302828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1548263" y="3028283"/>
              <a:ext cx="923784" cy="925931"/>
            </a:xfrm>
            <a:custGeom>
              <a:avLst/>
              <a:pathLst>
                <a:path w="923784" h="925931">
                  <a:moveTo>
                    <a:pt x="914400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1557647" y="3028283"/>
              <a:ext cx="923784" cy="925931"/>
            </a:xfrm>
            <a:custGeom>
              <a:avLst/>
              <a:pathLst>
                <a:path w="923784" h="925931">
                  <a:moveTo>
                    <a:pt x="914399" y="914399"/>
                  </a:moveTo>
                  <a:lnTo>
                    <a:pt x="923784" y="914399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1529495" y="3039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1538879" y="3039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1548263" y="3039815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1557647" y="3039815"/>
              <a:ext cx="923784" cy="925931"/>
            </a:xfrm>
            <a:custGeom>
              <a:avLst/>
              <a:pathLst>
                <a:path w="923784" h="925931">
                  <a:moveTo>
                    <a:pt x="914399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399" y="925931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1529495" y="3051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1538879" y="3051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1548263" y="3051347"/>
              <a:ext cx="923784" cy="925931"/>
            </a:xfrm>
            <a:custGeom>
              <a:avLst/>
              <a:pathLst>
                <a:path w="923784" h="925931">
                  <a:moveTo>
                    <a:pt x="914400" y="914400"/>
                  </a:moveTo>
                  <a:lnTo>
                    <a:pt x="923784" y="914400"/>
                  </a:lnTo>
                  <a:lnTo>
                    <a:pt x="923784" y="925931"/>
                  </a:lnTo>
                  <a:lnTo>
                    <a:pt x="914400" y="925931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2094707" y="835854"/>
              <a:ext cx="2988173" cy="2998361"/>
            </a:xfrm>
            <a:custGeom>
              <a:avLst/>
              <a:pathLst>
                <a:path w="2988173" h="2998361">
                  <a:moveTo>
                    <a:pt x="2333048" y="914399"/>
                  </a:moveTo>
                  <a:lnTo>
                    <a:pt x="2352921" y="914369"/>
                  </a:lnTo>
                  <a:lnTo>
                    <a:pt x="2388435" y="914318"/>
                  </a:lnTo>
                  <a:lnTo>
                    <a:pt x="2423948" y="914266"/>
                  </a:lnTo>
                  <a:lnTo>
                    <a:pt x="2459461" y="914220"/>
                  </a:lnTo>
                  <a:lnTo>
                    <a:pt x="2494974" y="914169"/>
                  </a:lnTo>
                  <a:lnTo>
                    <a:pt x="2530491" y="914118"/>
                  </a:lnTo>
                  <a:lnTo>
                    <a:pt x="2566004" y="914067"/>
                  </a:lnTo>
                  <a:lnTo>
                    <a:pt x="2601517" y="914015"/>
                  </a:lnTo>
                  <a:lnTo>
                    <a:pt x="2609922" y="893798"/>
                  </a:lnTo>
                  <a:lnTo>
                    <a:pt x="2617753" y="884386"/>
                  </a:lnTo>
                  <a:lnTo>
                    <a:pt x="2628479" y="887504"/>
                  </a:lnTo>
                  <a:lnTo>
                    <a:pt x="2634192" y="887243"/>
                  </a:lnTo>
                  <a:lnTo>
                    <a:pt x="2640543" y="882389"/>
                  </a:lnTo>
                  <a:lnTo>
                    <a:pt x="2645694" y="879439"/>
                  </a:lnTo>
                  <a:lnTo>
                    <a:pt x="2649086" y="879874"/>
                  </a:lnTo>
                  <a:lnTo>
                    <a:pt x="2651982" y="884319"/>
                  </a:lnTo>
                  <a:lnTo>
                    <a:pt x="2654391" y="887284"/>
                  </a:lnTo>
                  <a:lnTo>
                    <a:pt x="2657204" y="886419"/>
                  </a:lnTo>
                  <a:lnTo>
                    <a:pt x="2659612" y="882225"/>
                  </a:lnTo>
                  <a:lnTo>
                    <a:pt x="2659529" y="876407"/>
                  </a:lnTo>
                  <a:lnTo>
                    <a:pt x="2662825" y="872357"/>
                  </a:lnTo>
                  <a:lnTo>
                    <a:pt x="2666738" y="871737"/>
                  </a:lnTo>
                  <a:lnTo>
                    <a:pt x="2670355" y="871865"/>
                  </a:lnTo>
                  <a:lnTo>
                    <a:pt x="2672160" y="869888"/>
                  </a:lnTo>
                  <a:lnTo>
                    <a:pt x="2671960" y="867052"/>
                  </a:lnTo>
                  <a:lnTo>
                    <a:pt x="2670656" y="862484"/>
                  </a:lnTo>
                  <a:lnTo>
                    <a:pt x="2671097" y="856984"/>
                  </a:lnTo>
                  <a:lnTo>
                    <a:pt x="2680132" y="847269"/>
                  </a:lnTo>
                  <a:lnTo>
                    <a:pt x="2691208" y="840679"/>
                  </a:lnTo>
                  <a:lnTo>
                    <a:pt x="2695092" y="837386"/>
                  </a:lnTo>
                  <a:lnTo>
                    <a:pt x="2696221" y="830708"/>
                  </a:lnTo>
                  <a:lnTo>
                    <a:pt x="2702572" y="823770"/>
                  </a:lnTo>
                  <a:lnTo>
                    <a:pt x="2705748" y="819780"/>
                  </a:lnTo>
                  <a:lnTo>
                    <a:pt x="2706523" y="816313"/>
                  </a:lnTo>
                  <a:lnTo>
                    <a:pt x="2704877" y="812048"/>
                  </a:lnTo>
                  <a:lnTo>
                    <a:pt x="2705043" y="803916"/>
                  </a:lnTo>
                  <a:lnTo>
                    <a:pt x="2707227" y="794201"/>
                  </a:lnTo>
                  <a:lnTo>
                    <a:pt x="2709840" y="783622"/>
                  </a:lnTo>
                  <a:lnTo>
                    <a:pt x="2715695" y="774081"/>
                  </a:lnTo>
                  <a:lnTo>
                    <a:pt x="2725296" y="763676"/>
                  </a:lnTo>
                  <a:lnTo>
                    <a:pt x="2727767" y="750003"/>
                  </a:lnTo>
                  <a:lnTo>
                    <a:pt x="2730372" y="735582"/>
                  </a:lnTo>
                  <a:lnTo>
                    <a:pt x="2741978" y="721530"/>
                  </a:lnTo>
                  <a:lnTo>
                    <a:pt x="2755138" y="705594"/>
                  </a:lnTo>
                  <a:lnTo>
                    <a:pt x="2759911" y="699813"/>
                  </a:lnTo>
                  <a:lnTo>
                    <a:pt x="2918285" y="699813"/>
                  </a:lnTo>
                  <a:lnTo>
                    <a:pt x="2918547" y="711796"/>
                  </a:lnTo>
                  <a:lnTo>
                    <a:pt x="2918759" y="728142"/>
                  </a:lnTo>
                  <a:lnTo>
                    <a:pt x="2918984" y="745368"/>
                  </a:lnTo>
                  <a:lnTo>
                    <a:pt x="2919147" y="757664"/>
                  </a:lnTo>
                  <a:lnTo>
                    <a:pt x="2919426" y="774547"/>
                  </a:lnTo>
                  <a:lnTo>
                    <a:pt x="2919647" y="787979"/>
                  </a:lnTo>
                  <a:lnTo>
                    <a:pt x="2919943" y="805513"/>
                  </a:lnTo>
                  <a:lnTo>
                    <a:pt x="2920097" y="814885"/>
                  </a:lnTo>
                  <a:lnTo>
                    <a:pt x="2921601" y="817589"/>
                  </a:lnTo>
                  <a:lnTo>
                    <a:pt x="2920697" y="821281"/>
                  </a:lnTo>
                  <a:lnTo>
                    <a:pt x="2920301" y="823129"/>
                  </a:lnTo>
                  <a:lnTo>
                    <a:pt x="2920397" y="824599"/>
                  </a:lnTo>
                  <a:lnTo>
                    <a:pt x="2920997" y="826448"/>
                  </a:lnTo>
                  <a:lnTo>
                    <a:pt x="2920897" y="829034"/>
                  </a:lnTo>
                  <a:lnTo>
                    <a:pt x="2919497" y="831374"/>
                  </a:lnTo>
                  <a:lnTo>
                    <a:pt x="2918797" y="834078"/>
                  </a:lnTo>
                  <a:lnTo>
                    <a:pt x="2918597" y="838508"/>
                  </a:lnTo>
                  <a:lnTo>
                    <a:pt x="2920097" y="841216"/>
                  </a:lnTo>
                  <a:lnTo>
                    <a:pt x="2922602" y="842814"/>
                  </a:lnTo>
                  <a:lnTo>
                    <a:pt x="2924706" y="842814"/>
                  </a:lnTo>
                  <a:lnTo>
                    <a:pt x="2927411" y="844417"/>
                  </a:lnTo>
                  <a:lnTo>
                    <a:pt x="2930915" y="847249"/>
                  </a:lnTo>
                  <a:lnTo>
                    <a:pt x="2936220" y="849707"/>
                  </a:lnTo>
                  <a:lnTo>
                    <a:pt x="2941729" y="850567"/>
                  </a:lnTo>
                  <a:lnTo>
                    <a:pt x="2945534" y="849953"/>
                  </a:lnTo>
                  <a:lnTo>
                    <a:pt x="2950139" y="851556"/>
                  </a:lnTo>
                  <a:lnTo>
                    <a:pt x="2951743" y="855494"/>
                  </a:lnTo>
                  <a:lnTo>
                    <a:pt x="2950843" y="859181"/>
                  </a:lnTo>
                  <a:lnTo>
                    <a:pt x="2948238" y="860906"/>
                  </a:lnTo>
                  <a:lnTo>
                    <a:pt x="2945434" y="862263"/>
                  </a:lnTo>
                  <a:lnTo>
                    <a:pt x="2944934" y="865090"/>
                  </a:lnTo>
                  <a:lnTo>
                    <a:pt x="2946334" y="868045"/>
                  </a:lnTo>
                  <a:lnTo>
                    <a:pt x="2948338" y="870631"/>
                  </a:lnTo>
                  <a:lnTo>
                    <a:pt x="2950543" y="875173"/>
                  </a:lnTo>
                  <a:lnTo>
                    <a:pt x="2949639" y="879111"/>
                  </a:lnTo>
                  <a:lnTo>
                    <a:pt x="2947638" y="882435"/>
                  </a:lnTo>
                  <a:lnTo>
                    <a:pt x="2946734" y="885876"/>
                  </a:lnTo>
                  <a:lnTo>
                    <a:pt x="2948438" y="888836"/>
                  </a:lnTo>
                  <a:lnTo>
                    <a:pt x="2952943" y="892769"/>
                  </a:lnTo>
                  <a:lnTo>
                    <a:pt x="2955748" y="896584"/>
                  </a:lnTo>
                  <a:lnTo>
                    <a:pt x="2960157" y="898678"/>
                  </a:lnTo>
                  <a:lnTo>
                    <a:pt x="2962257" y="897198"/>
                  </a:lnTo>
                  <a:lnTo>
                    <a:pt x="2963961" y="895227"/>
                  </a:lnTo>
                  <a:lnTo>
                    <a:pt x="2965762" y="893752"/>
                  </a:lnTo>
                  <a:lnTo>
                    <a:pt x="2968866" y="894617"/>
                  </a:lnTo>
                  <a:lnTo>
                    <a:pt x="2972471" y="895724"/>
                  </a:lnTo>
                  <a:lnTo>
                    <a:pt x="2976409" y="897040"/>
                  </a:lnTo>
                  <a:lnTo>
                    <a:pt x="2975938" y="900230"/>
                  </a:lnTo>
                  <a:lnTo>
                    <a:pt x="2978338" y="905607"/>
                  </a:lnTo>
                  <a:lnTo>
                    <a:pt x="2980197" y="915946"/>
                  </a:lnTo>
                  <a:lnTo>
                    <a:pt x="2977342" y="920642"/>
                  </a:lnTo>
                  <a:lnTo>
                    <a:pt x="2977955" y="926864"/>
                  </a:lnTo>
                  <a:lnTo>
                    <a:pt x="2985868" y="928677"/>
                  </a:lnTo>
                  <a:lnTo>
                    <a:pt x="2987794" y="930582"/>
                  </a:lnTo>
                  <a:lnTo>
                    <a:pt x="2988173" y="932881"/>
                  </a:lnTo>
                  <a:lnTo>
                    <a:pt x="2970741" y="948833"/>
                  </a:lnTo>
                  <a:lnTo>
                    <a:pt x="2955994" y="946600"/>
                  </a:lnTo>
                  <a:lnTo>
                    <a:pt x="2947992" y="950830"/>
                  </a:lnTo>
                  <a:lnTo>
                    <a:pt x="2939612" y="952064"/>
                  </a:lnTo>
                  <a:lnTo>
                    <a:pt x="2935937" y="959192"/>
                  </a:lnTo>
                  <a:lnTo>
                    <a:pt x="2931336" y="960703"/>
                  </a:lnTo>
                  <a:lnTo>
                    <a:pt x="2925035" y="960273"/>
                  </a:lnTo>
                  <a:lnTo>
                    <a:pt x="2919601" y="958260"/>
                  </a:lnTo>
                  <a:lnTo>
                    <a:pt x="2915455" y="959248"/>
                  </a:lnTo>
                  <a:lnTo>
                    <a:pt x="2909654" y="972112"/>
                  </a:lnTo>
                  <a:lnTo>
                    <a:pt x="2904903" y="970991"/>
                  </a:lnTo>
                  <a:lnTo>
                    <a:pt x="2903011" y="975620"/>
                  </a:lnTo>
                  <a:lnTo>
                    <a:pt x="2900528" y="977643"/>
                  </a:lnTo>
                  <a:lnTo>
                    <a:pt x="2896886" y="979379"/>
                  </a:lnTo>
                  <a:lnTo>
                    <a:pt x="2893723" y="973664"/>
                  </a:lnTo>
                  <a:lnTo>
                    <a:pt x="2891710" y="968231"/>
                  </a:lnTo>
                  <a:lnTo>
                    <a:pt x="2888743" y="967037"/>
                  </a:lnTo>
                  <a:lnTo>
                    <a:pt x="2884801" y="965650"/>
                  </a:lnTo>
                  <a:lnTo>
                    <a:pt x="2880746" y="965696"/>
                  </a:lnTo>
                  <a:lnTo>
                    <a:pt x="2878041" y="966474"/>
                  </a:lnTo>
                  <a:lnTo>
                    <a:pt x="2874687" y="969987"/>
                  </a:lnTo>
                  <a:lnTo>
                    <a:pt x="2869824" y="973003"/>
                  </a:lnTo>
                  <a:lnTo>
                    <a:pt x="2866144" y="970489"/>
                  </a:lnTo>
                  <a:lnTo>
                    <a:pt x="2863265" y="966448"/>
                  </a:lnTo>
                  <a:lnTo>
                    <a:pt x="2860802" y="972947"/>
                  </a:lnTo>
                  <a:lnTo>
                    <a:pt x="2857218" y="979809"/>
                  </a:lnTo>
                  <a:lnTo>
                    <a:pt x="2857814" y="987813"/>
                  </a:lnTo>
                  <a:lnTo>
                    <a:pt x="2856272" y="992560"/>
                  </a:lnTo>
                  <a:lnTo>
                    <a:pt x="2852871" y="991280"/>
                  </a:lnTo>
                  <a:lnTo>
                    <a:pt x="2849488" y="987117"/>
                  </a:lnTo>
                  <a:lnTo>
                    <a:pt x="2839991" y="983788"/>
                  </a:lnTo>
                  <a:lnTo>
                    <a:pt x="2832427" y="984095"/>
                  </a:lnTo>
                  <a:lnTo>
                    <a:pt x="2833965" y="979650"/>
                  </a:lnTo>
                  <a:lnTo>
                    <a:pt x="2841116" y="973270"/>
                  </a:lnTo>
                  <a:lnTo>
                    <a:pt x="2838915" y="972020"/>
                  </a:lnTo>
                  <a:lnTo>
                    <a:pt x="2835407" y="972906"/>
                  </a:lnTo>
                  <a:lnTo>
                    <a:pt x="2833877" y="972020"/>
                  </a:lnTo>
                  <a:lnTo>
                    <a:pt x="2836386" y="966223"/>
                  </a:lnTo>
                  <a:lnTo>
                    <a:pt x="2836628" y="959827"/>
                  </a:lnTo>
                  <a:lnTo>
                    <a:pt x="2833427" y="962065"/>
                  </a:lnTo>
                  <a:lnTo>
                    <a:pt x="2829402" y="968814"/>
                  </a:lnTo>
                  <a:lnTo>
                    <a:pt x="2819663" y="974186"/>
                  </a:lnTo>
                  <a:lnTo>
                    <a:pt x="2820117" y="983179"/>
                  </a:lnTo>
                  <a:lnTo>
                    <a:pt x="2810949" y="1001609"/>
                  </a:lnTo>
                  <a:lnTo>
                    <a:pt x="2810541" y="1009454"/>
                  </a:lnTo>
                  <a:lnTo>
                    <a:pt x="2804661" y="1015717"/>
                  </a:lnTo>
                  <a:lnTo>
                    <a:pt x="2797081" y="1021104"/>
                  </a:lnTo>
                  <a:lnTo>
                    <a:pt x="2786971" y="1019588"/>
                  </a:lnTo>
                  <a:lnTo>
                    <a:pt x="2779253" y="1024269"/>
                  </a:lnTo>
                  <a:lnTo>
                    <a:pt x="2775336" y="1029641"/>
                  </a:lnTo>
                  <a:lnTo>
                    <a:pt x="2771932" y="1030450"/>
                  </a:lnTo>
                  <a:lnTo>
                    <a:pt x="2770156" y="1023608"/>
                  </a:lnTo>
                  <a:lnTo>
                    <a:pt x="2768864" y="1021493"/>
                  </a:lnTo>
                  <a:lnTo>
                    <a:pt x="2766022" y="1031581"/>
                  </a:lnTo>
                  <a:lnTo>
                    <a:pt x="2763126" y="1032206"/>
                  </a:lnTo>
                  <a:lnTo>
                    <a:pt x="2762030" y="1025052"/>
                  </a:lnTo>
                  <a:lnTo>
                    <a:pt x="2760655" y="1020326"/>
                  </a:lnTo>
                  <a:lnTo>
                    <a:pt x="2756709" y="1024402"/>
                  </a:lnTo>
                  <a:lnTo>
                    <a:pt x="2754087" y="1035207"/>
                  </a:lnTo>
                  <a:lnTo>
                    <a:pt x="2751341" y="1034296"/>
                  </a:lnTo>
                  <a:lnTo>
                    <a:pt x="2750466" y="1030276"/>
                  </a:lnTo>
                  <a:lnTo>
                    <a:pt x="2748499" y="1029057"/>
                  </a:lnTo>
                  <a:lnTo>
                    <a:pt x="2747824" y="1033650"/>
                  </a:lnTo>
                  <a:lnTo>
                    <a:pt x="2748816" y="1040113"/>
                  </a:lnTo>
                  <a:lnTo>
                    <a:pt x="2747387" y="1043564"/>
                  </a:lnTo>
                  <a:lnTo>
                    <a:pt x="2744657" y="1041721"/>
                  </a:lnTo>
                  <a:lnTo>
                    <a:pt x="2741911" y="1038612"/>
                  </a:lnTo>
                  <a:lnTo>
                    <a:pt x="2737381" y="1040973"/>
                  </a:lnTo>
                  <a:lnTo>
                    <a:pt x="2733222" y="1041931"/>
                  </a:lnTo>
                  <a:lnTo>
                    <a:pt x="2733206" y="1038766"/>
                  </a:lnTo>
                  <a:lnTo>
                    <a:pt x="2733997" y="1034884"/>
                  </a:lnTo>
                  <a:lnTo>
                    <a:pt x="2725709" y="1037030"/>
                  </a:lnTo>
                  <a:lnTo>
                    <a:pt x="2715770" y="1044189"/>
                  </a:lnTo>
                  <a:lnTo>
                    <a:pt x="2708052" y="1054093"/>
                  </a:lnTo>
                  <a:lnTo>
                    <a:pt x="2710728" y="1055742"/>
                  </a:lnTo>
                  <a:lnTo>
                    <a:pt x="2713740" y="1058896"/>
                  </a:lnTo>
                  <a:lnTo>
                    <a:pt x="2700334" y="1074198"/>
                  </a:lnTo>
                  <a:lnTo>
                    <a:pt x="2686591" y="1087978"/>
                  </a:lnTo>
                  <a:lnTo>
                    <a:pt x="2676210" y="1110464"/>
                  </a:lnTo>
                  <a:lnTo>
                    <a:pt x="2672043" y="1113096"/>
                  </a:lnTo>
                  <a:lnTo>
                    <a:pt x="2668464" y="1117218"/>
                  </a:lnTo>
                  <a:lnTo>
                    <a:pt x="2664663" y="1130794"/>
                  </a:lnTo>
                  <a:lnTo>
                    <a:pt x="2660275" y="1142879"/>
                  </a:lnTo>
                  <a:lnTo>
                    <a:pt x="2662729" y="1148261"/>
                  </a:lnTo>
                  <a:lnTo>
                    <a:pt x="2664346" y="1153797"/>
                  </a:lnTo>
                  <a:lnTo>
                    <a:pt x="2668243" y="1159246"/>
                  </a:lnTo>
                  <a:lnTo>
                    <a:pt x="2671556" y="1159737"/>
                  </a:lnTo>
                  <a:lnTo>
                    <a:pt x="2675144" y="1158754"/>
                  </a:lnTo>
                  <a:lnTo>
                    <a:pt x="2677777" y="1158985"/>
                  </a:lnTo>
                  <a:lnTo>
                    <a:pt x="2679469" y="1161299"/>
                  </a:lnTo>
                  <a:lnTo>
                    <a:pt x="2678719" y="1164075"/>
                  </a:lnTo>
                  <a:lnTo>
                    <a:pt x="2674581" y="1164766"/>
                  </a:lnTo>
                  <a:lnTo>
                    <a:pt x="2666863" y="1169621"/>
                  </a:lnTo>
                  <a:lnTo>
                    <a:pt x="2660096" y="1171485"/>
                  </a:lnTo>
                  <a:lnTo>
                    <a:pt x="2656704" y="1177353"/>
                  </a:lnTo>
                  <a:lnTo>
                    <a:pt x="2651620" y="1184134"/>
                  </a:lnTo>
                  <a:lnTo>
                    <a:pt x="2641743" y="1194713"/>
                  </a:lnTo>
                  <a:lnTo>
                    <a:pt x="2645965" y="1197975"/>
                  </a:lnTo>
                  <a:lnTo>
                    <a:pt x="2661221" y="1201652"/>
                  </a:lnTo>
                  <a:lnTo>
                    <a:pt x="2668022" y="1205437"/>
                  </a:lnTo>
                  <a:lnTo>
                    <a:pt x="2678315" y="1225198"/>
                  </a:lnTo>
                  <a:lnTo>
                    <a:pt x="2675965" y="1227175"/>
                  </a:lnTo>
                  <a:lnTo>
                    <a:pt x="2675031" y="1230795"/>
                  </a:lnTo>
                  <a:lnTo>
                    <a:pt x="2684182" y="1235875"/>
                  </a:lnTo>
                  <a:lnTo>
                    <a:pt x="2687104" y="1250065"/>
                  </a:lnTo>
                  <a:lnTo>
                    <a:pt x="2694617" y="1254894"/>
                  </a:lnTo>
                  <a:lnTo>
                    <a:pt x="2705814" y="1257864"/>
                  </a:lnTo>
                  <a:lnTo>
                    <a:pt x="2719508" y="1253573"/>
                  </a:lnTo>
                  <a:lnTo>
                    <a:pt x="2730909" y="1247669"/>
                  </a:lnTo>
                  <a:lnTo>
                    <a:pt x="2730509" y="1242829"/>
                  </a:lnTo>
                  <a:lnTo>
                    <a:pt x="2723346" y="1231569"/>
                  </a:lnTo>
                  <a:lnTo>
                    <a:pt x="2721621" y="1226279"/>
                  </a:lnTo>
                  <a:lnTo>
                    <a:pt x="2716303" y="1222853"/>
                  </a:lnTo>
                  <a:lnTo>
                    <a:pt x="2714282" y="1225756"/>
                  </a:lnTo>
                  <a:lnTo>
                    <a:pt x="2710844" y="1221987"/>
                  </a:lnTo>
                  <a:lnTo>
                    <a:pt x="2710457" y="1219872"/>
                  </a:lnTo>
                  <a:lnTo>
                    <a:pt x="2713661" y="1218843"/>
                  </a:lnTo>
                  <a:lnTo>
                    <a:pt x="2717387" y="1219253"/>
                  </a:lnTo>
                  <a:lnTo>
                    <a:pt x="2721733" y="1221224"/>
                  </a:lnTo>
                  <a:lnTo>
                    <a:pt x="2732918" y="1233499"/>
                  </a:lnTo>
                  <a:lnTo>
                    <a:pt x="2736014" y="1249589"/>
                  </a:lnTo>
                  <a:lnTo>
                    <a:pt x="2736677" y="1259805"/>
                  </a:lnTo>
                  <a:lnTo>
                    <a:pt x="2735414" y="1263298"/>
                  </a:lnTo>
                  <a:lnTo>
                    <a:pt x="2732160" y="1262581"/>
                  </a:lnTo>
                  <a:lnTo>
                    <a:pt x="2725950" y="1263277"/>
                  </a:lnTo>
                  <a:lnTo>
                    <a:pt x="2696492" y="1268567"/>
                  </a:lnTo>
                  <a:lnTo>
                    <a:pt x="2689950" y="1273227"/>
                  </a:lnTo>
                  <a:lnTo>
                    <a:pt x="2674948" y="1278287"/>
                  </a:lnTo>
                  <a:lnTo>
                    <a:pt x="2674014" y="1275762"/>
                  </a:lnTo>
                  <a:lnTo>
                    <a:pt x="2675098" y="1270539"/>
                  </a:lnTo>
                  <a:lnTo>
                    <a:pt x="2674152" y="1259841"/>
                  </a:lnTo>
                  <a:lnTo>
                    <a:pt x="2671193" y="1259344"/>
                  </a:lnTo>
                  <a:lnTo>
                    <a:pt x="2647886" y="1276786"/>
                  </a:lnTo>
                  <a:lnTo>
                    <a:pt x="2638876" y="1277882"/>
                  </a:lnTo>
                  <a:lnTo>
                    <a:pt x="2631300" y="1282988"/>
                  </a:lnTo>
                  <a:lnTo>
                    <a:pt x="2629604" y="1280156"/>
                  </a:lnTo>
                  <a:lnTo>
                    <a:pt x="2628250" y="1267077"/>
                  </a:lnTo>
                  <a:lnTo>
                    <a:pt x="2632992" y="1256108"/>
                  </a:lnTo>
                  <a:lnTo>
                    <a:pt x="2630467" y="1256282"/>
                  </a:lnTo>
                  <a:lnTo>
                    <a:pt x="2622549" y="1262868"/>
                  </a:lnTo>
                  <a:lnTo>
                    <a:pt x="2619165" y="1258817"/>
                  </a:lnTo>
                  <a:lnTo>
                    <a:pt x="2617469" y="1254372"/>
                  </a:lnTo>
                  <a:lnTo>
                    <a:pt x="2615031" y="1251858"/>
                  </a:lnTo>
                  <a:lnTo>
                    <a:pt x="2612389" y="1250905"/>
                  </a:lnTo>
                  <a:lnTo>
                    <a:pt x="2614648" y="1260614"/>
                  </a:lnTo>
                  <a:lnTo>
                    <a:pt x="2609281" y="1267896"/>
                  </a:lnTo>
                  <a:lnTo>
                    <a:pt x="2607810" y="1286731"/>
                  </a:lnTo>
                  <a:lnTo>
                    <a:pt x="2601063" y="1294571"/>
                  </a:lnTo>
                  <a:lnTo>
                    <a:pt x="2580031" y="1299610"/>
                  </a:lnTo>
                  <a:lnTo>
                    <a:pt x="2566321" y="1298545"/>
                  </a:lnTo>
                  <a:lnTo>
                    <a:pt x="2554036" y="1300112"/>
                  </a:lnTo>
                  <a:lnTo>
                    <a:pt x="2537700" y="1303727"/>
                  </a:lnTo>
                  <a:lnTo>
                    <a:pt x="2528674" y="1301577"/>
                  </a:lnTo>
                  <a:lnTo>
                    <a:pt x="2519427" y="1305392"/>
                  </a:lnTo>
                  <a:lnTo>
                    <a:pt x="2488039" y="1306431"/>
                  </a:lnTo>
                  <a:lnTo>
                    <a:pt x="2481422" y="1304408"/>
                  </a:lnTo>
                  <a:lnTo>
                    <a:pt x="2472971" y="1311614"/>
                  </a:lnTo>
                  <a:lnTo>
                    <a:pt x="2459440" y="1315874"/>
                  </a:lnTo>
                  <a:lnTo>
                    <a:pt x="2425239" y="1332020"/>
                  </a:lnTo>
                  <a:lnTo>
                    <a:pt x="2417697" y="1337894"/>
                  </a:lnTo>
                  <a:lnTo>
                    <a:pt x="2408512" y="1347066"/>
                  </a:lnTo>
                  <a:lnTo>
                    <a:pt x="2402345" y="1351997"/>
                  </a:lnTo>
                  <a:lnTo>
                    <a:pt x="2397273" y="1353600"/>
                  </a:lnTo>
                  <a:lnTo>
                    <a:pt x="2394156" y="1357707"/>
                  </a:lnTo>
                  <a:lnTo>
                    <a:pt x="2390752" y="1360390"/>
                  </a:lnTo>
                  <a:lnTo>
                    <a:pt x="2394039" y="1351224"/>
                  </a:lnTo>
                  <a:lnTo>
                    <a:pt x="2397611" y="1343496"/>
                  </a:lnTo>
                  <a:lnTo>
                    <a:pt x="2400578" y="1328528"/>
                  </a:lnTo>
                  <a:lnTo>
                    <a:pt x="2399703" y="1316422"/>
                  </a:lnTo>
                  <a:lnTo>
                    <a:pt x="2396023" y="1311445"/>
                  </a:lnTo>
                  <a:lnTo>
                    <a:pt x="2392218" y="1308126"/>
                  </a:lnTo>
                  <a:lnTo>
                    <a:pt x="2396677" y="1320073"/>
                  </a:lnTo>
                  <a:lnTo>
                    <a:pt x="2397398" y="1334724"/>
                  </a:lnTo>
                  <a:lnTo>
                    <a:pt x="2395865" y="1343307"/>
                  </a:lnTo>
                  <a:lnTo>
                    <a:pt x="2387476" y="1359863"/>
                  </a:lnTo>
                  <a:lnTo>
                    <a:pt x="2383905" y="1363719"/>
                  </a:lnTo>
                  <a:lnTo>
                    <a:pt x="2379729" y="1367109"/>
                  </a:lnTo>
                  <a:lnTo>
                    <a:pt x="2376583" y="1368584"/>
                  </a:lnTo>
                  <a:lnTo>
                    <a:pt x="2373678" y="1371231"/>
                  </a:lnTo>
                  <a:lnTo>
                    <a:pt x="2370303" y="1375425"/>
                  </a:lnTo>
                  <a:lnTo>
                    <a:pt x="2367103" y="1383752"/>
                  </a:lnTo>
                  <a:lnTo>
                    <a:pt x="2369040" y="1391341"/>
                  </a:lnTo>
                  <a:lnTo>
                    <a:pt x="2385397" y="1394112"/>
                  </a:lnTo>
                  <a:lnTo>
                    <a:pt x="2389785" y="1391771"/>
                  </a:lnTo>
                  <a:lnTo>
                    <a:pt x="2392018" y="1397205"/>
                  </a:lnTo>
                  <a:lnTo>
                    <a:pt x="2393269" y="1404753"/>
                  </a:lnTo>
                  <a:lnTo>
                    <a:pt x="2392043" y="1412916"/>
                  </a:lnTo>
                  <a:lnTo>
                    <a:pt x="2389310" y="1421222"/>
                  </a:lnTo>
                  <a:lnTo>
                    <a:pt x="2387234" y="1431535"/>
                  </a:lnTo>
                  <a:lnTo>
                    <a:pt x="2385476" y="1447262"/>
                  </a:lnTo>
                  <a:lnTo>
                    <a:pt x="2382830" y="1461411"/>
                  </a:lnTo>
                  <a:lnTo>
                    <a:pt x="2382484" y="1457114"/>
                  </a:lnTo>
                  <a:lnTo>
                    <a:pt x="2384138" y="1439913"/>
                  </a:lnTo>
                  <a:lnTo>
                    <a:pt x="2381459" y="1441710"/>
                  </a:lnTo>
                  <a:lnTo>
                    <a:pt x="2379613" y="1445679"/>
                  </a:lnTo>
                  <a:lnTo>
                    <a:pt x="2374620" y="1467863"/>
                  </a:lnTo>
                  <a:lnTo>
                    <a:pt x="2367757" y="1479687"/>
                  </a:lnTo>
                  <a:lnTo>
                    <a:pt x="2361435" y="1487865"/>
                  </a:lnTo>
                  <a:lnTo>
                    <a:pt x="2354913" y="1486513"/>
                  </a:lnTo>
                  <a:lnTo>
                    <a:pt x="2356380" y="1493012"/>
                  </a:lnTo>
                  <a:lnTo>
                    <a:pt x="2354588" y="1496397"/>
                  </a:lnTo>
                  <a:lnTo>
                    <a:pt x="2353055" y="1503458"/>
                  </a:lnTo>
                  <a:lnTo>
                    <a:pt x="2349167" y="1508139"/>
                  </a:lnTo>
                  <a:lnTo>
                    <a:pt x="2345512" y="1507688"/>
                  </a:lnTo>
                  <a:lnTo>
                    <a:pt x="2340261" y="1510915"/>
                  </a:lnTo>
                  <a:lnTo>
                    <a:pt x="2338190" y="1513383"/>
                  </a:lnTo>
                  <a:lnTo>
                    <a:pt x="2338036" y="1518109"/>
                  </a:lnTo>
                  <a:lnTo>
                    <a:pt x="2334523" y="1522268"/>
                  </a:lnTo>
                  <a:lnTo>
                    <a:pt x="2321847" y="1543868"/>
                  </a:lnTo>
                  <a:lnTo>
                    <a:pt x="2310841" y="1550243"/>
                  </a:lnTo>
                  <a:lnTo>
                    <a:pt x="2308207" y="1549316"/>
                  </a:lnTo>
                  <a:lnTo>
                    <a:pt x="2311108" y="1539121"/>
                  </a:lnTo>
                  <a:lnTo>
                    <a:pt x="2313095" y="1528812"/>
                  </a:lnTo>
                  <a:lnTo>
                    <a:pt x="2306415" y="1524326"/>
                  </a:lnTo>
                  <a:lnTo>
                    <a:pt x="2300023" y="1521955"/>
                  </a:lnTo>
                  <a:lnTo>
                    <a:pt x="2292688" y="1522268"/>
                  </a:lnTo>
                  <a:lnTo>
                    <a:pt x="2284587" y="1514253"/>
                  </a:lnTo>
                  <a:lnTo>
                    <a:pt x="2274144" y="1508426"/>
                  </a:lnTo>
                  <a:lnTo>
                    <a:pt x="2259567" y="1492658"/>
                  </a:lnTo>
                  <a:lnTo>
                    <a:pt x="2259992" y="1488285"/>
                  </a:lnTo>
                  <a:lnTo>
                    <a:pt x="2259626" y="1480947"/>
                  </a:lnTo>
                  <a:lnTo>
                    <a:pt x="2264055" y="1469353"/>
                  </a:lnTo>
                  <a:lnTo>
                    <a:pt x="2268302" y="1461247"/>
                  </a:lnTo>
                  <a:lnTo>
                    <a:pt x="2274165" y="1457048"/>
                  </a:lnTo>
                  <a:lnTo>
                    <a:pt x="2291180" y="1452772"/>
                  </a:lnTo>
                  <a:lnTo>
                    <a:pt x="2295447" y="1446340"/>
                  </a:lnTo>
                  <a:lnTo>
                    <a:pt x="2297977" y="1440922"/>
                  </a:lnTo>
                  <a:lnTo>
                    <a:pt x="2289546" y="1450227"/>
                  </a:lnTo>
                  <a:lnTo>
                    <a:pt x="2276920" y="1453381"/>
                  </a:lnTo>
                  <a:lnTo>
                    <a:pt x="2270115" y="1456853"/>
                  </a:lnTo>
                  <a:lnTo>
                    <a:pt x="2264672" y="1462163"/>
                  </a:lnTo>
                  <a:lnTo>
                    <a:pt x="2261451" y="1468831"/>
                  </a:lnTo>
                  <a:lnTo>
                    <a:pt x="2254158" y="1476866"/>
                  </a:lnTo>
                  <a:lnTo>
                    <a:pt x="2254671" y="1482248"/>
                  </a:lnTo>
                  <a:lnTo>
                    <a:pt x="2255892" y="1486073"/>
                  </a:lnTo>
                  <a:lnTo>
                    <a:pt x="2255329" y="1494046"/>
                  </a:lnTo>
                  <a:lnTo>
                    <a:pt x="2259942" y="1501820"/>
                  </a:lnTo>
                  <a:lnTo>
                    <a:pt x="2269089" y="1514555"/>
                  </a:lnTo>
                  <a:lnTo>
                    <a:pt x="2270836" y="1534338"/>
                  </a:lnTo>
                  <a:lnTo>
                    <a:pt x="2277816" y="1547575"/>
                  </a:lnTo>
                  <a:lnTo>
                    <a:pt x="2288513" y="1563010"/>
                  </a:lnTo>
                  <a:lnTo>
                    <a:pt x="2296739" y="1567398"/>
                  </a:lnTo>
                  <a:lnTo>
                    <a:pt x="2297139" y="1573139"/>
                  </a:lnTo>
                  <a:lnTo>
                    <a:pt x="2293343" y="1582618"/>
                  </a:lnTo>
                  <a:lnTo>
                    <a:pt x="2288338" y="1586950"/>
                  </a:lnTo>
                  <a:lnTo>
                    <a:pt x="2294847" y="1586084"/>
                  </a:lnTo>
                  <a:lnTo>
                    <a:pt x="2298089" y="1588251"/>
                  </a:lnTo>
                  <a:lnTo>
                    <a:pt x="2301244" y="1596157"/>
                  </a:lnTo>
                  <a:lnTo>
                    <a:pt x="2300998" y="1604228"/>
                  </a:lnTo>
                  <a:lnTo>
                    <a:pt x="2299931" y="1608775"/>
                  </a:lnTo>
                  <a:lnTo>
                    <a:pt x="2297960" y="1610588"/>
                  </a:lnTo>
                  <a:lnTo>
                    <a:pt x="2298043" y="1605943"/>
                  </a:lnTo>
                  <a:lnTo>
                    <a:pt x="2296647" y="1604330"/>
                  </a:lnTo>
                  <a:lnTo>
                    <a:pt x="2294343" y="1606343"/>
                  </a:lnTo>
                  <a:lnTo>
                    <a:pt x="2292851" y="1608637"/>
                  </a:lnTo>
                  <a:lnTo>
                    <a:pt x="2292230" y="1617675"/>
                  </a:lnTo>
                  <a:lnTo>
                    <a:pt x="2290651" y="1622192"/>
                  </a:lnTo>
                  <a:lnTo>
                    <a:pt x="2285067" y="1623534"/>
                  </a:lnTo>
                  <a:lnTo>
                    <a:pt x="2279403" y="1635394"/>
                  </a:lnTo>
                  <a:lnTo>
                    <a:pt x="2274136" y="1642123"/>
                  </a:lnTo>
                  <a:lnTo>
                    <a:pt x="2253408" y="1687622"/>
                  </a:lnTo>
                  <a:lnTo>
                    <a:pt x="2254200" y="1695227"/>
                  </a:lnTo>
                  <a:lnTo>
                    <a:pt x="2250408" y="1697674"/>
                  </a:lnTo>
                  <a:lnTo>
                    <a:pt x="2244665" y="1699666"/>
                  </a:lnTo>
                  <a:lnTo>
                    <a:pt x="2238856" y="1704214"/>
                  </a:lnTo>
                  <a:lnTo>
                    <a:pt x="2235002" y="1709227"/>
                  </a:lnTo>
                  <a:lnTo>
                    <a:pt x="2231422" y="1722710"/>
                  </a:lnTo>
                  <a:lnTo>
                    <a:pt x="2224563" y="1737889"/>
                  </a:lnTo>
                  <a:lnTo>
                    <a:pt x="2220283" y="1731565"/>
                  </a:lnTo>
                  <a:lnTo>
                    <a:pt x="2219187" y="1726152"/>
                  </a:lnTo>
                  <a:lnTo>
                    <a:pt x="2221091" y="1712033"/>
                  </a:lnTo>
                  <a:lnTo>
                    <a:pt x="2228509" y="1688887"/>
                  </a:lnTo>
                  <a:lnTo>
                    <a:pt x="2236681" y="1674497"/>
                  </a:lnTo>
                  <a:lnTo>
                    <a:pt x="2242915" y="1667676"/>
                  </a:lnTo>
                  <a:lnTo>
                    <a:pt x="2248041" y="1653773"/>
                  </a:lnTo>
                  <a:lnTo>
                    <a:pt x="2241565" y="1651699"/>
                  </a:lnTo>
                  <a:lnTo>
                    <a:pt x="2231693" y="1651924"/>
                  </a:lnTo>
                  <a:lnTo>
                    <a:pt x="2233551" y="1645508"/>
                  </a:lnTo>
                  <a:lnTo>
                    <a:pt x="2236431" y="1639854"/>
                  </a:lnTo>
                  <a:lnTo>
                    <a:pt x="2231284" y="1634221"/>
                  </a:lnTo>
                  <a:lnTo>
                    <a:pt x="2228238" y="1633504"/>
                  </a:lnTo>
                  <a:lnTo>
                    <a:pt x="2225100" y="1631195"/>
                  </a:lnTo>
                  <a:lnTo>
                    <a:pt x="2228780" y="1626504"/>
                  </a:lnTo>
                  <a:lnTo>
                    <a:pt x="2230576" y="1621547"/>
                  </a:lnTo>
                  <a:lnTo>
                    <a:pt x="2229480" y="1615514"/>
                  </a:lnTo>
                  <a:lnTo>
                    <a:pt x="2231022" y="1610972"/>
                  </a:lnTo>
                  <a:lnTo>
                    <a:pt x="2228451" y="1611658"/>
                  </a:lnTo>
                  <a:lnTo>
                    <a:pt x="2224317" y="1616467"/>
                  </a:lnTo>
                  <a:lnTo>
                    <a:pt x="2221746" y="1618387"/>
                  </a:lnTo>
                  <a:lnTo>
                    <a:pt x="2220179" y="1614132"/>
                  </a:lnTo>
                  <a:lnTo>
                    <a:pt x="2218391" y="1615094"/>
                  </a:lnTo>
                  <a:lnTo>
                    <a:pt x="2217228" y="1618018"/>
                  </a:lnTo>
                  <a:lnTo>
                    <a:pt x="2214591" y="1619626"/>
                  </a:lnTo>
                  <a:lnTo>
                    <a:pt x="2209019" y="1615627"/>
                  </a:lnTo>
                  <a:lnTo>
                    <a:pt x="2200897" y="1611049"/>
                  </a:lnTo>
                  <a:lnTo>
                    <a:pt x="2196376" y="1603173"/>
                  </a:lnTo>
                  <a:lnTo>
                    <a:pt x="2193796" y="1597069"/>
                  </a:lnTo>
                  <a:lnTo>
                    <a:pt x="2196417" y="1586023"/>
                  </a:lnTo>
                  <a:lnTo>
                    <a:pt x="2202031" y="1584062"/>
                  </a:lnTo>
                  <a:lnTo>
                    <a:pt x="2209323" y="1585854"/>
                  </a:lnTo>
                  <a:lnTo>
                    <a:pt x="2218883" y="1585839"/>
                  </a:lnTo>
                  <a:lnTo>
                    <a:pt x="2217516" y="1583386"/>
                  </a:lnTo>
                  <a:lnTo>
                    <a:pt x="2214103" y="1583790"/>
                  </a:lnTo>
                  <a:lnTo>
                    <a:pt x="2204027" y="1574829"/>
                  </a:lnTo>
                  <a:lnTo>
                    <a:pt x="2200785" y="1569416"/>
                  </a:lnTo>
                  <a:lnTo>
                    <a:pt x="2195209" y="1567931"/>
                  </a:lnTo>
                  <a:lnTo>
                    <a:pt x="2192667" y="1573134"/>
                  </a:lnTo>
                  <a:lnTo>
                    <a:pt x="2189846" y="1574516"/>
                  </a:lnTo>
                  <a:lnTo>
                    <a:pt x="2193329" y="1563132"/>
                  </a:lnTo>
                  <a:lnTo>
                    <a:pt x="2197884" y="1562666"/>
                  </a:lnTo>
                  <a:lnTo>
                    <a:pt x="2204610" y="1559512"/>
                  </a:lnTo>
                  <a:lnTo>
                    <a:pt x="2202656" y="1552921"/>
                  </a:lnTo>
                  <a:lnTo>
                    <a:pt x="2198409" y="1550038"/>
                  </a:lnTo>
                  <a:lnTo>
                    <a:pt x="2190742" y="1553654"/>
                  </a:lnTo>
                  <a:lnTo>
                    <a:pt x="2190833" y="1549019"/>
                  </a:lnTo>
                  <a:lnTo>
                    <a:pt x="2192271" y="1543084"/>
                  </a:lnTo>
                  <a:lnTo>
                    <a:pt x="2198051" y="1543105"/>
                  </a:lnTo>
                  <a:lnTo>
                    <a:pt x="2203114" y="1545040"/>
                  </a:lnTo>
                  <a:lnTo>
                    <a:pt x="2207423" y="1535454"/>
                  </a:lnTo>
                  <a:lnTo>
                    <a:pt x="2207615" y="1531173"/>
                  </a:lnTo>
                  <a:lnTo>
                    <a:pt x="2200455" y="1537395"/>
                  </a:lnTo>
                  <a:lnTo>
                    <a:pt x="2198847" y="1523973"/>
                  </a:lnTo>
                  <a:lnTo>
                    <a:pt x="2205894" y="1511027"/>
                  </a:lnTo>
                  <a:lnTo>
                    <a:pt x="2212615" y="1505384"/>
                  </a:lnTo>
                  <a:lnTo>
                    <a:pt x="2221012" y="1505548"/>
                  </a:lnTo>
                  <a:lnTo>
                    <a:pt x="2229547" y="1504636"/>
                  </a:lnTo>
                  <a:lnTo>
                    <a:pt x="2224192" y="1502265"/>
                  </a:lnTo>
                  <a:lnTo>
                    <a:pt x="2218695" y="1500980"/>
                  </a:lnTo>
                  <a:lnTo>
                    <a:pt x="2222825" y="1495864"/>
                  </a:lnTo>
                  <a:lnTo>
                    <a:pt x="2226346" y="1494947"/>
                  </a:lnTo>
                  <a:lnTo>
                    <a:pt x="2229805" y="1490487"/>
                  </a:lnTo>
                  <a:lnTo>
                    <a:pt x="2221487" y="1491148"/>
                  </a:lnTo>
                  <a:lnTo>
                    <a:pt x="2222467" y="1482708"/>
                  </a:lnTo>
                  <a:lnTo>
                    <a:pt x="2218424" y="1484424"/>
                  </a:lnTo>
                  <a:lnTo>
                    <a:pt x="2213586" y="1485218"/>
                  </a:lnTo>
                  <a:lnTo>
                    <a:pt x="2211703" y="1488797"/>
                  </a:lnTo>
                  <a:lnTo>
                    <a:pt x="2212074" y="1494743"/>
                  </a:lnTo>
                  <a:lnTo>
                    <a:pt x="2210661" y="1498645"/>
                  </a:lnTo>
                  <a:lnTo>
                    <a:pt x="2206898" y="1501779"/>
                  </a:lnTo>
                  <a:lnTo>
                    <a:pt x="2200543" y="1504221"/>
                  </a:lnTo>
                  <a:lnTo>
                    <a:pt x="2199926" y="1499986"/>
                  </a:lnTo>
                  <a:lnTo>
                    <a:pt x="2197826" y="1498066"/>
                  </a:lnTo>
                  <a:lnTo>
                    <a:pt x="2197042" y="1507135"/>
                  </a:lnTo>
                  <a:lnTo>
                    <a:pt x="2195375" y="1510218"/>
                  </a:lnTo>
                  <a:lnTo>
                    <a:pt x="2190729" y="1501707"/>
                  </a:lnTo>
                  <a:lnTo>
                    <a:pt x="2189333" y="1503423"/>
                  </a:lnTo>
                  <a:lnTo>
                    <a:pt x="2189512" y="1505840"/>
                  </a:lnTo>
                  <a:lnTo>
                    <a:pt x="2188325" y="1510018"/>
                  </a:lnTo>
                  <a:lnTo>
                    <a:pt x="2184341" y="1512195"/>
                  </a:lnTo>
                  <a:lnTo>
                    <a:pt x="2184587" y="1517551"/>
                  </a:lnTo>
                  <a:lnTo>
                    <a:pt x="2183041" y="1520470"/>
                  </a:lnTo>
                  <a:lnTo>
                    <a:pt x="2170280" y="1515820"/>
                  </a:lnTo>
                  <a:lnTo>
                    <a:pt x="2169980" y="1517398"/>
                  </a:lnTo>
                  <a:lnTo>
                    <a:pt x="2177198" y="1527424"/>
                  </a:lnTo>
                  <a:lnTo>
                    <a:pt x="2182470" y="1530850"/>
                  </a:lnTo>
                  <a:lnTo>
                    <a:pt x="2183111" y="1536319"/>
                  </a:lnTo>
                  <a:lnTo>
                    <a:pt x="2178586" y="1540856"/>
                  </a:lnTo>
                  <a:lnTo>
                    <a:pt x="2172343" y="1536939"/>
                  </a:lnTo>
                  <a:lnTo>
                    <a:pt x="2171293" y="1537226"/>
                  </a:lnTo>
                  <a:lnTo>
                    <a:pt x="2174685" y="1543944"/>
                  </a:lnTo>
                  <a:lnTo>
                    <a:pt x="2176823" y="1549813"/>
                  </a:lnTo>
                  <a:lnTo>
                    <a:pt x="2174623" y="1554729"/>
                  </a:lnTo>
                  <a:lnTo>
                    <a:pt x="2174964" y="1560782"/>
                  </a:lnTo>
                  <a:lnTo>
                    <a:pt x="2174489" y="1566272"/>
                  </a:lnTo>
                  <a:lnTo>
                    <a:pt x="2173143" y="1571060"/>
                  </a:lnTo>
                  <a:lnTo>
                    <a:pt x="2176177" y="1593131"/>
                  </a:lnTo>
                  <a:lnTo>
                    <a:pt x="2179832" y="1599133"/>
                  </a:lnTo>
                  <a:lnTo>
                    <a:pt x="2183424" y="1604873"/>
                  </a:lnTo>
                  <a:lnTo>
                    <a:pt x="2185328" y="1610245"/>
                  </a:lnTo>
                  <a:lnTo>
                    <a:pt x="2181515" y="1611028"/>
                  </a:lnTo>
                  <a:lnTo>
                    <a:pt x="2175444" y="1606609"/>
                  </a:lnTo>
                  <a:lnTo>
                    <a:pt x="2170110" y="1603239"/>
                  </a:lnTo>
                  <a:lnTo>
                    <a:pt x="2163755" y="1592465"/>
                  </a:lnTo>
                  <a:lnTo>
                    <a:pt x="2162704" y="1588164"/>
                  </a:lnTo>
                  <a:lnTo>
                    <a:pt x="2161154" y="1584763"/>
                  </a:lnTo>
                  <a:lnTo>
                    <a:pt x="2161904" y="1592573"/>
                  </a:lnTo>
                  <a:lnTo>
                    <a:pt x="2164171" y="1601294"/>
                  </a:lnTo>
                  <a:lnTo>
                    <a:pt x="2184074" y="1620809"/>
                  </a:lnTo>
                  <a:lnTo>
                    <a:pt x="2187749" y="1628296"/>
                  </a:lnTo>
                  <a:lnTo>
                    <a:pt x="2190550" y="1634180"/>
                  </a:lnTo>
                  <a:lnTo>
                    <a:pt x="2189846" y="1639818"/>
                  </a:lnTo>
                  <a:lnTo>
                    <a:pt x="2184657" y="1635829"/>
                  </a:lnTo>
                  <a:lnTo>
                    <a:pt x="2180182" y="1630744"/>
                  </a:lnTo>
                  <a:lnTo>
                    <a:pt x="2168301" y="1624998"/>
                  </a:lnTo>
                  <a:lnTo>
                    <a:pt x="2153320" y="1621368"/>
                  </a:lnTo>
                  <a:lnTo>
                    <a:pt x="2144873" y="1608012"/>
                  </a:lnTo>
                  <a:lnTo>
                    <a:pt x="2144902" y="1613584"/>
                  </a:lnTo>
                  <a:lnTo>
                    <a:pt x="2143027" y="1618310"/>
                  </a:lnTo>
                  <a:lnTo>
                    <a:pt x="2137864" y="1612549"/>
                  </a:lnTo>
                  <a:lnTo>
                    <a:pt x="2134609" y="1607633"/>
                  </a:lnTo>
                  <a:lnTo>
                    <a:pt x="2133517" y="1602246"/>
                  </a:lnTo>
                  <a:lnTo>
                    <a:pt x="2127071" y="1602615"/>
                  </a:lnTo>
                  <a:lnTo>
                    <a:pt x="2120311" y="1607295"/>
                  </a:lnTo>
                  <a:lnTo>
                    <a:pt x="2113773" y="1606184"/>
                  </a:lnTo>
                  <a:lnTo>
                    <a:pt x="2112998" y="1597048"/>
                  </a:lnTo>
                  <a:lnTo>
                    <a:pt x="2114765" y="1592209"/>
                  </a:lnTo>
                  <a:lnTo>
                    <a:pt x="2122103" y="1580764"/>
                  </a:lnTo>
                  <a:lnTo>
                    <a:pt x="2129017" y="1574921"/>
                  </a:lnTo>
                  <a:lnTo>
                    <a:pt x="2132067" y="1567378"/>
                  </a:lnTo>
                  <a:lnTo>
                    <a:pt x="2131025" y="1555682"/>
                  </a:lnTo>
                  <a:lnTo>
                    <a:pt x="2129725" y="1567583"/>
                  </a:lnTo>
                  <a:lnTo>
                    <a:pt x="2125775" y="1573482"/>
                  </a:lnTo>
                  <a:lnTo>
                    <a:pt x="2119565" y="1577988"/>
                  </a:lnTo>
                  <a:lnTo>
                    <a:pt x="2111393" y="1586018"/>
                  </a:lnTo>
                  <a:lnTo>
                    <a:pt x="2109397" y="1593443"/>
                  </a:lnTo>
                  <a:lnTo>
                    <a:pt x="2106847" y="1607346"/>
                  </a:lnTo>
                  <a:lnTo>
                    <a:pt x="2110297" y="1612053"/>
                  </a:lnTo>
                  <a:lnTo>
                    <a:pt x="2113823" y="1613282"/>
                  </a:lnTo>
                  <a:lnTo>
                    <a:pt x="2124237" y="1610127"/>
                  </a:lnTo>
                  <a:lnTo>
                    <a:pt x="2129625" y="1611535"/>
                  </a:lnTo>
                  <a:lnTo>
                    <a:pt x="2141610" y="1628276"/>
                  </a:lnTo>
                  <a:lnTo>
                    <a:pt x="2163925" y="1634897"/>
                  </a:lnTo>
                  <a:lnTo>
                    <a:pt x="2172064" y="1639035"/>
                  </a:lnTo>
                  <a:lnTo>
                    <a:pt x="2178698" y="1647771"/>
                  </a:lnTo>
                  <a:lnTo>
                    <a:pt x="2188670" y="1652800"/>
                  </a:lnTo>
                  <a:lnTo>
                    <a:pt x="2196409" y="1660107"/>
                  </a:lnTo>
                  <a:lnTo>
                    <a:pt x="2196617" y="1664875"/>
                  </a:lnTo>
                  <a:lnTo>
                    <a:pt x="2193938" y="1670513"/>
                  </a:lnTo>
                  <a:lnTo>
                    <a:pt x="2192879" y="1678143"/>
                  </a:lnTo>
                  <a:lnTo>
                    <a:pt x="2189591" y="1682957"/>
                  </a:lnTo>
                  <a:lnTo>
                    <a:pt x="2181699" y="1683510"/>
                  </a:lnTo>
                  <a:lnTo>
                    <a:pt x="2176931" y="1682271"/>
                  </a:lnTo>
                  <a:lnTo>
                    <a:pt x="2151303" y="1655447"/>
                  </a:lnTo>
                  <a:lnTo>
                    <a:pt x="2148244" y="1652979"/>
                  </a:lnTo>
                  <a:lnTo>
                    <a:pt x="2138739" y="1638932"/>
                  </a:lnTo>
                  <a:lnTo>
                    <a:pt x="2127587" y="1631410"/>
                  </a:lnTo>
                  <a:lnTo>
                    <a:pt x="2124137" y="1631568"/>
                  </a:lnTo>
                  <a:lnTo>
                    <a:pt x="2140010" y="1645482"/>
                  </a:lnTo>
                  <a:lnTo>
                    <a:pt x="2146490" y="1655212"/>
                  </a:lnTo>
                  <a:lnTo>
                    <a:pt x="2157904" y="1668854"/>
                  </a:lnTo>
                  <a:lnTo>
                    <a:pt x="2166063" y="1674630"/>
                  </a:lnTo>
                  <a:lnTo>
                    <a:pt x="2172068" y="1683643"/>
                  </a:lnTo>
                  <a:lnTo>
                    <a:pt x="2177648" y="1687868"/>
                  </a:lnTo>
                  <a:lnTo>
                    <a:pt x="2192883" y="1693885"/>
                  </a:lnTo>
                  <a:lnTo>
                    <a:pt x="2187587" y="1698207"/>
                  </a:lnTo>
                  <a:lnTo>
                    <a:pt x="2196042" y="1701889"/>
                  </a:lnTo>
                  <a:lnTo>
                    <a:pt x="2197251" y="1708659"/>
                  </a:lnTo>
                  <a:lnTo>
                    <a:pt x="2196476" y="1716376"/>
                  </a:lnTo>
                  <a:lnTo>
                    <a:pt x="2184741" y="1713324"/>
                  </a:lnTo>
                  <a:lnTo>
                    <a:pt x="2184357" y="1719008"/>
                  </a:lnTo>
                  <a:lnTo>
                    <a:pt x="2185407" y="1722362"/>
                  </a:lnTo>
                  <a:lnTo>
                    <a:pt x="2180223" y="1725133"/>
                  </a:lnTo>
                  <a:lnTo>
                    <a:pt x="2173014" y="1721374"/>
                  </a:lnTo>
                  <a:lnTo>
                    <a:pt x="2154295" y="1700813"/>
                  </a:lnTo>
                  <a:lnTo>
                    <a:pt x="2154453" y="1703563"/>
                  </a:lnTo>
                  <a:lnTo>
                    <a:pt x="2155970" y="1706754"/>
                  </a:lnTo>
                  <a:lnTo>
                    <a:pt x="2166826" y="1719991"/>
                  </a:lnTo>
                  <a:lnTo>
                    <a:pt x="2176515" y="1727929"/>
                  </a:lnTo>
                  <a:lnTo>
                    <a:pt x="2184728" y="1731513"/>
                  </a:lnTo>
                  <a:lnTo>
                    <a:pt x="2191058" y="1738165"/>
                  </a:lnTo>
                  <a:lnTo>
                    <a:pt x="2193292" y="1742190"/>
                  </a:lnTo>
                  <a:lnTo>
                    <a:pt x="2194784" y="1748295"/>
                  </a:lnTo>
                  <a:lnTo>
                    <a:pt x="2190091" y="1752443"/>
                  </a:lnTo>
                  <a:lnTo>
                    <a:pt x="2184749" y="1754732"/>
                  </a:lnTo>
                  <a:lnTo>
                    <a:pt x="2179532" y="1750594"/>
                  </a:lnTo>
                  <a:lnTo>
                    <a:pt x="2175706" y="1746236"/>
                  </a:lnTo>
                  <a:lnTo>
                    <a:pt x="2167559" y="1738836"/>
                  </a:lnTo>
                  <a:lnTo>
                    <a:pt x="2165117" y="1730566"/>
                  </a:lnTo>
                  <a:lnTo>
                    <a:pt x="2158921" y="1730991"/>
                  </a:lnTo>
                  <a:lnTo>
                    <a:pt x="2133021" y="1720503"/>
                  </a:lnTo>
                  <a:lnTo>
                    <a:pt x="2112206" y="1719295"/>
                  </a:lnTo>
                  <a:lnTo>
                    <a:pt x="2114240" y="1721405"/>
                  </a:lnTo>
                  <a:lnTo>
                    <a:pt x="2116873" y="1722808"/>
                  </a:lnTo>
                  <a:lnTo>
                    <a:pt x="2133451" y="1725394"/>
                  </a:lnTo>
                  <a:lnTo>
                    <a:pt x="2140001" y="1730223"/>
                  </a:lnTo>
                  <a:lnTo>
                    <a:pt x="2153637" y="1734509"/>
                  </a:lnTo>
                  <a:lnTo>
                    <a:pt x="2161621" y="1735682"/>
                  </a:lnTo>
                  <a:lnTo>
                    <a:pt x="2164859" y="1748848"/>
                  </a:lnTo>
                  <a:lnTo>
                    <a:pt x="2175894" y="1757907"/>
                  </a:lnTo>
                  <a:lnTo>
                    <a:pt x="2177327" y="1764620"/>
                  </a:lnTo>
                  <a:lnTo>
                    <a:pt x="2184862" y="1765373"/>
                  </a:lnTo>
                  <a:lnTo>
                    <a:pt x="2198118" y="1758787"/>
                  </a:lnTo>
                  <a:lnTo>
                    <a:pt x="2206673" y="1761097"/>
                  </a:lnTo>
                  <a:lnTo>
                    <a:pt x="2219012" y="1762981"/>
                  </a:lnTo>
                  <a:lnTo>
                    <a:pt x="2221833" y="1768297"/>
                  </a:lnTo>
                  <a:lnTo>
                    <a:pt x="2223950" y="1778411"/>
                  </a:lnTo>
                  <a:lnTo>
                    <a:pt x="2228313" y="1789789"/>
                  </a:lnTo>
                  <a:lnTo>
                    <a:pt x="2239627" y="1834654"/>
                  </a:lnTo>
                  <a:lnTo>
                    <a:pt x="2256625" y="1871350"/>
                  </a:lnTo>
                  <a:lnTo>
                    <a:pt x="2258717" y="1877669"/>
                  </a:lnTo>
                  <a:lnTo>
                    <a:pt x="2254767" y="1872123"/>
                  </a:lnTo>
                  <a:lnTo>
                    <a:pt x="2242157" y="1847820"/>
                  </a:lnTo>
                  <a:lnTo>
                    <a:pt x="2235197" y="1830270"/>
                  </a:lnTo>
                  <a:lnTo>
                    <a:pt x="2228047" y="1799284"/>
                  </a:lnTo>
                  <a:lnTo>
                    <a:pt x="2225971" y="1792345"/>
                  </a:lnTo>
                  <a:lnTo>
                    <a:pt x="2223529" y="1789574"/>
                  </a:lnTo>
                  <a:lnTo>
                    <a:pt x="2221921" y="1791827"/>
                  </a:lnTo>
                  <a:lnTo>
                    <a:pt x="2221229" y="1795776"/>
                  </a:lnTo>
                  <a:lnTo>
                    <a:pt x="2222396" y="1798807"/>
                  </a:lnTo>
                  <a:lnTo>
                    <a:pt x="2219579" y="1809008"/>
                  </a:lnTo>
                  <a:lnTo>
                    <a:pt x="2220800" y="1813689"/>
                  </a:lnTo>
                  <a:lnTo>
                    <a:pt x="2225375" y="1818528"/>
                  </a:lnTo>
                  <a:lnTo>
                    <a:pt x="2230347" y="1830603"/>
                  </a:lnTo>
                  <a:lnTo>
                    <a:pt x="2234318" y="1846862"/>
                  </a:lnTo>
                  <a:lnTo>
                    <a:pt x="2228947" y="1840271"/>
                  </a:lnTo>
                  <a:lnTo>
                    <a:pt x="2223213" y="1836779"/>
                  </a:lnTo>
                  <a:lnTo>
                    <a:pt x="2214291" y="1834101"/>
                  </a:lnTo>
                  <a:lnTo>
                    <a:pt x="2206344" y="1829405"/>
                  </a:lnTo>
                  <a:lnTo>
                    <a:pt x="2206923" y="1836139"/>
                  </a:lnTo>
                  <a:lnTo>
                    <a:pt x="2206160" y="1843410"/>
                  </a:lnTo>
                  <a:lnTo>
                    <a:pt x="2200034" y="1841193"/>
                  </a:lnTo>
                  <a:lnTo>
                    <a:pt x="2195867" y="1838781"/>
                  </a:lnTo>
                  <a:lnTo>
                    <a:pt x="2199555" y="1846529"/>
                  </a:lnTo>
                  <a:lnTo>
                    <a:pt x="2191550" y="1844204"/>
                  </a:lnTo>
                  <a:lnTo>
                    <a:pt x="2186216" y="1844691"/>
                  </a:lnTo>
                  <a:lnTo>
                    <a:pt x="2182749" y="1851568"/>
                  </a:lnTo>
                  <a:lnTo>
                    <a:pt x="2178098" y="1855742"/>
                  </a:lnTo>
                  <a:lnTo>
                    <a:pt x="2171222" y="1857088"/>
                  </a:lnTo>
                  <a:lnTo>
                    <a:pt x="2161021" y="1850800"/>
                  </a:lnTo>
                  <a:lnTo>
                    <a:pt x="2157716" y="1843165"/>
                  </a:lnTo>
                  <a:lnTo>
                    <a:pt x="2156349" y="1834664"/>
                  </a:lnTo>
                  <a:lnTo>
                    <a:pt x="2155804" y="1844716"/>
                  </a:lnTo>
                  <a:lnTo>
                    <a:pt x="2157620" y="1855183"/>
                  </a:lnTo>
                  <a:lnTo>
                    <a:pt x="2156983" y="1863141"/>
                  </a:lnTo>
                  <a:lnTo>
                    <a:pt x="2166805" y="1864606"/>
                  </a:lnTo>
                  <a:lnTo>
                    <a:pt x="2175990" y="1863305"/>
                  </a:lnTo>
                  <a:lnTo>
                    <a:pt x="2188383" y="1863638"/>
                  </a:lnTo>
                  <a:lnTo>
                    <a:pt x="2196467" y="1862148"/>
                  </a:lnTo>
                  <a:lnTo>
                    <a:pt x="2201335" y="1859618"/>
                  </a:lnTo>
                  <a:lnTo>
                    <a:pt x="2213007" y="1861810"/>
                  </a:lnTo>
                  <a:lnTo>
                    <a:pt x="2213836" y="1871422"/>
                  </a:lnTo>
                  <a:lnTo>
                    <a:pt x="2212503" y="1880977"/>
                  </a:lnTo>
                  <a:lnTo>
                    <a:pt x="2211828" y="1891153"/>
                  </a:lnTo>
                  <a:lnTo>
                    <a:pt x="2215061" y="1891086"/>
                  </a:lnTo>
                  <a:lnTo>
                    <a:pt x="2218862" y="1887834"/>
                  </a:lnTo>
                  <a:lnTo>
                    <a:pt x="2220762" y="1869609"/>
                  </a:lnTo>
                  <a:lnTo>
                    <a:pt x="2231430" y="1862875"/>
                  </a:lnTo>
                  <a:lnTo>
                    <a:pt x="2235006" y="1863336"/>
                  </a:lnTo>
                  <a:lnTo>
                    <a:pt x="2238402" y="1869194"/>
                  </a:lnTo>
                  <a:lnTo>
                    <a:pt x="2239544" y="1875135"/>
                  </a:lnTo>
                  <a:lnTo>
                    <a:pt x="2240748" y="1883292"/>
                  </a:lnTo>
                  <a:lnTo>
                    <a:pt x="2238256" y="1895721"/>
                  </a:lnTo>
                  <a:lnTo>
                    <a:pt x="2221867" y="1910254"/>
                  </a:lnTo>
                  <a:lnTo>
                    <a:pt x="2210127" y="1923691"/>
                  </a:lnTo>
                  <a:lnTo>
                    <a:pt x="2204127" y="1926431"/>
                  </a:lnTo>
                  <a:lnTo>
                    <a:pt x="2195471" y="1924869"/>
                  </a:lnTo>
                  <a:lnTo>
                    <a:pt x="2185658" y="1921489"/>
                  </a:lnTo>
                  <a:lnTo>
                    <a:pt x="2180844" y="1920808"/>
                  </a:lnTo>
                  <a:lnTo>
                    <a:pt x="2177186" y="1921935"/>
                  </a:lnTo>
                  <a:lnTo>
                    <a:pt x="2174956" y="1917797"/>
                  </a:lnTo>
                  <a:lnTo>
                    <a:pt x="2173518" y="1910249"/>
                  </a:lnTo>
                  <a:lnTo>
                    <a:pt x="2169701" y="1907745"/>
                  </a:lnTo>
                  <a:lnTo>
                    <a:pt x="2166813" y="1908021"/>
                  </a:lnTo>
                  <a:lnTo>
                    <a:pt x="2164842" y="1916040"/>
                  </a:lnTo>
                  <a:lnTo>
                    <a:pt x="2155687" y="1918319"/>
                  </a:lnTo>
                  <a:lnTo>
                    <a:pt x="2143239" y="1915006"/>
                  </a:lnTo>
                  <a:lnTo>
                    <a:pt x="2130204" y="1908262"/>
                  </a:lnTo>
                  <a:lnTo>
                    <a:pt x="2135797" y="1915498"/>
                  </a:lnTo>
                  <a:lnTo>
                    <a:pt x="2168143" y="1928996"/>
                  </a:lnTo>
                  <a:lnTo>
                    <a:pt x="2171785" y="1931521"/>
                  </a:lnTo>
                  <a:lnTo>
                    <a:pt x="2175185" y="1935213"/>
                  </a:lnTo>
                  <a:lnTo>
                    <a:pt x="2170660" y="1941005"/>
                  </a:lnTo>
                  <a:lnTo>
                    <a:pt x="2167113" y="1947529"/>
                  </a:lnTo>
                  <a:lnTo>
                    <a:pt x="2166613" y="1952650"/>
                  </a:lnTo>
                  <a:lnTo>
                    <a:pt x="2165363" y="1955881"/>
                  </a:lnTo>
                  <a:lnTo>
                    <a:pt x="2152466" y="1964587"/>
                  </a:lnTo>
                  <a:lnTo>
                    <a:pt x="2145477" y="1963050"/>
                  </a:lnTo>
                  <a:lnTo>
                    <a:pt x="2127621" y="1947355"/>
                  </a:lnTo>
                  <a:lnTo>
                    <a:pt x="2135755" y="1960930"/>
                  </a:lnTo>
                  <a:lnTo>
                    <a:pt x="2142268" y="1966691"/>
                  </a:lnTo>
                  <a:lnTo>
                    <a:pt x="2155383" y="1969764"/>
                  </a:lnTo>
                  <a:lnTo>
                    <a:pt x="2179982" y="1964689"/>
                  </a:lnTo>
                  <a:lnTo>
                    <a:pt x="2188050" y="1970230"/>
                  </a:lnTo>
                  <a:lnTo>
                    <a:pt x="2181428" y="1980047"/>
                  </a:lnTo>
                  <a:lnTo>
                    <a:pt x="2174848" y="1986934"/>
                  </a:lnTo>
                  <a:lnTo>
                    <a:pt x="2166217" y="1987702"/>
                  </a:lnTo>
                  <a:lnTo>
                    <a:pt x="2158616" y="1989567"/>
                  </a:lnTo>
                  <a:lnTo>
                    <a:pt x="2156387" y="1994303"/>
                  </a:lnTo>
                  <a:lnTo>
                    <a:pt x="2150970" y="1994600"/>
                  </a:lnTo>
                  <a:lnTo>
                    <a:pt x="2142502" y="1994882"/>
                  </a:lnTo>
                  <a:lnTo>
                    <a:pt x="2129392" y="1995312"/>
                  </a:lnTo>
                  <a:lnTo>
                    <a:pt x="2122191" y="1994206"/>
                  </a:lnTo>
                  <a:lnTo>
                    <a:pt x="2112131" y="2003885"/>
                  </a:lnTo>
                  <a:lnTo>
                    <a:pt x="2108335" y="2005216"/>
                  </a:lnTo>
                  <a:lnTo>
                    <a:pt x="2103030" y="2003398"/>
                  </a:lnTo>
                  <a:lnTo>
                    <a:pt x="2100805" y="1995625"/>
                  </a:lnTo>
                  <a:lnTo>
                    <a:pt x="2098433" y="1991804"/>
                  </a:lnTo>
                  <a:lnTo>
                    <a:pt x="2098375" y="2006348"/>
                  </a:lnTo>
                  <a:lnTo>
                    <a:pt x="2099304" y="2010265"/>
                  </a:lnTo>
                  <a:lnTo>
                    <a:pt x="2101205" y="2013220"/>
                  </a:lnTo>
                  <a:lnTo>
                    <a:pt x="2089436" y="2021111"/>
                  </a:lnTo>
                  <a:lnTo>
                    <a:pt x="2078172" y="2030954"/>
                  </a:lnTo>
                  <a:lnTo>
                    <a:pt x="2074134" y="2033632"/>
                  </a:lnTo>
                  <a:lnTo>
                    <a:pt x="2069546" y="2038563"/>
                  </a:lnTo>
                  <a:lnTo>
                    <a:pt x="2060149" y="2052805"/>
                  </a:lnTo>
                  <a:lnTo>
                    <a:pt x="2057828" y="2063190"/>
                  </a:lnTo>
                  <a:lnTo>
                    <a:pt x="2054432" y="2074768"/>
                  </a:lnTo>
                  <a:lnTo>
                    <a:pt x="2054002" y="2069555"/>
                  </a:lnTo>
                  <a:lnTo>
                    <a:pt x="2054586" y="2060778"/>
                  </a:lnTo>
                  <a:lnTo>
                    <a:pt x="2052261" y="2050726"/>
                  </a:lnTo>
                  <a:lnTo>
                    <a:pt x="2050785" y="2069140"/>
                  </a:lnTo>
                  <a:lnTo>
                    <a:pt x="2047135" y="2077697"/>
                  </a:lnTo>
                  <a:lnTo>
                    <a:pt x="2013635" y="2077093"/>
                  </a:lnTo>
                  <a:lnTo>
                    <a:pt x="1998970" y="2081743"/>
                  </a:lnTo>
                  <a:lnTo>
                    <a:pt x="1976459" y="2097387"/>
                  </a:lnTo>
                  <a:lnTo>
                    <a:pt x="1969729" y="2104244"/>
                  </a:lnTo>
                  <a:lnTo>
                    <a:pt x="1951135" y="2130755"/>
                  </a:lnTo>
                  <a:lnTo>
                    <a:pt x="1946388" y="2147721"/>
                  </a:lnTo>
                  <a:lnTo>
                    <a:pt x="1942583" y="2140587"/>
                  </a:lnTo>
                  <a:lnTo>
                    <a:pt x="1943525" y="2135236"/>
                  </a:lnTo>
                  <a:lnTo>
                    <a:pt x="1943600" y="2130863"/>
                  </a:lnTo>
                  <a:lnTo>
                    <a:pt x="1938916" y="2140244"/>
                  </a:lnTo>
                  <a:lnTo>
                    <a:pt x="1943363" y="2153907"/>
                  </a:lnTo>
                  <a:lnTo>
                    <a:pt x="1939371" y="2159125"/>
                  </a:lnTo>
                  <a:lnTo>
                    <a:pt x="1927090" y="2168865"/>
                  </a:lnTo>
                  <a:lnTo>
                    <a:pt x="1920368" y="2170463"/>
                  </a:lnTo>
                  <a:lnTo>
                    <a:pt x="1912821" y="2173233"/>
                  </a:lnTo>
                  <a:lnTo>
                    <a:pt x="1910446" y="2182840"/>
                  </a:lnTo>
                  <a:lnTo>
                    <a:pt x="1900199" y="2191699"/>
                  </a:lnTo>
                  <a:lnTo>
                    <a:pt x="1894227" y="2195622"/>
                  </a:lnTo>
                  <a:lnTo>
                    <a:pt x="1883292" y="2193246"/>
                  </a:lnTo>
                  <a:lnTo>
                    <a:pt x="1886659" y="2201777"/>
                  </a:lnTo>
                  <a:lnTo>
                    <a:pt x="1882642" y="2208235"/>
                  </a:lnTo>
                  <a:lnTo>
                    <a:pt x="1875725" y="2213187"/>
                  </a:lnTo>
                  <a:lnTo>
                    <a:pt x="1867123" y="2216418"/>
                  </a:lnTo>
                  <a:lnTo>
                    <a:pt x="1862194" y="2216024"/>
                  </a:lnTo>
                  <a:lnTo>
                    <a:pt x="1857981" y="2217739"/>
                  </a:lnTo>
                  <a:lnTo>
                    <a:pt x="1854680" y="2221846"/>
                  </a:lnTo>
                  <a:lnTo>
                    <a:pt x="1846616" y="2225687"/>
                  </a:lnTo>
                  <a:lnTo>
                    <a:pt x="1838240" y="2223526"/>
                  </a:lnTo>
                  <a:lnTo>
                    <a:pt x="1828747" y="2222230"/>
                  </a:lnTo>
                  <a:lnTo>
                    <a:pt x="1823459" y="2224535"/>
                  </a:lnTo>
                  <a:lnTo>
                    <a:pt x="1832348" y="2228345"/>
                  </a:lnTo>
                  <a:lnTo>
                    <a:pt x="1837107" y="2233865"/>
                  </a:lnTo>
                  <a:lnTo>
                    <a:pt x="1836128" y="2241306"/>
                  </a:lnTo>
                  <a:lnTo>
                    <a:pt x="1833748" y="2244178"/>
                  </a:lnTo>
                  <a:lnTo>
                    <a:pt x="1828139" y="2248070"/>
                  </a:lnTo>
                  <a:lnTo>
                    <a:pt x="1825676" y="2247492"/>
                  </a:lnTo>
                  <a:lnTo>
                    <a:pt x="1824172" y="2243984"/>
                  </a:lnTo>
                  <a:lnTo>
                    <a:pt x="1822347" y="2236676"/>
                  </a:lnTo>
                  <a:lnTo>
                    <a:pt x="1819738" y="2238233"/>
                  </a:lnTo>
                  <a:lnTo>
                    <a:pt x="1819288" y="2241638"/>
                  </a:lnTo>
                  <a:lnTo>
                    <a:pt x="1817046" y="2242852"/>
                  </a:lnTo>
                  <a:lnTo>
                    <a:pt x="1809091" y="2231212"/>
                  </a:lnTo>
                  <a:lnTo>
                    <a:pt x="1809487" y="2240092"/>
                  </a:lnTo>
                  <a:lnTo>
                    <a:pt x="1812266" y="2246913"/>
                  </a:lnTo>
                  <a:lnTo>
                    <a:pt x="1814954" y="2250375"/>
                  </a:lnTo>
                  <a:lnTo>
                    <a:pt x="1817667" y="2252413"/>
                  </a:lnTo>
                  <a:lnTo>
                    <a:pt x="1818334" y="2255578"/>
                  </a:lnTo>
                  <a:lnTo>
                    <a:pt x="1812891" y="2263290"/>
                  </a:lnTo>
                  <a:lnTo>
                    <a:pt x="1810091" y="2265005"/>
                  </a:lnTo>
                  <a:lnTo>
                    <a:pt x="1805107" y="2266255"/>
                  </a:lnTo>
                  <a:lnTo>
                    <a:pt x="1802302" y="2271007"/>
                  </a:lnTo>
                  <a:lnTo>
                    <a:pt x="1803132" y="2275099"/>
                  </a:lnTo>
                  <a:lnTo>
                    <a:pt x="1798773" y="2283978"/>
                  </a:lnTo>
                  <a:lnTo>
                    <a:pt x="1788350" y="2289524"/>
                  </a:lnTo>
                  <a:lnTo>
                    <a:pt x="1785167" y="2289309"/>
                  </a:lnTo>
                  <a:lnTo>
                    <a:pt x="1782570" y="2290932"/>
                  </a:lnTo>
                  <a:lnTo>
                    <a:pt x="1784087" y="2294886"/>
                  </a:lnTo>
                  <a:lnTo>
                    <a:pt x="1786688" y="2297764"/>
                  </a:lnTo>
                  <a:lnTo>
                    <a:pt x="1786596" y="2300437"/>
                  </a:lnTo>
                  <a:lnTo>
                    <a:pt x="1783841" y="2304068"/>
                  </a:lnTo>
                  <a:lnTo>
                    <a:pt x="1778403" y="2305081"/>
                  </a:lnTo>
                  <a:lnTo>
                    <a:pt x="1775349" y="2309224"/>
                  </a:lnTo>
                  <a:lnTo>
                    <a:pt x="1776315" y="2313132"/>
                  </a:lnTo>
                  <a:lnTo>
                    <a:pt x="1778112" y="2315313"/>
                  </a:lnTo>
                  <a:lnTo>
                    <a:pt x="1777736" y="2319072"/>
                  </a:lnTo>
                  <a:lnTo>
                    <a:pt x="1771552" y="2322846"/>
                  </a:lnTo>
                  <a:lnTo>
                    <a:pt x="1770102" y="2326559"/>
                  </a:lnTo>
                  <a:lnTo>
                    <a:pt x="1773173" y="2327654"/>
                  </a:lnTo>
                  <a:lnTo>
                    <a:pt x="1775536" y="2326559"/>
                  </a:lnTo>
                  <a:lnTo>
                    <a:pt x="1777266" y="2327357"/>
                  </a:lnTo>
                  <a:lnTo>
                    <a:pt x="1773557" y="2333564"/>
                  </a:lnTo>
                  <a:lnTo>
                    <a:pt x="1770227" y="2337348"/>
                  </a:lnTo>
                  <a:lnTo>
                    <a:pt x="1767064" y="2344149"/>
                  </a:lnTo>
                  <a:lnTo>
                    <a:pt x="1759726" y="2346028"/>
                  </a:lnTo>
                  <a:lnTo>
                    <a:pt x="1760001" y="2348225"/>
                  </a:lnTo>
                  <a:lnTo>
                    <a:pt x="1764147" y="2350171"/>
                  </a:lnTo>
                  <a:lnTo>
                    <a:pt x="1767618" y="2355400"/>
                  </a:lnTo>
                  <a:lnTo>
                    <a:pt x="1761097" y="2365053"/>
                  </a:lnTo>
                  <a:lnTo>
                    <a:pt x="1757025" y="2364259"/>
                  </a:lnTo>
                  <a:lnTo>
                    <a:pt x="1754538" y="2362134"/>
                  </a:lnTo>
                  <a:lnTo>
                    <a:pt x="1752950" y="2369754"/>
                  </a:lnTo>
                  <a:lnTo>
                    <a:pt x="1753558" y="2373820"/>
                  </a:lnTo>
                  <a:lnTo>
                    <a:pt x="1752008" y="2382131"/>
                  </a:lnTo>
                  <a:lnTo>
                    <a:pt x="1749516" y="2392122"/>
                  </a:lnTo>
                  <a:lnTo>
                    <a:pt x="1747824" y="2396224"/>
                  </a:lnTo>
                  <a:lnTo>
                    <a:pt x="1748183" y="2403864"/>
                  </a:lnTo>
                  <a:lnTo>
                    <a:pt x="1749229" y="2411243"/>
                  </a:lnTo>
                  <a:lnTo>
                    <a:pt x="1753221" y="2420753"/>
                  </a:lnTo>
                  <a:lnTo>
                    <a:pt x="1759317" y="2459641"/>
                  </a:lnTo>
                  <a:lnTo>
                    <a:pt x="1763468" y="2473145"/>
                  </a:lnTo>
                  <a:lnTo>
                    <a:pt x="1770944" y="2509580"/>
                  </a:lnTo>
                  <a:lnTo>
                    <a:pt x="1783316" y="2544904"/>
                  </a:lnTo>
                  <a:lnTo>
                    <a:pt x="1800773" y="2587602"/>
                  </a:lnTo>
                  <a:lnTo>
                    <a:pt x="1829423" y="2639354"/>
                  </a:lnTo>
                  <a:lnTo>
                    <a:pt x="1832852" y="2646729"/>
                  </a:lnTo>
                  <a:lnTo>
                    <a:pt x="1829122" y="2652981"/>
                  </a:lnTo>
                  <a:lnTo>
                    <a:pt x="1827985" y="2659459"/>
                  </a:lnTo>
                  <a:lnTo>
                    <a:pt x="1827660" y="2669225"/>
                  </a:lnTo>
                  <a:lnTo>
                    <a:pt x="1828693" y="2678739"/>
                  </a:lnTo>
                  <a:lnTo>
                    <a:pt x="1832081" y="2690359"/>
                  </a:lnTo>
                  <a:lnTo>
                    <a:pt x="1838590" y="2708123"/>
                  </a:lnTo>
                  <a:lnTo>
                    <a:pt x="1834948" y="2704580"/>
                  </a:lnTo>
                  <a:lnTo>
                    <a:pt x="1825522" y="2679082"/>
                  </a:lnTo>
                  <a:lnTo>
                    <a:pt x="1824426" y="2664109"/>
                  </a:lnTo>
                  <a:lnTo>
                    <a:pt x="1825785" y="2642867"/>
                  </a:lnTo>
                  <a:lnTo>
                    <a:pt x="1823572" y="2643379"/>
                  </a:lnTo>
                  <a:lnTo>
                    <a:pt x="1821776" y="2650282"/>
                  </a:lnTo>
                  <a:lnTo>
                    <a:pt x="1820788" y="2658389"/>
                  </a:lnTo>
                  <a:lnTo>
                    <a:pt x="1818396" y="2661528"/>
                  </a:lnTo>
                  <a:lnTo>
                    <a:pt x="1815133" y="2649161"/>
                  </a:lnTo>
                  <a:lnTo>
                    <a:pt x="1815362" y="2643569"/>
                  </a:lnTo>
                  <a:lnTo>
                    <a:pt x="1818825" y="2637035"/>
                  </a:lnTo>
                  <a:lnTo>
                    <a:pt x="1817821" y="2634684"/>
                  </a:lnTo>
                  <a:lnTo>
                    <a:pt x="1812216" y="2631340"/>
                  </a:lnTo>
                  <a:lnTo>
                    <a:pt x="1811024" y="2626081"/>
                  </a:lnTo>
                  <a:lnTo>
                    <a:pt x="1811783" y="2620888"/>
                  </a:lnTo>
                  <a:lnTo>
                    <a:pt x="1808566" y="2618113"/>
                  </a:lnTo>
                  <a:lnTo>
                    <a:pt x="1806049" y="2618246"/>
                  </a:lnTo>
                  <a:lnTo>
                    <a:pt x="1807736" y="2631048"/>
                  </a:lnTo>
                  <a:lnTo>
                    <a:pt x="1810399" y="2638909"/>
                  </a:lnTo>
                  <a:lnTo>
                    <a:pt x="1813691" y="2657749"/>
                  </a:lnTo>
                  <a:lnTo>
                    <a:pt x="1819004" y="2669163"/>
                  </a:lnTo>
                  <a:lnTo>
                    <a:pt x="1822101" y="2678734"/>
                  </a:lnTo>
                  <a:lnTo>
                    <a:pt x="1858285" y="2780871"/>
                  </a:lnTo>
                  <a:lnTo>
                    <a:pt x="1866848" y="2793878"/>
                  </a:lnTo>
                  <a:lnTo>
                    <a:pt x="1870015" y="2803219"/>
                  </a:lnTo>
                  <a:lnTo>
                    <a:pt x="1873312" y="2822750"/>
                  </a:lnTo>
                  <a:lnTo>
                    <a:pt x="1874058" y="2847827"/>
                  </a:lnTo>
                  <a:lnTo>
                    <a:pt x="1868144" y="2893659"/>
                  </a:lnTo>
                  <a:lnTo>
                    <a:pt x="1866798" y="2924922"/>
                  </a:lnTo>
                  <a:lnTo>
                    <a:pt x="1865952" y="2923965"/>
                  </a:lnTo>
                  <a:lnTo>
                    <a:pt x="1865386" y="2920672"/>
                  </a:lnTo>
                  <a:lnTo>
                    <a:pt x="1864019" y="2920221"/>
                  </a:lnTo>
                  <a:lnTo>
                    <a:pt x="1858885" y="2934544"/>
                  </a:lnTo>
                  <a:lnTo>
                    <a:pt x="1851909" y="2947465"/>
                  </a:lnTo>
                  <a:lnTo>
                    <a:pt x="1849613" y="2967544"/>
                  </a:lnTo>
                  <a:lnTo>
                    <a:pt x="1846266" y="2977596"/>
                  </a:lnTo>
                  <a:lnTo>
                    <a:pt x="1836219" y="2988232"/>
                  </a:lnTo>
                  <a:lnTo>
                    <a:pt x="1829993" y="2987961"/>
                  </a:lnTo>
                  <a:lnTo>
                    <a:pt x="1814725" y="2995939"/>
                  </a:lnTo>
                  <a:lnTo>
                    <a:pt x="1803998" y="2993860"/>
                  </a:lnTo>
                  <a:lnTo>
                    <a:pt x="1791217" y="2998361"/>
                  </a:lnTo>
                  <a:lnTo>
                    <a:pt x="1782808" y="2997859"/>
                  </a:lnTo>
                  <a:lnTo>
                    <a:pt x="1777953" y="2988370"/>
                  </a:lnTo>
                  <a:lnTo>
                    <a:pt x="1778695" y="2984125"/>
                  </a:lnTo>
                  <a:lnTo>
                    <a:pt x="1780629" y="2979859"/>
                  </a:lnTo>
                  <a:lnTo>
                    <a:pt x="1783904" y="2978866"/>
                  </a:lnTo>
                  <a:lnTo>
                    <a:pt x="1795193" y="2988811"/>
                  </a:lnTo>
                  <a:lnTo>
                    <a:pt x="1797322" y="2984627"/>
                  </a:lnTo>
                  <a:lnTo>
                    <a:pt x="1793914" y="2979650"/>
                  </a:lnTo>
                  <a:lnTo>
                    <a:pt x="1787388" y="2976874"/>
                  </a:lnTo>
                  <a:lnTo>
                    <a:pt x="1782566" y="2973822"/>
                  </a:lnTo>
                  <a:lnTo>
                    <a:pt x="1772852" y="2951152"/>
                  </a:lnTo>
                  <a:lnTo>
                    <a:pt x="1762789" y="2935584"/>
                  </a:lnTo>
                  <a:lnTo>
                    <a:pt x="1761093" y="2925178"/>
                  </a:lnTo>
                  <a:lnTo>
                    <a:pt x="1743740" y="2918834"/>
                  </a:lnTo>
                  <a:lnTo>
                    <a:pt x="1731176" y="2909227"/>
                  </a:lnTo>
                  <a:lnTo>
                    <a:pt x="1722983" y="2892138"/>
                  </a:lnTo>
                  <a:lnTo>
                    <a:pt x="1718283" y="2861838"/>
                  </a:lnTo>
                  <a:lnTo>
                    <a:pt x="1712740" y="2858432"/>
                  </a:lnTo>
                  <a:lnTo>
                    <a:pt x="1710398" y="2856077"/>
                  </a:lnTo>
                  <a:lnTo>
                    <a:pt x="1715812" y="2844831"/>
                  </a:lnTo>
                  <a:lnTo>
                    <a:pt x="1721516" y="2835404"/>
                  </a:lnTo>
                  <a:lnTo>
                    <a:pt x="1717003" y="2837749"/>
                  </a:lnTo>
                  <a:lnTo>
                    <a:pt x="1713674" y="2841236"/>
                  </a:lnTo>
                  <a:lnTo>
                    <a:pt x="1709440" y="2849563"/>
                  </a:lnTo>
                  <a:lnTo>
                    <a:pt x="1706348" y="2850843"/>
                  </a:lnTo>
                  <a:lnTo>
                    <a:pt x="1703514" y="2849563"/>
                  </a:lnTo>
                  <a:lnTo>
                    <a:pt x="1700247" y="2833591"/>
                  </a:lnTo>
                  <a:lnTo>
                    <a:pt x="1701180" y="2813957"/>
                  </a:lnTo>
                  <a:lnTo>
                    <a:pt x="1705760" y="2806614"/>
                  </a:lnTo>
                  <a:lnTo>
                    <a:pt x="1698726" y="2806419"/>
                  </a:lnTo>
                  <a:lnTo>
                    <a:pt x="1691437" y="2809215"/>
                  </a:lnTo>
                  <a:lnTo>
                    <a:pt x="1692504" y="2815760"/>
                  </a:lnTo>
                  <a:lnTo>
                    <a:pt x="1691475" y="2819355"/>
                  </a:lnTo>
                  <a:lnTo>
                    <a:pt x="1686166" y="2818433"/>
                  </a:lnTo>
                  <a:lnTo>
                    <a:pt x="1682140" y="2816134"/>
                  </a:lnTo>
                  <a:lnTo>
                    <a:pt x="1676677" y="2809323"/>
                  </a:lnTo>
                  <a:lnTo>
                    <a:pt x="1669226" y="2796326"/>
                  </a:lnTo>
                  <a:lnTo>
                    <a:pt x="1653941" y="2760520"/>
                  </a:lnTo>
                  <a:lnTo>
                    <a:pt x="1650961" y="2755471"/>
                  </a:lnTo>
                  <a:lnTo>
                    <a:pt x="1645906" y="2750186"/>
                  </a:lnTo>
                  <a:lnTo>
                    <a:pt x="1648286" y="2748543"/>
                  </a:lnTo>
                  <a:lnTo>
                    <a:pt x="1652628" y="2747570"/>
                  </a:lnTo>
                  <a:lnTo>
                    <a:pt x="1662442" y="2731449"/>
                  </a:lnTo>
                  <a:lnTo>
                    <a:pt x="1670151" y="2721709"/>
                  </a:lnTo>
                  <a:lnTo>
                    <a:pt x="1672710" y="2714970"/>
                  </a:lnTo>
                  <a:lnTo>
                    <a:pt x="1672264" y="2712087"/>
                  </a:lnTo>
                  <a:lnTo>
                    <a:pt x="1668855" y="2707898"/>
                  </a:lnTo>
                  <a:lnTo>
                    <a:pt x="1664380" y="2711559"/>
                  </a:lnTo>
                  <a:lnTo>
                    <a:pt x="1662463" y="2710515"/>
                  </a:lnTo>
                  <a:lnTo>
                    <a:pt x="1657429" y="2702065"/>
                  </a:lnTo>
                  <a:lnTo>
                    <a:pt x="1652620" y="2699679"/>
                  </a:lnTo>
                  <a:lnTo>
                    <a:pt x="1649269" y="2701507"/>
                  </a:lnTo>
                  <a:lnTo>
                    <a:pt x="1652803" y="2708430"/>
                  </a:lnTo>
                  <a:lnTo>
                    <a:pt x="1655979" y="2711001"/>
                  </a:lnTo>
                  <a:lnTo>
                    <a:pt x="1654749" y="2721069"/>
                  </a:lnTo>
                  <a:lnTo>
                    <a:pt x="1653466" y="2724346"/>
                  </a:lnTo>
                  <a:lnTo>
                    <a:pt x="1650490" y="2727240"/>
                  </a:lnTo>
                  <a:lnTo>
                    <a:pt x="1645844" y="2725698"/>
                  </a:lnTo>
                  <a:lnTo>
                    <a:pt x="1643494" y="2728187"/>
                  </a:lnTo>
                  <a:lnTo>
                    <a:pt x="1640727" y="2725565"/>
                  </a:lnTo>
                  <a:lnTo>
                    <a:pt x="1637972" y="2721141"/>
                  </a:lnTo>
                  <a:lnTo>
                    <a:pt x="1634905" y="2713859"/>
                  </a:lnTo>
                  <a:lnTo>
                    <a:pt x="1643010" y="2672871"/>
                  </a:lnTo>
                  <a:lnTo>
                    <a:pt x="1650511" y="2646754"/>
                  </a:lnTo>
                  <a:lnTo>
                    <a:pt x="1651370" y="2616961"/>
                  </a:lnTo>
                  <a:lnTo>
                    <a:pt x="1651928" y="2612546"/>
                  </a:lnTo>
                  <a:lnTo>
                    <a:pt x="1651295" y="2604629"/>
                  </a:lnTo>
                  <a:lnTo>
                    <a:pt x="1641235" y="2587423"/>
                  </a:lnTo>
                  <a:lnTo>
                    <a:pt x="1596758" y="2545437"/>
                  </a:lnTo>
                  <a:lnTo>
                    <a:pt x="1562287" y="2495718"/>
                  </a:lnTo>
                  <a:lnTo>
                    <a:pt x="1532429" y="2477067"/>
                  </a:lnTo>
                  <a:lnTo>
                    <a:pt x="1509776" y="2481164"/>
                  </a:lnTo>
                  <a:lnTo>
                    <a:pt x="1505854" y="2484913"/>
                  </a:lnTo>
                  <a:lnTo>
                    <a:pt x="1504171" y="2489813"/>
                  </a:lnTo>
                  <a:lnTo>
                    <a:pt x="1505592" y="2495359"/>
                  </a:lnTo>
                  <a:lnTo>
                    <a:pt x="1503533" y="2497669"/>
                  </a:lnTo>
                  <a:lnTo>
                    <a:pt x="1497453" y="2497377"/>
                  </a:lnTo>
                  <a:lnTo>
                    <a:pt x="1489265" y="2498667"/>
                  </a:lnTo>
                  <a:lnTo>
                    <a:pt x="1467883" y="2511757"/>
                  </a:lnTo>
                  <a:lnTo>
                    <a:pt x="1460340" y="2511275"/>
                  </a:lnTo>
                  <a:lnTo>
                    <a:pt x="1453489" y="2514665"/>
                  </a:lnTo>
                  <a:lnTo>
                    <a:pt x="1448359" y="2517205"/>
                  </a:lnTo>
                  <a:lnTo>
                    <a:pt x="1434982" y="2518588"/>
                  </a:lnTo>
                  <a:lnTo>
                    <a:pt x="1423639" y="2521491"/>
                  </a:lnTo>
                  <a:lnTo>
                    <a:pt x="1418739" y="2519919"/>
                  </a:lnTo>
                  <a:lnTo>
                    <a:pt x="1415542" y="2512330"/>
                  </a:lnTo>
                  <a:lnTo>
                    <a:pt x="1415542" y="2504475"/>
                  </a:lnTo>
                  <a:lnTo>
                    <a:pt x="1418134" y="2510497"/>
                  </a:lnTo>
                  <a:lnTo>
                    <a:pt x="1422147" y="2515208"/>
                  </a:lnTo>
                  <a:lnTo>
                    <a:pt x="1423985" y="2513324"/>
                  </a:lnTo>
                  <a:lnTo>
                    <a:pt x="1424673" y="2509155"/>
                  </a:lnTo>
                  <a:lnTo>
                    <a:pt x="1420681" y="2500987"/>
                  </a:lnTo>
                  <a:lnTo>
                    <a:pt x="1407820" y="2490494"/>
                  </a:lnTo>
                  <a:lnTo>
                    <a:pt x="1393185" y="2475168"/>
                  </a:lnTo>
                  <a:lnTo>
                    <a:pt x="1397648" y="2475675"/>
                  </a:lnTo>
                  <a:lnTo>
                    <a:pt x="1398778" y="2472392"/>
                  </a:lnTo>
                  <a:lnTo>
                    <a:pt x="1394240" y="2468085"/>
                  </a:lnTo>
                  <a:lnTo>
                    <a:pt x="1396156" y="2463108"/>
                  </a:lnTo>
                  <a:lnTo>
                    <a:pt x="1399353" y="2457879"/>
                  </a:lnTo>
                  <a:lnTo>
                    <a:pt x="1393177" y="2458663"/>
                  </a:lnTo>
                  <a:lnTo>
                    <a:pt x="1387634" y="2462324"/>
                  </a:lnTo>
                  <a:lnTo>
                    <a:pt x="1387451" y="2466846"/>
                  </a:lnTo>
                  <a:lnTo>
                    <a:pt x="1386355" y="2470441"/>
                  </a:lnTo>
                  <a:lnTo>
                    <a:pt x="1383371" y="2469919"/>
                  </a:lnTo>
                  <a:lnTo>
                    <a:pt x="1377833" y="2465469"/>
                  </a:lnTo>
                  <a:lnTo>
                    <a:pt x="1350567" y="2453081"/>
                  </a:lnTo>
                  <a:lnTo>
                    <a:pt x="1326731" y="2446096"/>
                  </a:lnTo>
                  <a:lnTo>
                    <a:pt x="1345025" y="2442952"/>
                  </a:lnTo>
                  <a:lnTo>
                    <a:pt x="1354947" y="2445395"/>
                  </a:lnTo>
                  <a:lnTo>
                    <a:pt x="1353763" y="2441646"/>
                  </a:lnTo>
                  <a:lnTo>
                    <a:pt x="1351375" y="2439265"/>
                  </a:lnTo>
                  <a:lnTo>
                    <a:pt x="1343549" y="2436249"/>
                  </a:lnTo>
                  <a:lnTo>
                    <a:pt x="1333581" y="2437396"/>
                  </a:lnTo>
                  <a:lnTo>
                    <a:pt x="1327285" y="2435977"/>
                  </a:lnTo>
                  <a:lnTo>
                    <a:pt x="1320846" y="2438968"/>
                  </a:lnTo>
                  <a:lnTo>
                    <a:pt x="1313791" y="2443413"/>
                  </a:lnTo>
                  <a:lnTo>
                    <a:pt x="1307511" y="2445702"/>
                  </a:lnTo>
                  <a:lnTo>
                    <a:pt x="1282933" y="2448902"/>
                  </a:lnTo>
                  <a:lnTo>
                    <a:pt x="1263001" y="2452374"/>
                  </a:lnTo>
                  <a:lnTo>
                    <a:pt x="1266197" y="2448708"/>
                  </a:lnTo>
                  <a:lnTo>
                    <a:pt x="1269606" y="2446352"/>
                  </a:lnTo>
                  <a:lnTo>
                    <a:pt x="1281383" y="2442768"/>
                  </a:lnTo>
                  <a:lnTo>
                    <a:pt x="1283146" y="2435317"/>
                  </a:lnTo>
                  <a:lnTo>
                    <a:pt x="1280379" y="2428142"/>
                  </a:lnTo>
                  <a:lnTo>
                    <a:pt x="1277278" y="2429863"/>
                  </a:lnTo>
                  <a:lnTo>
                    <a:pt x="1274023" y="2435470"/>
                  </a:lnTo>
                  <a:lnTo>
                    <a:pt x="1270031" y="2431430"/>
                  </a:lnTo>
                  <a:lnTo>
                    <a:pt x="1265610" y="2431450"/>
                  </a:lnTo>
                  <a:lnTo>
                    <a:pt x="1264410" y="2440371"/>
                  </a:lnTo>
                  <a:lnTo>
                    <a:pt x="1258742" y="2446352"/>
                  </a:lnTo>
                  <a:lnTo>
                    <a:pt x="1256184" y="2452374"/>
                  </a:lnTo>
                  <a:lnTo>
                    <a:pt x="1239565" y="2457091"/>
                  </a:lnTo>
                  <a:lnTo>
                    <a:pt x="1237435" y="2455519"/>
                  </a:lnTo>
                  <a:lnTo>
                    <a:pt x="1242298" y="2449799"/>
                  </a:lnTo>
                  <a:lnTo>
                    <a:pt x="1241911" y="2446618"/>
                  </a:lnTo>
                  <a:lnTo>
                    <a:pt x="1236364" y="2449348"/>
                  </a:lnTo>
                  <a:lnTo>
                    <a:pt x="1227063" y="2460189"/>
                  </a:lnTo>
                  <a:lnTo>
                    <a:pt x="1194317" y="2463738"/>
                  </a:lnTo>
                  <a:lnTo>
                    <a:pt x="1196105" y="2461275"/>
                  </a:lnTo>
                  <a:lnTo>
                    <a:pt x="1203018" y="2460783"/>
                  </a:lnTo>
                  <a:lnTo>
                    <a:pt x="1212724" y="2457352"/>
                  </a:lnTo>
                  <a:lnTo>
                    <a:pt x="1210761" y="2451576"/>
                  </a:lnTo>
                  <a:lnTo>
                    <a:pt x="1207019" y="2445226"/>
                  </a:lnTo>
                  <a:lnTo>
                    <a:pt x="1203564" y="2444519"/>
                  </a:lnTo>
                  <a:lnTo>
                    <a:pt x="1201285" y="2440796"/>
                  </a:lnTo>
                  <a:lnTo>
                    <a:pt x="1201397" y="2429064"/>
                  </a:lnTo>
                  <a:lnTo>
                    <a:pt x="1199189" y="2422207"/>
                  </a:lnTo>
                  <a:lnTo>
                    <a:pt x="1193859" y="2415150"/>
                  </a:lnTo>
                  <a:lnTo>
                    <a:pt x="1192058" y="2416508"/>
                  </a:lnTo>
                  <a:lnTo>
                    <a:pt x="1188137" y="2428572"/>
                  </a:lnTo>
                  <a:lnTo>
                    <a:pt x="1184878" y="2444396"/>
                  </a:lnTo>
                  <a:lnTo>
                    <a:pt x="1183266" y="2449507"/>
                  </a:lnTo>
                  <a:lnTo>
                    <a:pt x="1173556" y="2449865"/>
                  </a:lnTo>
                  <a:lnTo>
                    <a:pt x="1164963" y="2448785"/>
                  </a:lnTo>
                  <a:lnTo>
                    <a:pt x="1135759" y="2450684"/>
                  </a:lnTo>
                  <a:lnTo>
                    <a:pt x="1124849" y="2445323"/>
                  </a:lnTo>
                  <a:lnTo>
                    <a:pt x="1120324" y="2444294"/>
                  </a:lnTo>
                  <a:lnTo>
                    <a:pt x="1117569" y="2444416"/>
                  </a:lnTo>
                  <a:lnTo>
                    <a:pt x="1104868" y="2449333"/>
                  </a:lnTo>
                  <a:lnTo>
                    <a:pt x="1090395" y="2453096"/>
                  </a:lnTo>
                  <a:lnTo>
                    <a:pt x="1086986" y="2451914"/>
                  </a:lnTo>
                  <a:lnTo>
                    <a:pt x="1082123" y="2451739"/>
                  </a:lnTo>
                  <a:lnTo>
                    <a:pt x="1071630" y="2464552"/>
                  </a:lnTo>
                  <a:lnTo>
                    <a:pt x="1059257" y="2470549"/>
                  </a:lnTo>
                  <a:lnTo>
                    <a:pt x="1028041" y="2459769"/>
                  </a:lnTo>
                  <a:lnTo>
                    <a:pt x="1020277" y="2451099"/>
                  </a:lnTo>
                  <a:lnTo>
                    <a:pt x="1013385" y="2449246"/>
                  </a:lnTo>
                  <a:lnTo>
                    <a:pt x="1004908" y="2448175"/>
                  </a:lnTo>
                  <a:lnTo>
                    <a:pt x="995803" y="2458842"/>
                  </a:lnTo>
                  <a:lnTo>
                    <a:pt x="988885" y="2473237"/>
                  </a:lnTo>
                  <a:lnTo>
                    <a:pt x="999816" y="2481128"/>
                  </a:lnTo>
                  <a:lnTo>
                    <a:pt x="1009172" y="2484902"/>
                  </a:lnTo>
                  <a:lnTo>
                    <a:pt x="1024632" y="2481738"/>
                  </a:lnTo>
                  <a:lnTo>
                    <a:pt x="1033179" y="2474753"/>
                  </a:lnTo>
                  <a:lnTo>
                    <a:pt x="1040159" y="2474983"/>
                  </a:lnTo>
                  <a:lnTo>
                    <a:pt x="1043497" y="2473565"/>
                  </a:lnTo>
                  <a:lnTo>
                    <a:pt x="1046543" y="2469919"/>
                  </a:lnTo>
                  <a:lnTo>
                    <a:pt x="1052511" y="2472797"/>
                  </a:lnTo>
                  <a:lnTo>
                    <a:pt x="1052723" y="2475680"/>
                  </a:lnTo>
                  <a:lnTo>
                    <a:pt x="1048485" y="2479741"/>
                  </a:lnTo>
                  <a:lnTo>
                    <a:pt x="1043147" y="2483161"/>
                  </a:lnTo>
                  <a:lnTo>
                    <a:pt x="1039909" y="2487192"/>
                  </a:lnTo>
                  <a:lnTo>
                    <a:pt x="1046001" y="2495313"/>
                  </a:lnTo>
                  <a:lnTo>
                    <a:pt x="1055569" y="2498043"/>
                  </a:lnTo>
                  <a:lnTo>
                    <a:pt x="1059170" y="2496865"/>
                  </a:lnTo>
                  <a:lnTo>
                    <a:pt x="1061399" y="2487734"/>
                  </a:lnTo>
                  <a:lnTo>
                    <a:pt x="1067283" y="2481856"/>
                  </a:lnTo>
                  <a:lnTo>
                    <a:pt x="1075280" y="2483126"/>
                  </a:lnTo>
                  <a:lnTo>
                    <a:pt x="1074143" y="2486813"/>
                  </a:lnTo>
                  <a:lnTo>
                    <a:pt x="1075264" y="2490295"/>
                  </a:lnTo>
                  <a:lnTo>
                    <a:pt x="1078939" y="2496240"/>
                  </a:lnTo>
                  <a:lnTo>
                    <a:pt x="1078518" y="2504756"/>
                  </a:lnTo>
                  <a:lnTo>
                    <a:pt x="1079231" y="2506810"/>
                  </a:lnTo>
                  <a:lnTo>
                    <a:pt x="1070613" y="2510568"/>
                  </a:lnTo>
                  <a:lnTo>
                    <a:pt x="1064191" y="2511844"/>
                  </a:lnTo>
                  <a:lnTo>
                    <a:pt x="1059053" y="2516765"/>
                  </a:lnTo>
                  <a:lnTo>
                    <a:pt x="1061745" y="2519622"/>
                  </a:lnTo>
                  <a:lnTo>
                    <a:pt x="1056511" y="2522132"/>
                  </a:lnTo>
                  <a:lnTo>
                    <a:pt x="1052973" y="2521128"/>
                  </a:lnTo>
                  <a:lnTo>
                    <a:pt x="1051194" y="2522055"/>
                  </a:lnTo>
                  <a:lnTo>
                    <a:pt x="1050660" y="2525076"/>
                  </a:lnTo>
                  <a:lnTo>
                    <a:pt x="1047956" y="2527882"/>
                  </a:lnTo>
                  <a:lnTo>
                    <a:pt x="1051890" y="2536337"/>
                  </a:lnTo>
                  <a:lnTo>
                    <a:pt x="1059953" y="2541857"/>
                  </a:lnTo>
                  <a:lnTo>
                    <a:pt x="1065642" y="2548776"/>
                  </a:lnTo>
                  <a:lnTo>
                    <a:pt x="1088511" y="2557886"/>
                  </a:lnTo>
                  <a:lnTo>
                    <a:pt x="1094054" y="2557625"/>
                  </a:lnTo>
                  <a:lnTo>
                    <a:pt x="1099509" y="2566796"/>
                  </a:lnTo>
                  <a:lnTo>
                    <a:pt x="1103905" y="2569951"/>
                  </a:lnTo>
                  <a:lnTo>
                    <a:pt x="1108139" y="2571553"/>
                  </a:lnTo>
                  <a:lnTo>
                    <a:pt x="1107655" y="2577862"/>
                  </a:lnTo>
                  <a:lnTo>
                    <a:pt x="1100134" y="2582482"/>
                  </a:lnTo>
                  <a:lnTo>
                    <a:pt x="1098100" y="2587992"/>
                  </a:lnTo>
                  <a:lnTo>
                    <a:pt x="1096208" y="2591090"/>
                  </a:lnTo>
                  <a:lnTo>
                    <a:pt x="1092816" y="2587167"/>
                  </a:lnTo>
                  <a:lnTo>
                    <a:pt x="1089332" y="2584325"/>
                  </a:lnTo>
                  <a:lnTo>
                    <a:pt x="1081269" y="2592969"/>
                  </a:lnTo>
                  <a:lnTo>
                    <a:pt x="1077381" y="2594787"/>
                  </a:lnTo>
                  <a:lnTo>
                    <a:pt x="1079310" y="2585467"/>
                  </a:lnTo>
                  <a:lnTo>
                    <a:pt x="1076264" y="2581816"/>
                  </a:lnTo>
                  <a:lnTo>
                    <a:pt x="1071659" y="2572470"/>
                  </a:lnTo>
                  <a:lnTo>
                    <a:pt x="1064950" y="2566689"/>
                  </a:lnTo>
                  <a:lnTo>
                    <a:pt x="1060224" y="2564773"/>
                  </a:lnTo>
                  <a:lnTo>
                    <a:pt x="1056545" y="2561117"/>
                  </a:lnTo>
                  <a:lnTo>
                    <a:pt x="1052090" y="2559637"/>
                  </a:lnTo>
                  <a:lnTo>
                    <a:pt x="1048289" y="2560016"/>
                  </a:lnTo>
                  <a:lnTo>
                    <a:pt x="1041855" y="2557886"/>
                  </a:lnTo>
                  <a:lnTo>
                    <a:pt x="1041430" y="2552913"/>
                  </a:lnTo>
                  <a:lnTo>
                    <a:pt x="1039646" y="2549190"/>
                  </a:lnTo>
                  <a:lnTo>
                    <a:pt x="1034612" y="2544797"/>
                  </a:lnTo>
                  <a:lnTo>
                    <a:pt x="1010559" y="2536496"/>
                  </a:lnTo>
                  <a:lnTo>
                    <a:pt x="1010413" y="2539932"/>
                  </a:lnTo>
                  <a:lnTo>
                    <a:pt x="1012080" y="2542518"/>
                  </a:lnTo>
                  <a:lnTo>
                    <a:pt x="1015535" y="2544239"/>
                  </a:lnTo>
                  <a:lnTo>
                    <a:pt x="1019669" y="2547588"/>
                  </a:lnTo>
                  <a:lnTo>
                    <a:pt x="1019631" y="2557507"/>
                  </a:lnTo>
                  <a:lnTo>
                    <a:pt x="1017844" y="2561706"/>
                  </a:lnTo>
                  <a:lnTo>
                    <a:pt x="1017077" y="2567687"/>
                  </a:lnTo>
                  <a:lnTo>
                    <a:pt x="1015485" y="2573766"/>
                  </a:lnTo>
                  <a:lnTo>
                    <a:pt x="1012543" y="2578559"/>
                  </a:lnTo>
                  <a:lnTo>
                    <a:pt x="1005975" y="2581826"/>
                  </a:lnTo>
                  <a:lnTo>
                    <a:pt x="1003079" y="2579091"/>
                  </a:lnTo>
                  <a:lnTo>
                    <a:pt x="998395" y="2566002"/>
                  </a:lnTo>
                  <a:lnTo>
                    <a:pt x="991773" y="2561880"/>
                  </a:lnTo>
                  <a:lnTo>
                    <a:pt x="981251" y="2561394"/>
                  </a:lnTo>
                  <a:lnTo>
                    <a:pt x="974104" y="2564353"/>
                  </a:lnTo>
                  <a:lnTo>
                    <a:pt x="966316" y="2577033"/>
                  </a:lnTo>
                  <a:lnTo>
                    <a:pt x="960040" y="2579107"/>
                  </a:lnTo>
                  <a:lnTo>
                    <a:pt x="938558" y="2572537"/>
                  </a:lnTo>
                  <a:lnTo>
                    <a:pt x="914030" y="2562525"/>
                  </a:lnTo>
                  <a:lnTo>
                    <a:pt x="914663" y="2559192"/>
                  </a:lnTo>
                  <a:lnTo>
                    <a:pt x="918522" y="2558121"/>
                  </a:lnTo>
                  <a:lnTo>
                    <a:pt x="925923" y="2559489"/>
                  </a:lnTo>
                  <a:lnTo>
                    <a:pt x="925531" y="2556052"/>
                  </a:lnTo>
                  <a:lnTo>
                    <a:pt x="917968" y="2544868"/>
                  </a:lnTo>
                  <a:lnTo>
                    <a:pt x="916580" y="2539819"/>
                  </a:lnTo>
                  <a:lnTo>
                    <a:pt x="917555" y="2533659"/>
                  </a:lnTo>
                  <a:lnTo>
                    <a:pt x="915088" y="2533797"/>
                  </a:lnTo>
                  <a:lnTo>
                    <a:pt x="910546" y="2538969"/>
                  </a:lnTo>
                  <a:lnTo>
                    <a:pt x="894906" y="2534586"/>
                  </a:lnTo>
                  <a:lnTo>
                    <a:pt x="890589" y="2529347"/>
                  </a:lnTo>
                  <a:lnTo>
                    <a:pt x="881400" y="2514583"/>
                  </a:lnTo>
                  <a:lnTo>
                    <a:pt x="868432" y="2514102"/>
                  </a:lnTo>
                  <a:lnTo>
                    <a:pt x="862564" y="2505151"/>
                  </a:lnTo>
                  <a:lnTo>
                    <a:pt x="851967" y="2508899"/>
                  </a:lnTo>
                  <a:lnTo>
                    <a:pt x="846600" y="2513047"/>
                  </a:lnTo>
                  <a:lnTo>
                    <a:pt x="841883" y="2519474"/>
                  </a:lnTo>
                  <a:lnTo>
                    <a:pt x="843720" y="2522807"/>
                  </a:lnTo>
                  <a:lnTo>
                    <a:pt x="848421" y="2528103"/>
                  </a:lnTo>
                  <a:lnTo>
                    <a:pt x="846275" y="2530658"/>
                  </a:lnTo>
                  <a:lnTo>
                    <a:pt x="831185" y="2534432"/>
                  </a:lnTo>
                  <a:lnTo>
                    <a:pt x="796156" y="2530212"/>
                  </a:lnTo>
                  <a:lnTo>
                    <a:pt x="785913" y="2526269"/>
                  </a:lnTo>
                  <a:lnTo>
                    <a:pt x="772165" y="2517932"/>
                  </a:lnTo>
                  <a:lnTo>
                    <a:pt x="753108" y="2511137"/>
                  </a:lnTo>
                  <a:lnTo>
                    <a:pt x="743932" y="2510041"/>
                  </a:lnTo>
                  <a:lnTo>
                    <a:pt x="734947" y="2511388"/>
                  </a:lnTo>
                  <a:lnTo>
                    <a:pt x="708802" y="2512084"/>
                  </a:lnTo>
                  <a:lnTo>
                    <a:pt x="702735" y="2513892"/>
                  </a:lnTo>
                  <a:lnTo>
                    <a:pt x="697567" y="2516780"/>
                  </a:lnTo>
                  <a:lnTo>
                    <a:pt x="694217" y="2513585"/>
                  </a:lnTo>
                  <a:lnTo>
                    <a:pt x="692667" y="2507880"/>
                  </a:lnTo>
                  <a:lnTo>
                    <a:pt x="695701" y="2506953"/>
                  </a:lnTo>
                  <a:lnTo>
                    <a:pt x="699076" y="2503599"/>
                  </a:lnTo>
                  <a:lnTo>
                    <a:pt x="702122" y="2496967"/>
                  </a:lnTo>
                  <a:lnTo>
                    <a:pt x="702468" y="2492958"/>
                  </a:lnTo>
                  <a:lnTo>
                    <a:pt x="700339" y="2490341"/>
                  </a:lnTo>
                  <a:lnTo>
                    <a:pt x="696288" y="2490080"/>
                  </a:lnTo>
                  <a:lnTo>
                    <a:pt x="687341" y="2507358"/>
                  </a:lnTo>
                  <a:lnTo>
                    <a:pt x="692454" y="2517041"/>
                  </a:lnTo>
                  <a:lnTo>
                    <a:pt x="692104" y="2520534"/>
                  </a:lnTo>
                  <a:lnTo>
                    <a:pt x="674252" y="2522521"/>
                  </a:lnTo>
                  <a:lnTo>
                    <a:pt x="633730" y="2542016"/>
                  </a:lnTo>
                  <a:lnTo>
                    <a:pt x="617928" y="2552529"/>
                  </a:lnTo>
                  <a:lnTo>
                    <a:pt x="618736" y="2548991"/>
                  </a:lnTo>
                  <a:lnTo>
                    <a:pt x="637843" y="2535364"/>
                  </a:lnTo>
                  <a:lnTo>
                    <a:pt x="631096" y="2533280"/>
                  </a:lnTo>
                  <a:lnTo>
                    <a:pt x="620232" y="2536685"/>
                  </a:lnTo>
                  <a:lnTo>
                    <a:pt x="616336" y="2535374"/>
                  </a:lnTo>
                  <a:lnTo>
                    <a:pt x="620936" y="2524108"/>
                  </a:lnTo>
                  <a:lnTo>
                    <a:pt x="619436" y="2514174"/>
                  </a:lnTo>
                  <a:lnTo>
                    <a:pt x="611723" y="2513902"/>
                  </a:lnTo>
                  <a:lnTo>
                    <a:pt x="606810" y="2521835"/>
                  </a:lnTo>
                  <a:lnTo>
                    <a:pt x="603397" y="2521497"/>
                  </a:lnTo>
                  <a:lnTo>
                    <a:pt x="598925" y="2518096"/>
                  </a:lnTo>
                  <a:lnTo>
                    <a:pt x="595462" y="2519172"/>
                  </a:lnTo>
                  <a:lnTo>
                    <a:pt x="598025" y="2537146"/>
                  </a:lnTo>
                  <a:lnTo>
                    <a:pt x="602884" y="2544541"/>
                  </a:lnTo>
                  <a:lnTo>
                    <a:pt x="606947" y="2553968"/>
                  </a:lnTo>
                  <a:lnTo>
                    <a:pt x="595850" y="2565618"/>
                  </a:lnTo>
                  <a:lnTo>
                    <a:pt x="585544" y="2575230"/>
                  </a:lnTo>
                  <a:lnTo>
                    <a:pt x="584427" y="2584520"/>
                  </a:lnTo>
                  <a:lnTo>
                    <a:pt x="574072" y="2596620"/>
                  </a:lnTo>
                  <a:lnTo>
                    <a:pt x="564329" y="2603482"/>
                  </a:lnTo>
                  <a:lnTo>
                    <a:pt x="541438" y="2619613"/>
                  </a:lnTo>
                  <a:lnTo>
                    <a:pt x="534908" y="2623065"/>
                  </a:lnTo>
                  <a:lnTo>
                    <a:pt x="524578" y="2630552"/>
                  </a:lnTo>
                  <a:lnTo>
                    <a:pt x="510326" y="2636164"/>
                  </a:lnTo>
                  <a:lnTo>
                    <a:pt x="496662" y="2645074"/>
                  </a:lnTo>
                  <a:lnTo>
                    <a:pt x="492053" y="2646426"/>
                  </a:lnTo>
                  <a:lnTo>
                    <a:pt x="500779" y="2638883"/>
                  </a:lnTo>
                  <a:lnTo>
                    <a:pt x="511126" y="2631432"/>
                  </a:lnTo>
                  <a:lnTo>
                    <a:pt x="502250" y="2632451"/>
                  </a:lnTo>
                  <a:lnTo>
                    <a:pt x="488569" y="2629000"/>
                  </a:lnTo>
                  <a:lnTo>
                    <a:pt x="480197" y="2628800"/>
                  </a:lnTo>
                  <a:lnTo>
                    <a:pt x="480139" y="2631519"/>
                  </a:lnTo>
                  <a:lnTo>
                    <a:pt x="473771" y="2635360"/>
                  </a:lnTo>
                  <a:lnTo>
                    <a:pt x="467174" y="2629717"/>
                  </a:lnTo>
                  <a:lnTo>
                    <a:pt x="464299" y="2625922"/>
                  </a:lnTo>
                  <a:lnTo>
                    <a:pt x="462936" y="2622645"/>
                  </a:lnTo>
                  <a:lnTo>
                    <a:pt x="460136" y="2621851"/>
                  </a:lnTo>
                  <a:lnTo>
                    <a:pt x="457444" y="2623372"/>
                  </a:lnTo>
                  <a:lnTo>
                    <a:pt x="467291" y="2646452"/>
                  </a:lnTo>
                  <a:lnTo>
                    <a:pt x="471487" y="2647451"/>
                  </a:lnTo>
                  <a:lnTo>
                    <a:pt x="476130" y="2649745"/>
                  </a:lnTo>
                  <a:lnTo>
                    <a:pt x="470350" y="2655122"/>
                  </a:lnTo>
                  <a:lnTo>
                    <a:pt x="464128" y="2659203"/>
                  </a:lnTo>
                  <a:lnTo>
                    <a:pt x="454343" y="2661912"/>
                  </a:lnTo>
                  <a:lnTo>
                    <a:pt x="446051" y="2653488"/>
                  </a:lnTo>
                  <a:lnTo>
                    <a:pt x="444255" y="2664058"/>
                  </a:lnTo>
                  <a:lnTo>
                    <a:pt x="443204" y="2674612"/>
                  </a:lnTo>
                  <a:lnTo>
                    <a:pt x="440421" y="2677321"/>
                  </a:lnTo>
                  <a:lnTo>
                    <a:pt x="435974" y="2681182"/>
                  </a:lnTo>
                  <a:lnTo>
                    <a:pt x="433561" y="2678268"/>
                  </a:lnTo>
                  <a:lnTo>
                    <a:pt x="432415" y="2674187"/>
                  </a:lnTo>
                  <a:lnTo>
                    <a:pt x="429569" y="2677828"/>
                  </a:lnTo>
                  <a:lnTo>
                    <a:pt x="425402" y="2680562"/>
                  </a:lnTo>
                  <a:lnTo>
                    <a:pt x="418526" y="2681110"/>
                  </a:lnTo>
                  <a:lnTo>
                    <a:pt x="413367" y="2682570"/>
                  </a:lnTo>
                  <a:lnTo>
                    <a:pt x="413488" y="2686943"/>
                  </a:lnTo>
                  <a:lnTo>
                    <a:pt x="414667" y="2691337"/>
                  </a:lnTo>
                  <a:lnTo>
                    <a:pt x="423793" y="2687865"/>
                  </a:lnTo>
                  <a:lnTo>
                    <a:pt x="420485" y="2699167"/>
                  </a:lnTo>
                  <a:lnTo>
                    <a:pt x="412092" y="2710335"/>
                  </a:lnTo>
                  <a:lnTo>
                    <a:pt x="405254" y="2712973"/>
                  </a:lnTo>
                  <a:lnTo>
                    <a:pt x="394794" y="2711339"/>
                  </a:lnTo>
                  <a:lnTo>
                    <a:pt x="392210" y="2712461"/>
                  </a:lnTo>
                  <a:lnTo>
                    <a:pt x="389897" y="2714780"/>
                  </a:lnTo>
                  <a:lnTo>
                    <a:pt x="402082" y="2732253"/>
                  </a:lnTo>
                  <a:lnTo>
                    <a:pt x="394252" y="2758605"/>
                  </a:lnTo>
                  <a:lnTo>
                    <a:pt x="389247" y="2768156"/>
                  </a:lnTo>
                  <a:lnTo>
                    <a:pt x="385776" y="2769380"/>
                  </a:lnTo>
                  <a:lnTo>
                    <a:pt x="382013" y="2769656"/>
                  </a:lnTo>
                  <a:lnTo>
                    <a:pt x="368507" y="2761166"/>
                  </a:lnTo>
                  <a:lnTo>
                    <a:pt x="361139" y="2754601"/>
                  </a:lnTo>
                  <a:lnTo>
                    <a:pt x="367632" y="2772467"/>
                  </a:lnTo>
                  <a:lnTo>
                    <a:pt x="385322" y="2777686"/>
                  </a:lnTo>
                  <a:lnTo>
                    <a:pt x="386226" y="2784445"/>
                  </a:lnTo>
                  <a:lnTo>
                    <a:pt x="386126" y="2790222"/>
                  </a:lnTo>
                  <a:lnTo>
                    <a:pt x="382642" y="2797002"/>
                  </a:lnTo>
                  <a:lnTo>
                    <a:pt x="379383" y="2806009"/>
                  </a:lnTo>
                  <a:lnTo>
                    <a:pt x="381788" y="2812283"/>
                  </a:lnTo>
                  <a:lnTo>
                    <a:pt x="384580" y="2827794"/>
                  </a:lnTo>
                  <a:lnTo>
                    <a:pt x="386968" y="2834912"/>
                  </a:lnTo>
                  <a:lnTo>
                    <a:pt x="389593" y="2856507"/>
                  </a:lnTo>
                  <a:lnTo>
                    <a:pt x="392385" y="2865873"/>
                  </a:lnTo>
                  <a:lnTo>
                    <a:pt x="408466" y="2900342"/>
                  </a:lnTo>
                  <a:lnTo>
                    <a:pt x="413888" y="2900608"/>
                  </a:lnTo>
                  <a:lnTo>
                    <a:pt x="414759" y="2904341"/>
                  </a:lnTo>
                  <a:lnTo>
                    <a:pt x="414242" y="2911500"/>
                  </a:lnTo>
                  <a:lnTo>
                    <a:pt x="402674" y="2913585"/>
                  </a:lnTo>
                  <a:lnTo>
                    <a:pt x="397819" y="2916775"/>
                  </a:lnTo>
                  <a:lnTo>
                    <a:pt x="396873" y="2919545"/>
                  </a:lnTo>
                  <a:lnTo>
                    <a:pt x="396156" y="2921041"/>
                  </a:lnTo>
                  <a:lnTo>
                    <a:pt x="394665" y="2920902"/>
                  </a:lnTo>
                  <a:lnTo>
                    <a:pt x="389147" y="2918910"/>
                  </a:lnTo>
                  <a:lnTo>
                    <a:pt x="376604" y="2909119"/>
                  </a:lnTo>
                  <a:lnTo>
                    <a:pt x="358326" y="2903051"/>
                  </a:lnTo>
                  <a:lnTo>
                    <a:pt x="334311" y="2900700"/>
                  </a:lnTo>
                  <a:lnTo>
                    <a:pt x="317904" y="2895800"/>
                  </a:lnTo>
                  <a:lnTo>
                    <a:pt x="309107" y="2888333"/>
                  </a:lnTo>
                  <a:lnTo>
                    <a:pt x="299910" y="2883909"/>
                  </a:lnTo>
                  <a:lnTo>
                    <a:pt x="290317" y="2882516"/>
                  </a:lnTo>
                  <a:lnTo>
                    <a:pt x="282370" y="2878465"/>
                  </a:lnTo>
                  <a:lnTo>
                    <a:pt x="276070" y="2871757"/>
                  </a:lnTo>
                  <a:lnTo>
                    <a:pt x="266856" y="2867476"/>
                  </a:lnTo>
                  <a:lnTo>
                    <a:pt x="254729" y="2865617"/>
                  </a:lnTo>
                  <a:lnTo>
                    <a:pt x="246837" y="2860588"/>
                  </a:lnTo>
                  <a:lnTo>
                    <a:pt x="241348" y="2848293"/>
                  </a:lnTo>
                  <a:lnTo>
                    <a:pt x="241323" y="2848109"/>
                  </a:lnTo>
                  <a:lnTo>
                    <a:pt x="236410" y="2827553"/>
                  </a:lnTo>
                  <a:lnTo>
                    <a:pt x="230222" y="2814674"/>
                  </a:lnTo>
                  <a:lnTo>
                    <a:pt x="218179" y="2798738"/>
                  </a:lnTo>
                  <a:lnTo>
                    <a:pt x="217070" y="2796638"/>
                  </a:lnTo>
                  <a:lnTo>
                    <a:pt x="216970" y="2794016"/>
                  </a:lnTo>
                  <a:lnTo>
                    <a:pt x="218462" y="2784742"/>
                  </a:lnTo>
                  <a:lnTo>
                    <a:pt x="217191" y="2778075"/>
                  </a:lnTo>
                  <a:lnTo>
                    <a:pt x="213378" y="2772642"/>
                  </a:lnTo>
                  <a:lnTo>
                    <a:pt x="212503" y="2766891"/>
                  </a:lnTo>
                  <a:lnTo>
                    <a:pt x="214570" y="2760838"/>
                  </a:lnTo>
                  <a:lnTo>
                    <a:pt x="214703" y="2753566"/>
                  </a:lnTo>
                  <a:lnTo>
                    <a:pt x="212907" y="2745076"/>
                  </a:lnTo>
                  <a:lnTo>
                    <a:pt x="205227" y="2735894"/>
                  </a:lnTo>
                  <a:lnTo>
                    <a:pt x="191663" y="2726031"/>
                  </a:lnTo>
                  <a:lnTo>
                    <a:pt x="180107" y="2711626"/>
                  </a:lnTo>
                  <a:lnTo>
                    <a:pt x="170568" y="2692689"/>
                  </a:lnTo>
                  <a:lnTo>
                    <a:pt x="161133" y="2679569"/>
                  </a:lnTo>
                  <a:lnTo>
                    <a:pt x="151803" y="2672261"/>
                  </a:lnTo>
                  <a:lnTo>
                    <a:pt x="145423" y="2663341"/>
                  </a:lnTo>
                  <a:lnTo>
                    <a:pt x="141989" y="2652807"/>
                  </a:lnTo>
                  <a:lnTo>
                    <a:pt x="140977" y="2646693"/>
                  </a:lnTo>
                  <a:lnTo>
                    <a:pt x="142377" y="2645003"/>
                  </a:lnTo>
                  <a:lnTo>
                    <a:pt x="136643" y="2633291"/>
                  </a:lnTo>
                  <a:lnTo>
                    <a:pt x="123774" y="2611568"/>
                  </a:lnTo>
                  <a:lnTo>
                    <a:pt x="116382" y="2595683"/>
                  </a:lnTo>
                  <a:lnTo>
                    <a:pt x="114477" y="2585641"/>
                  </a:lnTo>
                  <a:lnTo>
                    <a:pt x="106289" y="2573689"/>
                  </a:lnTo>
                  <a:lnTo>
                    <a:pt x="91820" y="2559827"/>
                  </a:lnTo>
                  <a:lnTo>
                    <a:pt x="83952" y="2550809"/>
                  </a:lnTo>
                  <a:lnTo>
                    <a:pt x="82019" y="2544546"/>
                  </a:lnTo>
                  <a:lnTo>
                    <a:pt x="59441" y="2526331"/>
                  </a:lnTo>
                  <a:lnTo>
                    <a:pt x="52882" y="2514952"/>
                  </a:lnTo>
                  <a:lnTo>
                    <a:pt x="47760" y="2511357"/>
                  </a:lnTo>
                  <a:lnTo>
                    <a:pt x="41880" y="2511746"/>
                  </a:lnTo>
                  <a:lnTo>
                    <a:pt x="38863" y="2510656"/>
                  </a:lnTo>
                  <a:lnTo>
                    <a:pt x="38713" y="2508085"/>
                  </a:lnTo>
                  <a:lnTo>
                    <a:pt x="36809" y="2507962"/>
                  </a:lnTo>
                  <a:lnTo>
                    <a:pt x="33146" y="2510297"/>
                  </a:lnTo>
                  <a:lnTo>
                    <a:pt x="21136" y="2510768"/>
                  </a:lnTo>
                  <a:lnTo>
                    <a:pt x="775" y="2509380"/>
                  </a:lnTo>
                  <a:lnTo>
                    <a:pt x="0" y="2509217"/>
                  </a:lnTo>
                  <a:lnTo>
                    <a:pt x="0" y="699813"/>
                  </a:lnTo>
                  <a:lnTo>
                    <a:pt x="1430380" y="699813"/>
                  </a:lnTo>
                  <a:lnTo>
                    <a:pt x="1444880" y="707161"/>
                  </a:lnTo>
                  <a:lnTo>
                    <a:pt x="1461444" y="715554"/>
                  </a:lnTo>
                  <a:lnTo>
                    <a:pt x="1465620" y="729509"/>
                  </a:lnTo>
                  <a:lnTo>
                    <a:pt x="1469687" y="743095"/>
                  </a:lnTo>
                  <a:lnTo>
                    <a:pt x="1479384" y="752958"/>
                  </a:lnTo>
                  <a:lnTo>
                    <a:pt x="1488260" y="761965"/>
                  </a:lnTo>
                  <a:lnTo>
                    <a:pt x="1493399" y="761494"/>
                  </a:lnTo>
                  <a:lnTo>
                    <a:pt x="1498612" y="757689"/>
                  </a:lnTo>
                  <a:lnTo>
                    <a:pt x="1501921" y="755856"/>
                  </a:lnTo>
                  <a:lnTo>
                    <a:pt x="1507467" y="755554"/>
                  </a:lnTo>
                  <a:lnTo>
                    <a:pt x="1519802" y="752297"/>
                  </a:lnTo>
                  <a:lnTo>
                    <a:pt x="1523448" y="753009"/>
                  </a:lnTo>
                  <a:lnTo>
                    <a:pt x="1525520" y="754637"/>
                  </a:lnTo>
                  <a:lnTo>
                    <a:pt x="1525690" y="757187"/>
                  </a:lnTo>
                  <a:lnTo>
                    <a:pt x="1525269" y="759215"/>
                  </a:lnTo>
                  <a:lnTo>
                    <a:pt x="1523361" y="763286"/>
                  </a:lnTo>
                  <a:lnTo>
                    <a:pt x="1526374" y="771045"/>
                  </a:lnTo>
                  <a:lnTo>
                    <a:pt x="1527007" y="779663"/>
                  </a:lnTo>
                  <a:lnTo>
                    <a:pt x="1528662" y="786177"/>
                  </a:lnTo>
                  <a:lnTo>
                    <a:pt x="1533712" y="794514"/>
                  </a:lnTo>
                  <a:lnTo>
                    <a:pt x="1538100" y="801028"/>
                  </a:lnTo>
                  <a:lnTo>
                    <a:pt x="1543626" y="802287"/>
                  </a:lnTo>
                  <a:lnTo>
                    <a:pt x="1556415" y="798493"/>
                  </a:lnTo>
                  <a:lnTo>
                    <a:pt x="1564429" y="797059"/>
                  </a:lnTo>
                  <a:lnTo>
                    <a:pt x="1568979" y="797678"/>
                  </a:lnTo>
                  <a:lnTo>
                    <a:pt x="1576764" y="803777"/>
                  </a:lnTo>
                  <a:lnTo>
                    <a:pt x="1580573" y="807444"/>
                  </a:lnTo>
                  <a:lnTo>
                    <a:pt x="1581481" y="810491"/>
                  </a:lnTo>
                  <a:lnTo>
                    <a:pt x="1570967" y="829111"/>
                  </a:lnTo>
                  <a:lnTo>
                    <a:pt x="1587640" y="838349"/>
                  </a:lnTo>
                  <a:lnTo>
                    <a:pt x="1606247" y="848447"/>
                  </a:lnTo>
                  <a:lnTo>
                    <a:pt x="1628433" y="860486"/>
                  </a:lnTo>
                  <a:lnTo>
                    <a:pt x="1641998" y="867855"/>
                  </a:lnTo>
                  <a:lnTo>
                    <a:pt x="1659862" y="878379"/>
                  </a:lnTo>
                  <a:lnTo>
                    <a:pt x="1662921" y="893373"/>
                  </a:lnTo>
                  <a:lnTo>
                    <a:pt x="1665497" y="906027"/>
                  </a:lnTo>
                  <a:lnTo>
                    <a:pt x="1668780" y="923668"/>
                  </a:lnTo>
                  <a:lnTo>
                    <a:pt x="1672127" y="941663"/>
                  </a:lnTo>
                  <a:lnTo>
                    <a:pt x="1675465" y="959592"/>
                  </a:lnTo>
                  <a:lnTo>
                    <a:pt x="1679002" y="978621"/>
                  </a:lnTo>
                  <a:lnTo>
                    <a:pt x="1682890" y="999524"/>
                  </a:lnTo>
                  <a:lnTo>
                    <a:pt x="1686345" y="1018078"/>
                  </a:lnTo>
                  <a:lnTo>
                    <a:pt x="1690116" y="1038331"/>
                  </a:lnTo>
                  <a:lnTo>
                    <a:pt x="1695130" y="1064688"/>
                  </a:lnTo>
                  <a:lnTo>
                    <a:pt x="1690646" y="1074843"/>
                  </a:lnTo>
                  <a:lnTo>
                    <a:pt x="1680882" y="1096955"/>
                  </a:lnTo>
                  <a:lnTo>
                    <a:pt x="1672056" y="1116942"/>
                  </a:lnTo>
                  <a:lnTo>
                    <a:pt x="1671285" y="1122739"/>
                  </a:lnTo>
                  <a:lnTo>
                    <a:pt x="1665217" y="1151882"/>
                  </a:lnTo>
                  <a:lnTo>
                    <a:pt x="1660354" y="1163921"/>
                  </a:lnTo>
                  <a:lnTo>
                    <a:pt x="1651836" y="1170911"/>
                  </a:lnTo>
                  <a:lnTo>
                    <a:pt x="1643381" y="1177686"/>
                  </a:lnTo>
                  <a:lnTo>
                    <a:pt x="1632834" y="1189039"/>
                  </a:lnTo>
                  <a:lnTo>
                    <a:pt x="1621232" y="1194647"/>
                  </a:lnTo>
                  <a:lnTo>
                    <a:pt x="1615306" y="1197945"/>
                  </a:lnTo>
                  <a:lnTo>
                    <a:pt x="1612202" y="1203147"/>
                  </a:lnTo>
                  <a:lnTo>
                    <a:pt x="1608776" y="1214552"/>
                  </a:lnTo>
                  <a:lnTo>
                    <a:pt x="1609435" y="1231968"/>
                  </a:lnTo>
                  <a:lnTo>
                    <a:pt x="1618990" y="1246957"/>
                  </a:lnTo>
                  <a:lnTo>
                    <a:pt x="1632967" y="1255340"/>
                  </a:lnTo>
                  <a:lnTo>
                    <a:pt x="1648003" y="1263503"/>
                  </a:lnTo>
                  <a:lnTo>
                    <a:pt x="1669422" y="1263538"/>
                  </a:lnTo>
                  <a:lnTo>
                    <a:pt x="1688687" y="1252646"/>
                  </a:lnTo>
                  <a:lnTo>
                    <a:pt x="1709098" y="1241109"/>
                  </a:lnTo>
                  <a:lnTo>
                    <a:pt x="1727296" y="1230821"/>
                  </a:lnTo>
                  <a:lnTo>
                    <a:pt x="1748941" y="1218587"/>
                  </a:lnTo>
                  <a:lnTo>
                    <a:pt x="1768544" y="1207500"/>
                  </a:lnTo>
                  <a:lnTo>
                    <a:pt x="1789830" y="1203516"/>
                  </a:lnTo>
                  <a:lnTo>
                    <a:pt x="1819325" y="1198001"/>
                  </a:lnTo>
                  <a:lnTo>
                    <a:pt x="1856455" y="1191052"/>
                  </a:lnTo>
                  <a:lnTo>
                    <a:pt x="1874533" y="1183140"/>
                  </a:lnTo>
                  <a:lnTo>
                    <a:pt x="1897894" y="1172914"/>
                  </a:lnTo>
                  <a:lnTo>
                    <a:pt x="1924844" y="1161115"/>
                  </a:lnTo>
                  <a:lnTo>
                    <a:pt x="1948101" y="1150935"/>
                  </a:lnTo>
                  <a:lnTo>
                    <a:pt x="1959794" y="1145291"/>
                  </a:lnTo>
                  <a:lnTo>
                    <a:pt x="1968112" y="1138854"/>
                  </a:lnTo>
                  <a:lnTo>
                    <a:pt x="1970175" y="1134092"/>
                  </a:lnTo>
                  <a:lnTo>
                    <a:pt x="1969683" y="1131357"/>
                  </a:lnTo>
                  <a:lnTo>
                    <a:pt x="1967537" y="1128618"/>
                  </a:lnTo>
                  <a:lnTo>
                    <a:pt x="1964570" y="1126595"/>
                  </a:lnTo>
                  <a:lnTo>
                    <a:pt x="1961932" y="1124874"/>
                  </a:lnTo>
                  <a:lnTo>
                    <a:pt x="1960694" y="1122744"/>
                  </a:lnTo>
                  <a:lnTo>
                    <a:pt x="1960448" y="1118084"/>
                  </a:lnTo>
                  <a:lnTo>
                    <a:pt x="1958831" y="1115406"/>
                  </a:lnTo>
                  <a:lnTo>
                    <a:pt x="1957290" y="1113434"/>
                  </a:lnTo>
                  <a:lnTo>
                    <a:pt x="1957873" y="1095398"/>
                  </a:lnTo>
                  <a:lnTo>
                    <a:pt x="1955839" y="1089806"/>
                  </a:lnTo>
                  <a:lnTo>
                    <a:pt x="1948259" y="1075632"/>
                  </a:lnTo>
                  <a:lnTo>
                    <a:pt x="1962715" y="1069276"/>
                  </a:lnTo>
                  <a:lnTo>
                    <a:pt x="1976109" y="1063382"/>
                  </a:lnTo>
                  <a:lnTo>
                    <a:pt x="1986789" y="1059019"/>
                  </a:lnTo>
                  <a:lnTo>
                    <a:pt x="2009163" y="1058333"/>
                  </a:lnTo>
                  <a:lnTo>
                    <a:pt x="2029941" y="1058420"/>
                  </a:lnTo>
                  <a:lnTo>
                    <a:pt x="2058578" y="1058538"/>
                  </a:lnTo>
                  <a:lnTo>
                    <a:pt x="2082706" y="1058635"/>
                  </a:lnTo>
                  <a:lnTo>
                    <a:pt x="2110856" y="1058753"/>
                  </a:lnTo>
                  <a:lnTo>
                    <a:pt x="2127358" y="1058820"/>
                  </a:lnTo>
                  <a:lnTo>
                    <a:pt x="2148982" y="1058615"/>
                  </a:lnTo>
                  <a:lnTo>
                    <a:pt x="2159521" y="1042253"/>
                  </a:lnTo>
                  <a:lnTo>
                    <a:pt x="2168939" y="1027623"/>
                  </a:lnTo>
                  <a:lnTo>
                    <a:pt x="2179311" y="1013643"/>
                  </a:lnTo>
                  <a:lnTo>
                    <a:pt x="2197751" y="997230"/>
                  </a:lnTo>
                  <a:lnTo>
                    <a:pt x="2203106" y="994281"/>
                  </a:lnTo>
                  <a:lnTo>
                    <a:pt x="2206060" y="987808"/>
                  </a:lnTo>
                  <a:lnTo>
                    <a:pt x="2217237" y="981658"/>
                  </a:lnTo>
                  <a:lnTo>
                    <a:pt x="2229551" y="975953"/>
                  </a:lnTo>
                  <a:lnTo>
                    <a:pt x="2234381" y="970602"/>
                  </a:lnTo>
                  <a:lnTo>
                    <a:pt x="2236718" y="967555"/>
                  </a:lnTo>
                  <a:lnTo>
                    <a:pt x="2270060" y="938693"/>
                  </a:lnTo>
                  <a:lnTo>
                    <a:pt x="2288996" y="925363"/>
                  </a:lnTo>
                  <a:lnTo>
                    <a:pt x="2304636" y="917943"/>
                  </a:lnTo>
                  <a:lnTo>
                    <a:pt x="2316542" y="914399"/>
                  </a:lnTo>
                  <a:lnTo>
                    <a:pt x="2324580" y="914906"/>
                  </a:lnTo>
                  <a:lnTo>
                    <a:pt x="2329152" y="91440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3691075" y="1264019"/>
              <a:ext cx="972232" cy="951193"/>
            </a:xfrm>
            <a:custGeom>
              <a:avLst/>
              <a:pathLst>
                <a:path w="972232" h="951193">
                  <a:moveTo>
                    <a:pt x="914400" y="914400"/>
                  </a:moveTo>
                  <a:lnTo>
                    <a:pt x="919884" y="915086"/>
                  </a:lnTo>
                  <a:lnTo>
                    <a:pt x="924601" y="913094"/>
                  </a:lnTo>
                  <a:lnTo>
                    <a:pt x="929068" y="909069"/>
                  </a:lnTo>
                  <a:lnTo>
                    <a:pt x="939440" y="903625"/>
                  </a:lnTo>
                  <a:lnTo>
                    <a:pt x="948279" y="901244"/>
                  </a:lnTo>
                  <a:lnTo>
                    <a:pt x="951063" y="900752"/>
                  </a:lnTo>
                  <a:lnTo>
                    <a:pt x="955276" y="904572"/>
                  </a:lnTo>
                  <a:lnTo>
                    <a:pt x="963635" y="901505"/>
                  </a:lnTo>
                  <a:lnTo>
                    <a:pt x="972232" y="899784"/>
                  </a:lnTo>
                  <a:lnTo>
                    <a:pt x="935044" y="917252"/>
                  </a:lnTo>
                  <a:lnTo>
                    <a:pt x="927439" y="919218"/>
                  </a:lnTo>
                  <a:lnTo>
                    <a:pt x="916558" y="924421"/>
                  </a:lnTo>
                  <a:lnTo>
                    <a:pt x="906273" y="928108"/>
                  </a:lnTo>
                  <a:lnTo>
                    <a:pt x="898868" y="929450"/>
                  </a:lnTo>
                  <a:lnTo>
                    <a:pt x="862047" y="942416"/>
                  </a:lnTo>
                  <a:lnTo>
                    <a:pt x="859125" y="942698"/>
                  </a:lnTo>
                  <a:lnTo>
                    <a:pt x="855967" y="941433"/>
                  </a:lnTo>
                  <a:lnTo>
                    <a:pt x="825638" y="948110"/>
                  </a:lnTo>
                  <a:lnTo>
                    <a:pt x="813190" y="948863"/>
                  </a:lnTo>
                  <a:lnTo>
                    <a:pt x="801855" y="951193"/>
                  </a:lnTo>
                  <a:lnTo>
                    <a:pt x="810240" y="945816"/>
                  </a:lnTo>
                  <a:lnTo>
                    <a:pt x="810423" y="943804"/>
                  </a:lnTo>
                  <a:lnTo>
                    <a:pt x="808419" y="942232"/>
                  </a:lnTo>
                  <a:lnTo>
                    <a:pt x="803935" y="942687"/>
                  </a:lnTo>
                  <a:lnTo>
                    <a:pt x="799342" y="948223"/>
                  </a:lnTo>
                  <a:lnTo>
                    <a:pt x="792012" y="950072"/>
                  </a:lnTo>
                  <a:lnTo>
                    <a:pt x="790550" y="944044"/>
                  </a:lnTo>
                  <a:lnTo>
                    <a:pt x="792996" y="939379"/>
                  </a:lnTo>
                  <a:lnTo>
                    <a:pt x="796309" y="934955"/>
                  </a:lnTo>
                  <a:lnTo>
                    <a:pt x="803589" y="928001"/>
                  </a:lnTo>
                  <a:lnTo>
                    <a:pt x="814003" y="923592"/>
                  </a:lnTo>
                  <a:lnTo>
                    <a:pt x="819295" y="919782"/>
                  </a:lnTo>
                  <a:lnTo>
                    <a:pt x="822962" y="923136"/>
                  </a:lnTo>
                  <a:lnTo>
                    <a:pt x="823767" y="918604"/>
                  </a:lnTo>
                  <a:lnTo>
                    <a:pt x="826588" y="915987"/>
                  </a:lnTo>
                  <a:lnTo>
                    <a:pt x="829655" y="914579"/>
                  </a:lnTo>
                  <a:lnTo>
                    <a:pt x="837031" y="914543"/>
                  </a:lnTo>
                  <a:lnTo>
                    <a:pt x="841002" y="913831"/>
                  </a:lnTo>
                  <a:lnTo>
                    <a:pt x="843873" y="912326"/>
                  </a:lnTo>
                  <a:lnTo>
                    <a:pt x="846820" y="912044"/>
                  </a:lnTo>
                  <a:lnTo>
                    <a:pt x="854887" y="914097"/>
                  </a:lnTo>
                  <a:lnTo>
                    <a:pt x="862768" y="913508"/>
                  </a:lnTo>
                  <a:lnTo>
                    <a:pt x="869131" y="910671"/>
                  </a:lnTo>
                  <a:lnTo>
                    <a:pt x="875744" y="909719"/>
                  </a:lnTo>
                  <a:lnTo>
                    <a:pt x="893238" y="909079"/>
                  </a:lnTo>
                  <a:lnTo>
                    <a:pt x="910624" y="907005"/>
                  </a:lnTo>
                  <a:lnTo>
                    <a:pt x="917575" y="903318"/>
                  </a:lnTo>
                  <a:lnTo>
                    <a:pt x="932177" y="892984"/>
                  </a:lnTo>
                  <a:lnTo>
                    <a:pt x="940578" y="890101"/>
                  </a:lnTo>
                  <a:lnTo>
                    <a:pt x="927497" y="902109"/>
                  </a:lnTo>
                  <a:lnTo>
                    <a:pt x="920467" y="90761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4061078" y="908315"/>
              <a:ext cx="919367" cy="921036"/>
            </a:xfrm>
            <a:custGeom>
              <a:avLst/>
              <a:pathLst>
                <a:path w="919367" h="921036">
                  <a:moveTo>
                    <a:pt x="914400" y="914399"/>
                  </a:moveTo>
                  <a:lnTo>
                    <a:pt x="908953" y="913508"/>
                  </a:lnTo>
                  <a:lnTo>
                    <a:pt x="909065" y="919044"/>
                  </a:lnTo>
                  <a:lnTo>
                    <a:pt x="908457" y="921036"/>
                  </a:lnTo>
                  <a:lnTo>
                    <a:pt x="902423" y="918189"/>
                  </a:lnTo>
                  <a:lnTo>
                    <a:pt x="900210" y="916356"/>
                  </a:lnTo>
                  <a:lnTo>
                    <a:pt x="900402" y="909023"/>
                  </a:lnTo>
                  <a:lnTo>
                    <a:pt x="905732" y="902089"/>
                  </a:lnTo>
                  <a:lnTo>
                    <a:pt x="909795" y="899349"/>
                  </a:lnTo>
                  <a:lnTo>
                    <a:pt x="915033" y="901249"/>
                  </a:lnTo>
                  <a:lnTo>
                    <a:pt x="919054" y="909012"/>
                  </a:lnTo>
                  <a:lnTo>
                    <a:pt x="919367" y="91235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3549827" y="1306246"/>
              <a:ext cx="928781" cy="914399"/>
            </a:xfrm>
            <a:custGeom>
              <a:avLst/>
              <a:pathLst>
                <a:path w="928781" h="914399">
                  <a:moveTo>
                    <a:pt x="914400" y="914399"/>
                  </a:moveTo>
                  <a:lnTo>
                    <a:pt x="918471" y="904342"/>
                  </a:lnTo>
                  <a:lnTo>
                    <a:pt x="925955" y="899743"/>
                  </a:lnTo>
                  <a:lnTo>
                    <a:pt x="928664" y="900701"/>
                  </a:lnTo>
                  <a:lnTo>
                    <a:pt x="928781" y="904255"/>
                  </a:lnTo>
                  <a:lnTo>
                    <a:pt x="927730" y="907292"/>
                  </a:lnTo>
                  <a:lnTo>
                    <a:pt x="922709" y="911972"/>
                  </a:lnTo>
                  <a:lnTo>
                    <a:pt x="918475" y="91396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3844316" y="1221428"/>
              <a:ext cx="937903" cy="914399"/>
            </a:xfrm>
            <a:custGeom>
              <a:avLst/>
              <a:pathLst>
                <a:path w="937903" h="914399">
                  <a:moveTo>
                    <a:pt x="914400" y="914399"/>
                  </a:moveTo>
                  <a:lnTo>
                    <a:pt x="910653" y="911091"/>
                  </a:lnTo>
                  <a:lnTo>
                    <a:pt x="916516" y="909560"/>
                  </a:lnTo>
                  <a:lnTo>
                    <a:pt x="923922" y="901700"/>
                  </a:lnTo>
                  <a:lnTo>
                    <a:pt x="928847" y="900788"/>
                  </a:lnTo>
                  <a:lnTo>
                    <a:pt x="936586" y="905238"/>
                  </a:lnTo>
                  <a:lnTo>
                    <a:pt x="937903" y="90927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3801164" y="1207043"/>
              <a:ext cx="919425" cy="914400"/>
            </a:xfrm>
            <a:custGeom>
              <a:avLst/>
              <a:pathLst>
                <a:path w="919425" h="914400">
                  <a:moveTo>
                    <a:pt x="914400" y="914400"/>
                  </a:moveTo>
                  <a:lnTo>
                    <a:pt x="909678" y="913898"/>
                  </a:lnTo>
                  <a:lnTo>
                    <a:pt x="912074" y="910026"/>
                  </a:lnTo>
                  <a:lnTo>
                    <a:pt x="912987" y="904342"/>
                  </a:lnTo>
                  <a:lnTo>
                    <a:pt x="915316" y="898100"/>
                  </a:lnTo>
                  <a:lnTo>
                    <a:pt x="916658" y="896190"/>
                  </a:lnTo>
                  <a:lnTo>
                    <a:pt x="919425" y="894505"/>
                  </a:lnTo>
                  <a:lnTo>
                    <a:pt x="918625" y="9115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3906637" y="1229606"/>
              <a:ext cx="920984" cy="914399"/>
            </a:xfrm>
            <a:custGeom>
              <a:avLst/>
              <a:pathLst>
                <a:path w="920984" h="914399">
                  <a:moveTo>
                    <a:pt x="914400" y="914399"/>
                  </a:moveTo>
                  <a:lnTo>
                    <a:pt x="899210" y="910533"/>
                  </a:lnTo>
                  <a:lnTo>
                    <a:pt x="911707" y="907256"/>
                  </a:lnTo>
                  <a:lnTo>
                    <a:pt x="913749" y="906114"/>
                  </a:lnTo>
                  <a:lnTo>
                    <a:pt x="915379" y="901295"/>
                  </a:lnTo>
                  <a:lnTo>
                    <a:pt x="915583" y="898878"/>
                  </a:lnTo>
                  <a:lnTo>
                    <a:pt x="920329" y="909243"/>
                  </a:lnTo>
                  <a:lnTo>
                    <a:pt x="920984" y="91271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3429073" y="1797393"/>
              <a:ext cx="915687" cy="914400"/>
            </a:xfrm>
            <a:custGeom>
              <a:avLst/>
              <a:pathLst>
                <a:path w="915687" h="914400">
                  <a:moveTo>
                    <a:pt x="914400" y="914400"/>
                  </a:moveTo>
                  <a:lnTo>
                    <a:pt x="908732" y="902806"/>
                  </a:lnTo>
                  <a:lnTo>
                    <a:pt x="914562" y="906554"/>
                  </a:lnTo>
                  <a:lnTo>
                    <a:pt x="915604" y="909673"/>
                  </a:lnTo>
                  <a:lnTo>
                    <a:pt x="915687" y="91226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3426727" y="1862705"/>
              <a:ext cx="933331" cy="914400"/>
            </a:xfrm>
            <a:custGeom>
              <a:avLst/>
              <a:pathLst>
                <a:path w="933331" h="914400">
                  <a:moveTo>
                    <a:pt x="914400" y="914400"/>
                  </a:moveTo>
                  <a:lnTo>
                    <a:pt x="913391" y="913483"/>
                  </a:lnTo>
                  <a:lnTo>
                    <a:pt x="926509" y="907502"/>
                  </a:lnTo>
                  <a:lnTo>
                    <a:pt x="930647" y="886434"/>
                  </a:lnTo>
                  <a:lnTo>
                    <a:pt x="931214" y="876720"/>
                  </a:lnTo>
                  <a:lnTo>
                    <a:pt x="929247" y="859595"/>
                  </a:lnTo>
                  <a:lnTo>
                    <a:pt x="929314" y="856057"/>
                  </a:lnTo>
                  <a:lnTo>
                    <a:pt x="931448" y="861577"/>
                  </a:lnTo>
                  <a:lnTo>
                    <a:pt x="933331" y="877555"/>
                  </a:lnTo>
                  <a:lnTo>
                    <a:pt x="932623" y="889671"/>
                  </a:lnTo>
                  <a:lnTo>
                    <a:pt x="928818" y="907322"/>
                  </a:lnTo>
                  <a:lnTo>
                    <a:pt x="925847" y="91154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3402370" y="1872563"/>
              <a:ext cx="929910" cy="914400"/>
            </a:xfrm>
            <a:custGeom>
              <a:avLst/>
              <a:pathLst>
                <a:path w="929910" h="914400">
                  <a:moveTo>
                    <a:pt x="914400" y="914400"/>
                  </a:moveTo>
                  <a:lnTo>
                    <a:pt x="912649" y="913954"/>
                  </a:lnTo>
                  <a:lnTo>
                    <a:pt x="922826" y="908603"/>
                  </a:lnTo>
                  <a:lnTo>
                    <a:pt x="929910" y="9069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3354159" y="1923675"/>
              <a:ext cx="941811" cy="914400"/>
            </a:xfrm>
            <a:custGeom>
              <a:avLst/>
              <a:pathLst>
                <a:path w="941811" h="914400">
                  <a:moveTo>
                    <a:pt x="914400" y="914400"/>
                  </a:moveTo>
                  <a:lnTo>
                    <a:pt x="922213" y="901305"/>
                  </a:lnTo>
                  <a:lnTo>
                    <a:pt x="937644" y="884698"/>
                  </a:lnTo>
                  <a:lnTo>
                    <a:pt x="941811" y="882158"/>
                  </a:lnTo>
                  <a:lnTo>
                    <a:pt x="928981" y="896343"/>
                  </a:lnTo>
                  <a:lnTo>
                    <a:pt x="916525" y="91319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2880983" y="2784076"/>
              <a:ext cx="917442" cy="914400"/>
            </a:xfrm>
            <a:custGeom>
              <a:avLst/>
              <a:pathLst>
                <a:path w="917442" h="914400">
                  <a:moveTo>
                    <a:pt x="914400" y="914400"/>
                  </a:moveTo>
                  <a:lnTo>
                    <a:pt x="908245" y="912392"/>
                  </a:lnTo>
                  <a:lnTo>
                    <a:pt x="904882" y="908797"/>
                  </a:lnTo>
                  <a:lnTo>
                    <a:pt x="903431" y="901761"/>
                  </a:lnTo>
                  <a:lnTo>
                    <a:pt x="908790" y="909212"/>
                  </a:lnTo>
                  <a:lnTo>
                    <a:pt x="910712" y="910897"/>
                  </a:lnTo>
                  <a:lnTo>
                    <a:pt x="917442" y="91166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2879929" y="2777147"/>
              <a:ext cx="914520" cy="914399"/>
            </a:xfrm>
            <a:custGeom>
              <a:avLst/>
              <a:pathLst>
                <a:path w="914520" h="914399">
                  <a:moveTo>
                    <a:pt x="914400" y="914399"/>
                  </a:moveTo>
                  <a:lnTo>
                    <a:pt x="910099" y="904081"/>
                  </a:lnTo>
                  <a:lnTo>
                    <a:pt x="907236" y="892677"/>
                  </a:lnTo>
                  <a:lnTo>
                    <a:pt x="911332" y="896369"/>
                  </a:lnTo>
                  <a:lnTo>
                    <a:pt x="914520" y="90823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3008342" y="2938589"/>
              <a:ext cx="942007" cy="914400"/>
            </a:xfrm>
            <a:custGeom>
              <a:avLst/>
              <a:pathLst>
                <a:path w="942007" h="914400">
                  <a:moveTo>
                    <a:pt x="914400" y="914400"/>
                  </a:moveTo>
                  <a:lnTo>
                    <a:pt x="916279" y="909463"/>
                  </a:lnTo>
                  <a:lnTo>
                    <a:pt x="922892" y="898909"/>
                  </a:lnTo>
                  <a:lnTo>
                    <a:pt x="925030" y="893941"/>
                  </a:lnTo>
                  <a:lnTo>
                    <a:pt x="929497" y="890792"/>
                  </a:lnTo>
                  <a:lnTo>
                    <a:pt x="933656" y="885098"/>
                  </a:lnTo>
                  <a:lnTo>
                    <a:pt x="933969" y="878456"/>
                  </a:lnTo>
                  <a:lnTo>
                    <a:pt x="940011" y="873811"/>
                  </a:lnTo>
                  <a:lnTo>
                    <a:pt x="942007" y="873145"/>
                  </a:lnTo>
                  <a:lnTo>
                    <a:pt x="931360" y="89467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2048189" y="2463265"/>
              <a:ext cx="920934" cy="914400"/>
            </a:xfrm>
            <a:custGeom>
              <a:avLst/>
              <a:pathLst>
                <a:path w="920934" h="914400">
                  <a:moveTo>
                    <a:pt x="914400" y="914400"/>
                  </a:moveTo>
                  <a:lnTo>
                    <a:pt x="900285" y="905315"/>
                  </a:lnTo>
                  <a:lnTo>
                    <a:pt x="899398" y="901413"/>
                  </a:lnTo>
                  <a:lnTo>
                    <a:pt x="906361" y="897885"/>
                  </a:lnTo>
                  <a:lnTo>
                    <a:pt x="910611" y="898197"/>
                  </a:lnTo>
                  <a:lnTo>
                    <a:pt x="917333" y="902811"/>
                  </a:lnTo>
                  <a:lnTo>
                    <a:pt x="919792" y="904096"/>
                  </a:lnTo>
                  <a:lnTo>
                    <a:pt x="920934" y="905965"/>
                  </a:lnTo>
                  <a:lnTo>
                    <a:pt x="920284" y="908889"/>
                  </a:lnTo>
                  <a:lnTo>
                    <a:pt x="917571" y="9129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1603955" y="2629736"/>
              <a:ext cx="931152" cy="914399"/>
            </a:xfrm>
            <a:custGeom>
              <a:avLst/>
              <a:pathLst>
                <a:path w="931152" h="914399">
                  <a:moveTo>
                    <a:pt x="914400" y="914399"/>
                  </a:moveTo>
                  <a:lnTo>
                    <a:pt x="918529" y="905812"/>
                  </a:lnTo>
                  <a:lnTo>
                    <a:pt x="919296" y="902370"/>
                  </a:lnTo>
                  <a:lnTo>
                    <a:pt x="926068" y="891504"/>
                  </a:lnTo>
                  <a:lnTo>
                    <a:pt x="929643" y="889886"/>
                  </a:lnTo>
                  <a:lnTo>
                    <a:pt x="931152" y="894510"/>
                  </a:lnTo>
                  <a:lnTo>
                    <a:pt x="924188" y="902145"/>
                  </a:lnTo>
                  <a:lnTo>
                    <a:pt x="916250" y="91414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1624003" y="2603594"/>
              <a:ext cx="948329" cy="914400"/>
            </a:xfrm>
            <a:custGeom>
              <a:avLst/>
              <a:pathLst>
                <a:path w="948329" h="914400">
                  <a:moveTo>
                    <a:pt x="914399" y="914400"/>
                  </a:moveTo>
                  <a:lnTo>
                    <a:pt x="918283" y="908736"/>
                  </a:lnTo>
                  <a:lnTo>
                    <a:pt x="924597" y="905878"/>
                  </a:lnTo>
                  <a:lnTo>
                    <a:pt x="938449" y="894996"/>
                  </a:lnTo>
                  <a:lnTo>
                    <a:pt x="944099" y="894249"/>
                  </a:lnTo>
                  <a:lnTo>
                    <a:pt x="947041" y="890500"/>
                  </a:lnTo>
                  <a:lnTo>
                    <a:pt x="948329" y="889947"/>
                  </a:lnTo>
                  <a:lnTo>
                    <a:pt x="947496" y="894541"/>
                  </a:lnTo>
                  <a:lnTo>
                    <a:pt x="936352" y="901065"/>
                  </a:lnTo>
                  <a:lnTo>
                    <a:pt x="917533" y="91396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1574188" y="2698602"/>
              <a:ext cx="942074" cy="914399"/>
            </a:xfrm>
            <a:custGeom>
              <a:avLst/>
              <a:pathLst>
                <a:path w="942074" h="914399">
                  <a:moveTo>
                    <a:pt x="914399" y="914399"/>
                  </a:moveTo>
                  <a:lnTo>
                    <a:pt x="915133" y="905407"/>
                  </a:lnTo>
                  <a:lnTo>
                    <a:pt x="922063" y="884975"/>
                  </a:lnTo>
                  <a:lnTo>
                    <a:pt x="936144" y="858121"/>
                  </a:lnTo>
                  <a:lnTo>
                    <a:pt x="942074" y="853624"/>
                  </a:lnTo>
                  <a:lnTo>
                    <a:pt x="925830" y="883075"/>
                  </a:lnTo>
                  <a:lnTo>
                    <a:pt x="917062" y="90836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1770069" y="2499988"/>
              <a:ext cx="941882" cy="914399"/>
            </a:xfrm>
            <a:custGeom>
              <a:avLst/>
              <a:pathLst>
                <a:path w="941882" h="914399">
                  <a:moveTo>
                    <a:pt x="914400" y="914399"/>
                  </a:moveTo>
                  <a:lnTo>
                    <a:pt x="933002" y="898269"/>
                  </a:lnTo>
                  <a:lnTo>
                    <a:pt x="936902" y="892902"/>
                  </a:lnTo>
                  <a:lnTo>
                    <a:pt x="941882" y="893137"/>
                  </a:lnTo>
                  <a:lnTo>
                    <a:pt x="933577" y="902176"/>
                  </a:lnTo>
                  <a:lnTo>
                    <a:pt x="918663" y="91339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1591282" y="2817070"/>
              <a:ext cx="915579" cy="914400"/>
            </a:xfrm>
            <a:custGeom>
              <a:avLst/>
              <a:pathLst>
                <a:path w="915579" h="914400">
                  <a:moveTo>
                    <a:pt x="914399" y="914400"/>
                  </a:moveTo>
                  <a:lnTo>
                    <a:pt x="907332" y="891658"/>
                  </a:lnTo>
                  <a:lnTo>
                    <a:pt x="895830" y="840192"/>
                  </a:lnTo>
                  <a:lnTo>
                    <a:pt x="895397" y="810860"/>
                  </a:lnTo>
                  <a:lnTo>
                    <a:pt x="897206" y="800761"/>
                  </a:lnTo>
                  <a:lnTo>
                    <a:pt x="900173" y="842189"/>
                  </a:lnTo>
                  <a:lnTo>
                    <a:pt x="912887" y="894802"/>
                  </a:lnTo>
                  <a:lnTo>
                    <a:pt x="915579" y="90953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3792447" y="1206818"/>
              <a:ext cx="917692" cy="914399"/>
            </a:xfrm>
            <a:custGeom>
              <a:avLst/>
              <a:pathLst>
                <a:path w="917692" h="914399">
                  <a:moveTo>
                    <a:pt x="914400" y="914399"/>
                  </a:moveTo>
                  <a:lnTo>
                    <a:pt x="913516" y="909335"/>
                  </a:lnTo>
                  <a:lnTo>
                    <a:pt x="915175" y="903512"/>
                  </a:lnTo>
                  <a:lnTo>
                    <a:pt x="916854" y="903379"/>
                  </a:lnTo>
                  <a:lnTo>
                    <a:pt x="917692" y="906477"/>
                  </a:lnTo>
                  <a:lnTo>
                    <a:pt x="916766" y="91245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3548581" y="1410001"/>
              <a:ext cx="926668" cy="914400"/>
            </a:xfrm>
            <a:custGeom>
              <a:avLst/>
              <a:pathLst>
                <a:path w="926668" h="914400">
                  <a:moveTo>
                    <a:pt x="914400" y="914400"/>
                  </a:moveTo>
                  <a:lnTo>
                    <a:pt x="914170" y="911347"/>
                  </a:lnTo>
                  <a:lnTo>
                    <a:pt x="926668" y="891637"/>
                  </a:lnTo>
                  <a:lnTo>
                    <a:pt x="924409" y="8985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3452310" y="1583815"/>
              <a:ext cx="938349" cy="914399"/>
            </a:xfrm>
            <a:custGeom>
              <a:avLst/>
              <a:pathLst>
                <a:path w="938349" h="914399">
                  <a:moveTo>
                    <a:pt x="914400" y="914399"/>
                  </a:moveTo>
                  <a:lnTo>
                    <a:pt x="927418" y="893399"/>
                  </a:lnTo>
                  <a:lnTo>
                    <a:pt x="934977" y="875803"/>
                  </a:lnTo>
                  <a:lnTo>
                    <a:pt x="938349" y="869720"/>
                  </a:lnTo>
                  <a:lnTo>
                    <a:pt x="935077" y="882051"/>
                  </a:lnTo>
                  <a:lnTo>
                    <a:pt x="929360" y="893388"/>
                  </a:lnTo>
                  <a:lnTo>
                    <a:pt x="918279" y="91269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3350750" y="1921467"/>
              <a:ext cx="916300" cy="914400"/>
            </a:xfrm>
            <a:custGeom>
              <a:avLst/>
              <a:pathLst>
                <a:path w="916300" h="914400">
                  <a:moveTo>
                    <a:pt x="914400" y="914400"/>
                  </a:moveTo>
                  <a:lnTo>
                    <a:pt x="911045" y="913242"/>
                  </a:lnTo>
                  <a:lnTo>
                    <a:pt x="906423" y="911030"/>
                  </a:lnTo>
                  <a:lnTo>
                    <a:pt x="905402" y="909407"/>
                  </a:lnTo>
                  <a:lnTo>
                    <a:pt x="909811" y="909996"/>
                  </a:lnTo>
                  <a:lnTo>
                    <a:pt x="916300" y="91415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2941412" y="2972602"/>
              <a:ext cx="918238" cy="914400"/>
            </a:xfrm>
            <a:custGeom>
              <a:avLst/>
              <a:pathLst>
                <a:path w="918238" h="914400">
                  <a:moveTo>
                    <a:pt x="914400" y="914400"/>
                  </a:moveTo>
                  <a:lnTo>
                    <a:pt x="913183" y="913734"/>
                  </a:lnTo>
                  <a:lnTo>
                    <a:pt x="913183" y="910590"/>
                  </a:lnTo>
                  <a:lnTo>
                    <a:pt x="909545" y="903630"/>
                  </a:lnTo>
                  <a:lnTo>
                    <a:pt x="909682" y="901807"/>
                  </a:lnTo>
                  <a:lnTo>
                    <a:pt x="918025" y="908618"/>
                  </a:lnTo>
                  <a:lnTo>
                    <a:pt x="918238" y="910446"/>
                  </a:lnTo>
                  <a:lnTo>
                    <a:pt x="916958" y="91224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2985489" y="2954382"/>
              <a:ext cx="919788" cy="914400"/>
            </a:xfrm>
            <a:custGeom>
              <a:avLst/>
              <a:pathLst>
                <a:path w="919788" h="914400">
                  <a:moveTo>
                    <a:pt x="914400" y="914400"/>
                  </a:moveTo>
                  <a:lnTo>
                    <a:pt x="915208" y="912909"/>
                  </a:lnTo>
                  <a:lnTo>
                    <a:pt x="918575" y="909929"/>
                  </a:lnTo>
                  <a:lnTo>
                    <a:pt x="919788" y="911086"/>
                  </a:lnTo>
                  <a:lnTo>
                    <a:pt x="919654" y="912576"/>
                  </a:lnTo>
                  <a:lnTo>
                    <a:pt x="916016" y="91440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3001124" y="2944442"/>
              <a:ext cx="918713" cy="914400"/>
            </a:xfrm>
            <a:custGeom>
              <a:avLst/>
              <a:pathLst>
                <a:path w="918713" h="914400">
                  <a:moveTo>
                    <a:pt x="914399" y="914400"/>
                  </a:moveTo>
                  <a:lnTo>
                    <a:pt x="917767" y="909924"/>
                  </a:lnTo>
                  <a:lnTo>
                    <a:pt x="918713" y="910257"/>
                  </a:lnTo>
                  <a:lnTo>
                    <a:pt x="916691" y="91390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2964865" y="2965976"/>
              <a:ext cx="928014" cy="914400"/>
            </a:xfrm>
            <a:custGeom>
              <a:avLst/>
              <a:pathLst>
                <a:path w="928014" h="914400">
                  <a:moveTo>
                    <a:pt x="914399" y="914400"/>
                  </a:moveTo>
                  <a:lnTo>
                    <a:pt x="910357" y="912576"/>
                  </a:lnTo>
                  <a:lnTo>
                    <a:pt x="914804" y="910093"/>
                  </a:lnTo>
                  <a:lnTo>
                    <a:pt x="928014" y="907440"/>
                  </a:lnTo>
                  <a:lnTo>
                    <a:pt x="923026" y="910753"/>
                  </a:lnTo>
                  <a:lnTo>
                    <a:pt x="918308" y="91191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2932990" y="2333082"/>
              <a:ext cx="918196" cy="914400"/>
            </a:xfrm>
            <a:custGeom>
              <a:avLst/>
              <a:pathLst>
                <a:path w="918196" h="914400">
                  <a:moveTo>
                    <a:pt x="914400" y="914400"/>
                  </a:moveTo>
                  <a:lnTo>
                    <a:pt x="912758" y="905351"/>
                  </a:lnTo>
                  <a:lnTo>
                    <a:pt x="912595" y="896563"/>
                  </a:lnTo>
                  <a:lnTo>
                    <a:pt x="915470" y="891366"/>
                  </a:lnTo>
                  <a:lnTo>
                    <a:pt x="918196" y="88884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2918651" y="2976786"/>
              <a:ext cx="922921" cy="914400"/>
            </a:xfrm>
            <a:custGeom>
              <a:avLst/>
              <a:pathLst>
                <a:path w="922921" h="914400">
                  <a:moveTo>
                    <a:pt x="914400" y="914400"/>
                  </a:moveTo>
                  <a:lnTo>
                    <a:pt x="918858" y="910272"/>
                  </a:lnTo>
                  <a:lnTo>
                    <a:pt x="920304" y="904004"/>
                  </a:lnTo>
                  <a:lnTo>
                    <a:pt x="922921" y="908900"/>
                  </a:lnTo>
                  <a:lnTo>
                    <a:pt x="922871" y="911870"/>
                  </a:lnTo>
                  <a:lnTo>
                    <a:pt x="919929" y="91336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3043338" y="270256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6553" y="896487"/>
                  </a:lnTo>
                  <a:lnTo>
                    <a:pt x="896855" y="868398"/>
                  </a:lnTo>
                  <a:lnTo>
                    <a:pt x="891663" y="846675"/>
                  </a:lnTo>
                  <a:lnTo>
                    <a:pt x="895176" y="852549"/>
                  </a:lnTo>
                  <a:lnTo>
                    <a:pt x="898610" y="864706"/>
                  </a:lnTo>
                  <a:lnTo>
                    <a:pt x="913012" y="90667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2903482" y="2981789"/>
              <a:ext cx="920421" cy="914400"/>
            </a:xfrm>
            <a:custGeom>
              <a:avLst/>
              <a:pathLst>
                <a:path w="920421" h="914400">
                  <a:moveTo>
                    <a:pt x="914400" y="914400"/>
                  </a:moveTo>
                  <a:lnTo>
                    <a:pt x="914212" y="912776"/>
                  </a:lnTo>
                  <a:lnTo>
                    <a:pt x="917946" y="910794"/>
                  </a:lnTo>
                  <a:lnTo>
                    <a:pt x="920421" y="910928"/>
                  </a:lnTo>
                  <a:lnTo>
                    <a:pt x="920329" y="913124"/>
                  </a:lnTo>
                  <a:lnTo>
                    <a:pt x="916566" y="91416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2294601" y="2445040"/>
              <a:ext cx="920454" cy="914400"/>
            </a:xfrm>
            <a:custGeom>
              <a:avLst/>
              <a:pathLst>
                <a:path w="920454" h="914400">
                  <a:moveTo>
                    <a:pt x="914400" y="914400"/>
                  </a:moveTo>
                  <a:lnTo>
                    <a:pt x="914612" y="912305"/>
                  </a:lnTo>
                  <a:lnTo>
                    <a:pt x="918021" y="906810"/>
                  </a:lnTo>
                  <a:lnTo>
                    <a:pt x="920454" y="904675"/>
                  </a:lnTo>
                  <a:lnTo>
                    <a:pt x="919033" y="90891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2326430" y="2387932"/>
              <a:ext cx="915470" cy="914399"/>
            </a:xfrm>
            <a:custGeom>
              <a:avLst/>
              <a:pathLst>
                <a:path w="915470" h="914399">
                  <a:moveTo>
                    <a:pt x="914400" y="914399"/>
                  </a:moveTo>
                  <a:lnTo>
                    <a:pt x="906840" y="912218"/>
                  </a:lnTo>
                  <a:lnTo>
                    <a:pt x="902244" y="910190"/>
                  </a:lnTo>
                  <a:lnTo>
                    <a:pt x="901410" y="908162"/>
                  </a:lnTo>
                  <a:lnTo>
                    <a:pt x="914116" y="911844"/>
                  </a:lnTo>
                  <a:lnTo>
                    <a:pt x="915470" y="9132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2361535" y="2385192"/>
              <a:ext cx="921909" cy="914400"/>
            </a:xfrm>
            <a:custGeom>
              <a:avLst/>
              <a:pathLst>
                <a:path w="921909" h="914400">
                  <a:moveTo>
                    <a:pt x="914399" y="914400"/>
                  </a:moveTo>
                  <a:lnTo>
                    <a:pt x="903269" y="914190"/>
                  </a:lnTo>
                  <a:lnTo>
                    <a:pt x="901006" y="913401"/>
                  </a:lnTo>
                  <a:lnTo>
                    <a:pt x="905473" y="911900"/>
                  </a:lnTo>
                  <a:lnTo>
                    <a:pt x="918663" y="909908"/>
                  </a:lnTo>
                  <a:lnTo>
                    <a:pt x="921909" y="91215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2270973" y="2405466"/>
              <a:ext cx="917454" cy="914400"/>
            </a:xfrm>
            <a:custGeom>
              <a:avLst/>
              <a:pathLst>
                <a:path w="917454" h="914400">
                  <a:moveTo>
                    <a:pt x="914400" y="914400"/>
                  </a:moveTo>
                  <a:lnTo>
                    <a:pt x="910220" y="911972"/>
                  </a:lnTo>
                  <a:lnTo>
                    <a:pt x="904027" y="911752"/>
                  </a:lnTo>
                  <a:lnTo>
                    <a:pt x="906753" y="910088"/>
                  </a:lnTo>
                  <a:lnTo>
                    <a:pt x="908665" y="908464"/>
                  </a:lnTo>
                  <a:lnTo>
                    <a:pt x="909620" y="906718"/>
                  </a:lnTo>
                  <a:lnTo>
                    <a:pt x="917454" y="900655"/>
                  </a:lnTo>
                  <a:lnTo>
                    <a:pt x="915233" y="905105"/>
                  </a:lnTo>
                  <a:lnTo>
                    <a:pt x="914099" y="90952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2302106" y="2432914"/>
              <a:ext cx="918075" cy="914400"/>
            </a:xfrm>
            <a:custGeom>
              <a:avLst/>
              <a:pathLst>
                <a:path w="918075" h="914400">
                  <a:moveTo>
                    <a:pt x="914400" y="914400"/>
                  </a:moveTo>
                  <a:lnTo>
                    <a:pt x="916762" y="898407"/>
                  </a:lnTo>
                  <a:lnTo>
                    <a:pt x="913441" y="884944"/>
                  </a:lnTo>
                  <a:lnTo>
                    <a:pt x="916942" y="890854"/>
                  </a:lnTo>
                  <a:lnTo>
                    <a:pt x="918075" y="897885"/>
                  </a:lnTo>
                  <a:lnTo>
                    <a:pt x="916808" y="91106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2630463" y="2450663"/>
              <a:ext cx="937536" cy="914400"/>
            </a:xfrm>
            <a:custGeom>
              <a:avLst/>
              <a:pathLst>
                <a:path w="937536" h="914400">
                  <a:moveTo>
                    <a:pt x="914400" y="914400"/>
                  </a:moveTo>
                  <a:lnTo>
                    <a:pt x="905140" y="911655"/>
                  </a:lnTo>
                  <a:lnTo>
                    <a:pt x="910895" y="911132"/>
                  </a:lnTo>
                  <a:lnTo>
                    <a:pt x="915058" y="912244"/>
                  </a:lnTo>
                  <a:lnTo>
                    <a:pt x="925601" y="906846"/>
                  </a:lnTo>
                  <a:lnTo>
                    <a:pt x="931131" y="902760"/>
                  </a:lnTo>
                  <a:lnTo>
                    <a:pt x="937536" y="901208"/>
                  </a:lnTo>
                  <a:lnTo>
                    <a:pt x="922963" y="91062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4025599" y="922653"/>
              <a:ext cx="917642" cy="914400"/>
            </a:xfrm>
            <a:custGeom>
              <a:avLst/>
              <a:pathLst>
                <a:path w="917642" h="914400">
                  <a:moveTo>
                    <a:pt x="914400" y="914400"/>
                  </a:moveTo>
                  <a:lnTo>
                    <a:pt x="910941" y="913729"/>
                  </a:lnTo>
                  <a:lnTo>
                    <a:pt x="910828" y="908557"/>
                  </a:lnTo>
                  <a:lnTo>
                    <a:pt x="911874" y="906800"/>
                  </a:lnTo>
                  <a:lnTo>
                    <a:pt x="913070" y="906017"/>
                  </a:lnTo>
                  <a:lnTo>
                    <a:pt x="914845" y="907471"/>
                  </a:lnTo>
                  <a:lnTo>
                    <a:pt x="917642" y="91232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1181082" y="2430835"/>
              <a:ext cx="1327867" cy="1522232"/>
            </a:xfrm>
            <a:custGeom>
              <a:avLst/>
              <a:pathLst>
                <a:path w="1327867" h="1522232">
                  <a:moveTo>
                    <a:pt x="914400" y="914400"/>
                  </a:moveTo>
                  <a:lnTo>
                    <a:pt x="934761" y="915787"/>
                  </a:lnTo>
                  <a:lnTo>
                    <a:pt x="946770" y="915316"/>
                  </a:lnTo>
                  <a:lnTo>
                    <a:pt x="950433" y="912981"/>
                  </a:lnTo>
                  <a:lnTo>
                    <a:pt x="952338" y="913104"/>
                  </a:lnTo>
                  <a:lnTo>
                    <a:pt x="952488" y="915675"/>
                  </a:lnTo>
                  <a:lnTo>
                    <a:pt x="955505" y="916765"/>
                  </a:lnTo>
                  <a:lnTo>
                    <a:pt x="961385" y="916376"/>
                  </a:lnTo>
                  <a:lnTo>
                    <a:pt x="966506" y="919971"/>
                  </a:lnTo>
                  <a:lnTo>
                    <a:pt x="973066" y="931350"/>
                  </a:lnTo>
                  <a:lnTo>
                    <a:pt x="995673" y="949575"/>
                  </a:lnTo>
                  <a:lnTo>
                    <a:pt x="997577" y="955828"/>
                  </a:lnTo>
                  <a:lnTo>
                    <a:pt x="1005445" y="964846"/>
                  </a:lnTo>
                  <a:lnTo>
                    <a:pt x="1019914" y="978708"/>
                  </a:lnTo>
                  <a:lnTo>
                    <a:pt x="1028102" y="990660"/>
                  </a:lnTo>
                  <a:lnTo>
                    <a:pt x="1030007" y="1000702"/>
                  </a:lnTo>
                  <a:lnTo>
                    <a:pt x="1037399" y="1016587"/>
                  </a:lnTo>
                  <a:lnTo>
                    <a:pt x="1050268" y="1038310"/>
                  </a:lnTo>
                  <a:lnTo>
                    <a:pt x="1056002" y="1050022"/>
                  </a:lnTo>
                  <a:lnTo>
                    <a:pt x="1054602" y="1051712"/>
                  </a:lnTo>
                  <a:lnTo>
                    <a:pt x="1055614" y="1057826"/>
                  </a:lnTo>
                  <a:lnTo>
                    <a:pt x="1059048" y="1068360"/>
                  </a:lnTo>
                  <a:lnTo>
                    <a:pt x="1065428" y="1077280"/>
                  </a:lnTo>
                  <a:lnTo>
                    <a:pt x="1074758" y="1084588"/>
                  </a:lnTo>
                  <a:lnTo>
                    <a:pt x="1084193" y="1097708"/>
                  </a:lnTo>
                  <a:lnTo>
                    <a:pt x="1093732" y="1116645"/>
                  </a:lnTo>
                  <a:lnTo>
                    <a:pt x="1105287" y="1131050"/>
                  </a:lnTo>
                  <a:lnTo>
                    <a:pt x="1118852" y="1140913"/>
                  </a:lnTo>
                  <a:lnTo>
                    <a:pt x="1126532" y="1150095"/>
                  </a:lnTo>
                  <a:lnTo>
                    <a:pt x="1128328" y="1158585"/>
                  </a:lnTo>
                  <a:lnTo>
                    <a:pt x="1128195" y="1165857"/>
                  </a:lnTo>
                  <a:lnTo>
                    <a:pt x="1126128" y="1171910"/>
                  </a:lnTo>
                  <a:lnTo>
                    <a:pt x="1127003" y="1177661"/>
                  </a:lnTo>
                  <a:lnTo>
                    <a:pt x="1130816" y="1183094"/>
                  </a:lnTo>
                  <a:lnTo>
                    <a:pt x="1132087" y="1189761"/>
                  </a:lnTo>
                  <a:lnTo>
                    <a:pt x="1130595" y="1199035"/>
                  </a:lnTo>
                  <a:lnTo>
                    <a:pt x="1130699" y="1201662"/>
                  </a:lnTo>
                  <a:lnTo>
                    <a:pt x="1131803" y="1203757"/>
                  </a:lnTo>
                  <a:lnTo>
                    <a:pt x="1143847" y="1219693"/>
                  </a:lnTo>
                  <a:lnTo>
                    <a:pt x="1150035" y="1232572"/>
                  </a:lnTo>
                  <a:lnTo>
                    <a:pt x="1154948" y="1253128"/>
                  </a:lnTo>
                  <a:lnTo>
                    <a:pt x="1154973" y="1253312"/>
                  </a:lnTo>
                  <a:lnTo>
                    <a:pt x="1160461" y="1265607"/>
                  </a:lnTo>
                  <a:lnTo>
                    <a:pt x="1168354" y="1270636"/>
                  </a:lnTo>
                  <a:lnTo>
                    <a:pt x="1180481" y="1272495"/>
                  </a:lnTo>
                  <a:lnTo>
                    <a:pt x="1189695" y="1276776"/>
                  </a:lnTo>
                  <a:lnTo>
                    <a:pt x="1195995" y="1283484"/>
                  </a:lnTo>
                  <a:lnTo>
                    <a:pt x="1203942" y="1287535"/>
                  </a:lnTo>
                  <a:lnTo>
                    <a:pt x="1213535" y="1288928"/>
                  </a:lnTo>
                  <a:lnTo>
                    <a:pt x="1222732" y="1293352"/>
                  </a:lnTo>
                  <a:lnTo>
                    <a:pt x="1231529" y="1300819"/>
                  </a:lnTo>
                  <a:lnTo>
                    <a:pt x="1247936" y="1305719"/>
                  </a:lnTo>
                  <a:lnTo>
                    <a:pt x="1271951" y="1308070"/>
                  </a:lnTo>
                  <a:lnTo>
                    <a:pt x="1290229" y="1314138"/>
                  </a:lnTo>
                  <a:lnTo>
                    <a:pt x="1302772" y="1323929"/>
                  </a:lnTo>
                  <a:lnTo>
                    <a:pt x="1308290" y="1325921"/>
                  </a:lnTo>
                  <a:lnTo>
                    <a:pt x="1309781" y="1326060"/>
                  </a:lnTo>
                  <a:lnTo>
                    <a:pt x="1310498" y="1324564"/>
                  </a:lnTo>
                  <a:lnTo>
                    <a:pt x="1311444" y="1321794"/>
                  </a:lnTo>
                  <a:lnTo>
                    <a:pt x="1316299" y="1318604"/>
                  </a:lnTo>
                  <a:lnTo>
                    <a:pt x="1327867" y="1316519"/>
                  </a:lnTo>
                  <a:lnTo>
                    <a:pt x="1326313" y="1338181"/>
                  </a:lnTo>
                  <a:lnTo>
                    <a:pt x="1321154" y="1355956"/>
                  </a:lnTo>
                  <a:lnTo>
                    <a:pt x="1304156" y="1392908"/>
                  </a:lnTo>
                  <a:lnTo>
                    <a:pt x="1297071" y="1415829"/>
                  </a:lnTo>
                  <a:lnTo>
                    <a:pt x="1283365" y="1481331"/>
                  </a:lnTo>
                  <a:lnTo>
                    <a:pt x="1279352" y="1522232"/>
                  </a:lnTo>
                  <a:lnTo>
                    <a:pt x="913624" y="1522232"/>
                  </a:lnTo>
                  <a:lnTo>
                    <a:pt x="913624" y="91423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3525088" y="625809"/>
              <a:ext cx="1225044" cy="1473583"/>
            </a:xfrm>
            <a:custGeom>
              <a:avLst/>
              <a:pathLst>
                <a:path w="1225044" h="1473583">
                  <a:moveTo>
                    <a:pt x="1217634" y="914400"/>
                  </a:moveTo>
                  <a:lnTo>
                    <a:pt x="1205437" y="922972"/>
                  </a:lnTo>
                  <a:lnTo>
                    <a:pt x="1192452" y="936501"/>
                  </a:lnTo>
                  <a:lnTo>
                    <a:pt x="1161985" y="946733"/>
                  </a:lnTo>
                  <a:lnTo>
                    <a:pt x="1150675" y="949334"/>
                  </a:lnTo>
                  <a:lnTo>
                    <a:pt x="1140236" y="947947"/>
                  </a:lnTo>
                  <a:lnTo>
                    <a:pt x="1127531" y="956273"/>
                  </a:lnTo>
                  <a:lnTo>
                    <a:pt x="1112495" y="961363"/>
                  </a:lnTo>
                  <a:lnTo>
                    <a:pt x="1108057" y="969106"/>
                  </a:lnTo>
                  <a:lnTo>
                    <a:pt x="1071915" y="989846"/>
                  </a:lnTo>
                  <a:lnTo>
                    <a:pt x="1058042" y="992458"/>
                  </a:lnTo>
                  <a:lnTo>
                    <a:pt x="1046236" y="997983"/>
                  </a:lnTo>
                  <a:lnTo>
                    <a:pt x="1042744" y="1007365"/>
                  </a:lnTo>
                  <a:lnTo>
                    <a:pt x="1032205" y="1013023"/>
                  </a:lnTo>
                  <a:lnTo>
                    <a:pt x="1029280" y="1017356"/>
                  </a:lnTo>
                  <a:lnTo>
                    <a:pt x="1020416" y="1030480"/>
                  </a:lnTo>
                  <a:lnTo>
                    <a:pt x="1003939" y="1047431"/>
                  </a:lnTo>
                  <a:lnTo>
                    <a:pt x="983861" y="1050268"/>
                  </a:lnTo>
                  <a:lnTo>
                    <a:pt x="976523" y="1056167"/>
                  </a:lnTo>
                  <a:lnTo>
                    <a:pt x="968026" y="1065687"/>
                  </a:lnTo>
                  <a:lnTo>
                    <a:pt x="956041" y="1072221"/>
                  </a:lnTo>
                  <a:lnTo>
                    <a:pt x="932380" y="1069159"/>
                  </a:lnTo>
                  <a:lnTo>
                    <a:pt x="938134" y="1073163"/>
                  </a:lnTo>
                  <a:lnTo>
                    <a:pt x="959304" y="1079406"/>
                  </a:lnTo>
                  <a:lnTo>
                    <a:pt x="961504" y="1088659"/>
                  </a:lnTo>
                  <a:lnTo>
                    <a:pt x="950899" y="1090871"/>
                  </a:lnTo>
                  <a:lnTo>
                    <a:pt x="928692" y="1103208"/>
                  </a:lnTo>
                  <a:lnTo>
                    <a:pt x="898771" y="1124449"/>
                  </a:lnTo>
                  <a:lnTo>
                    <a:pt x="894199" y="1124951"/>
                  </a:lnTo>
                  <a:lnTo>
                    <a:pt x="886161" y="1124444"/>
                  </a:lnTo>
                  <a:lnTo>
                    <a:pt x="874255" y="1127988"/>
                  </a:lnTo>
                  <a:lnTo>
                    <a:pt x="858616" y="1135408"/>
                  </a:lnTo>
                  <a:lnTo>
                    <a:pt x="839680" y="1148738"/>
                  </a:lnTo>
                  <a:lnTo>
                    <a:pt x="806338" y="1177599"/>
                  </a:lnTo>
                  <a:lnTo>
                    <a:pt x="804000" y="1180646"/>
                  </a:lnTo>
                  <a:lnTo>
                    <a:pt x="799170" y="1185998"/>
                  </a:lnTo>
                  <a:lnTo>
                    <a:pt x="786856" y="1191702"/>
                  </a:lnTo>
                  <a:lnTo>
                    <a:pt x="775679" y="1197852"/>
                  </a:lnTo>
                  <a:lnTo>
                    <a:pt x="772725" y="1204325"/>
                  </a:lnTo>
                  <a:lnTo>
                    <a:pt x="767370" y="1207275"/>
                  </a:lnTo>
                  <a:lnTo>
                    <a:pt x="748930" y="1223687"/>
                  </a:lnTo>
                  <a:lnTo>
                    <a:pt x="738558" y="1237668"/>
                  </a:lnTo>
                  <a:lnTo>
                    <a:pt x="729140" y="1252298"/>
                  </a:lnTo>
                  <a:lnTo>
                    <a:pt x="718601" y="1268659"/>
                  </a:lnTo>
                  <a:lnTo>
                    <a:pt x="696977" y="1268864"/>
                  </a:lnTo>
                  <a:lnTo>
                    <a:pt x="680475" y="1268798"/>
                  </a:lnTo>
                  <a:lnTo>
                    <a:pt x="652326" y="1268680"/>
                  </a:lnTo>
                  <a:lnTo>
                    <a:pt x="628197" y="1268583"/>
                  </a:lnTo>
                  <a:lnTo>
                    <a:pt x="599560" y="1268465"/>
                  </a:lnTo>
                  <a:lnTo>
                    <a:pt x="578782" y="1268378"/>
                  </a:lnTo>
                  <a:lnTo>
                    <a:pt x="556409" y="1269064"/>
                  </a:lnTo>
                  <a:lnTo>
                    <a:pt x="545728" y="1273427"/>
                  </a:lnTo>
                  <a:lnTo>
                    <a:pt x="532335" y="1279321"/>
                  </a:lnTo>
                  <a:lnTo>
                    <a:pt x="517878" y="1285676"/>
                  </a:lnTo>
                  <a:lnTo>
                    <a:pt x="525459" y="1299851"/>
                  </a:lnTo>
                  <a:lnTo>
                    <a:pt x="527492" y="1305443"/>
                  </a:lnTo>
                  <a:lnTo>
                    <a:pt x="526909" y="1323479"/>
                  </a:lnTo>
                  <a:lnTo>
                    <a:pt x="528451" y="1325450"/>
                  </a:lnTo>
                  <a:lnTo>
                    <a:pt x="530068" y="1328129"/>
                  </a:lnTo>
                  <a:lnTo>
                    <a:pt x="530313" y="1332789"/>
                  </a:lnTo>
                  <a:lnTo>
                    <a:pt x="531551" y="1334919"/>
                  </a:lnTo>
                  <a:lnTo>
                    <a:pt x="534189" y="1336639"/>
                  </a:lnTo>
                  <a:lnTo>
                    <a:pt x="537156" y="1338662"/>
                  </a:lnTo>
                  <a:lnTo>
                    <a:pt x="539302" y="1341402"/>
                  </a:lnTo>
                  <a:lnTo>
                    <a:pt x="539794" y="1344137"/>
                  </a:lnTo>
                  <a:lnTo>
                    <a:pt x="537731" y="1348899"/>
                  </a:lnTo>
                  <a:lnTo>
                    <a:pt x="529413" y="1355336"/>
                  </a:lnTo>
                  <a:lnTo>
                    <a:pt x="517720" y="1360979"/>
                  </a:lnTo>
                  <a:lnTo>
                    <a:pt x="494463" y="1371160"/>
                  </a:lnTo>
                  <a:lnTo>
                    <a:pt x="467513" y="1382958"/>
                  </a:lnTo>
                  <a:lnTo>
                    <a:pt x="444152" y="1393185"/>
                  </a:lnTo>
                  <a:lnTo>
                    <a:pt x="426075" y="1401096"/>
                  </a:lnTo>
                  <a:lnTo>
                    <a:pt x="388945" y="1408046"/>
                  </a:lnTo>
                  <a:lnTo>
                    <a:pt x="359449" y="1413561"/>
                  </a:lnTo>
                  <a:lnTo>
                    <a:pt x="338163" y="1417545"/>
                  </a:lnTo>
                  <a:lnTo>
                    <a:pt x="318560" y="1428632"/>
                  </a:lnTo>
                  <a:lnTo>
                    <a:pt x="296916" y="1440865"/>
                  </a:lnTo>
                  <a:lnTo>
                    <a:pt x="278717" y="1451153"/>
                  </a:lnTo>
                  <a:lnTo>
                    <a:pt x="258306" y="1462691"/>
                  </a:lnTo>
                  <a:lnTo>
                    <a:pt x="239041" y="1473583"/>
                  </a:lnTo>
                  <a:lnTo>
                    <a:pt x="217622" y="1473547"/>
                  </a:lnTo>
                  <a:lnTo>
                    <a:pt x="202586" y="1465384"/>
                  </a:lnTo>
                  <a:lnTo>
                    <a:pt x="188610" y="1457002"/>
                  </a:lnTo>
                  <a:lnTo>
                    <a:pt x="179054" y="1442013"/>
                  </a:lnTo>
                  <a:lnTo>
                    <a:pt x="178396" y="1424596"/>
                  </a:lnTo>
                  <a:lnTo>
                    <a:pt x="181821" y="1413192"/>
                  </a:lnTo>
                  <a:lnTo>
                    <a:pt x="184926" y="1407989"/>
                  </a:lnTo>
                  <a:lnTo>
                    <a:pt x="190851" y="1404691"/>
                  </a:lnTo>
                  <a:lnTo>
                    <a:pt x="202453" y="1399084"/>
                  </a:lnTo>
                  <a:lnTo>
                    <a:pt x="213000" y="1387731"/>
                  </a:lnTo>
                  <a:lnTo>
                    <a:pt x="221456" y="1380956"/>
                  </a:lnTo>
                  <a:lnTo>
                    <a:pt x="229973" y="1373966"/>
                  </a:lnTo>
                  <a:lnTo>
                    <a:pt x="234837" y="1361927"/>
                  </a:lnTo>
                  <a:lnTo>
                    <a:pt x="240904" y="1332783"/>
                  </a:lnTo>
                  <a:lnTo>
                    <a:pt x="241675" y="1326987"/>
                  </a:lnTo>
                  <a:lnTo>
                    <a:pt x="250501" y="1307000"/>
                  </a:lnTo>
                  <a:lnTo>
                    <a:pt x="260265" y="1284888"/>
                  </a:lnTo>
                  <a:lnTo>
                    <a:pt x="264749" y="1274733"/>
                  </a:lnTo>
                  <a:lnTo>
                    <a:pt x="259736" y="1248375"/>
                  </a:lnTo>
                  <a:lnTo>
                    <a:pt x="255964" y="1228122"/>
                  </a:lnTo>
                  <a:lnTo>
                    <a:pt x="252510" y="1209569"/>
                  </a:lnTo>
                  <a:lnTo>
                    <a:pt x="248622" y="1188666"/>
                  </a:lnTo>
                  <a:lnTo>
                    <a:pt x="245084" y="1169636"/>
                  </a:lnTo>
                  <a:lnTo>
                    <a:pt x="241746" y="1151708"/>
                  </a:lnTo>
                  <a:lnTo>
                    <a:pt x="238399" y="1133713"/>
                  </a:lnTo>
                  <a:lnTo>
                    <a:pt x="235116" y="1116071"/>
                  </a:lnTo>
                  <a:lnTo>
                    <a:pt x="232540" y="1103418"/>
                  </a:lnTo>
                  <a:lnTo>
                    <a:pt x="229482" y="1088424"/>
                  </a:lnTo>
                  <a:lnTo>
                    <a:pt x="211617" y="1077900"/>
                  </a:lnTo>
                  <a:lnTo>
                    <a:pt x="198052" y="1070531"/>
                  </a:lnTo>
                  <a:lnTo>
                    <a:pt x="175866" y="1058492"/>
                  </a:lnTo>
                  <a:lnTo>
                    <a:pt x="157260" y="1048393"/>
                  </a:lnTo>
                  <a:lnTo>
                    <a:pt x="140586" y="1039155"/>
                  </a:lnTo>
                  <a:lnTo>
                    <a:pt x="151100" y="1020536"/>
                  </a:lnTo>
                  <a:lnTo>
                    <a:pt x="150192" y="1017489"/>
                  </a:lnTo>
                  <a:lnTo>
                    <a:pt x="146383" y="1013822"/>
                  </a:lnTo>
                  <a:lnTo>
                    <a:pt x="138599" y="1007723"/>
                  </a:lnTo>
                  <a:lnTo>
                    <a:pt x="134048" y="1007103"/>
                  </a:lnTo>
                  <a:lnTo>
                    <a:pt x="126035" y="1008537"/>
                  </a:lnTo>
                  <a:lnTo>
                    <a:pt x="113245" y="1012332"/>
                  </a:lnTo>
                  <a:lnTo>
                    <a:pt x="107720" y="1011072"/>
                  </a:lnTo>
                  <a:lnTo>
                    <a:pt x="103331" y="1004558"/>
                  </a:lnTo>
                  <a:lnTo>
                    <a:pt x="98281" y="996221"/>
                  </a:lnTo>
                  <a:lnTo>
                    <a:pt x="96626" y="989708"/>
                  </a:lnTo>
                  <a:lnTo>
                    <a:pt x="95993" y="981089"/>
                  </a:lnTo>
                  <a:lnTo>
                    <a:pt x="92980" y="973331"/>
                  </a:lnTo>
                  <a:lnTo>
                    <a:pt x="94889" y="969260"/>
                  </a:lnTo>
                  <a:lnTo>
                    <a:pt x="95310" y="967232"/>
                  </a:lnTo>
                  <a:lnTo>
                    <a:pt x="95139" y="964682"/>
                  </a:lnTo>
                  <a:lnTo>
                    <a:pt x="93068" y="963053"/>
                  </a:lnTo>
                  <a:lnTo>
                    <a:pt x="89421" y="962342"/>
                  </a:lnTo>
                  <a:lnTo>
                    <a:pt x="77086" y="965598"/>
                  </a:lnTo>
                  <a:lnTo>
                    <a:pt x="71540" y="965901"/>
                  </a:lnTo>
                  <a:lnTo>
                    <a:pt x="68231" y="967734"/>
                  </a:lnTo>
                  <a:lnTo>
                    <a:pt x="63018" y="971539"/>
                  </a:lnTo>
                  <a:lnTo>
                    <a:pt x="57880" y="972010"/>
                  </a:lnTo>
                  <a:lnTo>
                    <a:pt x="49003" y="963002"/>
                  </a:lnTo>
                  <a:lnTo>
                    <a:pt x="39306" y="953139"/>
                  </a:lnTo>
                  <a:lnTo>
                    <a:pt x="35239" y="939553"/>
                  </a:lnTo>
                  <a:lnTo>
                    <a:pt x="31064" y="925599"/>
                  </a:lnTo>
                  <a:lnTo>
                    <a:pt x="14499" y="917206"/>
                  </a:lnTo>
                  <a:lnTo>
                    <a:pt x="0" y="909857"/>
                  </a:lnTo>
                  <a:lnTo>
                    <a:pt x="1225044" y="90985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4152778" y="817178"/>
              <a:ext cx="1099683" cy="926429"/>
            </a:xfrm>
            <a:custGeom>
              <a:avLst/>
              <a:pathLst>
                <a:path w="1099683" h="926429">
                  <a:moveTo>
                    <a:pt x="914400" y="914399"/>
                  </a:moveTo>
                  <a:lnTo>
                    <a:pt x="910795" y="913293"/>
                  </a:lnTo>
                  <a:lnTo>
                    <a:pt x="907690" y="912428"/>
                  </a:lnTo>
                  <a:lnTo>
                    <a:pt x="905890" y="913903"/>
                  </a:lnTo>
                  <a:lnTo>
                    <a:pt x="904186" y="915874"/>
                  </a:lnTo>
                  <a:lnTo>
                    <a:pt x="902085" y="917354"/>
                  </a:lnTo>
                  <a:lnTo>
                    <a:pt x="897676" y="915260"/>
                  </a:lnTo>
                  <a:lnTo>
                    <a:pt x="894872" y="911445"/>
                  </a:lnTo>
                  <a:lnTo>
                    <a:pt x="890367" y="907512"/>
                  </a:lnTo>
                  <a:lnTo>
                    <a:pt x="888663" y="904552"/>
                  </a:lnTo>
                  <a:lnTo>
                    <a:pt x="889567" y="901111"/>
                  </a:lnTo>
                  <a:lnTo>
                    <a:pt x="891567" y="897787"/>
                  </a:lnTo>
                  <a:lnTo>
                    <a:pt x="892472" y="893849"/>
                  </a:lnTo>
                  <a:lnTo>
                    <a:pt x="890267" y="889307"/>
                  </a:lnTo>
                  <a:lnTo>
                    <a:pt x="888263" y="886721"/>
                  </a:lnTo>
                  <a:lnTo>
                    <a:pt x="886862" y="883766"/>
                  </a:lnTo>
                  <a:lnTo>
                    <a:pt x="887363" y="880939"/>
                  </a:lnTo>
                  <a:lnTo>
                    <a:pt x="890167" y="879582"/>
                  </a:lnTo>
                  <a:lnTo>
                    <a:pt x="892772" y="877857"/>
                  </a:lnTo>
                  <a:lnTo>
                    <a:pt x="893672" y="874170"/>
                  </a:lnTo>
                  <a:lnTo>
                    <a:pt x="892067" y="870232"/>
                  </a:lnTo>
                  <a:lnTo>
                    <a:pt x="887463" y="868629"/>
                  </a:lnTo>
                  <a:lnTo>
                    <a:pt x="883658" y="869243"/>
                  </a:lnTo>
                  <a:lnTo>
                    <a:pt x="878149" y="868383"/>
                  </a:lnTo>
                  <a:lnTo>
                    <a:pt x="872844" y="865925"/>
                  </a:lnTo>
                  <a:lnTo>
                    <a:pt x="869339" y="863093"/>
                  </a:lnTo>
                  <a:lnTo>
                    <a:pt x="866635" y="861490"/>
                  </a:lnTo>
                  <a:lnTo>
                    <a:pt x="864530" y="861490"/>
                  </a:lnTo>
                  <a:lnTo>
                    <a:pt x="862026" y="859892"/>
                  </a:lnTo>
                  <a:lnTo>
                    <a:pt x="860526" y="857184"/>
                  </a:lnTo>
                  <a:lnTo>
                    <a:pt x="860726" y="852754"/>
                  </a:lnTo>
                  <a:lnTo>
                    <a:pt x="861426" y="850050"/>
                  </a:lnTo>
                  <a:lnTo>
                    <a:pt x="862826" y="847710"/>
                  </a:lnTo>
                  <a:lnTo>
                    <a:pt x="862926" y="845124"/>
                  </a:lnTo>
                  <a:lnTo>
                    <a:pt x="862326" y="843275"/>
                  </a:lnTo>
                  <a:lnTo>
                    <a:pt x="862230" y="841805"/>
                  </a:lnTo>
                  <a:lnTo>
                    <a:pt x="862626" y="839957"/>
                  </a:lnTo>
                  <a:lnTo>
                    <a:pt x="863530" y="836265"/>
                  </a:lnTo>
                  <a:lnTo>
                    <a:pt x="862026" y="833561"/>
                  </a:lnTo>
                  <a:lnTo>
                    <a:pt x="861872" y="824189"/>
                  </a:lnTo>
                  <a:lnTo>
                    <a:pt x="861576" y="806655"/>
                  </a:lnTo>
                  <a:lnTo>
                    <a:pt x="861355" y="793223"/>
                  </a:lnTo>
                  <a:lnTo>
                    <a:pt x="861076" y="776340"/>
                  </a:lnTo>
                  <a:lnTo>
                    <a:pt x="860913" y="764044"/>
                  </a:lnTo>
                  <a:lnTo>
                    <a:pt x="860688" y="746818"/>
                  </a:lnTo>
                  <a:lnTo>
                    <a:pt x="860476" y="730472"/>
                  </a:lnTo>
                  <a:lnTo>
                    <a:pt x="860213" y="718489"/>
                  </a:lnTo>
                  <a:lnTo>
                    <a:pt x="1083159" y="718489"/>
                  </a:lnTo>
                  <a:lnTo>
                    <a:pt x="1083289" y="718535"/>
                  </a:lnTo>
                  <a:lnTo>
                    <a:pt x="1083432" y="718489"/>
                  </a:lnTo>
                  <a:lnTo>
                    <a:pt x="1099683" y="718489"/>
                  </a:lnTo>
                  <a:lnTo>
                    <a:pt x="1099683" y="873327"/>
                  </a:lnTo>
                  <a:lnTo>
                    <a:pt x="1094794" y="876407"/>
                  </a:lnTo>
                  <a:lnTo>
                    <a:pt x="1075588" y="883869"/>
                  </a:lnTo>
                  <a:lnTo>
                    <a:pt x="1053168" y="898110"/>
                  </a:lnTo>
                  <a:lnTo>
                    <a:pt x="1024197" y="910108"/>
                  </a:lnTo>
                  <a:lnTo>
                    <a:pt x="1018126" y="910154"/>
                  </a:lnTo>
                  <a:lnTo>
                    <a:pt x="1004970" y="900281"/>
                  </a:lnTo>
                  <a:lnTo>
                    <a:pt x="1008650" y="895785"/>
                  </a:lnTo>
                  <a:lnTo>
                    <a:pt x="1012071" y="889691"/>
                  </a:lnTo>
                  <a:lnTo>
                    <a:pt x="1008800" y="891448"/>
                  </a:lnTo>
                  <a:lnTo>
                    <a:pt x="1006678" y="894090"/>
                  </a:lnTo>
                  <a:lnTo>
                    <a:pt x="998744" y="898330"/>
                  </a:lnTo>
                  <a:lnTo>
                    <a:pt x="1005178" y="906539"/>
                  </a:lnTo>
                  <a:lnTo>
                    <a:pt x="1002070" y="909617"/>
                  </a:lnTo>
                  <a:lnTo>
                    <a:pt x="992868" y="913662"/>
                  </a:lnTo>
                  <a:lnTo>
                    <a:pt x="984300" y="919515"/>
                  </a:lnTo>
                  <a:lnTo>
                    <a:pt x="976799" y="923428"/>
                  </a:lnTo>
                  <a:lnTo>
                    <a:pt x="970732" y="918450"/>
                  </a:lnTo>
                  <a:lnTo>
                    <a:pt x="953984" y="924739"/>
                  </a:lnTo>
                  <a:lnTo>
                    <a:pt x="939878" y="926429"/>
                  </a:lnTo>
                  <a:lnTo>
                    <a:pt x="936827" y="923243"/>
                  </a:lnTo>
                  <a:lnTo>
                    <a:pt x="935932" y="918215"/>
                  </a:lnTo>
                  <a:lnTo>
                    <a:pt x="930993" y="917001"/>
                  </a:lnTo>
                  <a:lnTo>
                    <a:pt x="921817" y="918389"/>
                  </a:lnTo>
                  <a:lnTo>
                    <a:pt x="918338" y="91571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3935445" y="627048"/>
              <a:ext cx="919173" cy="1123210"/>
            </a:xfrm>
            <a:custGeom>
              <a:avLst/>
              <a:pathLst>
                <a:path w="919173" h="1123210">
                  <a:moveTo>
                    <a:pt x="914400" y="914400"/>
                  </a:moveTo>
                  <a:lnTo>
                    <a:pt x="901239" y="930336"/>
                  </a:lnTo>
                  <a:lnTo>
                    <a:pt x="889634" y="944388"/>
                  </a:lnTo>
                  <a:lnTo>
                    <a:pt x="887029" y="958808"/>
                  </a:lnTo>
                  <a:lnTo>
                    <a:pt x="884558" y="972481"/>
                  </a:lnTo>
                  <a:lnTo>
                    <a:pt x="874957" y="982887"/>
                  </a:lnTo>
                  <a:lnTo>
                    <a:pt x="869102" y="992427"/>
                  </a:lnTo>
                  <a:lnTo>
                    <a:pt x="866489" y="1003007"/>
                  </a:lnTo>
                  <a:lnTo>
                    <a:pt x="864305" y="1012721"/>
                  </a:lnTo>
                  <a:lnTo>
                    <a:pt x="864139" y="1020853"/>
                  </a:lnTo>
                  <a:lnTo>
                    <a:pt x="865785" y="1025119"/>
                  </a:lnTo>
                  <a:lnTo>
                    <a:pt x="865010" y="1028586"/>
                  </a:lnTo>
                  <a:lnTo>
                    <a:pt x="861834" y="1032575"/>
                  </a:lnTo>
                  <a:lnTo>
                    <a:pt x="855483" y="1039514"/>
                  </a:lnTo>
                  <a:lnTo>
                    <a:pt x="854354" y="1046191"/>
                  </a:lnTo>
                  <a:lnTo>
                    <a:pt x="850470" y="1049484"/>
                  </a:lnTo>
                  <a:lnTo>
                    <a:pt x="839394" y="1056075"/>
                  </a:lnTo>
                  <a:lnTo>
                    <a:pt x="830359" y="1065789"/>
                  </a:lnTo>
                  <a:lnTo>
                    <a:pt x="829917" y="1071289"/>
                  </a:lnTo>
                  <a:lnTo>
                    <a:pt x="831222" y="1075857"/>
                  </a:lnTo>
                  <a:lnTo>
                    <a:pt x="831422" y="1078694"/>
                  </a:lnTo>
                  <a:lnTo>
                    <a:pt x="829617" y="1080671"/>
                  </a:lnTo>
                  <a:lnTo>
                    <a:pt x="826000" y="1080542"/>
                  </a:lnTo>
                  <a:lnTo>
                    <a:pt x="822087" y="1081162"/>
                  </a:lnTo>
                  <a:lnTo>
                    <a:pt x="818791" y="1085213"/>
                  </a:lnTo>
                  <a:lnTo>
                    <a:pt x="818874" y="1091030"/>
                  </a:lnTo>
                  <a:lnTo>
                    <a:pt x="816466" y="1095224"/>
                  </a:lnTo>
                  <a:lnTo>
                    <a:pt x="813653" y="1096090"/>
                  </a:lnTo>
                  <a:lnTo>
                    <a:pt x="811244" y="1093125"/>
                  </a:lnTo>
                  <a:lnTo>
                    <a:pt x="808348" y="1088680"/>
                  </a:lnTo>
                  <a:lnTo>
                    <a:pt x="804956" y="1088244"/>
                  </a:lnTo>
                  <a:lnTo>
                    <a:pt x="799805" y="1091194"/>
                  </a:lnTo>
                  <a:lnTo>
                    <a:pt x="793454" y="1096049"/>
                  </a:lnTo>
                  <a:lnTo>
                    <a:pt x="787741" y="1096310"/>
                  </a:lnTo>
                  <a:lnTo>
                    <a:pt x="777015" y="1093191"/>
                  </a:lnTo>
                  <a:lnTo>
                    <a:pt x="769184" y="1102603"/>
                  </a:lnTo>
                  <a:lnTo>
                    <a:pt x="760779" y="1122821"/>
                  </a:lnTo>
                  <a:lnTo>
                    <a:pt x="725266" y="1122872"/>
                  </a:lnTo>
                  <a:lnTo>
                    <a:pt x="689753" y="1122923"/>
                  </a:lnTo>
                  <a:lnTo>
                    <a:pt x="654236" y="1122974"/>
                  </a:lnTo>
                  <a:lnTo>
                    <a:pt x="618723" y="1123026"/>
                  </a:lnTo>
                  <a:lnTo>
                    <a:pt x="583210" y="1123072"/>
                  </a:lnTo>
                  <a:lnTo>
                    <a:pt x="547696" y="1123123"/>
                  </a:lnTo>
                  <a:lnTo>
                    <a:pt x="512183" y="1123174"/>
                  </a:lnTo>
                  <a:lnTo>
                    <a:pt x="492310" y="1123205"/>
                  </a:lnTo>
                  <a:lnTo>
                    <a:pt x="488414" y="1123210"/>
                  </a:lnTo>
                  <a:lnTo>
                    <a:pt x="500582" y="1119251"/>
                  </a:lnTo>
                  <a:lnTo>
                    <a:pt x="525952" y="1103868"/>
                  </a:lnTo>
                  <a:lnTo>
                    <a:pt x="544663" y="1098297"/>
                  </a:lnTo>
                  <a:lnTo>
                    <a:pt x="568999" y="1082140"/>
                  </a:lnTo>
                  <a:lnTo>
                    <a:pt x="586627" y="1079032"/>
                  </a:lnTo>
                  <a:lnTo>
                    <a:pt x="589981" y="1075478"/>
                  </a:lnTo>
                  <a:lnTo>
                    <a:pt x="592936" y="1062076"/>
                  </a:lnTo>
                  <a:lnTo>
                    <a:pt x="594549" y="1057299"/>
                  </a:lnTo>
                  <a:lnTo>
                    <a:pt x="602779" y="1044138"/>
                  </a:lnTo>
                  <a:lnTo>
                    <a:pt x="612663" y="1033036"/>
                  </a:lnTo>
                  <a:lnTo>
                    <a:pt x="620640" y="1017683"/>
                  </a:lnTo>
                  <a:lnTo>
                    <a:pt x="635116" y="1007872"/>
                  </a:lnTo>
                  <a:lnTo>
                    <a:pt x="657007" y="999668"/>
                  </a:lnTo>
                  <a:lnTo>
                    <a:pt x="677255" y="981750"/>
                  </a:lnTo>
                  <a:lnTo>
                    <a:pt x="688353" y="976286"/>
                  </a:lnTo>
                  <a:lnTo>
                    <a:pt x="699108" y="972373"/>
                  </a:lnTo>
                  <a:lnTo>
                    <a:pt x="703626" y="965091"/>
                  </a:lnTo>
                  <a:lnTo>
                    <a:pt x="710276" y="960928"/>
                  </a:lnTo>
                  <a:lnTo>
                    <a:pt x="728058" y="952463"/>
                  </a:lnTo>
                  <a:lnTo>
                    <a:pt x="747656" y="950174"/>
                  </a:lnTo>
                  <a:lnTo>
                    <a:pt x="767463" y="943148"/>
                  </a:lnTo>
                  <a:lnTo>
                    <a:pt x="782657" y="939425"/>
                  </a:lnTo>
                  <a:lnTo>
                    <a:pt x="791975" y="932835"/>
                  </a:lnTo>
                  <a:lnTo>
                    <a:pt x="805522" y="929363"/>
                  </a:lnTo>
                  <a:lnTo>
                    <a:pt x="845957" y="910451"/>
                  </a:lnTo>
                  <a:lnTo>
                    <a:pt x="848279" y="908618"/>
                  </a:lnTo>
                  <a:lnTo>
                    <a:pt x="919173" y="90861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4330652" y="969750"/>
              <a:ext cx="921809" cy="936332"/>
            </a:xfrm>
            <a:custGeom>
              <a:avLst/>
              <a:pathLst>
                <a:path w="921809" h="936332">
                  <a:moveTo>
                    <a:pt x="914400" y="914400"/>
                  </a:moveTo>
                  <a:lnTo>
                    <a:pt x="907124" y="913959"/>
                  </a:lnTo>
                  <a:lnTo>
                    <a:pt x="901760" y="914446"/>
                  </a:lnTo>
                  <a:lnTo>
                    <a:pt x="893680" y="920596"/>
                  </a:lnTo>
                  <a:lnTo>
                    <a:pt x="892426" y="933024"/>
                  </a:lnTo>
                  <a:lnTo>
                    <a:pt x="888859" y="931380"/>
                  </a:lnTo>
                  <a:lnTo>
                    <a:pt x="885237" y="931785"/>
                  </a:lnTo>
                  <a:lnTo>
                    <a:pt x="883366" y="935687"/>
                  </a:lnTo>
                  <a:lnTo>
                    <a:pt x="880699" y="936332"/>
                  </a:lnTo>
                  <a:lnTo>
                    <a:pt x="873636" y="932640"/>
                  </a:lnTo>
                  <a:lnTo>
                    <a:pt x="865318" y="934658"/>
                  </a:lnTo>
                  <a:lnTo>
                    <a:pt x="858813" y="931857"/>
                  </a:lnTo>
                  <a:lnTo>
                    <a:pt x="850520" y="913647"/>
                  </a:lnTo>
                  <a:lnTo>
                    <a:pt x="846115" y="907266"/>
                  </a:lnTo>
                  <a:lnTo>
                    <a:pt x="838306" y="905207"/>
                  </a:lnTo>
                  <a:lnTo>
                    <a:pt x="836281" y="909058"/>
                  </a:lnTo>
                  <a:lnTo>
                    <a:pt x="833251" y="912827"/>
                  </a:lnTo>
                  <a:lnTo>
                    <a:pt x="825734" y="905315"/>
                  </a:lnTo>
                  <a:lnTo>
                    <a:pt x="820033" y="877432"/>
                  </a:lnTo>
                  <a:lnTo>
                    <a:pt x="819987" y="870703"/>
                  </a:lnTo>
                  <a:lnTo>
                    <a:pt x="827967" y="847249"/>
                  </a:lnTo>
                  <a:lnTo>
                    <a:pt x="847728" y="826135"/>
                  </a:lnTo>
                  <a:lnTo>
                    <a:pt x="841419" y="825429"/>
                  </a:lnTo>
                  <a:lnTo>
                    <a:pt x="823971" y="840069"/>
                  </a:lnTo>
                  <a:lnTo>
                    <a:pt x="825771" y="836526"/>
                  </a:lnTo>
                  <a:lnTo>
                    <a:pt x="828730" y="832834"/>
                  </a:lnTo>
                  <a:lnTo>
                    <a:pt x="834614" y="826878"/>
                  </a:lnTo>
                  <a:lnTo>
                    <a:pt x="843544" y="821281"/>
                  </a:lnTo>
                  <a:lnTo>
                    <a:pt x="855437" y="818019"/>
                  </a:lnTo>
                  <a:lnTo>
                    <a:pt x="863618" y="817522"/>
                  </a:lnTo>
                  <a:lnTo>
                    <a:pt x="869256" y="814429"/>
                  </a:lnTo>
                  <a:lnTo>
                    <a:pt x="877428" y="808950"/>
                  </a:lnTo>
                  <a:lnTo>
                    <a:pt x="878945" y="806041"/>
                  </a:lnTo>
                  <a:lnTo>
                    <a:pt x="871698" y="809385"/>
                  </a:lnTo>
                  <a:lnTo>
                    <a:pt x="859659" y="812678"/>
                  </a:lnTo>
                  <a:lnTo>
                    <a:pt x="862747" y="808361"/>
                  </a:lnTo>
                  <a:lnTo>
                    <a:pt x="865760" y="806051"/>
                  </a:lnTo>
                  <a:lnTo>
                    <a:pt x="921809" y="773112"/>
                  </a:lnTo>
                  <a:lnTo>
                    <a:pt x="921809" y="90869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4225054" y="914153"/>
              <a:ext cx="924109" cy="914400"/>
            </a:xfrm>
            <a:custGeom>
              <a:avLst/>
              <a:pathLst>
                <a:path w="924109" h="914400">
                  <a:moveTo>
                    <a:pt x="914400" y="914400"/>
                  </a:moveTo>
                  <a:lnTo>
                    <a:pt x="915441" y="910805"/>
                  </a:lnTo>
                  <a:lnTo>
                    <a:pt x="920684" y="901638"/>
                  </a:lnTo>
                  <a:lnTo>
                    <a:pt x="924109" y="900271"/>
                  </a:lnTo>
                  <a:lnTo>
                    <a:pt x="918696" y="91073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4176156" y="875182"/>
              <a:ext cx="927343" cy="914400"/>
            </a:xfrm>
            <a:custGeom>
              <a:avLst/>
              <a:pathLst>
                <a:path w="927343" h="914400">
                  <a:moveTo>
                    <a:pt x="914400" y="914400"/>
                  </a:moveTo>
                  <a:lnTo>
                    <a:pt x="918867" y="900240"/>
                  </a:lnTo>
                  <a:lnTo>
                    <a:pt x="922501" y="895893"/>
                  </a:lnTo>
                  <a:lnTo>
                    <a:pt x="927343" y="897357"/>
                  </a:lnTo>
                  <a:lnTo>
                    <a:pt x="926664" y="905914"/>
                  </a:lnTo>
                  <a:lnTo>
                    <a:pt x="925884" y="90885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3600379" y="789161"/>
              <a:ext cx="928693" cy="915209"/>
            </a:xfrm>
            <a:custGeom>
              <a:avLst/>
              <a:pathLst>
                <a:path w="928693" h="915209">
                  <a:moveTo>
                    <a:pt x="914400" y="914400"/>
                  </a:moveTo>
                  <a:lnTo>
                    <a:pt x="903152" y="912459"/>
                  </a:lnTo>
                  <a:lnTo>
                    <a:pt x="890788" y="915152"/>
                  </a:lnTo>
                  <a:lnTo>
                    <a:pt x="887346" y="915209"/>
                  </a:lnTo>
                  <a:lnTo>
                    <a:pt x="896530" y="907415"/>
                  </a:lnTo>
                  <a:lnTo>
                    <a:pt x="910653" y="902621"/>
                  </a:lnTo>
                  <a:lnTo>
                    <a:pt x="924734" y="887965"/>
                  </a:lnTo>
                  <a:lnTo>
                    <a:pt x="928693" y="887592"/>
                  </a:lnTo>
                  <a:lnTo>
                    <a:pt x="923334" y="904194"/>
                  </a:lnTo>
                  <a:lnTo>
                    <a:pt x="922242" y="910129"/>
                  </a:lnTo>
                  <a:lnTo>
                    <a:pt x="920975" y="91230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3585669" y="777020"/>
              <a:ext cx="935186" cy="914400"/>
            </a:xfrm>
            <a:custGeom>
              <a:avLst/>
              <a:pathLst>
                <a:path w="935186" h="914400">
                  <a:moveTo>
                    <a:pt x="914400" y="914400"/>
                  </a:moveTo>
                  <a:lnTo>
                    <a:pt x="910832" y="913488"/>
                  </a:lnTo>
                  <a:lnTo>
                    <a:pt x="922188" y="903185"/>
                  </a:lnTo>
                  <a:lnTo>
                    <a:pt x="935186" y="900809"/>
                  </a:lnTo>
                  <a:lnTo>
                    <a:pt x="924693" y="91223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3816037" y="640685"/>
              <a:ext cx="939224" cy="914400"/>
            </a:xfrm>
            <a:custGeom>
              <a:avLst/>
              <a:pathLst>
                <a:path w="939224" h="914400">
                  <a:moveTo>
                    <a:pt x="914400" y="914400"/>
                  </a:moveTo>
                  <a:lnTo>
                    <a:pt x="916250" y="910759"/>
                  </a:lnTo>
                  <a:lnTo>
                    <a:pt x="926843" y="904270"/>
                  </a:lnTo>
                  <a:lnTo>
                    <a:pt x="934627" y="900634"/>
                  </a:lnTo>
                  <a:lnTo>
                    <a:pt x="939224" y="900711"/>
                  </a:lnTo>
                  <a:lnTo>
                    <a:pt x="931739" y="908664"/>
                  </a:lnTo>
                  <a:lnTo>
                    <a:pt x="922159" y="91354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3257925" y="3014906"/>
              <a:ext cx="924784" cy="938161"/>
            </a:xfrm>
            <a:custGeom>
              <a:avLst/>
              <a:pathLst>
                <a:path w="924784" h="938161">
                  <a:moveTo>
                    <a:pt x="914400" y="914400"/>
                  </a:moveTo>
                  <a:lnTo>
                    <a:pt x="905940" y="921016"/>
                  </a:lnTo>
                  <a:lnTo>
                    <a:pt x="912087" y="925737"/>
                  </a:lnTo>
                  <a:lnTo>
                    <a:pt x="917879" y="915470"/>
                  </a:lnTo>
                  <a:lnTo>
                    <a:pt x="922476" y="923812"/>
                  </a:lnTo>
                  <a:lnTo>
                    <a:pt x="924784" y="938161"/>
                  </a:lnTo>
                  <a:lnTo>
                    <a:pt x="898674" y="938161"/>
                  </a:lnTo>
                  <a:lnTo>
                    <a:pt x="897664" y="933926"/>
                  </a:lnTo>
                  <a:lnTo>
                    <a:pt x="892388" y="928625"/>
                  </a:lnTo>
                  <a:lnTo>
                    <a:pt x="885062" y="915106"/>
                  </a:lnTo>
                  <a:lnTo>
                    <a:pt x="889317" y="911619"/>
                  </a:lnTo>
                  <a:lnTo>
                    <a:pt x="894989" y="912781"/>
                  </a:lnTo>
                  <a:lnTo>
                    <a:pt x="897893" y="911153"/>
                  </a:lnTo>
                  <a:lnTo>
                    <a:pt x="905757" y="909852"/>
                  </a:lnTo>
                  <a:lnTo>
                    <a:pt x="910532" y="908003"/>
                  </a:lnTo>
                  <a:lnTo>
                    <a:pt x="914266" y="9119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3292893" y="2839878"/>
              <a:ext cx="932164" cy="914400"/>
            </a:xfrm>
            <a:custGeom>
              <a:avLst/>
              <a:pathLst>
                <a:path w="932164" h="914400">
                  <a:moveTo>
                    <a:pt x="914400" y="914400"/>
                  </a:moveTo>
                  <a:lnTo>
                    <a:pt x="906990" y="903897"/>
                  </a:lnTo>
                  <a:lnTo>
                    <a:pt x="901023" y="900844"/>
                  </a:lnTo>
                  <a:lnTo>
                    <a:pt x="910345" y="893419"/>
                  </a:lnTo>
                  <a:lnTo>
                    <a:pt x="914370" y="887038"/>
                  </a:lnTo>
                  <a:lnTo>
                    <a:pt x="914287" y="873120"/>
                  </a:lnTo>
                  <a:lnTo>
                    <a:pt x="916562" y="865495"/>
                  </a:lnTo>
                  <a:lnTo>
                    <a:pt x="915791" y="858894"/>
                  </a:lnTo>
                  <a:lnTo>
                    <a:pt x="917846" y="852155"/>
                  </a:lnTo>
                  <a:lnTo>
                    <a:pt x="915066" y="844586"/>
                  </a:lnTo>
                  <a:lnTo>
                    <a:pt x="907274" y="838584"/>
                  </a:lnTo>
                  <a:lnTo>
                    <a:pt x="891855" y="814711"/>
                  </a:lnTo>
                  <a:lnTo>
                    <a:pt x="867497" y="808914"/>
                  </a:lnTo>
                  <a:lnTo>
                    <a:pt x="854887" y="808673"/>
                  </a:lnTo>
                  <a:lnTo>
                    <a:pt x="861817" y="804843"/>
                  </a:lnTo>
                  <a:lnTo>
                    <a:pt x="868218" y="805309"/>
                  </a:lnTo>
                  <a:lnTo>
                    <a:pt x="878070" y="807587"/>
                  </a:lnTo>
                  <a:lnTo>
                    <a:pt x="889867" y="808688"/>
                  </a:lnTo>
                  <a:lnTo>
                    <a:pt x="897076" y="815714"/>
                  </a:lnTo>
                  <a:lnTo>
                    <a:pt x="903961" y="825029"/>
                  </a:lnTo>
                  <a:lnTo>
                    <a:pt x="910178" y="828798"/>
                  </a:lnTo>
                  <a:lnTo>
                    <a:pt x="912737" y="831195"/>
                  </a:lnTo>
                  <a:lnTo>
                    <a:pt x="912449" y="833899"/>
                  </a:lnTo>
                  <a:lnTo>
                    <a:pt x="913483" y="836439"/>
                  </a:lnTo>
                  <a:lnTo>
                    <a:pt x="921596" y="840797"/>
                  </a:lnTo>
                  <a:lnTo>
                    <a:pt x="929768" y="847833"/>
                  </a:lnTo>
                  <a:lnTo>
                    <a:pt x="932164" y="868465"/>
                  </a:lnTo>
                  <a:lnTo>
                    <a:pt x="921155" y="878230"/>
                  </a:lnTo>
                  <a:lnTo>
                    <a:pt x="919129" y="908106"/>
                  </a:lnTo>
                  <a:lnTo>
                    <a:pt x="916175" y="91348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3250254" y="2977175"/>
              <a:ext cx="915333" cy="945745"/>
            </a:xfrm>
            <a:custGeom>
              <a:avLst/>
              <a:pathLst>
                <a:path w="915333" h="945745">
                  <a:moveTo>
                    <a:pt x="914399" y="914400"/>
                  </a:moveTo>
                  <a:lnTo>
                    <a:pt x="915333" y="923899"/>
                  </a:lnTo>
                  <a:lnTo>
                    <a:pt x="914470" y="927284"/>
                  </a:lnTo>
                  <a:lnTo>
                    <a:pt x="905236" y="933634"/>
                  </a:lnTo>
                  <a:lnTo>
                    <a:pt x="902865" y="937182"/>
                  </a:lnTo>
                  <a:lnTo>
                    <a:pt x="894159" y="940762"/>
                  </a:lnTo>
                  <a:lnTo>
                    <a:pt x="888892" y="945745"/>
                  </a:lnTo>
                  <a:lnTo>
                    <a:pt x="886254" y="937648"/>
                  </a:lnTo>
                  <a:lnTo>
                    <a:pt x="881141" y="932645"/>
                  </a:lnTo>
                  <a:lnTo>
                    <a:pt x="880282" y="924139"/>
                  </a:lnTo>
                  <a:lnTo>
                    <a:pt x="876374" y="927012"/>
                  </a:lnTo>
                  <a:lnTo>
                    <a:pt x="870740" y="925261"/>
                  </a:lnTo>
                  <a:lnTo>
                    <a:pt x="861447" y="918819"/>
                  </a:lnTo>
                  <a:lnTo>
                    <a:pt x="855575" y="910072"/>
                  </a:lnTo>
                  <a:lnTo>
                    <a:pt x="863801" y="908557"/>
                  </a:lnTo>
                  <a:lnTo>
                    <a:pt x="865501" y="913990"/>
                  </a:lnTo>
                  <a:lnTo>
                    <a:pt x="872011" y="907322"/>
                  </a:lnTo>
                  <a:lnTo>
                    <a:pt x="870531" y="903809"/>
                  </a:lnTo>
                  <a:lnTo>
                    <a:pt x="869356" y="903359"/>
                  </a:lnTo>
                  <a:lnTo>
                    <a:pt x="867222" y="896825"/>
                  </a:lnTo>
                  <a:lnTo>
                    <a:pt x="877015" y="879710"/>
                  </a:lnTo>
                  <a:lnTo>
                    <a:pt x="879128" y="868670"/>
                  </a:lnTo>
                  <a:lnTo>
                    <a:pt x="874686" y="850956"/>
                  </a:lnTo>
                  <a:lnTo>
                    <a:pt x="878832" y="849794"/>
                  </a:lnTo>
                  <a:lnTo>
                    <a:pt x="889884" y="856006"/>
                  </a:lnTo>
                  <a:lnTo>
                    <a:pt x="894834" y="862120"/>
                  </a:lnTo>
                  <a:lnTo>
                    <a:pt x="894997" y="870513"/>
                  </a:lnTo>
                  <a:lnTo>
                    <a:pt x="899643" y="877012"/>
                  </a:lnTo>
                  <a:lnTo>
                    <a:pt x="906369" y="892579"/>
                  </a:lnTo>
                  <a:lnTo>
                    <a:pt x="914587" y="90170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3196855" y="2755716"/>
              <a:ext cx="952742" cy="935088"/>
            </a:xfrm>
            <a:custGeom>
              <a:avLst/>
              <a:pathLst>
                <a:path w="952742" h="935088">
                  <a:moveTo>
                    <a:pt x="914399" y="914400"/>
                  </a:moveTo>
                  <a:lnTo>
                    <a:pt x="919938" y="913954"/>
                  </a:lnTo>
                  <a:lnTo>
                    <a:pt x="923259" y="911808"/>
                  </a:lnTo>
                  <a:lnTo>
                    <a:pt x="938557" y="912684"/>
                  </a:lnTo>
                  <a:lnTo>
                    <a:pt x="950909" y="909545"/>
                  </a:lnTo>
                  <a:lnTo>
                    <a:pt x="952742" y="915116"/>
                  </a:lnTo>
                  <a:lnTo>
                    <a:pt x="952430" y="918025"/>
                  </a:lnTo>
                  <a:lnTo>
                    <a:pt x="926164" y="920755"/>
                  </a:lnTo>
                  <a:lnTo>
                    <a:pt x="902069" y="928933"/>
                  </a:lnTo>
                  <a:lnTo>
                    <a:pt x="888863" y="934473"/>
                  </a:lnTo>
                  <a:lnTo>
                    <a:pt x="882658" y="935088"/>
                  </a:lnTo>
                  <a:lnTo>
                    <a:pt x="877915" y="932174"/>
                  </a:lnTo>
                  <a:lnTo>
                    <a:pt x="862005" y="915285"/>
                  </a:lnTo>
                  <a:lnTo>
                    <a:pt x="866260" y="916970"/>
                  </a:lnTo>
                  <a:lnTo>
                    <a:pt x="878015" y="926516"/>
                  </a:lnTo>
                  <a:lnTo>
                    <a:pt x="885316" y="924774"/>
                  </a:lnTo>
                  <a:lnTo>
                    <a:pt x="892080" y="918466"/>
                  </a:lnTo>
                  <a:lnTo>
                    <a:pt x="893113" y="913698"/>
                  </a:lnTo>
                  <a:lnTo>
                    <a:pt x="892105" y="911440"/>
                  </a:lnTo>
                  <a:lnTo>
                    <a:pt x="895164" y="903912"/>
                  </a:lnTo>
                  <a:lnTo>
                    <a:pt x="904061" y="91113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3274623" y="2934513"/>
              <a:ext cx="930731" cy="914399"/>
            </a:xfrm>
            <a:custGeom>
              <a:avLst/>
              <a:pathLst>
                <a:path w="930731" h="914399">
                  <a:moveTo>
                    <a:pt x="914400" y="914399"/>
                  </a:moveTo>
                  <a:lnTo>
                    <a:pt x="907511" y="912254"/>
                  </a:lnTo>
                  <a:lnTo>
                    <a:pt x="905744" y="910528"/>
                  </a:lnTo>
                  <a:lnTo>
                    <a:pt x="908695" y="907630"/>
                  </a:lnTo>
                  <a:lnTo>
                    <a:pt x="915187" y="905213"/>
                  </a:lnTo>
                  <a:lnTo>
                    <a:pt x="925613" y="904972"/>
                  </a:lnTo>
                  <a:lnTo>
                    <a:pt x="930181" y="907829"/>
                  </a:lnTo>
                  <a:lnTo>
                    <a:pt x="930731" y="909079"/>
                  </a:lnTo>
                  <a:lnTo>
                    <a:pt x="924038" y="9122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3529059" y="3038667"/>
              <a:ext cx="918648" cy="914399"/>
            </a:xfrm>
            <a:custGeom>
              <a:avLst/>
              <a:pathLst>
                <a:path w="918648" h="914399">
                  <a:moveTo>
                    <a:pt x="914400" y="914399"/>
                  </a:moveTo>
                  <a:lnTo>
                    <a:pt x="908748" y="914399"/>
                  </a:lnTo>
                  <a:lnTo>
                    <a:pt x="910331" y="903379"/>
                  </a:lnTo>
                  <a:lnTo>
                    <a:pt x="915015" y="901116"/>
                  </a:lnTo>
                  <a:lnTo>
                    <a:pt x="916852" y="901239"/>
                  </a:lnTo>
                  <a:lnTo>
                    <a:pt x="918648" y="90726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3357943" y="2894503"/>
              <a:ext cx="945916" cy="990455"/>
            </a:xfrm>
            <a:custGeom>
              <a:avLst/>
              <a:pathLst>
                <a:path w="945916" h="990455">
                  <a:moveTo>
                    <a:pt x="914400" y="914400"/>
                  </a:moveTo>
                  <a:lnTo>
                    <a:pt x="926384" y="918865"/>
                  </a:lnTo>
                  <a:lnTo>
                    <a:pt x="939340" y="933675"/>
                  </a:lnTo>
                  <a:lnTo>
                    <a:pt x="944920" y="938949"/>
                  </a:lnTo>
                  <a:lnTo>
                    <a:pt x="945916" y="943753"/>
                  </a:lnTo>
                  <a:lnTo>
                    <a:pt x="943733" y="965680"/>
                  </a:lnTo>
                  <a:lnTo>
                    <a:pt x="940820" y="978882"/>
                  </a:lnTo>
                  <a:lnTo>
                    <a:pt x="941257" y="990455"/>
                  </a:lnTo>
                  <a:lnTo>
                    <a:pt x="938215" y="987029"/>
                  </a:lnTo>
                  <a:lnTo>
                    <a:pt x="935140" y="979450"/>
                  </a:lnTo>
                  <a:lnTo>
                    <a:pt x="930097" y="975093"/>
                  </a:lnTo>
                  <a:lnTo>
                    <a:pt x="928418" y="972809"/>
                  </a:lnTo>
                  <a:lnTo>
                    <a:pt x="937482" y="972307"/>
                  </a:lnTo>
                  <a:lnTo>
                    <a:pt x="938286" y="960375"/>
                  </a:lnTo>
                  <a:lnTo>
                    <a:pt x="942707" y="950963"/>
                  </a:lnTo>
                  <a:lnTo>
                    <a:pt x="942037" y="941172"/>
                  </a:lnTo>
                  <a:lnTo>
                    <a:pt x="931460" y="930392"/>
                  </a:lnTo>
                  <a:lnTo>
                    <a:pt x="924209" y="920903"/>
                  </a:lnTo>
                  <a:lnTo>
                    <a:pt x="913062" y="917866"/>
                  </a:lnTo>
                  <a:lnTo>
                    <a:pt x="902752" y="908418"/>
                  </a:lnTo>
                  <a:lnTo>
                    <a:pt x="896601" y="907256"/>
                  </a:lnTo>
                  <a:lnTo>
                    <a:pt x="889100" y="908920"/>
                  </a:lnTo>
                  <a:lnTo>
                    <a:pt x="891809" y="903287"/>
                  </a:lnTo>
                  <a:lnTo>
                    <a:pt x="893684" y="895836"/>
                  </a:lnTo>
                  <a:lnTo>
                    <a:pt x="895059" y="894443"/>
                  </a:lnTo>
                  <a:lnTo>
                    <a:pt x="900352" y="90257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3458860" y="3023023"/>
              <a:ext cx="914400" cy="915460"/>
            </a:xfrm>
            <a:custGeom>
              <a:avLst/>
              <a:pathLst>
                <a:path w="914400" h="915460">
                  <a:moveTo>
                    <a:pt x="914400" y="914400"/>
                  </a:moveTo>
                  <a:lnTo>
                    <a:pt x="908682" y="913319"/>
                  </a:lnTo>
                  <a:lnTo>
                    <a:pt x="900243" y="915403"/>
                  </a:lnTo>
                  <a:lnTo>
                    <a:pt x="897206" y="915460"/>
                  </a:lnTo>
                  <a:lnTo>
                    <a:pt x="899097" y="911808"/>
                  </a:lnTo>
                  <a:lnTo>
                    <a:pt x="904957" y="906872"/>
                  </a:lnTo>
                  <a:lnTo>
                    <a:pt x="905252" y="902171"/>
                  </a:lnTo>
                  <a:lnTo>
                    <a:pt x="898001" y="895391"/>
                  </a:lnTo>
                  <a:lnTo>
                    <a:pt x="889563" y="878522"/>
                  </a:lnTo>
                  <a:lnTo>
                    <a:pt x="885612" y="874523"/>
                  </a:lnTo>
                  <a:lnTo>
                    <a:pt x="883737" y="868183"/>
                  </a:lnTo>
                  <a:lnTo>
                    <a:pt x="876657" y="861383"/>
                  </a:lnTo>
                  <a:lnTo>
                    <a:pt x="878136" y="857747"/>
                  </a:lnTo>
                  <a:lnTo>
                    <a:pt x="879591" y="856892"/>
                  </a:lnTo>
                  <a:lnTo>
                    <a:pt x="884379" y="858638"/>
                  </a:lnTo>
                  <a:lnTo>
                    <a:pt x="895222" y="882901"/>
                  </a:lnTo>
                  <a:lnTo>
                    <a:pt x="895930" y="885226"/>
                  </a:lnTo>
                  <a:lnTo>
                    <a:pt x="913833" y="90906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t3925"/>
            <p:cNvSpPr/>
            <p:nvPr/>
          </p:nvSpPr>
          <p:spPr>
            <a:xfrm>
              <a:off x="4517981" y="2123210"/>
              <a:ext cx="63202" cy="63202"/>
            </a:xfrm>
            <a:prstGeom prst="ellipse">
              <a:avLst/>
            </a:prstGeom>
            <a:solidFill>
              <a:srgbClr val="3A77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t3926"/>
            <p:cNvSpPr/>
            <p:nvPr/>
          </p:nvSpPr>
          <p:spPr>
            <a:xfrm>
              <a:off x="2804077" y="3308464"/>
              <a:ext cx="63202" cy="63202"/>
            </a:xfrm>
            <a:prstGeom prst="ellipse">
              <a:avLst/>
            </a:prstGeom>
            <a:solidFill>
              <a:srgbClr val="392E5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t3927"/>
            <p:cNvSpPr/>
            <p:nvPr/>
          </p:nvSpPr>
          <p:spPr>
            <a:xfrm>
              <a:off x="2474979" y="3491892"/>
              <a:ext cx="63202" cy="63202"/>
            </a:xfrm>
            <a:prstGeom prst="ellipse">
              <a:avLst/>
            </a:prstGeom>
            <a:solidFill>
              <a:srgbClr val="382A5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t3928"/>
            <p:cNvSpPr/>
            <p:nvPr/>
          </p:nvSpPr>
          <p:spPr>
            <a:xfrm>
              <a:off x="4310750" y="2493405"/>
              <a:ext cx="63202" cy="63202"/>
            </a:xfrm>
            <a:prstGeom prst="ellipse">
              <a:avLst/>
            </a:prstGeom>
            <a:solidFill>
              <a:srgbClr val="59C3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t3929"/>
            <p:cNvSpPr/>
            <p:nvPr/>
          </p:nvSpPr>
          <p:spPr>
            <a:xfrm>
              <a:off x="3230764" y="3253112"/>
              <a:ext cx="63202" cy="63202"/>
            </a:xfrm>
            <a:prstGeom prst="ellipse">
              <a:avLst/>
            </a:prstGeom>
            <a:solidFill>
              <a:srgbClr val="3C457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t3930"/>
            <p:cNvSpPr/>
            <p:nvPr/>
          </p:nvSpPr>
          <p:spPr>
            <a:xfrm>
              <a:off x="4374836" y="2340602"/>
              <a:ext cx="63202" cy="63202"/>
            </a:xfrm>
            <a:prstGeom prst="ellipse">
              <a:avLst/>
            </a:prstGeom>
            <a:solidFill>
              <a:srgbClr val="74D4B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t3931"/>
            <p:cNvSpPr/>
            <p:nvPr/>
          </p:nvSpPr>
          <p:spPr>
            <a:xfrm>
              <a:off x="3085609" y="3352656"/>
              <a:ext cx="63202" cy="63202"/>
            </a:xfrm>
            <a:prstGeom prst="ellipse">
              <a:avLst/>
            </a:prstGeom>
            <a:solidFill>
              <a:srgbClr val="382A5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t3932"/>
            <p:cNvSpPr/>
            <p:nvPr/>
          </p:nvSpPr>
          <p:spPr>
            <a:xfrm>
              <a:off x="4834075" y="1821367"/>
              <a:ext cx="63202" cy="63202"/>
            </a:xfrm>
            <a:prstGeom prst="ellipse">
              <a:avLst/>
            </a:prstGeom>
            <a:solidFill>
              <a:srgbClr val="3A7B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t3933"/>
            <p:cNvSpPr/>
            <p:nvPr/>
          </p:nvSpPr>
          <p:spPr>
            <a:xfrm>
              <a:off x="4671421" y="2079945"/>
              <a:ext cx="63202" cy="63202"/>
            </a:xfrm>
            <a:prstGeom prst="ellipse">
              <a:avLst/>
            </a:prstGeom>
            <a:solidFill>
              <a:srgbClr val="388B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t3934"/>
            <p:cNvSpPr/>
            <p:nvPr/>
          </p:nvSpPr>
          <p:spPr>
            <a:xfrm>
              <a:off x="4227828" y="2542459"/>
              <a:ext cx="63202" cy="63202"/>
            </a:xfrm>
            <a:prstGeom prst="ellipse">
              <a:avLst/>
            </a:prstGeom>
            <a:solidFill>
              <a:srgbClr val="5FCD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t3935"/>
            <p:cNvSpPr/>
            <p:nvPr/>
          </p:nvSpPr>
          <p:spPr>
            <a:xfrm>
              <a:off x="3531947" y="3324123"/>
              <a:ext cx="63202" cy="63202"/>
            </a:xfrm>
            <a:prstGeom prst="ellipse">
              <a:avLst/>
            </a:prstGeom>
            <a:solidFill>
              <a:srgbClr val="3A356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t3936"/>
            <p:cNvSpPr/>
            <p:nvPr/>
          </p:nvSpPr>
          <p:spPr>
            <a:xfrm>
              <a:off x="4116343" y="2877034"/>
              <a:ext cx="63202" cy="63202"/>
            </a:xfrm>
            <a:prstGeom prst="ellipse">
              <a:avLst/>
            </a:prstGeom>
            <a:solidFill>
              <a:srgbClr val="45A9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t3937"/>
            <p:cNvSpPr/>
            <p:nvPr/>
          </p:nvSpPr>
          <p:spPr>
            <a:xfrm>
              <a:off x="3861999" y="3080650"/>
              <a:ext cx="63202" cy="63202"/>
            </a:xfrm>
            <a:prstGeom prst="ellipse">
              <a:avLst/>
            </a:prstGeom>
            <a:solidFill>
              <a:srgbClr val="3693A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t3938"/>
            <p:cNvSpPr/>
            <p:nvPr/>
          </p:nvSpPr>
          <p:spPr>
            <a:xfrm>
              <a:off x="2668745" y="3339664"/>
              <a:ext cx="63202" cy="63202"/>
            </a:xfrm>
            <a:prstGeom prst="ellipse">
              <a:avLst/>
            </a:prstGeom>
            <a:solidFill>
              <a:srgbClr val="395D9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t3939"/>
            <p:cNvSpPr/>
            <p:nvPr/>
          </p:nvSpPr>
          <p:spPr>
            <a:xfrm>
              <a:off x="3949423" y="3003555"/>
              <a:ext cx="63202" cy="63202"/>
            </a:xfrm>
            <a:prstGeom prst="ellipse">
              <a:avLst/>
            </a:prstGeom>
            <a:solidFill>
              <a:srgbClr val="399B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t3940"/>
            <p:cNvSpPr/>
            <p:nvPr/>
          </p:nvSpPr>
          <p:spPr>
            <a:xfrm>
              <a:off x="4323294" y="2302728"/>
              <a:ext cx="63202" cy="63202"/>
            </a:xfrm>
            <a:prstGeom prst="ellipse">
              <a:avLst/>
            </a:prstGeom>
            <a:solidFill>
              <a:srgbClr val="388A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t3941"/>
            <p:cNvSpPr/>
            <p:nvPr/>
          </p:nvSpPr>
          <p:spPr>
            <a:xfrm>
              <a:off x="3495127" y="3324813"/>
              <a:ext cx="63202" cy="63202"/>
            </a:xfrm>
            <a:prstGeom prst="ellipse">
              <a:avLst/>
            </a:prstGeom>
            <a:solidFill>
              <a:srgbClr val="3A366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t3942"/>
            <p:cNvSpPr/>
            <p:nvPr/>
          </p:nvSpPr>
          <p:spPr>
            <a:xfrm>
              <a:off x="3818102" y="3246059"/>
              <a:ext cx="63202" cy="63202"/>
            </a:xfrm>
            <a:prstGeom prst="ellipse">
              <a:avLst/>
            </a:prstGeom>
            <a:solidFill>
              <a:srgbClr val="3981A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t3943"/>
            <p:cNvSpPr/>
            <p:nvPr/>
          </p:nvSpPr>
          <p:spPr>
            <a:xfrm>
              <a:off x="3130118" y="3329566"/>
              <a:ext cx="63202" cy="63202"/>
            </a:xfrm>
            <a:prstGeom prst="ellipse">
              <a:avLst/>
            </a:prstGeom>
            <a:solidFill>
              <a:srgbClr val="3A315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t3944"/>
            <p:cNvSpPr/>
            <p:nvPr/>
          </p:nvSpPr>
          <p:spPr>
            <a:xfrm>
              <a:off x="4198713" y="2417858"/>
              <a:ext cx="63202" cy="63202"/>
            </a:xfrm>
            <a:prstGeom prst="ellipse">
              <a:avLst/>
            </a:prstGeom>
            <a:solidFill>
              <a:srgbClr val="3692A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t3945"/>
            <p:cNvSpPr/>
            <p:nvPr/>
          </p:nvSpPr>
          <p:spPr>
            <a:xfrm>
              <a:off x="3824350" y="3139769"/>
              <a:ext cx="63202" cy="63202"/>
            </a:xfrm>
            <a:prstGeom prst="ellipse">
              <a:avLst/>
            </a:prstGeom>
            <a:solidFill>
              <a:srgbClr val="3889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t3946"/>
            <p:cNvSpPr/>
            <p:nvPr/>
          </p:nvSpPr>
          <p:spPr>
            <a:xfrm>
              <a:off x="2941545" y="3353078"/>
              <a:ext cx="63202" cy="63202"/>
            </a:xfrm>
            <a:prstGeom prst="ellipse">
              <a:avLst/>
            </a:prstGeom>
            <a:solidFill>
              <a:srgbClr val="3A346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t3947"/>
            <p:cNvSpPr/>
            <p:nvPr/>
          </p:nvSpPr>
          <p:spPr>
            <a:xfrm>
              <a:off x="4020756" y="2922673"/>
              <a:ext cx="63202" cy="63202"/>
            </a:xfrm>
            <a:prstGeom prst="ellipse">
              <a:avLst/>
            </a:prstGeom>
            <a:solidFill>
              <a:srgbClr val="44A7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t3948"/>
            <p:cNvSpPr/>
            <p:nvPr/>
          </p:nvSpPr>
          <p:spPr>
            <a:xfrm>
              <a:off x="4801364" y="1841625"/>
              <a:ext cx="63202" cy="63202"/>
            </a:xfrm>
            <a:prstGeom prst="ellipse">
              <a:avLst/>
            </a:prstGeom>
            <a:solidFill>
              <a:srgbClr val="389A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t3949"/>
            <p:cNvSpPr/>
            <p:nvPr/>
          </p:nvSpPr>
          <p:spPr>
            <a:xfrm>
              <a:off x="2752856" y="3314756"/>
              <a:ext cx="63202" cy="63202"/>
            </a:xfrm>
            <a:prstGeom prst="ellipse">
              <a:avLst/>
            </a:prstGeom>
            <a:solidFill>
              <a:srgbClr val="382A5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t3950"/>
            <p:cNvSpPr/>
            <p:nvPr/>
          </p:nvSpPr>
          <p:spPr>
            <a:xfrm>
              <a:off x="5143149" y="1843604"/>
              <a:ext cx="63202" cy="63202"/>
            </a:xfrm>
            <a:prstGeom prst="ellipse">
              <a:avLst/>
            </a:prstGeom>
            <a:solidFill>
              <a:srgbClr val="378C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t3951"/>
            <p:cNvSpPr/>
            <p:nvPr/>
          </p:nvSpPr>
          <p:spPr>
            <a:xfrm>
              <a:off x="3830102" y="3143517"/>
              <a:ext cx="63202" cy="63202"/>
            </a:xfrm>
            <a:prstGeom prst="ellipse">
              <a:avLst/>
            </a:prstGeom>
            <a:solidFill>
              <a:srgbClr val="3596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t3952"/>
            <p:cNvSpPr/>
            <p:nvPr/>
          </p:nvSpPr>
          <p:spPr>
            <a:xfrm>
              <a:off x="4722739" y="1954852"/>
              <a:ext cx="63202" cy="63202"/>
            </a:xfrm>
            <a:prstGeom prst="ellipse">
              <a:avLst/>
            </a:prstGeom>
            <a:solidFill>
              <a:srgbClr val="41A3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t3953"/>
            <p:cNvSpPr/>
            <p:nvPr/>
          </p:nvSpPr>
          <p:spPr>
            <a:xfrm>
              <a:off x="3009462" y="3371921"/>
              <a:ext cx="63202" cy="63202"/>
            </a:xfrm>
            <a:prstGeom prst="ellipse">
              <a:avLst/>
            </a:prstGeom>
            <a:solidFill>
              <a:srgbClr val="382A5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t3954"/>
            <p:cNvSpPr/>
            <p:nvPr/>
          </p:nvSpPr>
          <p:spPr>
            <a:xfrm>
              <a:off x="3853490" y="3083509"/>
              <a:ext cx="63202" cy="63202"/>
            </a:xfrm>
            <a:prstGeom prst="ellipse">
              <a:avLst/>
            </a:prstGeom>
            <a:solidFill>
              <a:srgbClr val="3692A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t3955"/>
            <p:cNvSpPr/>
            <p:nvPr/>
          </p:nvSpPr>
          <p:spPr>
            <a:xfrm>
              <a:off x="4716341" y="1923178"/>
              <a:ext cx="63202" cy="63202"/>
            </a:xfrm>
            <a:prstGeom prst="ellipse">
              <a:avLst/>
            </a:prstGeom>
            <a:solidFill>
              <a:srgbClr val="3982A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t3956"/>
            <p:cNvSpPr/>
            <p:nvPr/>
          </p:nvSpPr>
          <p:spPr>
            <a:xfrm>
              <a:off x="2556116" y="3429218"/>
              <a:ext cx="63202" cy="63202"/>
            </a:xfrm>
            <a:prstGeom prst="ellipse">
              <a:avLst/>
            </a:prstGeom>
            <a:solidFill>
              <a:srgbClr val="37295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t3957"/>
            <p:cNvSpPr/>
            <p:nvPr/>
          </p:nvSpPr>
          <p:spPr>
            <a:xfrm>
              <a:off x="4123017" y="2857995"/>
              <a:ext cx="63202" cy="63202"/>
            </a:xfrm>
            <a:prstGeom prst="ellipse">
              <a:avLst/>
            </a:prstGeom>
            <a:solidFill>
              <a:srgbClr val="3B9D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t3958"/>
            <p:cNvSpPr/>
            <p:nvPr/>
          </p:nvSpPr>
          <p:spPr>
            <a:xfrm>
              <a:off x="2447878" y="3464791"/>
              <a:ext cx="117405" cy="117405"/>
            </a:xfrm>
            <a:prstGeom prst="ellipse">
              <a:avLst/>
            </a:prstGeom>
            <a:solidFill>
              <a:srgbClr val="382A5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t3959"/>
            <p:cNvSpPr/>
            <p:nvPr/>
          </p:nvSpPr>
          <p:spPr>
            <a:xfrm>
              <a:off x="2982361" y="3344820"/>
              <a:ext cx="117405" cy="117405"/>
            </a:xfrm>
            <a:prstGeom prst="ellipse">
              <a:avLst/>
            </a:prstGeom>
            <a:solidFill>
              <a:srgbClr val="382A5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t3960"/>
            <p:cNvSpPr/>
            <p:nvPr/>
          </p:nvSpPr>
          <p:spPr>
            <a:xfrm>
              <a:off x="3791000" y="3218958"/>
              <a:ext cx="117405" cy="117405"/>
            </a:xfrm>
            <a:prstGeom prst="ellipse">
              <a:avLst/>
            </a:prstGeom>
            <a:solidFill>
              <a:srgbClr val="3981A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t3961"/>
            <p:cNvSpPr/>
            <p:nvPr/>
          </p:nvSpPr>
          <p:spPr>
            <a:xfrm>
              <a:off x="4689240" y="1896077"/>
              <a:ext cx="117405" cy="117405"/>
            </a:xfrm>
            <a:prstGeom prst="ellipse">
              <a:avLst/>
            </a:prstGeom>
            <a:solidFill>
              <a:srgbClr val="3982A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t3962"/>
            <p:cNvSpPr/>
            <p:nvPr/>
          </p:nvSpPr>
          <p:spPr>
            <a:xfrm>
              <a:off x="4806974" y="1794266"/>
              <a:ext cx="117405" cy="117405"/>
            </a:xfrm>
            <a:prstGeom prst="ellipse">
              <a:avLst/>
            </a:prstGeom>
            <a:solidFill>
              <a:srgbClr val="3A7B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l3963"/>
            <p:cNvSpPr/>
            <p:nvPr/>
          </p:nvSpPr>
          <p:spPr>
            <a:xfrm>
              <a:off x="4774750" y="1754602"/>
              <a:ext cx="81728" cy="88414"/>
            </a:xfrm>
            <a:custGeom>
              <a:avLst/>
              <a:pathLst>
                <a:path w="81728" h="88414">
                  <a:moveTo>
                    <a:pt x="0" y="0"/>
                  </a:moveTo>
                  <a:lnTo>
                    <a:pt x="81728" y="88414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g3964"/>
            <p:cNvSpPr/>
            <p:nvPr/>
          </p:nvSpPr>
          <p:spPr>
            <a:xfrm>
              <a:off x="1981265" y="3273105"/>
              <a:ext cx="558515" cy="191749"/>
            </a:xfrm>
            <a:custGeom>
              <a:avLst/>
              <a:pathLst>
                <a:path w="558515" h="191749">
                  <a:moveTo>
                    <a:pt x="27431" y="191749"/>
                  </a:moveTo>
                  <a:lnTo>
                    <a:pt x="531083" y="191749"/>
                  </a:lnTo>
                  <a:lnTo>
                    <a:pt x="529978" y="191727"/>
                  </a:lnTo>
                  <a:lnTo>
                    <a:pt x="534390" y="191549"/>
                  </a:lnTo>
                  <a:lnTo>
                    <a:pt x="538715" y="190666"/>
                  </a:lnTo>
                  <a:lnTo>
                    <a:pt x="542843" y="189101"/>
                  </a:lnTo>
                  <a:lnTo>
                    <a:pt x="546666" y="186893"/>
                  </a:lnTo>
                  <a:lnTo>
                    <a:pt x="550086" y="184101"/>
                  </a:lnTo>
                  <a:lnTo>
                    <a:pt x="553013" y="180797"/>
                  </a:lnTo>
                  <a:lnTo>
                    <a:pt x="555373" y="177065"/>
                  </a:lnTo>
                  <a:lnTo>
                    <a:pt x="557103" y="173004"/>
                  </a:lnTo>
                  <a:lnTo>
                    <a:pt x="558160" y="168718"/>
                  </a:lnTo>
                  <a:lnTo>
                    <a:pt x="558515" y="164317"/>
                  </a:lnTo>
                  <a:lnTo>
                    <a:pt x="558515" y="27432"/>
                  </a:lnTo>
                  <a:lnTo>
                    <a:pt x="558160" y="23031"/>
                  </a:lnTo>
                  <a:lnTo>
                    <a:pt x="557103" y="18745"/>
                  </a:lnTo>
                  <a:lnTo>
                    <a:pt x="555373" y="14683"/>
                  </a:lnTo>
                  <a:lnTo>
                    <a:pt x="553013" y="10952"/>
                  </a:lnTo>
                  <a:lnTo>
                    <a:pt x="550086" y="7647"/>
                  </a:lnTo>
                  <a:lnTo>
                    <a:pt x="546666" y="4855"/>
                  </a:lnTo>
                  <a:lnTo>
                    <a:pt x="542843" y="2648"/>
                  </a:lnTo>
                  <a:lnTo>
                    <a:pt x="538715" y="1083"/>
                  </a:lnTo>
                  <a:lnTo>
                    <a:pt x="534390" y="200"/>
                  </a:lnTo>
                  <a:lnTo>
                    <a:pt x="53108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tx3965"/>
            <p:cNvSpPr/>
            <p:nvPr/>
          </p:nvSpPr>
          <p:spPr>
            <a:xfrm>
              <a:off x="2026985" y="3318825"/>
              <a:ext cx="46707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W1_TX</a:t>
              </a:r>
            </a:p>
          </p:txBody>
        </p:sp>
        <p:sp>
          <p:nvSpPr>
            <p:cNvPr id="3966" name="pg3966"/>
            <p:cNvSpPr/>
            <p:nvPr/>
          </p:nvSpPr>
          <p:spPr>
            <a:xfrm>
              <a:off x="2631197" y="3152890"/>
              <a:ext cx="550834" cy="191749"/>
            </a:xfrm>
            <a:custGeom>
              <a:avLst/>
              <a:pathLst>
                <a:path w="550834" h="191749">
                  <a:moveTo>
                    <a:pt x="27431" y="191749"/>
                  </a:moveTo>
                  <a:lnTo>
                    <a:pt x="523402" y="191749"/>
                  </a:lnTo>
                  <a:lnTo>
                    <a:pt x="522297" y="191727"/>
                  </a:lnTo>
                  <a:lnTo>
                    <a:pt x="526709" y="191549"/>
                  </a:lnTo>
                  <a:lnTo>
                    <a:pt x="531034" y="190666"/>
                  </a:lnTo>
                  <a:lnTo>
                    <a:pt x="535162" y="189101"/>
                  </a:lnTo>
                  <a:lnTo>
                    <a:pt x="538985" y="186893"/>
                  </a:lnTo>
                  <a:lnTo>
                    <a:pt x="542405" y="184101"/>
                  </a:lnTo>
                  <a:lnTo>
                    <a:pt x="545332" y="180797"/>
                  </a:lnTo>
                  <a:lnTo>
                    <a:pt x="547692" y="177065"/>
                  </a:lnTo>
                  <a:lnTo>
                    <a:pt x="549422" y="173004"/>
                  </a:lnTo>
                  <a:lnTo>
                    <a:pt x="550479" y="168718"/>
                  </a:lnTo>
                  <a:lnTo>
                    <a:pt x="550834" y="164317"/>
                  </a:lnTo>
                  <a:lnTo>
                    <a:pt x="550834" y="27431"/>
                  </a:lnTo>
                  <a:lnTo>
                    <a:pt x="550479" y="23031"/>
                  </a:lnTo>
                  <a:lnTo>
                    <a:pt x="549422" y="18745"/>
                  </a:lnTo>
                  <a:lnTo>
                    <a:pt x="547692" y="14683"/>
                  </a:lnTo>
                  <a:lnTo>
                    <a:pt x="545332" y="10952"/>
                  </a:lnTo>
                  <a:lnTo>
                    <a:pt x="542405" y="7647"/>
                  </a:lnTo>
                  <a:lnTo>
                    <a:pt x="538985" y="4855"/>
                  </a:lnTo>
                  <a:lnTo>
                    <a:pt x="535162" y="2648"/>
                  </a:lnTo>
                  <a:lnTo>
                    <a:pt x="531034" y="1083"/>
                  </a:lnTo>
                  <a:lnTo>
                    <a:pt x="526709" y="200"/>
                  </a:lnTo>
                  <a:lnTo>
                    <a:pt x="523402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tx3967"/>
            <p:cNvSpPr/>
            <p:nvPr/>
          </p:nvSpPr>
          <p:spPr>
            <a:xfrm>
              <a:off x="2676917" y="3198610"/>
              <a:ext cx="459394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W2_LA</a:t>
              </a:r>
            </a:p>
          </p:txBody>
        </p:sp>
        <p:sp>
          <p:nvSpPr>
            <p:cNvPr id="3968" name="pg3968"/>
            <p:cNvSpPr/>
            <p:nvPr/>
          </p:nvSpPr>
          <p:spPr>
            <a:xfrm>
              <a:off x="3273593" y="3027166"/>
              <a:ext cx="542970" cy="191749"/>
            </a:xfrm>
            <a:custGeom>
              <a:avLst/>
              <a:pathLst>
                <a:path w="542970" h="191749">
                  <a:moveTo>
                    <a:pt x="27431" y="191749"/>
                  </a:moveTo>
                  <a:lnTo>
                    <a:pt x="515538" y="191749"/>
                  </a:lnTo>
                  <a:lnTo>
                    <a:pt x="514434" y="191727"/>
                  </a:lnTo>
                  <a:lnTo>
                    <a:pt x="518845" y="191549"/>
                  </a:lnTo>
                  <a:lnTo>
                    <a:pt x="523170" y="190666"/>
                  </a:lnTo>
                  <a:lnTo>
                    <a:pt x="527298" y="189101"/>
                  </a:lnTo>
                  <a:lnTo>
                    <a:pt x="531121" y="186893"/>
                  </a:lnTo>
                  <a:lnTo>
                    <a:pt x="534541" y="184101"/>
                  </a:lnTo>
                  <a:lnTo>
                    <a:pt x="537469" y="180797"/>
                  </a:lnTo>
                  <a:lnTo>
                    <a:pt x="539828" y="177065"/>
                  </a:lnTo>
                  <a:lnTo>
                    <a:pt x="541558" y="173004"/>
                  </a:lnTo>
                  <a:lnTo>
                    <a:pt x="542615" y="168718"/>
                  </a:lnTo>
                  <a:lnTo>
                    <a:pt x="542970" y="164317"/>
                  </a:lnTo>
                  <a:lnTo>
                    <a:pt x="542970" y="27431"/>
                  </a:lnTo>
                  <a:lnTo>
                    <a:pt x="542615" y="23031"/>
                  </a:lnTo>
                  <a:lnTo>
                    <a:pt x="541558" y="18745"/>
                  </a:lnTo>
                  <a:lnTo>
                    <a:pt x="539828" y="14683"/>
                  </a:lnTo>
                  <a:lnTo>
                    <a:pt x="537469" y="10952"/>
                  </a:lnTo>
                  <a:lnTo>
                    <a:pt x="534541" y="7647"/>
                  </a:lnTo>
                  <a:lnTo>
                    <a:pt x="531121" y="4855"/>
                  </a:lnTo>
                  <a:lnTo>
                    <a:pt x="527298" y="2648"/>
                  </a:lnTo>
                  <a:lnTo>
                    <a:pt x="523170" y="1083"/>
                  </a:lnTo>
                  <a:lnTo>
                    <a:pt x="518845" y="200"/>
                  </a:lnTo>
                  <a:lnTo>
                    <a:pt x="51553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tx3969"/>
            <p:cNvSpPr/>
            <p:nvPr/>
          </p:nvSpPr>
          <p:spPr>
            <a:xfrm>
              <a:off x="3319313" y="3072886"/>
              <a:ext cx="451530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W3_FL</a:t>
              </a:r>
            </a:p>
          </p:txBody>
        </p:sp>
        <p:sp>
          <p:nvSpPr>
            <p:cNvPr id="3970" name="pg3970"/>
            <p:cNvSpPr/>
            <p:nvPr/>
          </p:nvSpPr>
          <p:spPr>
            <a:xfrm>
              <a:off x="4079340" y="1845925"/>
              <a:ext cx="581741" cy="191749"/>
            </a:xfrm>
            <a:custGeom>
              <a:avLst/>
              <a:pathLst>
                <a:path w="581741" h="191749">
                  <a:moveTo>
                    <a:pt x="27431" y="191749"/>
                  </a:moveTo>
                  <a:lnTo>
                    <a:pt x="554309" y="191749"/>
                  </a:lnTo>
                  <a:lnTo>
                    <a:pt x="553204" y="191727"/>
                  </a:lnTo>
                  <a:lnTo>
                    <a:pt x="557615" y="191549"/>
                  </a:lnTo>
                  <a:lnTo>
                    <a:pt x="561941" y="190666"/>
                  </a:lnTo>
                  <a:lnTo>
                    <a:pt x="566069" y="189101"/>
                  </a:lnTo>
                  <a:lnTo>
                    <a:pt x="569892" y="186893"/>
                  </a:lnTo>
                  <a:lnTo>
                    <a:pt x="573312" y="184101"/>
                  </a:lnTo>
                  <a:lnTo>
                    <a:pt x="576239" y="180797"/>
                  </a:lnTo>
                  <a:lnTo>
                    <a:pt x="578599" y="177065"/>
                  </a:lnTo>
                  <a:lnTo>
                    <a:pt x="580329" y="173004"/>
                  </a:lnTo>
                  <a:lnTo>
                    <a:pt x="581386" y="168718"/>
                  </a:lnTo>
                  <a:lnTo>
                    <a:pt x="581741" y="164317"/>
                  </a:lnTo>
                  <a:lnTo>
                    <a:pt x="581741" y="27432"/>
                  </a:lnTo>
                  <a:lnTo>
                    <a:pt x="581386" y="23031"/>
                  </a:lnTo>
                  <a:lnTo>
                    <a:pt x="580329" y="18745"/>
                  </a:lnTo>
                  <a:lnTo>
                    <a:pt x="578599" y="14683"/>
                  </a:lnTo>
                  <a:lnTo>
                    <a:pt x="576239" y="10952"/>
                  </a:lnTo>
                  <a:lnTo>
                    <a:pt x="573312" y="7647"/>
                  </a:lnTo>
                  <a:lnTo>
                    <a:pt x="569892" y="4855"/>
                  </a:lnTo>
                  <a:lnTo>
                    <a:pt x="566069" y="2648"/>
                  </a:lnTo>
                  <a:lnTo>
                    <a:pt x="561941" y="1083"/>
                  </a:lnTo>
                  <a:lnTo>
                    <a:pt x="557615" y="200"/>
                  </a:lnTo>
                  <a:lnTo>
                    <a:pt x="55430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tx3971"/>
            <p:cNvSpPr/>
            <p:nvPr/>
          </p:nvSpPr>
          <p:spPr>
            <a:xfrm>
              <a:off x="4125060" y="1891645"/>
              <a:ext cx="49030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W5_NH</a:t>
              </a:r>
            </a:p>
          </p:txBody>
        </p:sp>
        <p:sp>
          <p:nvSpPr>
            <p:cNvPr id="3972" name="pg3972"/>
            <p:cNvSpPr/>
            <p:nvPr/>
          </p:nvSpPr>
          <p:spPr>
            <a:xfrm>
              <a:off x="4440505" y="1562853"/>
              <a:ext cx="589605" cy="191749"/>
            </a:xfrm>
            <a:custGeom>
              <a:avLst/>
              <a:pathLst>
                <a:path w="589605" h="191749">
                  <a:moveTo>
                    <a:pt x="27432" y="191749"/>
                  </a:moveTo>
                  <a:lnTo>
                    <a:pt x="562173" y="191749"/>
                  </a:lnTo>
                  <a:lnTo>
                    <a:pt x="561068" y="191727"/>
                  </a:lnTo>
                  <a:lnTo>
                    <a:pt x="565479" y="191549"/>
                  </a:lnTo>
                  <a:lnTo>
                    <a:pt x="569805" y="190666"/>
                  </a:lnTo>
                  <a:lnTo>
                    <a:pt x="573933" y="189101"/>
                  </a:lnTo>
                  <a:lnTo>
                    <a:pt x="577756" y="186893"/>
                  </a:lnTo>
                  <a:lnTo>
                    <a:pt x="581175" y="184101"/>
                  </a:lnTo>
                  <a:lnTo>
                    <a:pt x="584103" y="180797"/>
                  </a:lnTo>
                  <a:lnTo>
                    <a:pt x="586462" y="177065"/>
                  </a:lnTo>
                  <a:lnTo>
                    <a:pt x="588193" y="173004"/>
                  </a:lnTo>
                  <a:lnTo>
                    <a:pt x="589249" y="168718"/>
                  </a:lnTo>
                  <a:lnTo>
                    <a:pt x="589605" y="164317"/>
                  </a:lnTo>
                  <a:lnTo>
                    <a:pt x="589605" y="27432"/>
                  </a:lnTo>
                  <a:lnTo>
                    <a:pt x="589249" y="23031"/>
                  </a:lnTo>
                  <a:lnTo>
                    <a:pt x="588193" y="18745"/>
                  </a:lnTo>
                  <a:lnTo>
                    <a:pt x="586462" y="14683"/>
                  </a:lnTo>
                  <a:lnTo>
                    <a:pt x="584103" y="10952"/>
                  </a:lnTo>
                  <a:lnTo>
                    <a:pt x="581175" y="7647"/>
                  </a:lnTo>
                  <a:lnTo>
                    <a:pt x="577756" y="4855"/>
                  </a:lnTo>
                  <a:lnTo>
                    <a:pt x="573933" y="2648"/>
                  </a:lnTo>
                  <a:lnTo>
                    <a:pt x="569805" y="1083"/>
                  </a:lnTo>
                  <a:lnTo>
                    <a:pt x="565479" y="200"/>
                  </a:lnTo>
                  <a:lnTo>
                    <a:pt x="562173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tx3973"/>
            <p:cNvSpPr/>
            <p:nvPr/>
          </p:nvSpPr>
          <p:spPr>
            <a:xfrm>
              <a:off x="4486225" y="1608573"/>
              <a:ext cx="49816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W6_ME</a:t>
              </a:r>
            </a:p>
          </p:txBody>
        </p:sp>
        <p:sp>
          <p:nvSpPr>
            <p:cNvPr id="3974" name="rc3974"/>
            <p:cNvSpPr/>
            <p:nvPr/>
          </p:nvSpPr>
          <p:spPr>
            <a:xfrm>
              <a:off x="4155229" y="2281426"/>
              <a:ext cx="434719" cy="411073"/>
            </a:xfrm>
            <a:prstGeom prst="rect">
              <a:avLst/>
            </a:prstGeom>
            <a:noFill/>
            <a:ln w="13550" cap="flat">
              <a:solidFill>
                <a:srgbClr val="000000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975" name="pl3975"/>
            <p:cNvSpPr/>
            <p:nvPr/>
          </p:nvSpPr>
          <p:spPr>
            <a:xfrm>
              <a:off x="3340740" y="1535667"/>
              <a:ext cx="814489" cy="745758"/>
            </a:xfrm>
            <a:custGeom>
              <a:avLst/>
              <a:pathLst>
                <a:path w="814489" h="745758">
                  <a:moveTo>
                    <a:pt x="0" y="0"/>
                  </a:moveTo>
                  <a:lnTo>
                    <a:pt x="814489" y="745758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l3976"/>
            <p:cNvSpPr/>
            <p:nvPr/>
          </p:nvSpPr>
          <p:spPr>
            <a:xfrm>
              <a:off x="3340740" y="2692500"/>
              <a:ext cx="814489" cy="44001"/>
            </a:xfrm>
            <a:custGeom>
              <a:avLst/>
              <a:pathLst>
                <a:path w="814489" h="44001">
                  <a:moveTo>
                    <a:pt x="0" y="44001"/>
                  </a:moveTo>
                  <a:lnTo>
                    <a:pt x="814489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rc3977"/>
            <p:cNvSpPr/>
            <p:nvPr/>
          </p:nvSpPr>
          <p:spPr>
            <a:xfrm>
              <a:off x="1935545" y="1386057"/>
              <a:ext cx="3501561" cy="271461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tx3978"/>
            <p:cNvSpPr/>
            <p:nvPr/>
          </p:nvSpPr>
          <p:spPr>
            <a:xfrm>
              <a:off x="1623192" y="380768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3979" name="tx3979"/>
            <p:cNvSpPr/>
            <p:nvPr/>
          </p:nvSpPr>
          <p:spPr>
            <a:xfrm>
              <a:off x="1747550" y="378921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0" name="tx3980"/>
            <p:cNvSpPr/>
            <p:nvPr/>
          </p:nvSpPr>
          <p:spPr>
            <a:xfrm>
              <a:off x="1792265" y="380768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1" name="tx3981"/>
            <p:cNvSpPr/>
            <p:nvPr/>
          </p:nvSpPr>
          <p:spPr>
            <a:xfrm>
              <a:off x="1623192" y="3283301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3982" name="tx3982"/>
            <p:cNvSpPr/>
            <p:nvPr/>
          </p:nvSpPr>
          <p:spPr>
            <a:xfrm>
              <a:off x="1747550" y="326483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3" name="tx3983"/>
            <p:cNvSpPr/>
            <p:nvPr/>
          </p:nvSpPr>
          <p:spPr>
            <a:xfrm>
              <a:off x="1792265" y="3283301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4" name="tx3984"/>
            <p:cNvSpPr/>
            <p:nvPr/>
          </p:nvSpPr>
          <p:spPr>
            <a:xfrm>
              <a:off x="1623192" y="2758919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35</a:t>
              </a:r>
            </a:p>
          </p:txBody>
        </p:sp>
        <p:sp>
          <p:nvSpPr>
            <p:cNvPr id="3985" name="tx3985"/>
            <p:cNvSpPr/>
            <p:nvPr/>
          </p:nvSpPr>
          <p:spPr>
            <a:xfrm>
              <a:off x="1747550" y="2740448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6" name="tx3986"/>
            <p:cNvSpPr/>
            <p:nvPr/>
          </p:nvSpPr>
          <p:spPr>
            <a:xfrm>
              <a:off x="1792265" y="2758919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7" name="tx3987"/>
            <p:cNvSpPr/>
            <p:nvPr/>
          </p:nvSpPr>
          <p:spPr>
            <a:xfrm>
              <a:off x="1623192" y="2234537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3988" name="tx3988"/>
            <p:cNvSpPr/>
            <p:nvPr/>
          </p:nvSpPr>
          <p:spPr>
            <a:xfrm>
              <a:off x="1747550" y="2216066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9" name="tx3989"/>
            <p:cNvSpPr/>
            <p:nvPr/>
          </p:nvSpPr>
          <p:spPr>
            <a:xfrm>
              <a:off x="1792265" y="2234537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90" name="tx3990"/>
            <p:cNvSpPr/>
            <p:nvPr/>
          </p:nvSpPr>
          <p:spPr>
            <a:xfrm>
              <a:off x="1623192" y="170997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45</a:t>
              </a:r>
            </a:p>
          </p:txBody>
        </p:sp>
        <p:sp>
          <p:nvSpPr>
            <p:cNvPr id="3991" name="tx3991"/>
            <p:cNvSpPr/>
            <p:nvPr/>
          </p:nvSpPr>
          <p:spPr>
            <a:xfrm>
              <a:off x="1747550" y="169150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92" name="tx3992"/>
            <p:cNvSpPr/>
            <p:nvPr/>
          </p:nvSpPr>
          <p:spPr>
            <a:xfrm>
              <a:off x="1792265" y="170997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93" name="pl3993"/>
            <p:cNvSpPr/>
            <p:nvPr/>
          </p:nvSpPr>
          <p:spPr>
            <a:xfrm>
              <a:off x="1900750" y="384819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l3994"/>
            <p:cNvSpPr/>
            <p:nvPr/>
          </p:nvSpPr>
          <p:spPr>
            <a:xfrm>
              <a:off x="1900750" y="3323809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l3995"/>
            <p:cNvSpPr/>
            <p:nvPr/>
          </p:nvSpPr>
          <p:spPr>
            <a:xfrm>
              <a:off x="1900750" y="279942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l3996"/>
            <p:cNvSpPr/>
            <p:nvPr/>
          </p:nvSpPr>
          <p:spPr>
            <a:xfrm>
              <a:off x="1900750" y="2275045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l3997"/>
            <p:cNvSpPr/>
            <p:nvPr/>
          </p:nvSpPr>
          <p:spPr>
            <a:xfrm>
              <a:off x="1900750" y="1750663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tx3998"/>
            <p:cNvSpPr/>
            <p:nvPr/>
          </p:nvSpPr>
          <p:spPr>
            <a:xfrm rot="-5400000">
              <a:off x="1260265" y="2693346"/>
              <a:ext cx="4973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3999" name="pl3999"/>
            <p:cNvSpPr/>
            <p:nvPr/>
          </p:nvSpPr>
          <p:spPr>
            <a:xfrm>
              <a:off x="2265396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l4000"/>
            <p:cNvSpPr/>
            <p:nvPr/>
          </p:nvSpPr>
          <p:spPr>
            <a:xfrm>
              <a:off x="2692120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l4001"/>
            <p:cNvSpPr/>
            <p:nvPr/>
          </p:nvSpPr>
          <p:spPr>
            <a:xfrm>
              <a:off x="3118843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l4002"/>
            <p:cNvSpPr/>
            <p:nvPr/>
          </p:nvSpPr>
          <p:spPr>
            <a:xfrm>
              <a:off x="3545567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l4003"/>
            <p:cNvSpPr/>
            <p:nvPr/>
          </p:nvSpPr>
          <p:spPr>
            <a:xfrm>
              <a:off x="3972290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l4004"/>
            <p:cNvSpPr/>
            <p:nvPr/>
          </p:nvSpPr>
          <p:spPr>
            <a:xfrm>
              <a:off x="4399014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l4005"/>
            <p:cNvSpPr/>
            <p:nvPr/>
          </p:nvSpPr>
          <p:spPr>
            <a:xfrm>
              <a:off x="4825737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l4006"/>
            <p:cNvSpPr/>
            <p:nvPr/>
          </p:nvSpPr>
          <p:spPr>
            <a:xfrm>
              <a:off x="5252461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tx4007"/>
            <p:cNvSpPr/>
            <p:nvPr/>
          </p:nvSpPr>
          <p:spPr>
            <a:xfrm>
              <a:off x="2097055" y="4163666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4008" name="tx4008"/>
            <p:cNvSpPr/>
            <p:nvPr/>
          </p:nvSpPr>
          <p:spPr>
            <a:xfrm>
              <a:off x="2283593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9" name="tx4009"/>
            <p:cNvSpPr/>
            <p:nvPr/>
          </p:nvSpPr>
          <p:spPr>
            <a:xfrm>
              <a:off x="2328307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0" name="tx4010"/>
            <p:cNvSpPr/>
            <p:nvPr/>
          </p:nvSpPr>
          <p:spPr>
            <a:xfrm>
              <a:off x="2539323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95</a:t>
              </a:r>
            </a:p>
          </p:txBody>
        </p:sp>
        <p:sp>
          <p:nvSpPr>
            <p:cNvPr id="4011" name="tx4011"/>
            <p:cNvSpPr/>
            <p:nvPr/>
          </p:nvSpPr>
          <p:spPr>
            <a:xfrm>
              <a:off x="2694771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2" name="tx4012"/>
            <p:cNvSpPr/>
            <p:nvPr/>
          </p:nvSpPr>
          <p:spPr>
            <a:xfrm>
              <a:off x="2739486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3" name="tx4013"/>
            <p:cNvSpPr/>
            <p:nvPr/>
          </p:nvSpPr>
          <p:spPr>
            <a:xfrm>
              <a:off x="2966047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90</a:t>
              </a:r>
            </a:p>
          </p:txBody>
        </p:sp>
        <p:sp>
          <p:nvSpPr>
            <p:cNvPr id="4014" name="tx4014"/>
            <p:cNvSpPr/>
            <p:nvPr/>
          </p:nvSpPr>
          <p:spPr>
            <a:xfrm>
              <a:off x="3121495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5" name="tx4015"/>
            <p:cNvSpPr/>
            <p:nvPr/>
          </p:nvSpPr>
          <p:spPr>
            <a:xfrm>
              <a:off x="3166209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6" name="tx4016"/>
            <p:cNvSpPr/>
            <p:nvPr/>
          </p:nvSpPr>
          <p:spPr>
            <a:xfrm>
              <a:off x="3392771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85</a:t>
              </a:r>
            </a:p>
          </p:txBody>
        </p:sp>
        <p:sp>
          <p:nvSpPr>
            <p:cNvPr id="4017" name="tx4017"/>
            <p:cNvSpPr/>
            <p:nvPr/>
          </p:nvSpPr>
          <p:spPr>
            <a:xfrm>
              <a:off x="3548219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8" name="tx4018"/>
            <p:cNvSpPr/>
            <p:nvPr/>
          </p:nvSpPr>
          <p:spPr>
            <a:xfrm>
              <a:off x="3592933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9" name="tx4019"/>
            <p:cNvSpPr/>
            <p:nvPr/>
          </p:nvSpPr>
          <p:spPr>
            <a:xfrm>
              <a:off x="3819494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80</a:t>
              </a:r>
            </a:p>
          </p:txBody>
        </p:sp>
        <p:sp>
          <p:nvSpPr>
            <p:cNvPr id="4020" name="tx4020"/>
            <p:cNvSpPr/>
            <p:nvPr/>
          </p:nvSpPr>
          <p:spPr>
            <a:xfrm>
              <a:off x="3974942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1" name="tx4021"/>
            <p:cNvSpPr/>
            <p:nvPr/>
          </p:nvSpPr>
          <p:spPr>
            <a:xfrm>
              <a:off x="4019656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2" name="tx4022"/>
            <p:cNvSpPr/>
            <p:nvPr/>
          </p:nvSpPr>
          <p:spPr>
            <a:xfrm>
              <a:off x="4246218" y="4163300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75</a:t>
              </a:r>
            </a:p>
          </p:txBody>
        </p:sp>
        <p:sp>
          <p:nvSpPr>
            <p:cNvPr id="4023" name="tx4023"/>
            <p:cNvSpPr/>
            <p:nvPr/>
          </p:nvSpPr>
          <p:spPr>
            <a:xfrm>
              <a:off x="4401666" y="414483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4" name="tx4024"/>
            <p:cNvSpPr/>
            <p:nvPr/>
          </p:nvSpPr>
          <p:spPr>
            <a:xfrm>
              <a:off x="4446380" y="4163300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5" name="tx4025"/>
            <p:cNvSpPr/>
            <p:nvPr/>
          </p:nvSpPr>
          <p:spPr>
            <a:xfrm>
              <a:off x="4672941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70</a:t>
              </a:r>
            </a:p>
          </p:txBody>
        </p:sp>
        <p:sp>
          <p:nvSpPr>
            <p:cNvPr id="4026" name="tx4026"/>
            <p:cNvSpPr/>
            <p:nvPr/>
          </p:nvSpPr>
          <p:spPr>
            <a:xfrm>
              <a:off x="4828389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7" name="tx4027"/>
            <p:cNvSpPr/>
            <p:nvPr/>
          </p:nvSpPr>
          <p:spPr>
            <a:xfrm>
              <a:off x="4873103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8" name="tx4028"/>
            <p:cNvSpPr/>
            <p:nvPr/>
          </p:nvSpPr>
          <p:spPr>
            <a:xfrm>
              <a:off x="5099665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65</a:t>
              </a:r>
            </a:p>
          </p:txBody>
        </p:sp>
        <p:sp>
          <p:nvSpPr>
            <p:cNvPr id="4029" name="tx4029"/>
            <p:cNvSpPr/>
            <p:nvPr/>
          </p:nvSpPr>
          <p:spPr>
            <a:xfrm>
              <a:off x="5255113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30" name="tx4030"/>
            <p:cNvSpPr/>
            <p:nvPr/>
          </p:nvSpPr>
          <p:spPr>
            <a:xfrm>
              <a:off x="5299827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31" name="tx4031"/>
            <p:cNvSpPr/>
            <p:nvPr/>
          </p:nvSpPr>
          <p:spPr>
            <a:xfrm>
              <a:off x="3379362" y="4303342"/>
              <a:ext cx="6139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4032" name="rc4032"/>
            <p:cNvSpPr/>
            <p:nvPr/>
          </p:nvSpPr>
          <p:spPr>
            <a:xfrm>
              <a:off x="5576285" y="1950162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33" name="tx4033"/>
            <p:cNvSpPr/>
            <p:nvPr/>
          </p:nvSpPr>
          <p:spPr>
            <a:xfrm>
              <a:off x="5645874" y="2034473"/>
              <a:ext cx="59801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4034" name="tx4034"/>
            <p:cNvSpPr/>
            <p:nvPr/>
          </p:nvSpPr>
          <p:spPr>
            <a:xfrm>
              <a:off x="5645874" y="2185349"/>
              <a:ext cx="37033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4035" name="pic40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45874" y="2369695"/>
              <a:ext cx="219455" cy="1097280"/>
            </a:xfrm>
            <a:prstGeom prst="rect">
              <a:avLst/>
            </a:prstGeom>
          </p:spPr>
        </p:pic>
        <p:sp>
          <p:nvSpPr>
            <p:cNvPr id="4036" name="pl4036"/>
            <p:cNvSpPr/>
            <p:nvPr/>
          </p:nvSpPr>
          <p:spPr>
            <a:xfrm>
              <a:off x="5821439" y="346514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l4037"/>
            <p:cNvSpPr/>
            <p:nvPr/>
          </p:nvSpPr>
          <p:spPr>
            <a:xfrm>
              <a:off x="5821439" y="3191741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l4038"/>
            <p:cNvSpPr/>
            <p:nvPr/>
          </p:nvSpPr>
          <p:spPr>
            <a:xfrm>
              <a:off x="5821439" y="2918335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l4039"/>
            <p:cNvSpPr/>
            <p:nvPr/>
          </p:nvSpPr>
          <p:spPr>
            <a:xfrm>
              <a:off x="5821439" y="2644930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l4040"/>
            <p:cNvSpPr/>
            <p:nvPr/>
          </p:nvSpPr>
          <p:spPr>
            <a:xfrm>
              <a:off x="5821439" y="2371524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l4041"/>
            <p:cNvSpPr/>
            <p:nvPr/>
          </p:nvSpPr>
          <p:spPr>
            <a:xfrm>
              <a:off x="5645874" y="346514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l4042"/>
            <p:cNvSpPr/>
            <p:nvPr/>
          </p:nvSpPr>
          <p:spPr>
            <a:xfrm>
              <a:off x="5645874" y="3191741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l4043"/>
            <p:cNvSpPr/>
            <p:nvPr/>
          </p:nvSpPr>
          <p:spPr>
            <a:xfrm>
              <a:off x="5645874" y="2918335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l4044"/>
            <p:cNvSpPr/>
            <p:nvPr/>
          </p:nvSpPr>
          <p:spPr>
            <a:xfrm>
              <a:off x="5645874" y="2644930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l4045"/>
            <p:cNvSpPr/>
            <p:nvPr/>
          </p:nvSpPr>
          <p:spPr>
            <a:xfrm>
              <a:off x="5645874" y="2371524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tx4046"/>
            <p:cNvSpPr/>
            <p:nvPr/>
          </p:nvSpPr>
          <p:spPr>
            <a:xfrm>
              <a:off x="5934919" y="3425142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047" name="tx4047"/>
            <p:cNvSpPr/>
            <p:nvPr/>
          </p:nvSpPr>
          <p:spPr>
            <a:xfrm>
              <a:off x="5934919" y="3151736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0.01</a:t>
              </a:r>
            </a:p>
          </p:txBody>
        </p:sp>
        <p:sp>
          <p:nvSpPr>
            <p:cNvPr id="4048" name="tx4048"/>
            <p:cNvSpPr/>
            <p:nvPr/>
          </p:nvSpPr>
          <p:spPr>
            <a:xfrm>
              <a:off x="5934919" y="2878330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0.02</a:t>
              </a:r>
            </a:p>
          </p:txBody>
        </p:sp>
        <p:sp>
          <p:nvSpPr>
            <p:cNvPr id="4049" name="tx4049"/>
            <p:cNvSpPr/>
            <p:nvPr/>
          </p:nvSpPr>
          <p:spPr>
            <a:xfrm>
              <a:off x="5934919" y="2604925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0.03</a:t>
              </a:r>
            </a:p>
          </p:txBody>
        </p:sp>
        <p:sp>
          <p:nvSpPr>
            <p:cNvPr id="4050" name="tx4050"/>
            <p:cNvSpPr/>
            <p:nvPr/>
          </p:nvSpPr>
          <p:spPr>
            <a:xfrm>
              <a:off x="5934919" y="2331519"/>
              <a:ext cx="21762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0.04</a:t>
              </a:r>
            </a:p>
          </p:txBody>
        </p:sp>
        <p:sp>
          <p:nvSpPr>
            <p:cNvPr id="4051" name="tx4051"/>
            <p:cNvSpPr/>
            <p:nvPr/>
          </p:nvSpPr>
          <p:spPr>
            <a:xfrm>
              <a:off x="1935545" y="1056412"/>
              <a:ext cx="1384675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(F) Predicted </a:t>
              </a:r>
            </a:p>
          </p:txBody>
        </p:sp>
        <p:sp>
          <p:nvSpPr>
            <p:cNvPr id="4052" name="tx4052"/>
            <p:cNvSpPr/>
            <p:nvPr/>
          </p:nvSpPr>
          <p:spPr>
            <a:xfrm>
              <a:off x="3320221" y="1056412"/>
              <a:ext cx="177850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</a:t>
              </a:r>
            </a:p>
          </p:txBody>
        </p:sp>
        <p:sp>
          <p:nvSpPr>
            <p:cNvPr id="4053" name="tx4053"/>
            <p:cNvSpPr/>
            <p:nvPr/>
          </p:nvSpPr>
          <p:spPr>
            <a:xfrm>
              <a:off x="3498072" y="1056412"/>
              <a:ext cx="139628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4054" name="tx4054"/>
            <p:cNvSpPr/>
            <p:nvPr/>
          </p:nvSpPr>
          <p:spPr>
            <a:xfrm>
              <a:off x="3637700" y="1147116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4055" name="tx4055"/>
            <p:cNvSpPr/>
            <p:nvPr/>
          </p:nvSpPr>
          <p:spPr>
            <a:xfrm>
              <a:off x="3726672" y="1147116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4056" name="tx4056"/>
            <p:cNvSpPr/>
            <p:nvPr/>
          </p:nvSpPr>
          <p:spPr>
            <a:xfrm>
              <a:off x="3771111" y="1147116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4057" name="tx4057"/>
            <p:cNvSpPr/>
            <p:nvPr/>
          </p:nvSpPr>
          <p:spPr>
            <a:xfrm>
              <a:off x="3815551" y="1147116"/>
              <a:ext cx="80010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4058" name="tx4058"/>
            <p:cNvSpPr/>
            <p:nvPr/>
          </p:nvSpPr>
          <p:spPr>
            <a:xfrm>
              <a:off x="3895561" y="1147116"/>
              <a:ext cx="88971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4059" name="tx4059"/>
            <p:cNvSpPr/>
            <p:nvPr/>
          </p:nvSpPr>
          <p:spPr>
            <a:xfrm>
              <a:off x="3984532" y="1147116"/>
              <a:ext cx="44439" cy="1144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6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  <p:sp>
          <p:nvSpPr>
            <p:cNvPr id="4060" name="tx4060"/>
            <p:cNvSpPr/>
            <p:nvPr/>
          </p:nvSpPr>
          <p:spPr>
            <a:xfrm>
              <a:off x="4028972" y="1056412"/>
              <a:ext cx="1359621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 to York River</a:t>
              </a:r>
            </a:p>
          </p:txBody>
        </p:sp>
        <p:sp>
          <p:nvSpPr>
            <p:cNvPr id="4061" name="rc4061"/>
            <p:cNvSpPr/>
            <p:nvPr/>
          </p:nvSpPr>
          <p:spPr>
            <a:xfrm>
              <a:off x="2097741" y="1521787"/>
              <a:ext cx="1251309" cy="1221576"/>
            </a:xfrm>
            <a:prstGeom prst="rect">
              <a:avLst/>
            </a:prstGeom>
            <a:noFill/>
          </p:spPr>
          <p:txBody>
            <a:bodyPr/>
            <a:lstStyle/>
            <a:p/>
          </p:txBody>
        </p:sp>
        <p:sp>
          <p:nvSpPr>
            <p:cNvPr id="4062" name="rc4062"/>
            <p:cNvSpPr/>
            <p:nvPr/>
          </p:nvSpPr>
          <p:spPr>
            <a:xfrm>
              <a:off x="2097741" y="1521787"/>
              <a:ext cx="1251309" cy="1221576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63" name="pl4063"/>
            <p:cNvSpPr/>
            <p:nvPr/>
          </p:nvSpPr>
          <p:spPr>
            <a:xfrm>
              <a:off x="2122566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l4064"/>
            <p:cNvSpPr/>
            <p:nvPr/>
          </p:nvSpPr>
          <p:spPr>
            <a:xfrm>
              <a:off x="2345893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l4065"/>
            <p:cNvSpPr/>
            <p:nvPr/>
          </p:nvSpPr>
          <p:spPr>
            <a:xfrm>
              <a:off x="2569219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l4066"/>
            <p:cNvSpPr/>
            <p:nvPr/>
          </p:nvSpPr>
          <p:spPr>
            <a:xfrm>
              <a:off x="2792545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l4067"/>
            <p:cNvSpPr/>
            <p:nvPr/>
          </p:nvSpPr>
          <p:spPr>
            <a:xfrm>
              <a:off x="3015871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l4068"/>
            <p:cNvSpPr/>
            <p:nvPr/>
          </p:nvSpPr>
          <p:spPr>
            <a:xfrm>
              <a:off x="3239198" y="1521787"/>
              <a:ext cx="0" cy="1221576"/>
            </a:xfrm>
            <a:custGeom>
              <a:avLst/>
              <a:pathLst>
                <a:path w="0" h="1221576">
                  <a:moveTo>
                    <a:pt x="0" y="1221576"/>
                  </a:moveTo>
                  <a:lnTo>
                    <a:pt x="0" y="1214519"/>
                  </a:lnTo>
                  <a:lnTo>
                    <a:pt x="0" y="1197347"/>
                  </a:lnTo>
                  <a:lnTo>
                    <a:pt x="0" y="1180176"/>
                  </a:lnTo>
                  <a:lnTo>
                    <a:pt x="0" y="1163005"/>
                  </a:lnTo>
                  <a:lnTo>
                    <a:pt x="0" y="1145834"/>
                  </a:lnTo>
                  <a:lnTo>
                    <a:pt x="0" y="1128662"/>
                  </a:lnTo>
                  <a:lnTo>
                    <a:pt x="0" y="1111491"/>
                  </a:lnTo>
                  <a:lnTo>
                    <a:pt x="0" y="1094320"/>
                  </a:lnTo>
                  <a:lnTo>
                    <a:pt x="0" y="1077149"/>
                  </a:lnTo>
                  <a:lnTo>
                    <a:pt x="0" y="1059977"/>
                  </a:lnTo>
                  <a:lnTo>
                    <a:pt x="0" y="1042806"/>
                  </a:lnTo>
                  <a:lnTo>
                    <a:pt x="0" y="1025635"/>
                  </a:lnTo>
                  <a:lnTo>
                    <a:pt x="0" y="1008464"/>
                  </a:lnTo>
                  <a:lnTo>
                    <a:pt x="0" y="991292"/>
                  </a:lnTo>
                  <a:lnTo>
                    <a:pt x="0" y="974121"/>
                  </a:lnTo>
                  <a:lnTo>
                    <a:pt x="0" y="956950"/>
                  </a:lnTo>
                  <a:lnTo>
                    <a:pt x="0" y="939779"/>
                  </a:lnTo>
                  <a:lnTo>
                    <a:pt x="0" y="922608"/>
                  </a:lnTo>
                  <a:lnTo>
                    <a:pt x="0" y="905436"/>
                  </a:lnTo>
                  <a:lnTo>
                    <a:pt x="0" y="888265"/>
                  </a:lnTo>
                  <a:lnTo>
                    <a:pt x="0" y="871094"/>
                  </a:lnTo>
                  <a:lnTo>
                    <a:pt x="0" y="853923"/>
                  </a:lnTo>
                  <a:lnTo>
                    <a:pt x="0" y="836751"/>
                  </a:lnTo>
                  <a:lnTo>
                    <a:pt x="0" y="819580"/>
                  </a:lnTo>
                  <a:lnTo>
                    <a:pt x="0" y="802409"/>
                  </a:lnTo>
                  <a:lnTo>
                    <a:pt x="0" y="785238"/>
                  </a:lnTo>
                  <a:lnTo>
                    <a:pt x="0" y="768066"/>
                  </a:lnTo>
                  <a:lnTo>
                    <a:pt x="0" y="750895"/>
                  </a:lnTo>
                  <a:lnTo>
                    <a:pt x="0" y="733724"/>
                  </a:lnTo>
                  <a:lnTo>
                    <a:pt x="0" y="716553"/>
                  </a:lnTo>
                  <a:lnTo>
                    <a:pt x="0" y="699382"/>
                  </a:lnTo>
                  <a:lnTo>
                    <a:pt x="0" y="682210"/>
                  </a:lnTo>
                  <a:lnTo>
                    <a:pt x="0" y="665039"/>
                  </a:lnTo>
                  <a:lnTo>
                    <a:pt x="0" y="647868"/>
                  </a:lnTo>
                  <a:lnTo>
                    <a:pt x="0" y="630697"/>
                  </a:lnTo>
                  <a:lnTo>
                    <a:pt x="0" y="613525"/>
                  </a:lnTo>
                  <a:lnTo>
                    <a:pt x="0" y="596354"/>
                  </a:lnTo>
                  <a:lnTo>
                    <a:pt x="0" y="579183"/>
                  </a:lnTo>
                  <a:lnTo>
                    <a:pt x="0" y="562012"/>
                  </a:lnTo>
                  <a:lnTo>
                    <a:pt x="0" y="544840"/>
                  </a:lnTo>
                  <a:lnTo>
                    <a:pt x="0" y="527669"/>
                  </a:lnTo>
                  <a:lnTo>
                    <a:pt x="0" y="510498"/>
                  </a:lnTo>
                  <a:lnTo>
                    <a:pt x="0" y="493327"/>
                  </a:lnTo>
                  <a:lnTo>
                    <a:pt x="0" y="476155"/>
                  </a:lnTo>
                  <a:lnTo>
                    <a:pt x="0" y="458984"/>
                  </a:lnTo>
                  <a:lnTo>
                    <a:pt x="0" y="441813"/>
                  </a:lnTo>
                  <a:lnTo>
                    <a:pt x="0" y="424642"/>
                  </a:lnTo>
                  <a:lnTo>
                    <a:pt x="0" y="407471"/>
                  </a:lnTo>
                  <a:lnTo>
                    <a:pt x="0" y="390299"/>
                  </a:lnTo>
                  <a:lnTo>
                    <a:pt x="0" y="373128"/>
                  </a:lnTo>
                  <a:lnTo>
                    <a:pt x="0" y="355957"/>
                  </a:lnTo>
                  <a:lnTo>
                    <a:pt x="0" y="338786"/>
                  </a:lnTo>
                  <a:lnTo>
                    <a:pt x="0" y="321614"/>
                  </a:lnTo>
                  <a:lnTo>
                    <a:pt x="0" y="304443"/>
                  </a:lnTo>
                  <a:lnTo>
                    <a:pt x="0" y="287272"/>
                  </a:lnTo>
                  <a:lnTo>
                    <a:pt x="0" y="270101"/>
                  </a:lnTo>
                  <a:lnTo>
                    <a:pt x="0" y="252929"/>
                  </a:lnTo>
                  <a:lnTo>
                    <a:pt x="0" y="235758"/>
                  </a:lnTo>
                  <a:lnTo>
                    <a:pt x="0" y="218587"/>
                  </a:lnTo>
                  <a:lnTo>
                    <a:pt x="0" y="201416"/>
                  </a:lnTo>
                  <a:lnTo>
                    <a:pt x="0" y="184245"/>
                  </a:lnTo>
                  <a:lnTo>
                    <a:pt x="0" y="167073"/>
                  </a:lnTo>
                  <a:lnTo>
                    <a:pt x="0" y="149902"/>
                  </a:lnTo>
                  <a:lnTo>
                    <a:pt x="0" y="132731"/>
                  </a:lnTo>
                  <a:lnTo>
                    <a:pt x="0" y="115560"/>
                  </a:lnTo>
                  <a:lnTo>
                    <a:pt x="0" y="98388"/>
                  </a:lnTo>
                  <a:lnTo>
                    <a:pt x="0" y="81217"/>
                  </a:lnTo>
                  <a:lnTo>
                    <a:pt x="0" y="64046"/>
                  </a:lnTo>
                  <a:lnTo>
                    <a:pt x="0" y="46875"/>
                  </a:lnTo>
                  <a:lnTo>
                    <a:pt x="0" y="29703"/>
                  </a:lnTo>
                  <a:lnTo>
                    <a:pt x="0" y="1253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l4069"/>
            <p:cNvSpPr/>
            <p:nvPr/>
          </p:nvSpPr>
          <p:spPr>
            <a:xfrm>
              <a:off x="2097741" y="2693378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l4070"/>
            <p:cNvSpPr/>
            <p:nvPr/>
          </p:nvSpPr>
          <p:spPr>
            <a:xfrm>
              <a:off x="2097741" y="2410053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l4071"/>
            <p:cNvSpPr/>
            <p:nvPr/>
          </p:nvSpPr>
          <p:spPr>
            <a:xfrm>
              <a:off x="2097741" y="2126728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l4072"/>
            <p:cNvSpPr/>
            <p:nvPr/>
          </p:nvSpPr>
          <p:spPr>
            <a:xfrm>
              <a:off x="2097741" y="1843402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l4073"/>
            <p:cNvSpPr/>
            <p:nvPr/>
          </p:nvSpPr>
          <p:spPr>
            <a:xfrm>
              <a:off x="2097741" y="1560077"/>
              <a:ext cx="1251309" cy="0"/>
            </a:xfrm>
            <a:custGeom>
              <a:avLst/>
              <a:pathLst>
                <a:path w="1251309" h="0">
                  <a:moveTo>
                    <a:pt x="0" y="0"/>
                  </a:moveTo>
                  <a:lnTo>
                    <a:pt x="6778" y="0"/>
                  </a:lnTo>
                  <a:lnTo>
                    <a:pt x="22569" y="0"/>
                  </a:lnTo>
                  <a:lnTo>
                    <a:pt x="38359" y="0"/>
                  </a:lnTo>
                  <a:lnTo>
                    <a:pt x="54150" y="0"/>
                  </a:lnTo>
                  <a:lnTo>
                    <a:pt x="69941" y="0"/>
                  </a:lnTo>
                  <a:lnTo>
                    <a:pt x="85732" y="0"/>
                  </a:lnTo>
                  <a:lnTo>
                    <a:pt x="101522" y="0"/>
                  </a:lnTo>
                  <a:lnTo>
                    <a:pt x="117313" y="0"/>
                  </a:lnTo>
                  <a:lnTo>
                    <a:pt x="133104" y="0"/>
                  </a:lnTo>
                  <a:lnTo>
                    <a:pt x="148895" y="0"/>
                  </a:lnTo>
                  <a:lnTo>
                    <a:pt x="164685" y="0"/>
                  </a:lnTo>
                  <a:lnTo>
                    <a:pt x="180476" y="0"/>
                  </a:lnTo>
                  <a:lnTo>
                    <a:pt x="196267" y="0"/>
                  </a:lnTo>
                  <a:lnTo>
                    <a:pt x="212058" y="0"/>
                  </a:lnTo>
                  <a:lnTo>
                    <a:pt x="227848" y="0"/>
                  </a:lnTo>
                  <a:lnTo>
                    <a:pt x="243639" y="0"/>
                  </a:lnTo>
                  <a:lnTo>
                    <a:pt x="259430" y="0"/>
                  </a:lnTo>
                  <a:lnTo>
                    <a:pt x="275221" y="0"/>
                  </a:lnTo>
                  <a:lnTo>
                    <a:pt x="291011" y="0"/>
                  </a:lnTo>
                  <a:lnTo>
                    <a:pt x="306802" y="0"/>
                  </a:lnTo>
                  <a:lnTo>
                    <a:pt x="322593" y="0"/>
                  </a:lnTo>
                  <a:lnTo>
                    <a:pt x="338384" y="0"/>
                  </a:lnTo>
                  <a:lnTo>
                    <a:pt x="354174" y="0"/>
                  </a:lnTo>
                  <a:lnTo>
                    <a:pt x="369965" y="0"/>
                  </a:lnTo>
                  <a:lnTo>
                    <a:pt x="385756" y="0"/>
                  </a:lnTo>
                  <a:lnTo>
                    <a:pt x="401547" y="0"/>
                  </a:lnTo>
                  <a:lnTo>
                    <a:pt x="417337" y="0"/>
                  </a:lnTo>
                  <a:lnTo>
                    <a:pt x="433128" y="0"/>
                  </a:lnTo>
                  <a:lnTo>
                    <a:pt x="448919" y="0"/>
                  </a:lnTo>
                  <a:lnTo>
                    <a:pt x="464710" y="0"/>
                  </a:lnTo>
                  <a:lnTo>
                    <a:pt x="480500" y="0"/>
                  </a:lnTo>
                  <a:lnTo>
                    <a:pt x="496291" y="0"/>
                  </a:lnTo>
                  <a:lnTo>
                    <a:pt x="512082" y="0"/>
                  </a:lnTo>
                  <a:lnTo>
                    <a:pt x="527873" y="0"/>
                  </a:lnTo>
                  <a:lnTo>
                    <a:pt x="543663" y="0"/>
                  </a:lnTo>
                  <a:lnTo>
                    <a:pt x="559454" y="0"/>
                  </a:lnTo>
                  <a:lnTo>
                    <a:pt x="575245" y="0"/>
                  </a:lnTo>
                  <a:lnTo>
                    <a:pt x="591036" y="0"/>
                  </a:lnTo>
                  <a:lnTo>
                    <a:pt x="606826" y="0"/>
                  </a:lnTo>
                  <a:lnTo>
                    <a:pt x="622617" y="0"/>
                  </a:lnTo>
                  <a:lnTo>
                    <a:pt x="638408" y="0"/>
                  </a:lnTo>
                  <a:lnTo>
                    <a:pt x="654199" y="0"/>
                  </a:lnTo>
                  <a:lnTo>
                    <a:pt x="669989" y="0"/>
                  </a:lnTo>
                  <a:lnTo>
                    <a:pt x="685780" y="0"/>
                  </a:lnTo>
                  <a:lnTo>
                    <a:pt x="701571" y="0"/>
                  </a:lnTo>
                  <a:lnTo>
                    <a:pt x="717362" y="0"/>
                  </a:lnTo>
                  <a:lnTo>
                    <a:pt x="733152" y="0"/>
                  </a:lnTo>
                  <a:lnTo>
                    <a:pt x="748943" y="0"/>
                  </a:lnTo>
                  <a:lnTo>
                    <a:pt x="764734" y="0"/>
                  </a:lnTo>
                  <a:lnTo>
                    <a:pt x="780524" y="0"/>
                  </a:lnTo>
                  <a:lnTo>
                    <a:pt x="796315" y="0"/>
                  </a:lnTo>
                  <a:lnTo>
                    <a:pt x="812106" y="0"/>
                  </a:lnTo>
                  <a:lnTo>
                    <a:pt x="827897" y="0"/>
                  </a:lnTo>
                  <a:lnTo>
                    <a:pt x="843687" y="0"/>
                  </a:lnTo>
                  <a:lnTo>
                    <a:pt x="859478" y="0"/>
                  </a:lnTo>
                  <a:lnTo>
                    <a:pt x="875269" y="0"/>
                  </a:lnTo>
                  <a:lnTo>
                    <a:pt x="891060" y="0"/>
                  </a:lnTo>
                  <a:lnTo>
                    <a:pt x="906850" y="0"/>
                  </a:lnTo>
                  <a:lnTo>
                    <a:pt x="922641" y="0"/>
                  </a:lnTo>
                  <a:lnTo>
                    <a:pt x="938432" y="0"/>
                  </a:lnTo>
                  <a:lnTo>
                    <a:pt x="954223" y="0"/>
                  </a:lnTo>
                  <a:lnTo>
                    <a:pt x="970013" y="0"/>
                  </a:lnTo>
                  <a:lnTo>
                    <a:pt x="985804" y="0"/>
                  </a:lnTo>
                  <a:lnTo>
                    <a:pt x="1001595" y="0"/>
                  </a:lnTo>
                  <a:lnTo>
                    <a:pt x="1017386" y="0"/>
                  </a:lnTo>
                  <a:lnTo>
                    <a:pt x="1033176" y="0"/>
                  </a:lnTo>
                  <a:lnTo>
                    <a:pt x="1048967" y="0"/>
                  </a:lnTo>
                  <a:lnTo>
                    <a:pt x="1064758" y="0"/>
                  </a:lnTo>
                  <a:lnTo>
                    <a:pt x="1080549" y="0"/>
                  </a:lnTo>
                  <a:lnTo>
                    <a:pt x="1096339" y="0"/>
                  </a:lnTo>
                  <a:lnTo>
                    <a:pt x="1112130" y="0"/>
                  </a:lnTo>
                  <a:lnTo>
                    <a:pt x="1127921" y="0"/>
                  </a:lnTo>
                  <a:lnTo>
                    <a:pt x="1143712" y="0"/>
                  </a:lnTo>
                  <a:lnTo>
                    <a:pt x="1159502" y="0"/>
                  </a:lnTo>
                  <a:lnTo>
                    <a:pt x="1175293" y="0"/>
                  </a:lnTo>
                  <a:lnTo>
                    <a:pt x="1191084" y="0"/>
                  </a:lnTo>
                  <a:lnTo>
                    <a:pt x="1206875" y="0"/>
                  </a:lnTo>
                  <a:lnTo>
                    <a:pt x="1222665" y="0"/>
                  </a:lnTo>
                  <a:lnTo>
                    <a:pt x="1238456" y="0"/>
                  </a:lnTo>
                  <a:lnTo>
                    <a:pt x="1251309" y="0"/>
                  </a:lnTo>
                  <a:lnTo>
                    <a:pt x="1251309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1747014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1771570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1796127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1820683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1845240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1869796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1894352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2017134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2041690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2066247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2090803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2115359" y="63354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1722458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1747014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1771570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1796127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1820683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1845240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1869796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1894352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2017134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2041690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2066247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2090803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2115359" y="66469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1599676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1624232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1648789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1673345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1697901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1722458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1747014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1771570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1796127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1820683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1845240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1869796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1992578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2017134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2041690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2066247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2090803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2115359" y="69585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157512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1599676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1624232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1648789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1673345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1697901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1722458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1747014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177157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1796127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1820683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184524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1968021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1992578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2017134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2041690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2066247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2090803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2115359" y="727007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1526007" y="75816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1550563" y="75816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1575120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1599676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1624232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1648789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1673345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1697901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1722458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1747014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1771570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1796127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1943465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1968021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1992578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2017134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2041690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2066247" y="75816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1476894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1501451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1526007" y="78931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1550563" y="78931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157512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1599676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1624232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1648789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1673345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1697901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1722458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1747014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177157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1796127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1820683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184524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1869796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1918909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1943465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1968021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1992578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2017134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2041690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2066247" y="78931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1476894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1501451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1526007" y="82046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1550563" y="82046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157512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1599676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1624232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1648789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1673345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1697901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1722458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1747014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177157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1796127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1820683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184524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1869796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1894352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1918909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1943465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1968021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1992578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2017134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2041690" y="82046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1476894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1501451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1526007" y="85162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1550563" y="85162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1575120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1599676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1624232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1648789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1673345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1697901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1722458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1747014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1771570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1796127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1820683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1845240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1869796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1894352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1918909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1943465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1968021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1992578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2017134" y="85162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1403225" y="882775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1427782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1476894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1501451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1526007" y="882775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1550563" y="882775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1575120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1599676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1624232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1648789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1722458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1747014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1771570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1796127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1820683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1845240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1869796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1894352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72D3B3">
                <a:alpha val="100000"/>
              </a:srgbClr>
            </a:solidFill>
            <a:ln w="5420" cap="flat">
              <a:solidFill>
                <a:srgbClr val="72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1918909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1943465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1968021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1992578" y="882775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1378669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1403225" y="91392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1427782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1452338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1476894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1501451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1526007" y="91392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1550563" y="91392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1575120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1599676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1624232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1648789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1747014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1771570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1796127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1820683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1845240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4CFAD">
                <a:alpha val="100000"/>
              </a:srgbClr>
            </a:solidFill>
            <a:ln w="5420" cap="flat">
              <a:solidFill>
                <a:srgbClr val="64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1869796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1894352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FD2B2">
                <a:alpha val="100000"/>
              </a:srgbClr>
            </a:solidFill>
            <a:ln w="5420" cap="flat">
              <a:solidFill>
                <a:srgbClr val="6F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1918909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1943465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1968021" y="91392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1354113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1378669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1403225" y="945083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1427782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1452338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1476894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1501451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1526007" y="945083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1550563" y="945083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1575120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1599676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1624232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1648789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1747014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1771570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1796127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1820683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1845240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1869796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1894352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1918909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1943465" y="945083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1329556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1354113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1378669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1403225" y="97623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1427782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1452338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1476894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1501451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1526007" y="97623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1550563" y="97623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1575120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1599676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1624232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1648789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1673345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1771570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1796127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1820683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1845240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1869796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1894352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1918909" y="97623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1329556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1354113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1378669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1403225" y="1007390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1427782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1452338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1476894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1501451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1526007" y="1007390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1550563" y="1007390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1575120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1599676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1624232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1648789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1673345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1771570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1796127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1820683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1845240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1869796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1894352" y="1007390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130500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1329556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1354113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1378669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1403225" y="103854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1427782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1452338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1476894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1501451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1526007" y="103854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1550563" y="1038544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157512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1599676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1624232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1648789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1673345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1697901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177157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1796127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1820683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1845240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1869796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1894352" y="103854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1305000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1329556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1354113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1378669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1403225" y="106969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1427782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1452338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1476894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1501451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1526007" y="106969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1550563" y="106969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1575120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1599676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1624232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1648789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1673345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1697901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1722458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1796127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1820683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1845240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1869796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1894352" y="106969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130500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1329556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1354113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1378669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1403225" y="110085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1427782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1452338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1476894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1501451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1526007" y="110085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1550563" y="110085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157512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1599676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1624232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1648789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1673345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1697901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1722458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177157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1796127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1820683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1845240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1869796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1894352" y="110085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1329556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1354113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1378669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1403225" y="113200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1427782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1452338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1476894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1501451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1526007" y="113200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1550563" y="113200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1575120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1599676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1624232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1648789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1673345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1697901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1722458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1747014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1771570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1796127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1820683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1845240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1869796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1894352" y="113200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1354113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1378669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1403225" y="1163158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1427782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1452338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1476894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1501451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1526007" y="1163158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1550563" y="1163158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1575120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BAA">
                <a:alpha val="100000"/>
              </a:srgbClr>
            </a:solidFill>
            <a:ln w="5420" cap="flat">
              <a:solidFill>
                <a:srgbClr val="48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1599676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1624232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1648789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1673345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1697901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1722458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1747014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1771570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1796127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1820683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1845240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1869796" y="1163158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1354113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1378669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1403225" y="119431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1427782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1452338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1476894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1501451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1526007" y="119431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1550563" y="1194312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1575120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1599676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1624232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1648789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1673345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1697901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1722458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1747014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1771570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1796127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1820683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1845240" y="1194312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1403225" y="122546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1427782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1452338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1476894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1501451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1526007" y="122546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1550563" y="122546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1575120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1599676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1624232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1648789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1673345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1697901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1722458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1747014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1771570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1796127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1820683" y="122546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1427782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1452338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1476894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1501451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1526007" y="125661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1550563" y="125661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1575120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1599676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1624232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1648789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1673345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1697901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1722458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1747014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1771570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1796127" y="125661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1452338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1476894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1501451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1526007" y="128777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1550563" y="128777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1575120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1599676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1624232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1648789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1673345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1697901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1722458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1747014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1771570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1796127" y="128777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1354113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1378669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1403225" y="131892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1427782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1452338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1476894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1501451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1526007" y="131892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1550563" y="131892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1575120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1599676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1624232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1648789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1673345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1697901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1722458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1747014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2AC">
                <a:alpha val="100000"/>
              </a:srgbClr>
            </a:solidFill>
            <a:ln w="5420" cap="flat">
              <a:solidFill>
                <a:srgbClr val="59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1771570" y="131892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1329556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1354113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1378669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1403225" y="135008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1427782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1452338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1476894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1501451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1526007" y="135008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1550563" y="135008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1575120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1599676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1624232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1648789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1673345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1697901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1722458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1747014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1771570" y="135008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1329556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1354113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1378669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1403225" y="1381234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1427782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1452338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1476894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1501451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1526007" y="1381234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1550563" y="1381234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1575120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1599676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1624232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1648789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1673345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1697901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1722458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1747014" y="1381234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1329556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1354113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1378669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1403225" y="141238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1427782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1452338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1476894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CAC">
                <a:alpha val="100000"/>
              </a:srgbClr>
            </a:solidFill>
            <a:ln w="5420" cap="flat">
              <a:solidFill>
                <a:srgbClr val="5E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1501451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1526007" y="141238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1550563" y="141238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DC8AC">
                <a:alpha val="100000"/>
              </a:srgbClr>
            </a:solidFill>
            <a:ln w="5420" cap="flat">
              <a:solidFill>
                <a:srgbClr val="5D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1575120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1599676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1624232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1648789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1673345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1697901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1722458" y="141238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1354113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1378669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1403225" y="1443542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1427782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1452338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1476894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1501451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1526007" y="1443542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1550563" y="1443542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1575120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1599676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1624232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1648789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1673345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1697901" y="1443542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1427782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1452338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DC8AC">
                <a:alpha val="100000"/>
              </a:srgbClr>
            </a:solidFill>
            <a:ln w="5420" cap="flat">
              <a:solidFill>
                <a:srgbClr val="5D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1476894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1501451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1526007" y="147469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1550563" y="147469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1575120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1599676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1624232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1648789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1673345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1697901" y="147469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1476894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1501451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1526007" y="150584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1550563" y="1505849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1575120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1599676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1624232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1648789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1673345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1697901" y="1505849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1501451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1526007" y="153700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1550563" y="1537003"/>
              <a:ext cx="938956" cy="945553"/>
            </a:xfrm>
            <a:custGeom>
              <a:avLst/>
              <a:pathLst>
                <a:path w="938956" h="945553">
                  <a:moveTo>
                    <a:pt x="914399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1575120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1599676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1624232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1648789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1673345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1697901" y="1537003"/>
              <a:ext cx="938956" cy="945553"/>
            </a:xfrm>
            <a:custGeom>
              <a:avLst/>
              <a:pathLst>
                <a:path w="938956" h="945553">
                  <a:moveTo>
                    <a:pt x="914400" y="914399"/>
                  </a:moveTo>
                  <a:lnTo>
                    <a:pt x="938956" y="914399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1526007" y="156815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1550563" y="1568156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1575120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1599676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1624232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1648789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1673345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1697901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1722458" y="1568156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1599676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1624232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1648789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1673345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1697901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1722458" y="1599310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1476894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1575120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1599676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1624232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1648789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1673345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1697901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1722458" y="1630464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1452338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1476894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1501451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1526007" y="166161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1550563" y="1661617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1575120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1599676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1624232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1648789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1673345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1697901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1722458" y="1661617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1427782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1452338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1476894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1501451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1526007" y="169277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1550563" y="1692771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1575120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1599676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1624232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1648789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1673345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1697901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1722458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1747014" y="1692771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1427782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1452338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1476894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1501451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1526007" y="172392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1550563" y="1723925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1575120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1599676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1624232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1648789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1673345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1697901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1722458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1747014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1771570" y="1723925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1427782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1452338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1476894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1501451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1526007" y="175507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1550563" y="1755078"/>
              <a:ext cx="938956" cy="945553"/>
            </a:xfrm>
            <a:custGeom>
              <a:avLst/>
              <a:pathLst>
                <a:path w="938956" h="945553">
                  <a:moveTo>
                    <a:pt x="914399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399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1575120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1599676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1624232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1648789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1673345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1697901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1722458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1747014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1771570" y="1755078"/>
              <a:ext cx="938956" cy="945553"/>
            </a:xfrm>
            <a:custGeom>
              <a:avLst/>
              <a:pathLst>
                <a:path w="938956" h="945553">
                  <a:moveTo>
                    <a:pt x="914400" y="914400"/>
                  </a:moveTo>
                  <a:lnTo>
                    <a:pt x="938956" y="914400"/>
                  </a:lnTo>
                  <a:lnTo>
                    <a:pt x="938956" y="945553"/>
                  </a:lnTo>
                  <a:lnTo>
                    <a:pt x="914400" y="945553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2090545" y="667480"/>
              <a:ext cx="914894" cy="952624"/>
            </a:xfrm>
            <a:custGeom>
              <a:avLst/>
              <a:pathLst>
                <a:path w="914894" h="952624">
                  <a:moveTo>
                    <a:pt x="914400" y="914400"/>
                  </a:moveTo>
                  <a:lnTo>
                    <a:pt x="907475" y="952624"/>
                  </a:lnTo>
                  <a:lnTo>
                    <a:pt x="906570" y="941017"/>
                  </a:lnTo>
                  <a:lnTo>
                    <a:pt x="909475" y="909833"/>
                  </a:lnTo>
                  <a:lnTo>
                    <a:pt x="914894" y="90983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2075202" y="663205"/>
              <a:ext cx="914531" cy="1196881"/>
            </a:xfrm>
            <a:custGeom>
              <a:avLst/>
              <a:pathLst>
                <a:path w="914531" h="1196881">
                  <a:moveTo>
                    <a:pt x="914400" y="914400"/>
                  </a:moveTo>
                  <a:lnTo>
                    <a:pt x="901336" y="974329"/>
                  </a:lnTo>
                  <a:lnTo>
                    <a:pt x="883376" y="1006273"/>
                  </a:lnTo>
                  <a:lnTo>
                    <a:pt x="866834" y="1028366"/>
                  </a:lnTo>
                  <a:lnTo>
                    <a:pt x="849768" y="1024714"/>
                  </a:lnTo>
                  <a:lnTo>
                    <a:pt x="853606" y="1042269"/>
                  </a:lnTo>
                  <a:lnTo>
                    <a:pt x="848917" y="1051414"/>
                  </a:lnTo>
                  <a:lnTo>
                    <a:pt x="844904" y="1070491"/>
                  </a:lnTo>
                  <a:lnTo>
                    <a:pt x="834730" y="1083136"/>
                  </a:lnTo>
                  <a:lnTo>
                    <a:pt x="825167" y="1081918"/>
                  </a:lnTo>
                  <a:lnTo>
                    <a:pt x="811427" y="1090634"/>
                  </a:lnTo>
                  <a:lnTo>
                    <a:pt x="806008" y="1097302"/>
                  </a:lnTo>
                  <a:lnTo>
                    <a:pt x="805604" y="1110071"/>
                  </a:lnTo>
                  <a:lnTo>
                    <a:pt x="796412" y="1121304"/>
                  </a:lnTo>
                  <a:lnTo>
                    <a:pt x="763240" y="1179657"/>
                  </a:lnTo>
                  <a:lnTo>
                    <a:pt x="734441" y="1196881"/>
                  </a:lnTo>
                  <a:lnTo>
                    <a:pt x="727549" y="1194377"/>
                  </a:lnTo>
                  <a:lnTo>
                    <a:pt x="735139" y="1166833"/>
                  </a:lnTo>
                  <a:lnTo>
                    <a:pt x="740340" y="1138985"/>
                  </a:lnTo>
                  <a:lnTo>
                    <a:pt x="722860" y="1126866"/>
                  </a:lnTo>
                  <a:lnTo>
                    <a:pt x="706133" y="1120461"/>
                  </a:lnTo>
                  <a:lnTo>
                    <a:pt x="686940" y="1121304"/>
                  </a:lnTo>
                  <a:lnTo>
                    <a:pt x="665742" y="1099654"/>
                  </a:lnTo>
                  <a:lnTo>
                    <a:pt x="638415" y="1083911"/>
                  </a:lnTo>
                  <a:lnTo>
                    <a:pt x="600271" y="1041315"/>
                  </a:lnTo>
                  <a:lnTo>
                    <a:pt x="601383" y="1029500"/>
                  </a:lnTo>
                  <a:lnTo>
                    <a:pt x="600423" y="1009676"/>
                  </a:lnTo>
                  <a:lnTo>
                    <a:pt x="612015" y="978355"/>
                  </a:lnTo>
                  <a:lnTo>
                    <a:pt x="623127" y="956456"/>
                  </a:lnTo>
                  <a:lnTo>
                    <a:pt x="638469" y="945112"/>
                  </a:lnTo>
                  <a:lnTo>
                    <a:pt x="682993" y="933560"/>
                  </a:lnTo>
                  <a:lnTo>
                    <a:pt x="694159" y="916184"/>
                  </a:lnTo>
                  <a:lnTo>
                    <a:pt x="695098" y="914108"/>
                  </a:lnTo>
                  <a:lnTo>
                    <a:pt x="914531" y="91410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1839521" y="675490"/>
              <a:ext cx="945009" cy="2012347"/>
            </a:xfrm>
            <a:custGeom>
              <a:avLst/>
              <a:pathLst>
                <a:path w="945009" h="2012347">
                  <a:moveTo>
                    <a:pt x="914400" y="914400"/>
                  </a:moveTo>
                  <a:lnTo>
                    <a:pt x="881359" y="922921"/>
                  </a:lnTo>
                  <a:lnTo>
                    <a:pt x="863551" y="932301"/>
                  </a:lnTo>
                  <a:lnTo>
                    <a:pt x="849310" y="946647"/>
                  </a:lnTo>
                  <a:lnTo>
                    <a:pt x="840881" y="964659"/>
                  </a:lnTo>
                  <a:lnTo>
                    <a:pt x="821798" y="986365"/>
                  </a:lnTo>
                  <a:lnTo>
                    <a:pt x="823139" y="1000905"/>
                  </a:lnTo>
                  <a:lnTo>
                    <a:pt x="826334" y="1011239"/>
                  </a:lnTo>
                  <a:lnTo>
                    <a:pt x="824862" y="1032779"/>
                  </a:lnTo>
                  <a:lnTo>
                    <a:pt x="836933" y="1053780"/>
                  </a:lnTo>
                  <a:lnTo>
                    <a:pt x="860869" y="1088185"/>
                  </a:lnTo>
                  <a:lnTo>
                    <a:pt x="865438" y="1141627"/>
                  </a:lnTo>
                  <a:lnTo>
                    <a:pt x="883703" y="1177389"/>
                  </a:lnTo>
                  <a:lnTo>
                    <a:pt x="911695" y="1219085"/>
                  </a:lnTo>
                  <a:lnTo>
                    <a:pt x="933221" y="1230941"/>
                  </a:lnTo>
                  <a:lnTo>
                    <a:pt x="934268" y="1246449"/>
                  </a:lnTo>
                  <a:lnTo>
                    <a:pt x="924334" y="1272056"/>
                  </a:lnTo>
                  <a:lnTo>
                    <a:pt x="911237" y="1283760"/>
                  </a:lnTo>
                  <a:lnTo>
                    <a:pt x="928270" y="1281422"/>
                  </a:lnTo>
                  <a:lnTo>
                    <a:pt x="936754" y="1287274"/>
                  </a:lnTo>
                  <a:lnTo>
                    <a:pt x="945009" y="1308634"/>
                  </a:lnTo>
                  <a:lnTo>
                    <a:pt x="944365" y="1330437"/>
                  </a:lnTo>
                  <a:lnTo>
                    <a:pt x="941574" y="1342722"/>
                  </a:lnTo>
                  <a:lnTo>
                    <a:pt x="936416" y="1347619"/>
                  </a:lnTo>
                  <a:lnTo>
                    <a:pt x="936634" y="1335071"/>
                  </a:lnTo>
                  <a:lnTo>
                    <a:pt x="932981" y="1330713"/>
                  </a:lnTo>
                  <a:lnTo>
                    <a:pt x="926951" y="1336150"/>
                  </a:lnTo>
                  <a:lnTo>
                    <a:pt x="923047" y="1342348"/>
                  </a:lnTo>
                  <a:lnTo>
                    <a:pt x="921422" y="1366766"/>
                  </a:lnTo>
                  <a:lnTo>
                    <a:pt x="917289" y="1378967"/>
                  </a:lnTo>
                  <a:lnTo>
                    <a:pt x="902677" y="1382592"/>
                  </a:lnTo>
                  <a:lnTo>
                    <a:pt x="887858" y="1414632"/>
                  </a:lnTo>
                  <a:lnTo>
                    <a:pt x="874074" y="1432810"/>
                  </a:lnTo>
                  <a:lnTo>
                    <a:pt x="819835" y="1555727"/>
                  </a:lnTo>
                  <a:lnTo>
                    <a:pt x="821907" y="1576271"/>
                  </a:lnTo>
                  <a:lnTo>
                    <a:pt x="811983" y="1582884"/>
                  </a:lnTo>
                  <a:lnTo>
                    <a:pt x="796957" y="1588266"/>
                  </a:lnTo>
                  <a:lnTo>
                    <a:pt x="781756" y="1600550"/>
                  </a:lnTo>
                  <a:lnTo>
                    <a:pt x="771669" y="1614094"/>
                  </a:lnTo>
                  <a:lnTo>
                    <a:pt x="762302" y="1650520"/>
                  </a:lnTo>
                  <a:lnTo>
                    <a:pt x="744353" y="1691524"/>
                  </a:lnTo>
                  <a:lnTo>
                    <a:pt x="733154" y="1674439"/>
                  </a:lnTo>
                  <a:lnTo>
                    <a:pt x="730286" y="1659816"/>
                  </a:lnTo>
                  <a:lnTo>
                    <a:pt x="735270" y="1621675"/>
                  </a:lnTo>
                  <a:lnTo>
                    <a:pt x="754680" y="1559145"/>
                  </a:lnTo>
                  <a:lnTo>
                    <a:pt x="776064" y="1520270"/>
                  </a:lnTo>
                  <a:lnTo>
                    <a:pt x="792377" y="1501843"/>
                  </a:lnTo>
                  <a:lnTo>
                    <a:pt x="805790" y="1464283"/>
                  </a:lnTo>
                  <a:lnTo>
                    <a:pt x="788844" y="1458680"/>
                  </a:lnTo>
                  <a:lnTo>
                    <a:pt x="763011" y="1459289"/>
                  </a:lnTo>
                  <a:lnTo>
                    <a:pt x="767874" y="1441955"/>
                  </a:lnTo>
                  <a:lnTo>
                    <a:pt x="775409" y="1426682"/>
                  </a:lnTo>
                  <a:lnTo>
                    <a:pt x="761942" y="1411464"/>
                  </a:lnTo>
                  <a:lnTo>
                    <a:pt x="753971" y="1409527"/>
                  </a:lnTo>
                  <a:lnTo>
                    <a:pt x="745760" y="1403288"/>
                  </a:lnTo>
                  <a:lnTo>
                    <a:pt x="755389" y="1390616"/>
                  </a:lnTo>
                  <a:lnTo>
                    <a:pt x="760088" y="1377224"/>
                  </a:lnTo>
                  <a:lnTo>
                    <a:pt x="757221" y="1360927"/>
                  </a:lnTo>
                  <a:lnTo>
                    <a:pt x="761255" y="1348656"/>
                  </a:lnTo>
                  <a:lnTo>
                    <a:pt x="754527" y="1350510"/>
                  </a:lnTo>
                  <a:lnTo>
                    <a:pt x="743710" y="1363501"/>
                  </a:lnTo>
                  <a:lnTo>
                    <a:pt x="736982" y="1368688"/>
                  </a:lnTo>
                  <a:lnTo>
                    <a:pt x="732881" y="1357192"/>
                  </a:lnTo>
                  <a:lnTo>
                    <a:pt x="728203" y="1359793"/>
                  </a:lnTo>
                  <a:lnTo>
                    <a:pt x="725161" y="1367692"/>
                  </a:lnTo>
                  <a:lnTo>
                    <a:pt x="718258" y="1372036"/>
                  </a:lnTo>
                  <a:lnTo>
                    <a:pt x="703679" y="1361232"/>
                  </a:lnTo>
                  <a:lnTo>
                    <a:pt x="682426" y="1348864"/>
                  </a:lnTo>
                  <a:lnTo>
                    <a:pt x="670594" y="1327587"/>
                  </a:lnTo>
                  <a:lnTo>
                    <a:pt x="663844" y="1311097"/>
                  </a:lnTo>
                  <a:lnTo>
                    <a:pt x="670703" y="1281256"/>
                  </a:lnTo>
                  <a:lnTo>
                    <a:pt x="685392" y="1275958"/>
                  </a:lnTo>
                  <a:lnTo>
                    <a:pt x="704475" y="1280800"/>
                  </a:lnTo>
                  <a:lnTo>
                    <a:pt x="729490" y="1280758"/>
                  </a:lnTo>
                  <a:lnTo>
                    <a:pt x="725913" y="1274131"/>
                  </a:lnTo>
                  <a:lnTo>
                    <a:pt x="716983" y="1275224"/>
                  </a:lnTo>
                  <a:lnTo>
                    <a:pt x="690615" y="1251014"/>
                  </a:lnTo>
                  <a:lnTo>
                    <a:pt x="682131" y="1236392"/>
                  </a:lnTo>
                  <a:lnTo>
                    <a:pt x="667541" y="1232380"/>
                  </a:lnTo>
                  <a:lnTo>
                    <a:pt x="660889" y="1246435"/>
                  </a:lnTo>
                  <a:lnTo>
                    <a:pt x="653507" y="1250170"/>
                  </a:lnTo>
                  <a:lnTo>
                    <a:pt x="662623" y="1219417"/>
                  </a:lnTo>
                  <a:lnTo>
                    <a:pt x="674542" y="1218158"/>
                  </a:lnTo>
                  <a:lnTo>
                    <a:pt x="692142" y="1209636"/>
                  </a:lnTo>
                  <a:lnTo>
                    <a:pt x="687028" y="1191831"/>
                  </a:lnTo>
                  <a:lnTo>
                    <a:pt x="675916" y="1184043"/>
                  </a:lnTo>
                  <a:lnTo>
                    <a:pt x="655851" y="1193810"/>
                  </a:lnTo>
                  <a:lnTo>
                    <a:pt x="656091" y="1181290"/>
                  </a:lnTo>
                  <a:lnTo>
                    <a:pt x="659853" y="1165256"/>
                  </a:lnTo>
                  <a:lnTo>
                    <a:pt x="674978" y="1165311"/>
                  </a:lnTo>
                  <a:lnTo>
                    <a:pt x="688227" y="1170541"/>
                  </a:lnTo>
                  <a:lnTo>
                    <a:pt x="699503" y="1144643"/>
                  </a:lnTo>
                  <a:lnTo>
                    <a:pt x="700004" y="1133077"/>
                  </a:lnTo>
                  <a:lnTo>
                    <a:pt x="681270" y="1149886"/>
                  </a:lnTo>
                  <a:lnTo>
                    <a:pt x="677061" y="1113626"/>
                  </a:lnTo>
                  <a:lnTo>
                    <a:pt x="695501" y="1078654"/>
                  </a:lnTo>
                  <a:lnTo>
                    <a:pt x="713090" y="1063408"/>
                  </a:lnTo>
                  <a:lnTo>
                    <a:pt x="735062" y="1063851"/>
                  </a:lnTo>
                  <a:lnTo>
                    <a:pt x="757395" y="1061388"/>
                  </a:lnTo>
                  <a:lnTo>
                    <a:pt x="743383" y="1054983"/>
                  </a:lnTo>
                  <a:lnTo>
                    <a:pt x="728999" y="1051511"/>
                  </a:lnTo>
                  <a:lnTo>
                    <a:pt x="739806" y="1037690"/>
                  </a:lnTo>
                  <a:lnTo>
                    <a:pt x="749020" y="1035214"/>
                  </a:lnTo>
                  <a:lnTo>
                    <a:pt x="758071" y="1023164"/>
                  </a:lnTo>
                  <a:lnTo>
                    <a:pt x="736306" y="1024949"/>
                  </a:lnTo>
                  <a:lnTo>
                    <a:pt x="738868" y="1002150"/>
                  </a:lnTo>
                  <a:lnTo>
                    <a:pt x="728291" y="1006785"/>
                  </a:lnTo>
                  <a:lnTo>
                    <a:pt x="715630" y="1008929"/>
                  </a:lnTo>
                  <a:lnTo>
                    <a:pt x="710702" y="1018599"/>
                  </a:lnTo>
                  <a:lnTo>
                    <a:pt x="711672" y="1034661"/>
                  </a:lnTo>
                  <a:lnTo>
                    <a:pt x="707975" y="1045202"/>
                  </a:lnTo>
                  <a:lnTo>
                    <a:pt x="698129" y="1053669"/>
                  </a:lnTo>
                  <a:lnTo>
                    <a:pt x="681499" y="1060268"/>
                  </a:lnTo>
                  <a:lnTo>
                    <a:pt x="679885" y="1048827"/>
                  </a:lnTo>
                  <a:lnTo>
                    <a:pt x="674389" y="1043639"/>
                  </a:lnTo>
                  <a:lnTo>
                    <a:pt x="672339" y="1068139"/>
                  </a:lnTo>
                  <a:lnTo>
                    <a:pt x="667977" y="1076468"/>
                  </a:lnTo>
                  <a:lnTo>
                    <a:pt x="655819" y="1053475"/>
                  </a:lnTo>
                  <a:lnTo>
                    <a:pt x="652166" y="1058110"/>
                  </a:lnTo>
                  <a:lnTo>
                    <a:pt x="652635" y="1064639"/>
                  </a:lnTo>
                  <a:lnTo>
                    <a:pt x="649527" y="1075928"/>
                  </a:lnTo>
                  <a:lnTo>
                    <a:pt x="639102" y="1081808"/>
                  </a:lnTo>
                  <a:lnTo>
                    <a:pt x="639745" y="1096278"/>
                  </a:lnTo>
                  <a:lnTo>
                    <a:pt x="635700" y="1104164"/>
                  </a:lnTo>
                  <a:lnTo>
                    <a:pt x="602310" y="1091602"/>
                  </a:lnTo>
                  <a:lnTo>
                    <a:pt x="601525" y="1095863"/>
                  </a:lnTo>
                  <a:lnTo>
                    <a:pt x="620411" y="1122951"/>
                  </a:lnTo>
                  <a:lnTo>
                    <a:pt x="634206" y="1132206"/>
                  </a:lnTo>
                  <a:lnTo>
                    <a:pt x="635885" y="1146981"/>
                  </a:lnTo>
                  <a:lnTo>
                    <a:pt x="624043" y="1159238"/>
                  </a:lnTo>
                  <a:lnTo>
                    <a:pt x="607708" y="1148655"/>
                  </a:lnTo>
                  <a:lnTo>
                    <a:pt x="604960" y="1149430"/>
                  </a:lnTo>
                  <a:lnTo>
                    <a:pt x="613836" y="1167580"/>
                  </a:lnTo>
                  <a:lnTo>
                    <a:pt x="619430" y="1183434"/>
                  </a:lnTo>
                  <a:lnTo>
                    <a:pt x="613672" y="1196715"/>
                  </a:lnTo>
                  <a:lnTo>
                    <a:pt x="614567" y="1213067"/>
                  </a:lnTo>
                  <a:lnTo>
                    <a:pt x="613323" y="1227897"/>
                  </a:lnTo>
                  <a:lnTo>
                    <a:pt x="609801" y="1240832"/>
                  </a:lnTo>
                  <a:lnTo>
                    <a:pt x="617740" y="1300458"/>
                  </a:lnTo>
                  <a:lnTo>
                    <a:pt x="627303" y="1316672"/>
                  </a:lnTo>
                  <a:lnTo>
                    <a:pt x="636703" y="1332180"/>
                  </a:lnTo>
                  <a:lnTo>
                    <a:pt x="641686" y="1346692"/>
                  </a:lnTo>
                  <a:lnTo>
                    <a:pt x="631709" y="1348809"/>
                  </a:lnTo>
                  <a:lnTo>
                    <a:pt x="615821" y="1336870"/>
                  </a:lnTo>
                  <a:lnTo>
                    <a:pt x="601863" y="1327767"/>
                  </a:lnTo>
                  <a:lnTo>
                    <a:pt x="585233" y="1298660"/>
                  </a:lnTo>
                  <a:lnTo>
                    <a:pt x="582485" y="1287039"/>
                  </a:lnTo>
                  <a:lnTo>
                    <a:pt x="578429" y="1277853"/>
                  </a:lnTo>
                  <a:lnTo>
                    <a:pt x="580392" y="1298950"/>
                  </a:lnTo>
                  <a:lnTo>
                    <a:pt x="586324" y="1322510"/>
                  </a:lnTo>
                  <a:lnTo>
                    <a:pt x="638404" y="1375232"/>
                  </a:lnTo>
                  <a:lnTo>
                    <a:pt x="648022" y="1395458"/>
                  </a:lnTo>
                  <a:lnTo>
                    <a:pt x="655350" y="1411353"/>
                  </a:lnTo>
                  <a:lnTo>
                    <a:pt x="653507" y="1426585"/>
                  </a:lnTo>
                  <a:lnTo>
                    <a:pt x="639931" y="1415808"/>
                  </a:lnTo>
                  <a:lnTo>
                    <a:pt x="628219" y="1402071"/>
                  </a:lnTo>
                  <a:lnTo>
                    <a:pt x="597130" y="1386548"/>
                  </a:lnTo>
                  <a:lnTo>
                    <a:pt x="557928" y="1376740"/>
                  </a:lnTo>
                  <a:lnTo>
                    <a:pt x="535824" y="1340660"/>
                  </a:lnTo>
                  <a:lnTo>
                    <a:pt x="535901" y="1355712"/>
                  </a:lnTo>
                  <a:lnTo>
                    <a:pt x="530994" y="1368481"/>
                  </a:lnTo>
                  <a:lnTo>
                    <a:pt x="517483" y="1352917"/>
                  </a:lnTo>
                  <a:lnTo>
                    <a:pt x="508966" y="1339637"/>
                  </a:lnTo>
                  <a:lnTo>
                    <a:pt x="506109" y="1325083"/>
                  </a:lnTo>
                  <a:lnTo>
                    <a:pt x="489240" y="1326079"/>
                  </a:lnTo>
                  <a:lnTo>
                    <a:pt x="471553" y="1338723"/>
                  </a:lnTo>
                  <a:lnTo>
                    <a:pt x="454443" y="1335721"/>
                  </a:lnTo>
                  <a:lnTo>
                    <a:pt x="452415" y="1311041"/>
                  </a:lnTo>
                  <a:lnTo>
                    <a:pt x="457039" y="1297968"/>
                  </a:lnTo>
                  <a:lnTo>
                    <a:pt x="476242" y="1267048"/>
                  </a:lnTo>
                  <a:lnTo>
                    <a:pt x="494332" y="1251263"/>
                  </a:lnTo>
                  <a:lnTo>
                    <a:pt x="502315" y="1230886"/>
                  </a:lnTo>
                  <a:lnTo>
                    <a:pt x="499588" y="1199288"/>
                  </a:lnTo>
                  <a:lnTo>
                    <a:pt x="496186" y="1231439"/>
                  </a:lnTo>
                  <a:lnTo>
                    <a:pt x="485849" y="1247376"/>
                  </a:lnTo>
                  <a:lnTo>
                    <a:pt x="469601" y="1259550"/>
                  </a:lnTo>
                  <a:lnTo>
                    <a:pt x="448217" y="1281242"/>
                  </a:lnTo>
                  <a:lnTo>
                    <a:pt x="442994" y="1301302"/>
                  </a:lnTo>
                  <a:lnTo>
                    <a:pt x="436320" y="1338862"/>
                  </a:lnTo>
                  <a:lnTo>
                    <a:pt x="445349" y="1351576"/>
                  </a:lnTo>
                  <a:lnTo>
                    <a:pt x="454574" y="1354896"/>
                  </a:lnTo>
                  <a:lnTo>
                    <a:pt x="481825" y="1346374"/>
                  </a:lnTo>
                  <a:lnTo>
                    <a:pt x="495924" y="1350178"/>
                  </a:lnTo>
                  <a:lnTo>
                    <a:pt x="527286" y="1395402"/>
                  </a:lnTo>
                  <a:lnTo>
                    <a:pt x="585680" y="1413290"/>
                  </a:lnTo>
                  <a:lnTo>
                    <a:pt x="606977" y="1424468"/>
                  </a:lnTo>
                  <a:lnTo>
                    <a:pt x="624337" y="1448069"/>
                  </a:lnTo>
                  <a:lnTo>
                    <a:pt x="650432" y="1461655"/>
                  </a:lnTo>
                  <a:lnTo>
                    <a:pt x="670682" y="1481396"/>
                  </a:lnTo>
                  <a:lnTo>
                    <a:pt x="671227" y="1494276"/>
                  </a:lnTo>
                  <a:lnTo>
                    <a:pt x="664215" y="1509507"/>
                  </a:lnTo>
                  <a:lnTo>
                    <a:pt x="661445" y="1530120"/>
                  </a:lnTo>
                  <a:lnTo>
                    <a:pt x="652842" y="1543124"/>
                  </a:lnTo>
                  <a:lnTo>
                    <a:pt x="632188" y="1544619"/>
                  </a:lnTo>
                  <a:lnTo>
                    <a:pt x="619714" y="1541271"/>
                  </a:lnTo>
                  <a:lnTo>
                    <a:pt x="552650" y="1468807"/>
                  </a:lnTo>
                  <a:lnTo>
                    <a:pt x="544646" y="1462139"/>
                  </a:lnTo>
                  <a:lnTo>
                    <a:pt x="519773" y="1424191"/>
                  </a:lnTo>
                  <a:lnTo>
                    <a:pt x="490592" y="1403869"/>
                  </a:lnTo>
                  <a:lnTo>
                    <a:pt x="481563" y="1404298"/>
                  </a:lnTo>
                  <a:lnTo>
                    <a:pt x="523099" y="1441885"/>
                  </a:lnTo>
                  <a:lnTo>
                    <a:pt x="540055" y="1468171"/>
                  </a:lnTo>
                  <a:lnTo>
                    <a:pt x="569923" y="1505025"/>
                  </a:lnTo>
                  <a:lnTo>
                    <a:pt x="591274" y="1520630"/>
                  </a:lnTo>
                  <a:lnTo>
                    <a:pt x="606988" y="1544978"/>
                  </a:lnTo>
                  <a:lnTo>
                    <a:pt x="621589" y="1556392"/>
                  </a:lnTo>
                  <a:lnTo>
                    <a:pt x="661456" y="1572647"/>
                  </a:lnTo>
                  <a:lnTo>
                    <a:pt x="647597" y="1584323"/>
                  </a:lnTo>
                  <a:lnTo>
                    <a:pt x="669722" y="1594270"/>
                  </a:lnTo>
                  <a:lnTo>
                    <a:pt x="672884" y="1612559"/>
                  </a:lnTo>
                  <a:lnTo>
                    <a:pt x="670856" y="1633407"/>
                  </a:lnTo>
                  <a:lnTo>
                    <a:pt x="640149" y="1625162"/>
                  </a:lnTo>
                  <a:lnTo>
                    <a:pt x="639146" y="1640518"/>
                  </a:lnTo>
                  <a:lnTo>
                    <a:pt x="641893" y="1649579"/>
                  </a:lnTo>
                  <a:lnTo>
                    <a:pt x="628328" y="1657063"/>
                  </a:lnTo>
                  <a:lnTo>
                    <a:pt x="609463" y="1646909"/>
                  </a:lnTo>
                  <a:lnTo>
                    <a:pt x="560480" y="1591364"/>
                  </a:lnTo>
                  <a:lnTo>
                    <a:pt x="560894" y="1598793"/>
                  </a:lnTo>
                  <a:lnTo>
                    <a:pt x="564863" y="1607412"/>
                  </a:lnTo>
                  <a:lnTo>
                    <a:pt x="593270" y="1643174"/>
                  </a:lnTo>
                  <a:lnTo>
                    <a:pt x="618623" y="1664617"/>
                  </a:lnTo>
                  <a:lnTo>
                    <a:pt x="640116" y="1674301"/>
                  </a:lnTo>
                  <a:lnTo>
                    <a:pt x="656680" y="1692271"/>
                  </a:lnTo>
                  <a:lnTo>
                    <a:pt x="662525" y="1703145"/>
                  </a:lnTo>
                  <a:lnTo>
                    <a:pt x="666429" y="1719636"/>
                  </a:lnTo>
                  <a:lnTo>
                    <a:pt x="654150" y="1730841"/>
                  </a:lnTo>
                  <a:lnTo>
                    <a:pt x="640171" y="1737025"/>
                  </a:lnTo>
                  <a:lnTo>
                    <a:pt x="626518" y="1725847"/>
                  </a:lnTo>
                  <a:lnTo>
                    <a:pt x="616508" y="1714074"/>
                  </a:lnTo>
                  <a:lnTo>
                    <a:pt x="595189" y="1694084"/>
                  </a:lnTo>
                  <a:lnTo>
                    <a:pt x="588799" y="1671741"/>
                  </a:lnTo>
                  <a:lnTo>
                    <a:pt x="572584" y="1672890"/>
                  </a:lnTo>
                  <a:lnTo>
                    <a:pt x="504812" y="1644557"/>
                  </a:lnTo>
                  <a:lnTo>
                    <a:pt x="450343" y="1641292"/>
                  </a:lnTo>
                  <a:lnTo>
                    <a:pt x="455665" y="1646992"/>
                  </a:lnTo>
                  <a:lnTo>
                    <a:pt x="462556" y="1650783"/>
                  </a:lnTo>
                  <a:lnTo>
                    <a:pt x="505935" y="1657769"/>
                  </a:lnTo>
                  <a:lnTo>
                    <a:pt x="523077" y="1670815"/>
                  </a:lnTo>
                  <a:lnTo>
                    <a:pt x="558757" y="1682394"/>
                  </a:lnTo>
                  <a:lnTo>
                    <a:pt x="579650" y="1685562"/>
                  </a:lnTo>
                  <a:lnTo>
                    <a:pt x="588123" y="1721130"/>
                  </a:lnTo>
                  <a:lnTo>
                    <a:pt x="616998" y="1745602"/>
                  </a:lnTo>
                  <a:lnTo>
                    <a:pt x="620749" y="1763739"/>
                  </a:lnTo>
                  <a:lnTo>
                    <a:pt x="640465" y="1765773"/>
                  </a:lnTo>
                  <a:lnTo>
                    <a:pt x="675153" y="1747982"/>
                  </a:lnTo>
                  <a:lnTo>
                    <a:pt x="697540" y="1754221"/>
                  </a:lnTo>
                  <a:lnTo>
                    <a:pt x="729828" y="1759312"/>
                  </a:lnTo>
                  <a:lnTo>
                    <a:pt x="737211" y="1773672"/>
                  </a:lnTo>
                  <a:lnTo>
                    <a:pt x="742750" y="1800995"/>
                  </a:lnTo>
                  <a:lnTo>
                    <a:pt x="754167" y="1831735"/>
                  </a:lnTo>
                  <a:lnTo>
                    <a:pt x="783773" y="1952936"/>
                  </a:lnTo>
                  <a:lnTo>
                    <a:pt x="810429" y="2012347"/>
                  </a:lnTo>
                  <a:lnTo>
                    <a:pt x="802375" y="2012347"/>
                  </a:lnTo>
                  <a:lnTo>
                    <a:pt x="790392" y="1988504"/>
                  </a:lnTo>
                  <a:lnTo>
                    <a:pt x="772182" y="1941094"/>
                  </a:lnTo>
                  <a:lnTo>
                    <a:pt x="753469" y="1857383"/>
                  </a:lnTo>
                  <a:lnTo>
                    <a:pt x="748039" y="1838638"/>
                  </a:lnTo>
                  <a:lnTo>
                    <a:pt x="741649" y="1831153"/>
                  </a:lnTo>
                  <a:lnTo>
                    <a:pt x="737440" y="1837241"/>
                  </a:lnTo>
                  <a:lnTo>
                    <a:pt x="735629" y="1847907"/>
                  </a:lnTo>
                  <a:lnTo>
                    <a:pt x="738683" y="1856097"/>
                  </a:lnTo>
                  <a:lnTo>
                    <a:pt x="731311" y="1883654"/>
                  </a:lnTo>
                  <a:lnTo>
                    <a:pt x="734506" y="1896299"/>
                  </a:lnTo>
                  <a:lnTo>
                    <a:pt x="746480" y="1909372"/>
                  </a:lnTo>
                  <a:lnTo>
                    <a:pt x="759489" y="1941993"/>
                  </a:lnTo>
                  <a:lnTo>
                    <a:pt x="769881" y="1985917"/>
                  </a:lnTo>
                  <a:lnTo>
                    <a:pt x="755825" y="1968113"/>
                  </a:lnTo>
                  <a:lnTo>
                    <a:pt x="740820" y="1958678"/>
                  </a:lnTo>
                  <a:lnTo>
                    <a:pt x="717473" y="1951442"/>
                  </a:lnTo>
                  <a:lnTo>
                    <a:pt x="696678" y="1938756"/>
                  </a:lnTo>
                  <a:lnTo>
                    <a:pt x="698194" y="1956948"/>
                  </a:lnTo>
                  <a:lnTo>
                    <a:pt x="696198" y="1976593"/>
                  </a:lnTo>
                  <a:lnTo>
                    <a:pt x="680169" y="1970603"/>
                  </a:lnTo>
                  <a:lnTo>
                    <a:pt x="669264" y="1964087"/>
                  </a:lnTo>
                  <a:lnTo>
                    <a:pt x="678915" y="1985018"/>
                  </a:lnTo>
                  <a:lnTo>
                    <a:pt x="657967" y="1978737"/>
                  </a:lnTo>
                  <a:lnTo>
                    <a:pt x="644009" y="1980051"/>
                  </a:lnTo>
                  <a:lnTo>
                    <a:pt x="634936" y="1998631"/>
                  </a:lnTo>
                  <a:lnTo>
                    <a:pt x="622767" y="2009906"/>
                  </a:lnTo>
                  <a:lnTo>
                    <a:pt x="610694" y="2012347"/>
                  </a:lnTo>
                  <a:lnTo>
                    <a:pt x="602893" y="2012347"/>
                  </a:lnTo>
                  <a:lnTo>
                    <a:pt x="578080" y="1996556"/>
                  </a:lnTo>
                  <a:lnTo>
                    <a:pt x="569432" y="1975929"/>
                  </a:lnTo>
                  <a:lnTo>
                    <a:pt x="565856" y="1952964"/>
                  </a:lnTo>
                  <a:lnTo>
                    <a:pt x="564427" y="1980121"/>
                  </a:lnTo>
                  <a:lnTo>
                    <a:pt x="569182" y="2008398"/>
                  </a:lnTo>
                  <a:lnTo>
                    <a:pt x="568875" y="2012347"/>
                  </a:lnTo>
                  <a:lnTo>
                    <a:pt x="315098" y="2012347"/>
                  </a:lnTo>
                  <a:lnTo>
                    <a:pt x="315098" y="901823"/>
                  </a:lnTo>
                  <a:lnTo>
                    <a:pt x="925436" y="9018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2045531" y="779011"/>
              <a:ext cx="946503" cy="914400"/>
            </a:xfrm>
            <a:custGeom>
              <a:avLst/>
              <a:pathLst>
                <a:path w="946503" h="914400">
                  <a:moveTo>
                    <a:pt x="914400" y="914400"/>
                  </a:moveTo>
                  <a:lnTo>
                    <a:pt x="913800" y="906154"/>
                  </a:lnTo>
                  <a:lnTo>
                    <a:pt x="946503" y="852906"/>
                  </a:lnTo>
                  <a:lnTo>
                    <a:pt x="940592" y="87151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1793613" y="1248573"/>
              <a:ext cx="977068" cy="914400"/>
            </a:xfrm>
            <a:custGeom>
              <a:avLst/>
              <a:pathLst>
                <a:path w="977068" h="914400">
                  <a:moveTo>
                    <a:pt x="914400" y="914400"/>
                  </a:moveTo>
                  <a:lnTo>
                    <a:pt x="948465" y="857665"/>
                  </a:lnTo>
                  <a:lnTo>
                    <a:pt x="968246" y="810131"/>
                  </a:lnTo>
                  <a:lnTo>
                    <a:pt x="977068" y="793696"/>
                  </a:lnTo>
                  <a:lnTo>
                    <a:pt x="968508" y="827009"/>
                  </a:lnTo>
                  <a:lnTo>
                    <a:pt x="953547" y="857638"/>
                  </a:lnTo>
                  <a:lnTo>
                    <a:pt x="924552" y="90980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t4722"/>
            <p:cNvSpPr/>
            <p:nvPr/>
          </p:nvSpPr>
          <p:spPr>
            <a:xfrm>
              <a:off x="2612670" y="2203748"/>
              <a:ext cx="63202" cy="63202"/>
            </a:xfrm>
            <a:prstGeom prst="ellipse">
              <a:avLst/>
            </a:prstGeom>
            <a:solidFill>
              <a:srgbClr val="59C3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t4723"/>
            <p:cNvSpPr/>
            <p:nvPr/>
          </p:nvSpPr>
          <p:spPr>
            <a:xfrm>
              <a:off x="2780369" y="1790950"/>
              <a:ext cx="63202" cy="63202"/>
            </a:xfrm>
            <a:prstGeom prst="ellipse">
              <a:avLst/>
            </a:prstGeom>
            <a:solidFill>
              <a:srgbClr val="74D4B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t4724"/>
            <p:cNvSpPr/>
            <p:nvPr/>
          </p:nvSpPr>
          <p:spPr>
            <a:xfrm>
              <a:off x="2395685" y="2336270"/>
              <a:ext cx="63202" cy="63202"/>
            </a:xfrm>
            <a:prstGeom prst="ellipse">
              <a:avLst/>
            </a:prstGeom>
            <a:solidFill>
              <a:srgbClr val="5FCD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t4725"/>
            <p:cNvSpPr/>
            <p:nvPr/>
          </p:nvSpPr>
          <p:spPr>
            <a:xfrm>
              <a:off x="2645497" y="1688633"/>
              <a:ext cx="63202" cy="63202"/>
            </a:xfrm>
            <a:prstGeom prst="ellipse">
              <a:avLst/>
            </a:prstGeom>
            <a:solidFill>
              <a:srgbClr val="388A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t4726"/>
            <p:cNvSpPr/>
            <p:nvPr/>
          </p:nvSpPr>
          <p:spPr>
            <a:xfrm>
              <a:off x="2319497" y="1999657"/>
              <a:ext cx="63202" cy="63202"/>
            </a:xfrm>
            <a:prstGeom prst="ellipse">
              <a:avLst/>
            </a:prstGeom>
            <a:solidFill>
              <a:srgbClr val="3692A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t4727"/>
            <p:cNvSpPr/>
            <p:nvPr/>
          </p:nvSpPr>
          <p:spPr>
            <a:xfrm>
              <a:off x="2407362" y="2073607"/>
              <a:ext cx="117405" cy="117405"/>
            </a:xfrm>
            <a:prstGeom prst="ellipse">
              <a:avLst/>
            </a:prstGeom>
            <a:solidFill>
              <a:srgbClr val="3595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t4728"/>
            <p:cNvSpPr/>
            <p:nvPr/>
          </p:nvSpPr>
          <p:spPr>
            <a:xfrm>
              <a:off x="2398994" y="2281290"/>
              <a:ext cx="117405" cy="117405"/>
            </a:xfrm>
            <a:prstGeom prst="ellipse">
              <a:avLst/>
            </a:prstGeom>
            <a:solidFill>
              <a:srgbClr val="B6E8D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t4729"/>
            <p:cNvSpPr/>
            <p:nvPr/>
          </p:nvSpPr>
          <p:spPr>
            <a:xfrm>
              <a:off x="2368584" y="2309169"/>
              <a:ext cx="117405" cy="117405"/>
            </a:xfrm>
            <a:prstGeom prst="ellipse">
              <a:avLst/>
            </a:prstGeom>
            <a:solidFill>
              <a:srgbClr val="5FCD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g4730"/>
            <p:cNvSpPr/>
            <p:nvPr/>
          </p:nvSpPr>
          <p:spPr>
            <a:xfrm>
              <a:off x="2356305" y="2220369"/>
              <a:ext cx="158117" cy="136934"/>
            </a:xfrm>
            <a:custGeom>
              <a:avLst/>
              <a:pathLst>
                <a:path w="158117" h="136934">
                  <a:moveTo>
                    <a:pt x="79058" y="0"/>
                  </a:moveTo>
                  <a:lnTo>
                    <a:pt x="158117" y="136934"/>
                  </a:lnTo>
                  <a:lnTo>
                    <a:pt x="0" y="136934"/>
                  </a:lnTo>
                  <a:close/>
                </a:path>
              </a:pathLst>
            </a:custGeom>
            <a:solidFill>
              <a:srgbClr val="FF149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l4731"/>
            <p:cNvSpPr/>
            <p:nvPr/>
          </p:nvSpPr>
          <p:spPr>
            <a:xfrm>
              <a:off x="2472874" y="1927229"/>
              <a:ext cx="112379" cy="193364"/>
            </a:xfrm>
            <a:custGeom>
              <a:avLst/>
              <a:pathLst>
                <a:path w="112379" h="193364">
                  <a:moveTo>
                    <a:pt x="112379" y="0"/>
                  </a:moveTo>
                  <a:lnTo>
                    <a:pt x="0" y="193364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l4732"/>
            <p:cNvSpPr/>
            <p:nvPr/>
          </p:nvSpPr>
          <p:spPr>
            <a:xfrm>
              <a:off x="2440219" y="2371916"/>
              <a:ext cx="292526" cy="91476"/>
            </a:xfrm>
            <a:custGeom>
              <a:avLst/>
              <a:pathLst>
                <a:path w="292526" h="91476">
                  <a:moveTo>
                    <a:pt x="292526" y="91476"/>
                  </a:moveTo>
                  <a:lnTo>
                    <a:pt x="0" y="0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g4733"/>
            <p:cNvSpPr/>
            <p:nvPr/>
          </p:nvSpPr>
          <p:spPr>
            <a:xfrm>
              <a:off x="2585253" y="1799344"/>
              <a:ext cx="718078" cy="194858"/>
            </a:xfrm>
            <a:custGeom>
              <a:avLst/>
              <a:pathLst>
                <a:path w="718078" h="194858">
                  <a:moveTo>
                    <a:pt x="27431" y="194858"/>
                  </a:moveTo>
                  <a:lnTo>
                    <a:pt x="690646" y="194858"/>
                  </a:lnTo>
                  <a:lnTo>
                    <a:pt x="689541" y="194836"/>
                  </a:lnTo>
                  <a:lnTo>
                    <a:pt x="693952" y="194658"/>
                  </a:lnTo>
                  <a:lnTo>
                    <a:pt x="698278" y="193775"/>
                  </a:lnTo>
                  <a:lnTo>
                    <a:pt x="702406" y="192210"/>
                  </a:lnTo>
                  <a:lnTo>
                    <a:pt x="706229" y="190002"/>
                  </a:lnTo>
                  <a:lnTo>
                    <a:pt x="709649" y="187210"/>
                  </a:lnTo>
                  <a:lnTo>
                    <a:pt x="712576" y="183906"/>
                  </a:lnTo>
                  <a:lnTo>
                    <a:pt x="714936" y="180174"/>
                  </a:lnTo>
                  <a:lnTo>
                    <a:pt x="716666" y="176113"/>
                  </a:lnTo>
                  <a:lnTo>
                    <a:pt x="717723" y="171827"/>
                  </a:lnTo>
                  <a:lnTo>
                    <a:pt x="718078" y="167426"/>
                  </a:lnTo>
                  <a:lnTo>
                    <a:pt x="718078" y="27432"/>
                  </a:lnTo>
                  <a:lnTo>
                    <a:pt x="717723" y="23031"/>
                  </a:lnTo>
                  <a:lnTo>
                    <a:pt x="716666" y="18745"/>
                  </a:lnTo>
                  <a:lnTo>
                    <a:pt x="714936" y="14683"/>
                  </a:lnTo>
                  <a:lnTo>
                    <a:pt x="712576" y="10952"/>
                  </a:lnTo>
                  <a:lnTo>
                    <a:pt x="709649" y="7647"/>
                  </a:lnTo>
                  <a:lnTo>
                    <a:pt x="706229" y="4855"/>
                  </a:lnTo>
                  <a:lnTo>
                    <a:pt x="702406" y="2648"/>
                  </a:lnTo>
                  <a:lnTo>
                    <a:pt x="698278" y="1083"/>
                  </a:lnTo>
                  <a:lnTo>
                    <a:pt x="693952" y="200"/>
                  </a:lnTo>
                  <a:lnTo>
                    <a:pt x="690646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5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tx4734"/>
            <p:cNvSpPr/>
            <p:nvPr/>
          </p:nvSpPr>
          <p:spPr>
            <a:xfrm>
              <a:off x="2630973" y="1845064"/>
              <a:ext cx="626638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S1_LOLA</a:t>
              </a:r>
            </a:p>
          </p:txBody>
        </p:sp>
        <p:sp>
          <p:nvSpPr>
            <p:cNvPr id="4735" name="pg4735"/>
            <p:cNvSpPr/>
            <p:nvPr/>
          </p:nvSpPr>
          <p:spPr>
            <a:xfrm>
              <a:off x="2397217" y="2085403"/>
              <a:ext cx="742035" cy="194858"/>
            </a:xfrm>
            <a:custGeom>
              <a:avLst/>
              <a:pathLst>
                <a:path w="742035" h="194858">
                  <a:moveTo>
                    <a:pt x="27431" y="194858"/>
                  </a:moveTo>
                  <a:lnTo>
                    <a:pt x="714603" y="194858"/>
                  </a:lnTo>
                  <a:lnTo>
                    <a:pt x="713499" y="194836"/>
                  </a:lnTo>
                  <a:lnTo>
                    <a:pt x="717910" y="194658"/>
                  </a:lnTo>
                  <a:lnTo>
                    <a:pt x="722235" y="193775"/>
                  </a:lnTo>
                  <a:lnTo>
                    <a:pt x="726363" y="192210"/>
                  </a:lnTo>
                  <a:lnTo>
                    <a:pt x="730186" y="190002"/>
                  </a:lnTo>
                  <a:lnTo>
                    <a:pt x="733606" y="187210"/>
                  </a:lnTo>
                  <a:lnTo>
                    <a:pt x="736533" y="183906"/>
                  </a:lnTo>
                  <a:lnTo>
                    <a:pt x="738893" y="180174"/>
                  </a:lnTo>
                  <a:lnTo>
                    <a:pt x="740623" y="176113"/>
                  </a:lnTo>
                  <a:lnTo>
                    <a:pt x="741680" y="171827"/>
                  </a:lnTo>
                  <a:lnTo>
                    <a:pt x="742035" y="167426"/>
                  </a:lnTo>
                  <a:lnTo>
                    <a:pt x="742035" y="27432"/>
                  </a:lnTo>
                  <a:lnTo>
                    <a:pt x="741680" y="23031"/>
                  </a:lnTo>
                  <a:lnTo>
                    <a:pt x="740623" y="18745"/>
                  </a:lnTo>
                  <a:lnTo>
                    <a:pt x="738893" y="14683"/>
                  </a:lnTo>
                  <a:lnTo>
                    <a:pt x="736533" y="10952"/>
                  </a:lnTo>
                  <a:lnTo>
                    <a:pt x="733606" y="7647"/>
                  </a:lnTo>
                  <a:lnTo>
                    <a:pt x="730186" y="4855"/>
                  </a:lnTo>
                  <a:lnTo>
                    <a:pt x="726363" y="2648"/>
                  </a:lnTo>
                  <a:lnTo>
                    <a:pt x="722235" y="1083"/>
                  </a:lnTo>
                  <a:lnTo>
                    <a:pt x="717910" y="200"/>
                  </a:lnTo>
                  <a:lnTo>
                    <a:pt x="71460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5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tx4736"/>
            <p:cNvSpPr/>
            <p:nvPr/>
          </p:nvSpPr>
          <p:spPr>
            <a:xfrm>
              <a:off x="2442937" y="2131123"/>
              <a:ext cx="650595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S2_DEBY</a:t>
              </a:r>
            </a:p>
          </p:txBody>
        </p:sp>
        <p:sp>
          <p:nvSpPr>
            <p:cNvPr id="4737" name="pg4737"/>
            <p:cNvSpPr/>
            <p:nvPr/>
          </p:nvSpPr>
          <p:spPr>
            <a:xfrm>
              <a:off x="2732746" y="2371072"/>
              <a:ext cx="570585" cy="194858"/>
            </a:xfrm>
            <a:custGeom>
              <a:avLst/>
              <a:pathLst>
                <a:path w="570585" h="194858">
                  <a:moveTo>
                    <a:pt x="27431" y="194858"/>
                  </a:moveTo>
                  <a:lnTo>
                    <a:pt x="543153" y="194858"/>
                  </a:lnTo>
                  <a:lnTo>
                    <a:pt x="542049" y="194836"/>
                  </a:lnTo>
                  <a:lnTo>
                    <a:pt x="546460" y="194658"/>
                  </a:lnTo>
                  <a:lnTo>
                    <a:pt x="550785" y="193775"/>
                  </a:lnTo>
                  <a:lnTo>
                    <a:pt x="554913" y="192210"/>
                  </a:lnTo>
                  <a:lnTo>
                    <a:pt x="558736" y="190002"/>
                  </a:lnTo>
                  <a:lnTo>
                    <a:pt x="562156" y="187210"/>
                  </a:lnTo>
                  <a:lnTo>
                    <a:pt x="565083" y="183906"/>
                  </a:lnTo>
                  <a:lnTo>
                    <a:pt x="567443" y="180174"/>
                  </a:lnTo>
                  <a:lnTo>
                    <a:pt x="569173" y="176113"/>
                  </a:lnTo>
                  <a:lnTo>
                    <a:pt x="570230" y="171827"/>
                  </a:lnTo>
                  <a:lnTo>
                    <a:pt x="570585" y="167426"/>
                  </a:lnTo>
                  <a:lnTo>
                    <a:pt x="570585" y="27431"/>
                  </a:lnTo>
                  <a:lnTo>
                    <a:pt x="570230" y="23031"/>
                  </a:lnTo>
                  <a:lnTo>
                    <a:pt x="569173" y="18745"/>
                  </a:lnTo>
                  <a:lnTo>
                    <a:pt x="567443" y="14683"/>
                  </a:lnTo>
                  <a:lnTo>
                    <a:pt x="565083" y="10952"/>
                  </a:lnTo>
                  <a:lnTo>
                    <a:pt x="562156" y="7647"/>
                  </a:lnTo>
                  <a:lnTo>
                    <a:pt x="558736" y="4855"/>
                  </a:lnTo>
                  <a:lnTo>
                    <a:pt x="554913" y="2648"/>
                  </a:lnTo>
                  <a:lnTo>
                    <a:pt x="550785" y="1083"/>
                  </a:lnTo>
                  <a:lnTo>
                    <a:pt x="546460" y="200"/>
                  </a:lnTo>
                  <a:lnTo>
                    <a:pt x="54315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6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tx4738"/>
            <p:cNvSpPr/>
            <p:nvPr/>
          </p:nvSpPr>
          <p:spPr>
            <a:xfrm>
              <a:off x="2778466" y="2416792"/>
              <a:ext cx="479145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W4_VA</a:t>
              </a:r>
            </a:p>
          </p:txBody>
        </p:sp>
        <p:sp>
          <p:nvSpPr>
            <p:cNvPr id="4739" name="rc4739"/>
            <p:cNvSpPr/>
            <p:nvPr/>
          </p:nvSpPr>
          <p:spPr>
            <a:xfrm>
              <a:off x="2097741" y="1521787"/>
              <a:ext cx="1251309" cy="1221576"/>
            </a:xfrm>
            <a:prstGeom prst="rect">
              <a:avLst/>
            </a:prstGeom>
            <a:noFill/>
            <a:ln w="2710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914400" y="914400"/>
            <a:ext cx="5943600" cy="3657600"/>
            <a:chOff x="914400" y="914400"/>
            <a:chExt cx="5943600" cy="365760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279047" y="914400"/>
              <a:ext cx="5214304" cy="36575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1348636" y="983989"/>
              <a:ext cx="5075126" cy="351842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1894852" y="1581921"/>
              <a:ext cx="3248917" cy="2518749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200904" y="1581921"/>
              <a:ext cx="0" cy="2518749"/>
            </a:xfrm>
            <a:custGeom>
              <a:avLst/>
              <a:pathLst>
                <a:path w="0" h="2518749">
                  <a:moveTo>
                    <a:pt x="0" y="2518749"/>
                  </a:moveTo>
                  <a:lnTo>
                    <a:pt x="0" y="2505643"/>
                  </a:lnTo>
                  <a:lnTo>
                    <a:pt x="0" y="2476156"/>
                  </a:lnTo>
                  <a:lnTo>
                    <a:pt x="0" y="2446668"/>
                  </a:lnTo>
                  <a:lnTo>
                    <a:pt x="0" y="2417180"/>
                  </a:lnTo>
                  <a:lnTo>
                    <a:pt x="0" y="2387693"/>
                  </a:lnTo>
                  <a:lnTo>
                    <a:pt x="0" y="2358205"/>
                  </a:lnTo>
                  <a:lnTo>
                    <a:pt x="0" y="2328717"/>
                  </a:lnTo>
                  <a:lnTo>
                    <a:pt x="0" y="2299230"/>
                  </a:lnTo>
                  <a:lnTo>
                    <a:pt x="0" y="2269742"/>
                  </a:lnTo>
                  <a:lnTo>
                    <a:pt x="0" y="2240254"/>
                  </a:lnTo>
                  <a:lnTo>
                    <a:pt x="0" y="2210767"/>
                  </a:lnTo>
                  <a:lnTo>
                    <a:pt x="0" y="2181279"/>
                  </a:lnTo>
                  <a:lnTo>
                    <a:pt x="0" y="2151791"/>
                  </a:lnTo>
                  <a:lnTo>
                    <a:pt x="0" y="2122304"/>
                  </a:lnTo>
                  <a:lnTo>
                    <a:pt x="0" y="2092816"/>
                  </a:lnTo>
                  <a:lnTo>
                    <a:pt x="0" y="2063328"/>
                  </a:lnTo>
                  <a:lnTo>
                    <a:pt x="0" y="2033841"/>
                  </a:lnTo>
                  <a:lnTo>
                    <a:pt x="0" y="2004353"/>
                  </a:lnTo>
                  <a:lnTo>
                    <a:pt x="0" y="1974865"/>
                  </a:lnTo>
                  <a:lnTo>
                    <a:pt x="0" y="1945378"/>
                  </a:lnTo>
                  <a:lnTo>
                    <a:pt x="0" y="1915890"/>
                  </a:lnTo>
                  <a:lnTo>
                    <a:pt x="0" y="1886402"/>
                  </a:lnTo>
                  <a:lnTo>
                    <a:pt x="0" y="1856915"/>
                  </a:lnTo>
                  <a:lnTo>
                    <a:pt x="0" y="1827427"/>
                  </a:lnTo>
                  <a:lnTo>
                    <a:pt x="0" y="1797939"/>
                  </a:lnTo>
                  <a:lnTo>
                    <a:pt x="0" y="1768452"/>
                  </a:lnTo>
                  <a:lnTo>
                    <a:pt x="0" y="1738964"/>
                  </a:lnTo>
                  <a:lnTo>
                    <a:pt x="0" y="1709476"/>
                  </a:lnTo>
                  <a:lnTo>
                    <a:pt x="0" y="1679989"/>
                  </a:lnTo>
                  <a:lnTo>
                    <a:pt x="0" y="1650501"/>
                  </a:lnTo>
                  <a:lnTo>
                    <a:pt x="0" y="1621013"/>
                  </a:lnTo>
                  <a:lnTo>
                    <a:pt x="0" y="1591525"/>
                  </a:lnTo>
                  <a:lnTo>
                    <a:pt x="0" y="1562038"/>
                  </a:lnTo>
                  <a:lnTo>
                    <a:pt x="0" y="1532550"/>
                  </a:lnTo>
                  <a:lnTo>
                    <a:pt x="0" y="1503062"/>
                  </a:lnTo>
                  <a:lnTo>
                    <a:pt x="0" y="1473575"/>
                  </a:lnTo>
                  <a:lnTo>
                    <a:pt x="0" y="1444087"/>
                  </a:lnTo>
                  <a:lnTo>
                    <a:pt x="0" y="1414599"/>
                  </a:lnTo>
                  <a:lnTo>
                    <a:pt x="0" y="1385112"/>
                  </a:lnTo>
                  <a:lnTo>
                    <a:pt x="0" y="1355624"/>
                  </a:lnTo>
                  <a:lnTo>
                    <a:pt x="0" y="1326136"/>
                  </a:lnTo>
                  <a:lnTo>
                    <a:pt x="0" y="1296649"/>
                  </a:lnTo>
                  <a:lnTo>
                    <a:pt x="0" y="1267161"/>
                  </a:lnTo>
                  <a:lnTo>
                    <a:pt x="0" y="1237673"/>
                  </a:lnTo>
                  <a:lnTo>
                    <a:pt x="0" y="1208186"/>
                  </a:lnTo>
                  <a:lnTo>
                    <a:pt x="0" y="1178698"/>
                  </a:lnTo>
                  <a:lnTo>
                    <a:pt x="0" y="1149210"/>
                  </a:lnTo>
                  <a:lnTo>
                    <a:pt x="0" y="1119723"/>
                  </a:lnTo>
                  <a:lnTo>
                    <a:pt x="0" y="1090235"/>
                  </a:lnTo>
                  <a:lnTo>
                    <a:pt x="0" y="1060747"/>
                  </a:lnTo>
                  <a:lnTo>
                    <a:pt x="0" y="1031260"/>
                  </a:lnTo>
                  <a:lnTo>
                    <a:pt x="0" y="1001772"/>
                  </a:lnTo>
                  <a:lnTo>
                    <a:pt x="0" y="972284"/>
                  </a:lnTo>
                  <a:lnTo>
                    <a:pt x="0" y="942797"/>
                  </a:lnTo>
                  <a:lnTo>
                    <a:pt x="0" y="913309"/>
                  </a:lnTo>
                  <a:lnTo>
                    <a:pt x="0" y="883821"/>
                  </a:lnTo>
                  <a:lnTo>
                    <a:pt x="0" y="854334"/>
                  </a:lnTo>
                  <a:lnTo>
                    <a:pt x="0" y="824846"/>
                  </a:lnTo>
                  <a:lnTo>
                    <a:pt x="0" y="795358"/>
                  </a:lnTo>
                  <a:lnTo>
                    <a:pt x="0" y="765871"/>
                  </a:lnTo>
                  <a:lnTo>
                    <a:pt x="0" y="736383"/>
                  </a:lnTo>
                  <a:lnTo>
                    <a:pt x="0" y="706895"/>
                  </a:lnTo>
                  <a:lnTo>
                    <a:pt x="0" y="677408"/>
                  </a:lnTo>
                  <a:lnTo>
                    <a:pt x="0" y="647920"/>
                  </a:lnTo>
                  <a:lnTo>
                    <a:pt x="0" y="618432"/>
                  </a:lnTo>
                  <a:lnTo>
                    <a:pt x="0" y="588945"/>
                  </a:lnTo>
                  <a:lnTo>
                    <a:pt x="0" y="559457"/>
                  </a:lnTo>
                  <a:lnTo>
                    <a:pt x="0" y="529969"/>
                  </a:lnTo>
                  <a:lnTo>
                    <a:pt x="0" y="500481"/>
                  </a:lnTo>
                  <a:lnTo>
                    <a:pt x="0" y="470994"/>
                  </a:lnTo>
                  <a:lnTo>
                    <a:pt x="0" y="441506"/>
                  </a:lnTo>
                  <a:lnTo>
                    <a:pt x="0" y="412018"/>
                  </a:lnTo>
                  <a:lnTo>
                    <a:pt x="0" y="382531"/>
                  </a:lnTo>
                  <a:lnTo>
                    <a:pt x="0" y="353043"/>
                  </a:lnTo>
                  <a:lnTo>
                    <a:pt x="0" y="323555"/>
                  </a:lnTo>
                  <a:lnTo>
                    <a:pt x="0" y="294068"/>
                  </a:lnTo>
                  <a:lnTo>
                    <a:pt x="0" y="264580"/>
                  </a:lnTo>
                  <a:lnTo>
                    <a:pt x="0" y="235092"/>
                  </a:lnTo>
                  <a:lnTo>
                    <a:pt x="0" y="205605"/>
                  </a:lnTo>
                  <a:lnTo>
                    <a:pt x="0" y="176117"/>
                  </a:lnTo>
                  <a:lnTo>
                    <a:pt x="0" y="146629"/>
                  </a:lnTo>
                  <a:lnTo>
                    <a:pt x="0" y="117142"/>
                  </a:lnTo>
                  <a:lnTo>
                    <a:pt x="0" y="87654"/>
                  </a:lnTo>
                  <a:lnTo>
                    <a:pt x="0" y="58166"/>
                  </a:lnTo>
                  <a:lnTo>
                    <a:pt x="0" y="2867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596838" y="1581921"/>
              <a:ext cx="0" cy="2518749"/>
            </a:xfrm>
            <a:custGeom>
              <a:avLst/>
              <a:pathLst>
                <a:path w="0" h="2518749">
                  <a:moveTo>
                    <a:pt x="0" y="2518749"/>
                  </a:moveTo>
                  <a:lnTo>
                    <a:pt x="0" y="2505643"/>
                  </a:lnTo>
                  <a:lnTo>
                    <a:pt x="0" y="2476156"/>
                  </a:lnTo>
                  <a:lnTo>
                    <a:pt x="0" y="2446668"/>
                  </a:lnTo>
                  <a:lnTo>
                    <a:pt x="0" y="2417180"/>
                  </a:lnTo>
                  <a:lnTo>
                    <a:pt x="0" y="2387693"/>
                  </a:lnTo>
                  <a:lnTo>
                    <a:pt x="0" y="2358205"/>
                  </a:lnTo>
                  <a:lnTo>
                    <a:pt x="0" y="2328717"/>
                  </a:lnTo>
                  <a:lnTo>
                    <a:pt x="0" y="2299230"/>
                  </a:lnTo>
                  <a:lnTo>
                    <a:pt x="0" y="2269742"/>
                  </a:lnTo>
                  <a:lnTo>
                    <a:pt x="0" y="2240254"/>
                  </a:lnTo>
                  <a:lnTo>
                    <a:pt x="0" y="2210767"/>
                  </a:lnTo>
                  <a:lnTo>
                    <a:pt x="0" y="2181279"/>
                  </a:lnTo>
                  <a:lnTo>
                    <a:pt x="0" y="2151791"/>
                  </a:lnTo>
                  <a:lnTo>
                    <a:pt x="0" y="2122304"/>
                  </a:lnTo>
                  <a:lnTo>
                    <a:pt x="0" y="2092816"/>
                  </a:lnTo>
                  <a:lnTo>
                    <a:pt x="0" y="2063328"/>
                  </a:lnTo>
                  <a:lnTo>
                    <a:pt x="0" y="2033841"/>
                  </a:lnTo>
                  <a:lnTo>
                    <a:pt x="0" y="2004353"/>
                  </a:lnTo>
                  <a:lnTo>
                    <a:pt x="0" y="1974865"/>
                  </a:lnTo>
                  <a:lnTo>
                    <a:pt x="0" y="1945378"/>
                  </a:lnTo>
                  <a:lnTo>
                    <a:pt x="0" y="1915890"/>
                  </a:lnTo>
                  <a:lnTo>
                    <a:pt x="0" y="1886402"/>
                  </a:lnTo>
                  <a:lnTo>
                    <a:pt x="0" y="1856915"/>
                  </a:lnTo>
                  <a:lnTo>
                    <a:pt x="0" y="1827427"/>
                  </a:lnTo>
                  <a:lnTo>
                    <a:pt x="0" y="1797939"/>
                  </a:lnTo>
                  <a:lnTo>
                    <a:pt x="0" y="1768452"/>
                  </a:lnTo>
                  <a:lnTo>
                    <a:pt x="0" y="1738964"/>
                  </a:lnTo>
                  <a:lnTo>
                    <a:pt x="0" y="1709476"/>
                  </a:lnTo>
                  <a:lnTo>
                    <a:pt x="0" y="1679989"/>
                  </a:lnTo>
                  <a:lnTo>
                    <a:pt x="0" y="1650501"/>
                  </a:lnTo>
                  <a:lnTo>
                    <a:pt x="0" y="1621013"/>
                  </a:lnTo>
                  <a:lnTo>
                    <a:pt x="0" y="1591525"/>
                  </a:lnTo>
                  <a:lnTo>
                    <a:pt x="0" y="1562038"/>
                  </a:lnTo>
                  <a:lnTo>
                    <a:pt x="0" y="1532550"/>
                  </a:lnTo>
                  <a:lnTo>
                    <a:pt x="0" y="1503062"/>
                  </a:lnTo>
                  <a:lnTo>
                    <a:pt x="0" y="1473575"/>
                  </a:lnTo>
                  <a:lnTo>
                    <a:pt x="0" y="1444087"/>
                  </a:lnTo>
                  <a:lnTo>
                    <a:pt x="0" y="1414599"/>
                  </a:lnTo>
                  <a:lnTo>
                    <a:pt x="0" y="1385112"/>
                  </a:lnTo>
                  <a:lnTo>
                    <a:pt x="0" y="1355624"/>
                  </a:lnTo>
                  <a:lnTo>
                    <a:pt x="0" y="1326136"/>
                  </a:lnTo>
                  <a:lnTo>
                    <a:pt x="0" y="1296649"/>
                  </a:lnTo>
                  <a:lnTo>
                    <a:pt x="0" y="1267161"/>
                  </a:lnTo>
                  <a:lnTo>
                    <a:pt x="0" y="1237673"/>
                  </a:lnTo>
                  <a:lnTo>
                    <a:pt x="0" y="1208186"/>
                  </a:lnTo>
                  <a:lnTo>
                    <a:pt x="0" y="1178698"/>
                  </a:lnTo>
                  <a:lnTo>
                    <a:pt x="0" y="1149210"/>
                  </a:lnTo>
                  <a:lnTo>
                    <a:pt x="0" y="1119723"/>
                  </a:lnTo>
                  <a:lnTo>
                    <a:pt x="0" y="1090235"/>
                  </a:lnTo>
                  <a:lnTo>
                    <a:pt x="0" y="1060747"/>
                  </a:lnTo>
                  <a:lnTo>
                    <a:pt x="0" y="1031260"/>
                  </a:lnTo>
                  <a:lnTo>
                    <a:pt x="0" y="1001772"/>
                  </a:lnTo>
                  <a:lnTo>
                    <a:pt x="0" y="972284"/>
                  </a:lnTo>
                  <a:lnTo>
                    <a:pt x="0" y="942797"/>
                  </a:lnTo>
                  <a:lnTo>
                    <a:pt x="0" y="913309"/>
                  </a:lnTo>
                  <a:lnTo>
                    <a:pt x="0" y="883821"/>
                  </a:lnTo>
                  <a:lnTo>
                    <a:pt x="0" y="854334"/>
                  </a:lnTo>
                  <a:lnTo>
                    <a:pt x="0" y="824846"/>
                  </a:lnTo>
                  <a:lnTo>
                    <a:pt x="0" y="795358"/>
                  </a:lnTo>
                  <a:lnTo>
                    <a:pt x="0" y="765871"/>
                  </a:lnTo>
                  <a:lnTo>
                    <a:pt x="0" y="736383"/>
                  </a:lnTo>
                  <a:lnTo>
                    <a:pt x="0" y="706895"/>
                  </a:lnTo>
                  <a:lnTo>
                    <a:pt x="0" y="677408"/>
                  </a:lnTo>
                  <a:lnTo>
                    <a:pt x="0" y="647920"/>
                  </a:lnTo>
                  <a:lnTo>
                    <a:pt x="0" y="618432"/>
                  </a:lnTo>
                  <a:lnTo>
                    <a:pt x="0" y="588945"/>
                  </a:lnTo>
                  <a:lnTo>
                    <a:pt x="0" y="559457"/>
                  </a:lnTo>
                  <a:lnTo>
                    <a:pt x="0" y="529969"/>
                  </a:lnTo>
                  <a:lnTo>
                    <a:pt x="0" y="500481"/>
                  </a:lnTo>
                  <a:lnTo>
                    <a:pt x="0" y="470994"/>
                  </a:lnTo>
                  <a:lnTo>
                    <a:pt x="0" y="441506"/>
                  </a:lnTo>
                  <a:lnTo>
                    <a:pt x="0" y="412018"/>
                  </a:lnTo>
                  <a:lnTo>
                    <a:pt x="0" y="382531"/>
                  </a:lnTo>
                  <a:lnTo>
                    <a:pt x="0" y="353043"/>
                  </a:lnTo>
                  <a:lnTo>
                    <a:pt x="0" y="323555"/>
                  </a:lnTo>
                  <a:lnTo>
                    <a:pt x="0" y="294068"/>
                  </a:lnTo>
                  <a:lnTo>
                    <a:pt x="0" y="264580"/>
                  </a:lnTo>
                  <a:lnTo>
                    <a:pt x="0" y="235092"/>
                  </a:lnTo>
                  <a:lnTo>
                    <a:pt x="0" y="205605"/>
                  </a:lnTo>
                  <a:lnTo>
                    <a:pt x="0" y="176117"/>
                  </a:lnTo>
                  <a:lnTo>
                    <a:pt x="0" y="146629"/>
                  </a:lnTo>
                  <a:lnTo>
                    <a:pt x="0" y="117142"/>
                  </a:lnTo>
                  <a:lnTo>
                    <a:pt x="0" y="87654"/>
                  </a:lnTo>
                  <a:lnTo>
                    <a:pt x="0" y="58166"/>
                  </a:lnTo>
                  <a:lnTo>
                    <a:pt x="0" y="2867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992773" y="1581921"/>
              <a:ext cx="0" cy="2518749"/>
            </a:xfrm>
            <a:custGeom>
              <a:avLst/>
              <a:pathLst>
                <a:path w="0" h="2518749">
                  <a:moveTo>
                    <a:pt x="0" y="2518749"/>
                  </a:moveTo>
                  <a:lnTo>
                    <a:pt x="0" y="2505643"/>
                  </a:lnTo>
                  <a:lnTo>
                    <a:pt x="0" y="2476156"/>
                  </a:lnTo>
                  <a:lnTo>
                    <a:pt x="0" y="2446668"/>
                  </a:lnTo>
                  <a:lnTo>
                    <a:pt x="0" y="2417180"/>
                  </a:lnTo>
                  <a:lnTo>
                    <a:pt x="0" y="2387693"/>
                  </a:lnTo>
                  <a:lnTo>
                    <a:pt x="0" y="2358205"/>
                  </a:lnTo>
                  <a:lnTo>
                    <a:pt x="0" y="2328717"/>
                  </a:lnTo>
                  <a:lnTo>
                    <a:pt x="0" y="2299230"/>
                  </a:lnTo>
                  <a:lnTo>
                    <a:pt x="0" y="2269742"/>
                  </a:lnTo>
                  <a:lnTo>
                    <a:pt x="0" y="2240254"/>
                  </a:lnTo>
                  <a:lnTo>
                    <a:pt x="0" y="2210767"/>
                  </a:lnTo>
                  <a:lnTo>
                    <a:pt x="0" y="2181279"/>
                  </a:lnTo>
                  <a:lnTo>
                    <a:pt x="0" y="2151791"/>
                  </a:lnTo>
                  <a:lnTo>
                    <a:pt x="0" y="2122304"/>
                  </a:lnTo>
                  <a:lnTo>
                    <a:pt x="0" y="2092816"/>
                  </a:lnTo>
                  <a:lnTo>
                    <a:pt x="0" y="2063328"/>
                  </a:lnTo>
                  <a:lnTo>
                    <a:pt x="0" y="2033841"/>
                  </a:lnTo>
                  <a:lnTo>
                    <a:pt x="0" y="2004353"/>
                  </a:lnTo>
                  <a:lnTo>
                    <a:pt x="0" y="1974865"/>
                  </a:lnTo>
                  <a:lnTo>
                    <a:pt x="0" y="1945378"/>
                  </a:lnTo>
                  <a:lnTo>
                    <a:pt x="0" y="1915890"/>
                  </a:lnTo>
                  <a:lnTo>
                    <a:pt x="0" y="1886402"/>
                  </a:lnTo>
                  <a:lnTo>
                    <a:pt x="0" y="1856915"/>
                  </a:lnTo>
                  <a:lnTo>
                    <a:pt x="0" y="1827427"/>
                  </a:lnTo>
                  <a:lnTo>
                    <a:pt x="0" y="1797939"/>
                  </a:lnTo>
                  <a:lnTo>
                    <a:pt x="0" y="1768452"/>
                  </a:lnTo>
                  <a:lnTo>
                    <a:pt x="0" y="1738964"/>
                  </a:lnTo>
                  <a:lnTo>
                    <a:pt x="0" y="1709476"/>
                  </a:lnTo>
                  <a:lnTo>
                    <a:pt x="0" y="1679989"/>
                  </a:lnTo>
                  <a:lnTo>
                    <a:pt x="0" y="1650501"/>
                  </a:lnTo>
                  <a:lnTo>
                    <a:pt x="0" y="1621013"/>
                  </a:lnTo>
                  <a:lnTo>
                    <a:pt x="0" y="1591525"/>
                  </a:lnTo>
                  <a:lnTo>
                    <a:pt x="0" y="1562038"/>
                  </a:lnTo>
                  <a:lnTo>
                    <a:pt x="0" y="1532550"/>
                  </a:lnTo>
                  <a:lnTo>
                    <a:pt x="0" y="1503062"/>
                  </a:lnTo>
                  <a:lnTo>
                    <a:pt x="0" y="1473575"/>
                  </a:lnTo>
                  <a:lnTo>
                    <a:pt x="0" y="1444087"/>
                  </a:lnTo>
                  <a:lnTo>
                    <a:pt x="0" y="1414599"/>
                  </a:lnTo>
                  <a:lnTo>
                    <a:pt x="0" y="1385112"/>
                  </a:lnTo>
                  <a:lnTo>
                    <a:pt x="0" y="1355624"/>
                  </a:lnTo>
                  <a:lnTo>
                    <a:pt x="0" y="1326136"/>
                  </a:lnTo>
                  <a:lnTo>
                    <a:pt x="0" y="1296649"/>
                  </a:lnTo>
                  <a:lnTo>
                    <a:pt x="0" y="1267161"/>
                  </a:lnTo>
                  <a:lnTo>
                    <a:pt x="0" y="1237673"/>
                  </a:lnTo>
                  <a:lnTo>
                    <a:pt x="0" y="1208186"/>
                  </a:lnTo>
                  <a:lnTo>
                    <a:pt x="0" y="1178698"/>
                  </a:lnTo>
                  <a:lnTo>
                    <a:pt x="0" y="1149210"/>
                  </a:lnTo>
                  <a:lnTo>
                    <a:pt x="0" y="1119723"/>
                  </a:lnTo>
                  <a:lnTo>
                    <a:pt x="0" y="1090235"/>
                  </a:lnTo>
                  <a:lnTo>
                    <a:pt x="0" y="1060747"/>
                  </a:lnTo>
                  <a:lnTo>
                    <a:pt x="0" y="1031260"/>
                  </a:lnTo>
                  <a:lnTo>
                    <a:pt x="0" y="1001772"/>
                  </a:lnTo>
                  <a:lnTo>
                    <a:pt x="0" y="972284"/>
                  </a:lnTo>
                  <a:lnTo>
                    <a:pt x="0" y="942797"/>
                  </a:lnTo>
                  <a:lnTo>
                    <a:pt x="0" y="913309"/>
                  </a:lnTo>
                  <a:lnTo>
                    <a:pt x="0" y="883821"/>
                  </a:lnTo>
                  <a:lnTo>
                    <a:pt x="0" y="854334"/>
                  </a:lnTo>
                  <a:lnTo>
                    <a:pt x="0" y="824846"/>
                  </a:lnTo>
                  <a:lnTo>
                    <a:pt x="0" y="795358"/>
                  </a:lnTo>
                  <a:lnTo>
                    <a:pt x="0" y="765871"/>
                  </a:lnTo>
                  <a:lnTo>
                    <a:pt x="0" y="736383"/>
                  </a:lnTo>
                  <a:lnTo>
                    <a:pt x="0" y="706895"/>
                  </a:lnTo>
                  <a:lnTo>
                    <a:pt x="0" y="677408"/>
                  </a:lnTo>
                  <a:lnTo>
                    <a:pt x="0" y="647920"/>
                  </a:lnTo>
                  <a:lnTo>
                    <a:pt x="0" y="618432"/>
                  </a:lnTo>
                  <a:lnTo>
                    <a:pt x="0" y="588945"/>
                  </a:lnTo>
                  <a:lnTo>
                    <a:pt x="0" y="559457"/>
                  </a:lnTo>
                  <a:lnTo>
                    <a:pt x="0" y="529969"/>
                  </a:lnTo>
                  <a:lnTo>
                    <a:pt x="0" y="500481"/>
                  </a:lnTo>
                  <a:lnTo>
                    <a:pt x="0" y="470994"/>
                  </a:lnTo>
                  <a:lnTo>
                    <a:pt x="0" y="441506"/>
                  </a:lnTo>
                  <a:lnTo>
                    <a:pt x="0" y="412018"/>
                  </a:lnTo>
                  <a:lnTo>
                    <a:pt x="0" y="382531"/>
                  </a:lnTo>
                  <a:lnTo>
                    <a:pt x="0" y="353043"/>
                  </a:lnTo>
                  <a:lnTo>
                    <a:pt x="0" y="323555"/>
                  </a:lnTo>
                  <a:lnTo>
                    <a:pt x="0" y="294068"/>
                  </a:lnTo>
                  <a:lnTo>
                    <a:pt x="0" y="264580"/>
                  </a:lnTo>
                  <a:lnTo>
                    <a:pt x="0" y="235092"/>
                  </a:lnTo>
                  <a:lnTo>
                    <a:pt x="0" y="205605"/>
                  </a:lnTo>
                  <a:lnTo>
                    <a:pt x="0" y="176117"/>
                  </a:lnTo>
                  <a:lnTo>
                    <a:pt x="0" y="146629"/>
                  </a:lnTo>
                  <a:lnTo>
                    <a:pt x="0" y="117142"/>
                  </a:lnTo>
                  <a:lnTo>
                    <a:pt x="0" y="87654"/>
                  </a:lnTo>
                  <a:lnTo>
                    <a:pt x="0" y="58166"/>
                  </a:lnTo>
                  <a:lnTo>
                    <a:pt x="0" y="2867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3388708" y="1581921"/>
              <a:ext cx="0" cy="2518749"/>
            </a:xfrm>
            <a:custGeom>
              <a:avLst/>
              <a:pathLst>
                <a:path w="0" h="2518749">
                  <a:moveTo>
                    <a:pt x="0" y="2518749"/>
                  </a:moveTo>
                  <a:lnTo>
                    <a:pt x="0" y="2505643"/>
                  </a:lnTo>
                  <a:lnTo>
                    <a:pt x="0" y="2476156"/>
                  </a:lnTo>
                  <a:lnTo>
                    <a:pt x="0" y="2446668"/>
                  </a:lnTo>
                  <a:lnTo>
                    <a:pt x="0" y="2417180"/>
                  </a:lnTo>
                  <a:lnTo>
                    <a:pt x="0" y="2387693"/>
                  </a:lnTo>
                  <a:lnTo>
                    <a:pt x="0" y="2358205"/>
                  </a:lnTo>
                  <a:lnTo>
                    <a:pt x="0" y="2328717"/>
                  </a:lnTo>
                  <a:lnTo>
                    <a:pt x="0" y="2299230"/>
                  </a:lnTo>
                  <a:lnTo>
                    <a:pt x="0" y="2269742"/>
                  </a:lnTo>
                  <a:lnTo>
                    <a:pt x="0" y="2240254"/>
                  </a:lnTo>
                  <a:lnTo>
                    <a:pt x="0" y="2210767"/>
                  </a:lnTo>
                  <a:lnTo>
                    <a:pt x="0" y="2181279"/>
                  </a:lnTo>
                  <a:lnTo>
                    <a:pt x="0" y="2151791"/>
                  </a:lnTo>
                  <a:lnTo>
                    <a:pt x="0" y="2122304"/>
                  </a:lnTo>
                  <a:lnTo>
                    <a:pt x="0" y="2092816"/>
                  </a:lnTo>
                  <a:lnTo>
                    <a:pt x="0" y="2063328"/>
                  </a:lnTo>
                  <a:lnTo>
                    <a:pt x="0" y="2033841"/>
                  </a:lnTo>
                  <a:lnTo>
                    <a:pt x="0" y="2004353"/>
                  </a:lnTo>
                  <a:lnTo>
                    <a:pt x="0" y="1974865"/>
                  </a:lnTo>
                  <a:lnTo>
                    <a:pt x="0" y="1945378"/>
                  </a:lnTo>
                  <a:lnTo>
                    <a:pt x="0" y="1915890"/>
                  </a:lnTo>
                  <a:lnTo>
                    <a:pt x="0" y="1886402"/>
                  </a:lnTo>
                  <a:lnTo>
                    <a:pt x="0" y="1856915"/>
                  </a:lnTo>
                  <a:lnTo>
                    <a:pt x="0" y="1827427"/>
                  </a:lnTo>
                  <a:lnTo>
                    <a:pt x="0" y="1797939"/>
                  </a:lnTo>
                  <a:lnTo>
                    <a:pt x="0" y="1768452"/>
                  </a:lnTo>
                  <a:lnTo>
                    <a:pt x="0" y="1738964"/>
                  </a:lnTo>
                  <a:lnTo>
                    <a:pt x="0" y="1709476"/>
                  </a:lnTo>
                  <a:lnTo>
                    <a:pt x="0" y="1679989"/>
                  </a:lnTo>
                  <a:lnTo>
                    <a:pt x="0" y="1650501"/>
                  </a:lnTo>
                  <a:lnTo>
                    <a:pt x="0" y="1621013"/>
                  </a:lnTo>
                  <a:lnTo>
                    <a:pt x="0" y="1591525"/>
                  </a:lnTo>
                  <a:lnTo>
                    <a:pt x="0" y="1562038"/>
                  </a:lnTo>
                  <a:lnTo>
                    <a:pt x="0" y="1532550"/>
                  </a:lnTo>
                  <a:lnTo>
                    <a:pt x="0" y="1503062"/>
                  </a:lnTo>
                  <a:lnTo>
                    <a:pt x="0" y="1473575"/>
                  </a:lnTo>
                  <a:lnTo>
                    <a:pt x="0" y="1444087"/>
                  </a:lnTo>
                  <a:lnTo>
                    <a:pt x="0" y="1414599"/>
                  </a:lnTo>
                  <a:lnTo>
                    <a:pt x="0" y="1385112"/>
                  </a:lnTo>
                  <a:lnTo>
                    <a:pt x="0" y="1355624"/>
                  </a:lnTo>
                  <a:lnTo>
                    <a:pt x="0" y="1326136"/>
                  </a:lnTo>
                  <a:lnTo>
                    <a:pt x="0" y="1296649"/>
                  </a:lnTo>
                  <a:lnTo>
                    <a:pt x="0" y="1267161"/>
                  </a:lnTo>
                  <a:lnTo>
                    <a:pt x="0" y="1237673"/>
                  </a:lnTo>
                  <a:lnTo>
                    <a:pt x="0" y="1208186"/>
                  </a:lnTo>
                  <a:lnTo>
                    <a:pt x="0" y="1178698"/>
                  </a:lnTo>
                  <a:lnTo>
                    <a:pt x="0" y="1149210"/>
                  </a:lnTo>
                  <a:lnTo>
                    <a:pt x="0" y="1119723"/>
                  </a:lnTo>
                  <a:lnTo>
                    <a:pt x="0" y="1090235"/>
                  </a:lnTo>
                  <a:lnTo>
                    <a:pt x="0" y="1060747"/>
                  </a:lnTo>
                  <a:lnTo>
                    <a:pt x="0" y="1031260"/>
                  </a:lnTo>
                  <a:lnTo>
                    <a:pt x="0" y="1001772"/>
                  </a:lnTo>
                  <a:lnTo>
                    <a:pt x="0" y="972284"/>
                  </a:lnTo>
                  <a:lnTo>
                    <a:pt x="0" y="942797"/>
                  </a:lnTo>
                  <a:lnTo>
                    <a:pt x="0" y="913309"/>
                  </a:lnTo>
                  <a:lnTo>
                    <a:pt x="0" y="883821"/>
                  </a:lnTo>
                  <a:lnTo>
                    <a:pt x="0" y="854334"/>
                  </a:lnTo>
                  <a:lnTo>
                    <a:pt x="0" y="824846"/>
                  </a:lnTo>
                  <a:lnTo>
                    <a:pt x="0" y="795358"/>
                  </a:lnTo>
                  <a:lnTo>
                    <a:pt x="0" y="765871"/>
                  </a:lnTo>
                  <a:lnTo>
                    <a:pt x="0" y="736383"/>
                  </a:lnTo>
                  <a:lnTo>
                    <a:pt x="0" y="706895"/>
                  </a:lnTo>
                  <a:lnTo>
                    <a:pt x="0" y="677408"/>
                  </a:lnTo>
                  <a:lnTo>
                    <a:pt x="0" y="647920"/>
                  </a:lnTo>
                  <a:lnTo>
                    <a:pt x="0" y="618432"/>
                  </a:lnTo>
                  <a:lnTo>
                    <a:pt x="0" y="588945"/>
                  </a:lnTo>
                  <a:lnTo>
                    <a:pt x="0" y="559457"/>
                  </a:lnTo>
                  <a:lnTo>
                    <a:pt x="0" y="529969"/>
                  </a:lnTo>
                  <a:lnTo>
                    <a:pt x="0" y="500481"/>
                  </a:lnTo>
                  <a:lnTo>
                    <a:pt x="0" y="470994"/>
                  </a:lnTo>
                  <a:lnTo>
                    <a:pt x="0" y="441506"/>
                  </a:lnTo>
                  <a:lnTo>
                    <a:pt x="0" y="412018"/>
                  </a:lnTo>
                  <a:lnTo>
                    <a:pt x="0" y="382531"/>
                  </a:lnTo>
                  <a:lnTo>
                    <a:pt x="0" y="353043"/>
                  </a:lnTo>
                  <a:lnTo>
                    <a:pt x="0" y="323555"/>
                  </a:lnTo>
                  <a:lnTo>
                    <a:pt x="0" y="294068"/>
                  </a:lnTo>
                  <a:lnTo>
                    <a:pt x="0" y="264580"/>
                  </a:lnTo>
                  <a:lnTo>
                    <a:pt x="0" y="235092"/>
                  </a:lnTo>
                  <a:lnTo>
                    <a:pt x="0" y="205605"/>
                  </a:lnTo>
                  <a:lnTo>
                    <a:pt x="0" y="176117"/>
                  </a:lnTo>
                  <a:lnTo>
                    <a:pt x="0" y="146629"/>
                  </a:lnTo>
                  <a:lnTo>
                    <a:pt x="0" y="117142"/>
                  </a:lnTo>
                  <a:lnTo>
                    <a:pt x="0" y="87654"/>
                  </a:lnTo>
                  <a:lnTo>
                    <a:pt x="0" y="58166"/>
                  </a:lnTo>
                  <a:lnTo>
                    <a:pt x="0" y="2867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784642" y="1581921"/>
              <a:ext cx="0" cy="2518749"/>
            </a:xfrm>
            <a:custGeom>
              <a:avLst/>
              <a:pathLst>
                <a:path w="0" h="2518749">
                  <a:moveTo>
                    <a:pt x="0" y="2518749"/>
                  </a:moveTo>
                  <a:lnTo>
                    <a:pt x="0" y="2505643"/>
                  </a:lnTo>
                  <a:lnTo>
                    <a:pt x="0" y="2476156"/>
                  </a:lnTo>
                  <a:lnTo>
                    <a:pt x="0" y="2446668"/>
                  </a:lnTo>
                  <a:lnTo>
                    <a:pt x="0" y="2417180"/>
                  </a:lnTo>
                  <a:lnTo>
                    <a:pt x="0" y="2387693"/>
                  </a:lnTo>
                  <a:lnTo>
                    <a:pt x="0" y="2358205"/>
                  </a:lnTo>
                  <a:lnTo>
                    <a:pt x="0" y="2328717"/>
                  </a:lnTo>
                  <a:lnTo>
                    <a:pt x="0" y="2299230"/>
                  </a:lnTo>
                  <a:lnTo>
                    <a:pt x="0" y="2269742"/>
                  </a:lnTo>
                  <a:lnTo>
                    <a:pt x="0" y="2240254"/>
                  </a:lnTo>
                  <a:lnTo>
                    <a:pt x="0" y="2210767"/>
                  </a:lnTo>
                  <a:lnTo>
                    <a:pt x="0" y="2181279"/>
                  </a:lnTo>
                  <a:lnTo>
                    <a:pt x="0" y="2151791"/>
                  </a:lnTo>
                  <a:lnTo>
                    <a:pt x="0" y="2122304"/>
                  </a:lnTo>
                  <a:lnTo>
                    <a:pt x="0" y="2092816"/>
                  </a:lnTo>
                  <a:lnTo>
                    <a:pt x="0" y="2063328"/>
                  </a:lnTo>
                  <a:lnTo>
                    <a:pt x="0" y="2033841"/>
                  </a:lnTo>
                  <a:lnTo>
                    <a:pt x="0" y="2004353"/>
                  </a:lnTo>
                  <a:lnTo>
                    <a:pt x="0" y="1974865"/>
                  </a:lnTo>
                  <a:lnTo>
                    <a:pt x="0" y="1945378"/>
                  </a:lnTo>
                  <a:lnTo>
                    <a:pt x="0" y="1915890"/>
                  </a:lnTo>
                  <a:lnTo>
                    <a:pt x="0" y="1886402"/>
                  </a:lnTo>
                  <a:lnTo>
                    <a:pt x="0" y="1856915"/>
                  </a:lnTo>
                  <a:lnTo>
                    <a:pt x="0" y="1827427"/>
                  </a:lnTo>
                  <a:lnTo>
                    <a:pt x="0" y="1797939"/>
                  </a:lnTo>
                  <a:lnTo>
                    <a:pt x="0" y="1768452"/>
                  </a:lnTo>
                  <a:lnTo>
                    <a:pt x="0" y="1738964"/>
                  </a:lnTo>
                  <a:lnTo>
                    <a:pt x="0" y="1709476"/>
                  </a:lnTo>
                  <a:lnTo>
                    <a:pt x="0" y="1679989"/>
                  </a:lnTo>
                  <a:lnTo>
                    <a:pt x="0" y="1650501"/>
                  </a:lnTo>
                  <a:lnTo>
                    <a:pt x="0" y="1621013"/>
                  </a:lnTo>
                  <a:lnTo>
                    <a:pt x="0" y="1591525"/>
                  </a:lnTo>
                  <a:lnTo>
                    <a:pt x="0" y="1562038"/>
                  </a:lnTo>
                  <a:lnTo>
                    <a:pt x="0" y="1532550"/>
                  </a:lnTo>
                  <a:lnTo>
                    <a:pt x="0" y="1503062"/>
                  </a:lnTo>
                  <a:lnTo>
                    <a:pt x="0" y="1473575"/>
                  </a:lnTo>
                  <a:lnTo>
                    <a:pt x="0" y="1444087"/>
                  </a:lnTo>
                  <a:lnTo>
                    <a:pt x="0" y="1414599"/>
                  </a:lnTo>
                  <a:lnTo>
                    <a:pt x="0" y="1385112"/>
                  </a:lnTo>
                  <a:lnTo>
                    <a:pt x="0" y="1355624"/>
                  </a:lnTo>
                  <a:lnTo>
                    <a:pt x="0" y="1326136"/>
                  </a:lnTo>
                  <a:lnTo>
                    <a:pt x="0" y="1296649"/>
                  </a:lnTo>
                  <a:lnTo>
                    <a:pt x="0" y="1267161"/>
                  </a:lnTo>
                  <a:lnTo>
                    <a:pt x="0" y="1237673"/>
                  </a:lnTo>
                  <a:lnTo>
                    <a:pt x="0" y="1208186"/>
                  </a:lnTo>
                  <a:lnTo>
                    <a:pt x="0" y="1178698"/>
                  </a:lnTo>
                  <a:lnTo>
                    <a:pt x="0" y="1149210"/>
                  </a:lnTo>
                  <a:lnTo>
                    <a:pt x="0" y="1119723"/>
                  </a:lnTo>
                  <a:lnTo>
                    <a:pt x="0" y="1090235"/>
                  </a:lnTo>
                  <a:lnTo>
                    <a:pt x="0" y="1060747"/>
                  </a:lnTo>
                  <a:lnTo>
                    <a:pt x="0" y="1031260"/>
                  </a:lnTo>
                  <a:lnTo>
                    <a:pt x="0" y="1001772"/>
                  </a:lnTo>
                  <a:lnTo>
                    <a:pt x="0" y="972284"/>
                  </a:lnTo>
                  <a:lnTo>
                    <a:pt x="0" y="942797"/>
                  </a:lnTo>
                  <a:lnTo>
                    <a:pt x="0" y="913309"/>
                  </a:lnTo>
                  <a:lnTo>
                    <a:pt x="0" y="883821"/>
                  </a:lnTo>
                  <a:lnTo>
                    <a:pt x="0" y="854334"/>
                  </a:lnTo>
                  <a:lnTo>
                    <a:pt x="0" y="824846"/>
                  </a:lnTo>
                  <a:lnTo>
                    <a:pt x="0" y="795358"/>
                  </a:lnTo>
                  <a:lnTo>
                    <a:pt x="0" y="765871"/>
                  </a:lnTo>
                  <a:lnTo>
                    <a:pt x="0" y="736383"/>
                  </a:lnTo>
                  <a:lnTo>
                    <a:pt x="0" y="706895"/>
                  </a:lnTo>
                  <a:lnTo>
                    <a:pt x="0" y="677408"/>
                  </a:lnTo>
                  <a:lnTo>
                    <a:pt x="0" y="647920"/>
                  </a:lnTo>
                  <a:lnTo>
                    <a:pt x="0" y="618432"/>
                  </a:lnTo>
                  <a:lnTo>
                    <a:pt x="0" y="588945"/>
                  </a:lnTo>
                  <a:lnTo>
                    <a:pt x="0" y="559457"/>
                  </a:lnTo>
                  <a:lnTo>
                    <a:pt x="0" y="529969"/>
                  </a:lnTo>
                  <a:lnTo>
                    <a:pt x="0" y="500481"/>
                  </a:lnTo>
                  <a:lnTo>
                    <a:pt x="0" y="470994"/>
                  </a:lnTo>
                  <a:lnTo>
                    <a:pt x="0" y="441506"/>
                  </a:lnTo>
                  <a:lnTo>
                    <a:pt x="0" y="412018"/>
                  </a:lnTo>
                  <a:lnTo>
                    <a:pt x="0" y="382531"/>
                  </a:lnTo>
                  <a:lnTo>
                    <a:pt x="0" y="353043"/>
                  </a:lnTo>
                  <a:lnTo>
                    <a:pt x="0" y="323555"/>
                  </a:lnTo>
                  <a:lnTo>
                    <a:pt x="0" y="294068"/>
                  </a:lnTo>
                  <a:lnTo>
                    <a:pt x="0" y="264580"/>
                  </a:lnTo>
                  <a:lnTo>
                    <a:pt x="0" y="235092"/>
                  </a:lnTo>
                  <a:lnTo>
                    <a:pt x="0" y="205605"/>
                  </a:lnTo>
                  <a:lnTo>
                    <a:pt x="0" y="176117"/>
                  </a:lnTo>
                  <a:lnTo>
                    <a:pt x="0" y="146629"/>
                  </a:lnTo>
                  <a:lnTo>
                    <a:pt x="0" y="117142"/>
                  </a:lnTo>
                  <a:lnTo>
                    <a:pt x="0" y="87654"/>
                  </a:lnTo>
                  <a:lnTo>
                    <a:pt x="0" y="58166"/>
                  </a:lnTo>
                  <a:lnTo>
                    <a:pt x="0" y="2867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180577" y="1581921"/>
              <a:ext cx="0" cy="2518749"/>
            </a:xfrm>
            <a:custGeom>
              <a:avLst/>
              <a:pathLst>
                <a:path w="0" h="2518749">
                  <a:moveTo>
                    <a:pt x="0" y="2518749"/>
                  </a:moveTo>
                  <a:lnTo>
                    <a:pt x="0" y="2505643"/>
                  </a:lnTo>
                  <a:lnTo>
                    <a:pt x="0" y="2476156"/>
                  </a:lnTo>
                  <a:lnTo>
                    <a:pt x="0" y="2446668"/>
                  </a:lnTo>
                  <a:lnTo>
                    <a:pt x="0" y="2417180"/>
                  </a:lnTo>
                  <a:lnTo>
                    <a:pt x="0" y="2387693"/>
                  </a:lnTo>
                  <a:lnTo>
                    <a:pt x="0" y="2358205"/>
                  </a:lnTo>
                  <a:lnTo>
                    <a:pt x="0" y="2328717"/>
                  </a:lnTo>
                  <a:lnTo>
                    <a:pt x="0" y="2299230"/>
                  </a:lnTo>
                  <a:lnTo>
                    <a:pt x="0" y="2269742"/>
                  </a:lnTo>
                  <a:lnTo>
                    <a:pt x="0" y="2240254"/>
                  </a:lnTo>
                  <a:lnTo>
                    <a:pt x="0" y="2210767"/>
                  </a:lnTo>
                  <a:lnTo>
                    <a:pt x="0" y="2181279"/>
                  </a:lnTo>
                  <a:lnTo>
                    <a:pt x="0" y="2151791"/>
                  </a:lnTo>
                  <a:lnTo>
                    <a:pt x="0" y="2122304"/>
                  </a:lnTo>
                  <a:lnTo>
                    <a:pt x="0" y="2092816"/>
                  </a:lnTo>
                  <a:lnTo>
                    <a:pt x="0" y="2063328"/>
                  </a:lnTo>
                  <a:lnTo>
                    <a:pt x="0" y="2033841"/>
                  </a:lnTo>
                  <a:lnTo>
                    <a:pt x="0" y="2004353"/>
                  </a:lnTo>
                  <a:lnTo>
                    <a:pt x="0" y="1974865"/>
                  </a:lnTo>
                  <a:lnTo>
                    <a:pt x="0" y="1945378"/>
                  </a:lnTo>
                  <a:lnTo>
                    <a:pt x="0" y="1915890"/>
                  </a:lnTo>
                  <a:lnTo>
                    <a:pt x="0" y="1886402"/>
                  </a:lnTo>
                  <a:lnTo>
                    <a:pt x="0" y="1856915"/>
                  </a:lnTo>
                  <a:lnTo>
                    <a:pt x="0" y="1827427"/>
                  </a:lnTo>
                  <a:lnTo>
                    <a:pt x="0" y="1797939"/>
                  </a:lnTo>
                  <a:lnTo>
                    <a:pt x="0" y="1768452"/>
                  </a:lnTo>
                  <a:lnTo>
                    <a:pt x="0" y="1738964"/>
                  </a:lnTo>
                  <a:lnTo>
                    <a:pt x="0" y="1709476"/>
                  </a:lnTo>
                  <a:lnTo>
                    <a:pt x="0" y="1679989"/>
                  </a:lnTo>
                  <a:lnTo>
                    <a:pt x="0" y="1650501"/>
                  </a:lnTo>
                  <a:lnTo>
                    <a:pt x="0" y="1621013"/>
                  </a:lnTo>
                  <a:lnTo>
                    <a:pt x="0" y="1591525"/>
                  </a:lnTo>
                  <a:lnTo>
                    <a:pt x="0" y="1562038"/>
                  </a:lnTo>
                  <a:lnTo>
                    <a:pt x="0" y="1532550"/>
                  </a:lnTo>
                  <a:lnTo>
                    <a:pt x="0" y="1503062"/>
                  </a:lnTo>
                  <a:lnTo>
                    <a:pt x="0" y="1473575"/>
                  </a:lnTo>
                  <a:lnTo>
                    <a:pt x="0" y="1444087"/>
                  </a:lnTo>
                  <a:lnTo>
                    <a:pt x="0" y="1414599"/>
                  </a:lnTo>
                  <a:lnTo>
                    <a:pt x="0" y="1385112"/>
                  </a:lnTo>
                  <a:lnTo>
                    <a:pt x="0" y="1355624"/>
                  </a:lnTo>
                  <a:lnTo>
                    <a:pt x="0" y="1326136"/>
                  </a:lnTo>
                  <a:lnTo>
                    <a:pt x="0" y="1296649"/>
                  </a:lnTo>
                  <a:lnTo>
                    <a:pt x="0" y="1267161"/>
                  </a:lnTo>
                  <a:lnTo>
                    <a:pt x="0" y="1237673"/>
                  </a:lnTo>
                  <a:lnTo>
                    <a:pt x="0" y="1208186"/>
                  </a:lnTo>
                  <a:lnTo>
                    <a:pt x="0" y="1178698"/>
                  </a:lnTo>
                  <a:lnTo>
                    <a:pt x="0" y="1149210"/>
                  </a:lnTo>
                  <a:lnTo>
                    <a:pt x="0" y="1119723"/>
                  </a:lnTo>
                  <a:lnTo>
                    <a:pt x="0" y="1090235"/>
                  </a:lnTo>
                  <a:lnTo>
                    <a:pt x="0" y="1060747"/>
                  </a:lnTo>
                  <a:lnTo>
                    <a:pt x="0" y="1031260"/>
                  </a:lnTo>
                  <a:lnTo>
                    <a:pt x="0" y="1001772"/>
                  </a:lnTo>
                  <a:lnTo>
                    <a:pt x="0" y="972284"/>
                  </a:lnTo>
                  <a:lnTo>
                    <a:pt x="0" y="942797"/>
                  </a:lnTo>
                  <a:lnTo>
                    <a:pt x="0" y="913309"/>
                  </a:lnTo>
                  <a:lnTo>
                    <a:pt x="0" y="883821"/>
                  </a:lnTo>
                  <a:lnTo>
                    <a:pt x="0" y="854334"/>
                  </a:lnTo>
                  <a:lnTo>
                    <a:pt x="0" y="824846"/>
                  </a:lnTo>
                  <a:lnTo>
                    <a:pt x="0" y="795358"/>
                  </a:lnTo>
                  <a:lnTo>
                    <a:pt x="0" y="765871"/>
                  </a:lnTo>
                  <a:lnTo>
                    <a:pt x="0" y="736383"/>
                  </a:lnTo>
                  <a:lnTo>
                    <a:pt x="0" y="706895"/>
                  </a:lnTo>
                  <a:lnTo>
                    <a:pt x="0" y="677408"/>
                  </a:lnTo>
                  <a:lnTo>
                    <a:pt x="0" y="647920"/>
                  </a:lnTo>
                  <a:lnTo>
                    <a:pt x="0" y="618432"/>
                  </a:lnTo>
                  <a:lnTo>
                    <a:pt x="0" y="588945"/>
                  </a:lnTo>
                  <a:lnTo>
                    <a:pt x="0" y="559457"/>
                  </a:lnTo>
                  <a:lnTo>
                    <a:pt x="0" y="529969"/>
                  </a:lnTo>
                  <a:lnTo>
                    <a:pt x="0" y="500481"/>
                  </a:lnTo>
                  <a:lnTo>
                    <a:pt x="0" y="470994"/>
                  </a:lnTo>
                  <a:lnTo>
                    <a:pt x="0" y="441506"/>
                  </a:lnTo>
                  <a:lnTo>
                    <a:pt x="0" y="412018"/>
                  </a:lnTo>
                  <a:lnTo>
                    <a:pt x="0" y="382531"/>
                  </a:lnTo>
                  <a:lnTo>
                    <a:pt x="0" y="353043"/>
                  </a:lnTo>
                  <a:lnTo>
                    <a:pt x="0" y="323555"/>
                  </a:lnTo>
                  <a:lnTo>
                    <a:pt x="0" y="294068"/>
                  </a:lnTo>
                  <a:lnTo>
                    <a:pt x="0" y="264580"/>
                  </a:lnTo>
                  <a:lnTo>
                    <a:pt x="0" y="235092"/>
                  </a:lnTo>
                  <a:lnTo>
                    <a:pt x="0" y="205605"/>
                  </a:lnTo>
                  <a:lnTo>
                    <a:pt x="0" y="176117"/>
                  </a:lnTo>
                  <a:lnTo>
                    <a:pt x="0" y="146629"/>
                  </a:lnTo>
                  <a:lnTo>
                    <a:pt x="0" y="117142"/>
                  </a:lnTo>
                  <a:lnTo>
                    <a:pt x="0" y="87654"/>
                  </a:lnTo>
                  <a:lnTo>
                    <a:pt x="0" y="58166"/>
                  </a:lnTo>
                  <a:lnTo>
                    <a:pt x="0" y="2867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576512" y="1581921"/>
              <a:ext cx="0" cy="2518749"/>
            </a:xfrm>
            <a:custGeom>
              <a:avLst/>
              <a:pathLst>
                <a:path w="0" h="2518749">
                  <a:moveTo>
                    <a:pt x="0" y="2518749"/>
                  </a:moveTo>
                  <a:lnTo>
                    <a:pt x="0" y="2505643"/>
                  </a:lnTo>
                  <a:lnTo>
                    <a:pt x="0" y="2476156"/>
                  </a:lnTo>
                  <a:lnTo>
                    <a:pt x="0" y="2446668"/>
                  </a:lnTo>
                  <a:lnTo>
                    <a:pt x="0" y="2417180"/>
                  </a:lnTo>
                  <a:lnTo>
                    <a:pt x="0" y="2387693"/>
                  </a:lnTo>
                  <a:lnTo>
                    <a:pt x="0" y="2358205"/>
                  </a:lnTo>
                  <a:lnTo>
                    <a:pt x="0" y="2328717"/>
                  </a:lnTo>
                  <a:lnTo>
                    <a:pt x="0" y="2299230"/>
                  </a:lnTo>
                  <a:lnTo>
                    <a:pt x="0" y="2269742"/>
                  </a:lnTo>
                  <a:lnTo>
                    <a:pt x="0" y="2240254"/>
                  </a:lnTo>
                  <a:lnTo>
                    <a:pt x="0" y="2210767"/>
                  </a:lnTo>
                  <a:lnTo>
                    <a:pt x="0" y="2181279"/>
                  </a:lnTo>
                  <a:lnTo>
                    <a:pt x="0" y="2151791"/>
                  </a:lnTo>
                  <a:lnTo>
                    <a:pt x="0" y="2122304"/>
                  </a:lnTo>
                  <a:lnTo>
                    <a:pt x="0" y="2092816"/>
                  </a:lnTo>
                  <a:lnTo>
                    <a:pt x="0" y="2063328"/>
                  </a:lnTo>
                  <a:lnTo>
                    <a:pt x="0" y="2033841"/>
                  </a:lnTo>
                  <a:lnTo>
                    <a:pt x="0" y="2004353"/>
                  </a:lnTo>
                  <a:lnTo>
                    <a:pt x="0" y="1974865"/>
                  </a:lnTo>
                  <a:lnTo>
                    <a:pt x="0" y="1945378"/>
                  </a:lnTo>
                  <a:lnTo>
                    <a:pt x="0" y="1915890"/>
                  </a:lnTo>
                  <a:lnTo>
                    <a:pt x="0" y="1886402"/>
                  </a:lnTo>
                  <a:lnTo>
                    <a:pt x="0" y="1856915"/>
                  </a:lnTo>
                  <a:lnTo>
                    <a:pt x="0" y="1827427"/>
                  </a:lnTo>
                  <a:lnTo>
                    <a:pt x="0" y="1797939"/>
                  </a:lnTo>
                  <a:lnTo>
                    <a:pt x="0" y="1768452"/>
                  </a:lnTo>
                  <a:lnTo>
                    <a:pt x="0" y="1738964"/>
                  </a:lnTo>
                  <a:lnTo>
                    <a:pt x="0" y="1709476"/>
                  </a:lnTo>
                  <a:lnTo>
                    <a:pt x="0" y="1679989"/>
                  </a:lnTo>
                  <a:lnTo>
                    <a:pt x="0" y="1650501"/>
                  </a:lnTo>
                  <a:lnTo>
                    <a:pt x="0" y="1621013"/>
                  </a:lnTo>
                  <a:lnTo>
                    <a:pt x="0" y="1591525"/>
                  </a:lnTo>
                  <a:lnTo>
                    <a:pt x="0" y="1562038"/>
                  </a:lnTo>
                  <a:lnTo>
                    <a:pt x="0" y="1532550"/>
                  </a:lnTo>
                  <a:lnTo>
                    <a:pt x="0" y="1503062"/>
                  </a:lnTo>
                  <a:lnTo>
                    <a:pt x="0" y="1473575"/>
                  </a:lnTo>
                  <a:lnTo>
                    <a:pt x="0" y="1444087"/>
                  </a:lnTo>
                  <a:lnTo>
                    <a:pt x="0" y="1414599"/>
                  </a:lnTo>
                  <a:lnTo>
                    <a:pt x="0" y="1385112"/>
                  </a:lnTo>
                  <a:lnTo>
                    <a:pt x="0" y="1355624"/>
                  </a:lnTo>
                  <a:lnTo>
                    <a:pt x="0" y="1326136"/>
                  </a:lnTo>
                  <a:lnTo>
                    <a:pt x="0" y="1296649"/>
                  </a:lnTo>
                  <a:lnTo>
                    <a:pt x="0" y="1267161"/>
                  </a:lnTo>
                  <a:lnTo>
                    <a:pt x="0" y="1237673"/>
                  </a:lnTo>
                  <a:lnTo>
                    <a:pt x="0" y="1208186"/>
                  </a:lnTo>
                  <a:lnTo>
                    <a:pt x="0" y="1178698"/>
                  </a:lnTo>
                  <a:lnTo>
                    <a:pt x="0" y="1149210"/>
                  </a:lnTo>
                  <a:lnTo>
                    <a:pt x="0" y="1119723"/>
                  </a:lnTo>
                  <a:lnTo>
                    <a:pt x="0" y="1090235"/>
                  </a:lnTo>
                  <a:lnTo>
                    <a:pt x="0" y="1060747"/>
                  </a:lnTo>
                  <a:lnTo>
                    <a:pt x="0" y="1031260"/>
                  </a:lnTo>
                  <a:lnTo>
                    <a:pt x="0" y="1001772"/>
                  </a:lnTo>
                  <a:lnTo>
                    <a:pt x="0" y="972284"/>
                  </a:lnTo>
                  <a:lnTo>
                    <a:pt x="0" y="942797"/>
                  </a:lnTo>
                  <a:lnTo>
                    <a:pt x="0" y="913309"/>
                  </a:lnTo>
                  <a:lnTo>
                    <a:pt x="0" y="883821"/>
                  </a:lnTo>
                  <a:lnTo>
                    <a:pt x="0" y="854334"/>
                  </a:lnTo>
                  <a:lnTo>
                    <a:pt x="0" y="824846"/>
                  </a:lnTo>
                  <a:lnTo>
                    <a:pt x="0" y="795358"/>
                  </a:lnTo>
                  <a:lnTo>
                    <a:pt x="0" y="765871"/>
                  </a:lnTo>
                  <a:lnTo>
                    <a:pt x="0" y="736383"/>
                  </a:lnTo>
                  <a:lnTo>
                    <a:pt x="0" y="706895"/>
                  </a:lnTo>
                  <a:lnTo>
                    <a:pt x="0" y="677408"/>
                  </a:lnTo>
                  <a:lnTo>
                    <a:pt x="0" y="647920"/>
                  </a:lnTo>
                  <a:lnTo>
                    <a:pt x="0" y="618432"/>
                  </a:lnTo>
                  <a:lnTo>
                    <a:pt x="0" y="588945"/>
                  </a:lnTo>
                  <a:lnTo>
                    <a:pt x="0" y="559457"/>
                  </a:lnTo>
                  <a:lnTo>
                    <a:pt x="0" y="529969"/>
                  </a:lnTo>
                  <a:lnTo>
                    <a:pt x="0" y="500481"/>
                  </a:lnTo>
                  <a:lnTo>
                    <a:pt x="0" y="470994"/>
                  </a:lnTo>
                  <a:lnTo>
                    <a:pt x="0" y="441506"/>
                  </a:lnTo>
                  <a:lnTo>
                    <a:pt x="0" y="412018"/>
                  </a:lnTo>
                  <a:lnTo>
                    <a:pt x="0" y="382531"/>
                  </a:lnTo>
                  <a:lnTo>
                    <a:pt x="0" y="353043"/>
                  </a:lnTo>
                  <a:lnTo>
                    <a:pt x="0" y="323555"/>
                  </a:lnTo>
                  <a:lnTo>
                    <a:pt x="0" y="294068"/>
                  </a:lnTo>
                  <a:lnTo>
                    <a:pt x="0" y="264580"/>
                  </a:lnTo>
                  <a:lnTo>
                    <a:pt x="0" y="235092"/>
                  </a:lnTo>
                  <a:lnTo>
                    <a:pt x="0" y="205605"/>
                  </a:lnTo>
                  <a:lnTo>
                    <a:pt x="0" y="176117"/>
                  </a:lnTo>
                  <a:lnTo>
                    <a:pt x="0" y="146629"/>
                  </a:lnTo>
                  <a:lnTo>
                    <a:pt x="0" y="117142"/>
                  </a:lnTo>
                  <a:lnTo>
                    <a:pt x="0" y="87654"/>
                  </a:lnTo>
                  <a:lnTo>
                    <a:pt x="0" y="58166"/>
                  </a:lnTo>
                  <a:lnTo>
                    <a:pt x="0" y="2867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972446" y="1581921"/>
              <a:ext cx="0" cy="2518749"/>
            </a:xfrm>
            <a:custGeom>
              <a:avLst/>
              <a:pathLst>
                <a:path w="0" h="2518749">
                  <a:moveTo>
                    <a:pt x="0" y="2518749"/>
                  </a:moveTo>
                  <a:lnTo>
                    <a:pt x="0" y="2505643"/>
                  </a:lnTo>
                  <a:lnTo>
                    <a:pt x="0" y="2476156"/>
                  </a:lnTo>
                  <a:lnTo>
                    <a:pt x="0" y="2446668"/>
                  </a:lnTo>
                  <a:lnTo>
                    <a:pt x="0" y="2417180"/>
                  </a:lnTo>
                  <a:lnTo>
                    <a:pt x="0" y="2387693"/>
                  </a:lnTo>
                  <a:lnTo>
                    <a:pt x="0" y="2358205"/>
                  </a:lnTo>
                  <a:lnTo>
                    <a:pt x="0" y="2328717"/>
                  </a:lnTo>
                  <a:lnTo>
                    <a:pt x="0" y="2299230"/>
                  </a:lnTo>
                  <a:lnTo>
                    <a:pt x="0" y="2269742"/>
                  </a:lnTo>
                  <a:lnTo>
                    <a:pt x="0" y="2240254"/>
                  </a:lnTo>
                  <a:lnTo>
                    <a:pt x="0" y="2210767"/>
                  </a:lnTo>
                  <a:lnTo>
                    <a:pt x="0" y="2181279"/>
                  </a:lnTo>
                  <a:lnTo>
                    <a:pt x="0" y="2151791"/>
                  </a:lnTo>
                  <a:lnTo>
                    <a:pt x="0" y="2122304"/>
                  </a:lnTo>
                  <a:lnTo>
                    <a:pt x="0" y="2092816"/>
                  </a:lnTo>
                  <a:lnTo>
                    <a:pt x="0" y="2063328"/>
                  </a:lnTo>
                  <a:lnTo>
                    <a:pt x="0" y="2033841"/>
                  </a:lnTo>
                  <a:lnTo>
                    <a:pt x="0" y="2004353"/>
                  </a:lnTo>
                  <a:lnTo>
                    <a:pt x="0" y="1974865"/>
                  </a:lnTo>
                  <a:lnTo>
                    <a:pt x="0" y="1945378"/>
                  </a:lnTo>
                  <a:lnTo>
                    <a:pt x="0" y="1915890"/>
                  </a:lnTo>
                  <a:lnTo>
                    <a:pt x="0" y="1886402"/>
                  </a:lnTo>
                  <a:lnTo>
                    <a:pt x="0" y="1856915"/>
                  </a:lnTo>
                  <a:lnTo>
                    <a:pt x="0" y="1827427"/>
                  </a:lnTo>
                  <a:lnTo>
                    <a:pt x="0" y="1797939"/>
                  </a:lnTo>
                  <a:lnTo>
                    <a:pt x="0" y="1768452"/>
                  </a:lnTo>
                  <a:lnTo>
                    <a:pt x="0" y="1738964"/>
                  </a:lnTo>
                  <a:lnTo>
                    <a:pt x="0" y="1709476"/>
                  </a:lnTo>
                  <a:lnTo>
                    <a:pt x="0" y="1679989"/>
                  </a:lnTo>
                  <a:lnTo>
                    <a:pt x="0" y="1650501"/>
                  </a:lnTo>
                  <a:lnTo>
                    <a:pt x="0" y="1621013"/>
                  </a:lnTo>
                  <a:lnTo>
                    <a:pt x="0" y="1591525"/>
                  </a:lnTo>
                  <a:lnTo>
                    <a:pt x="0" y="1562038"/>
                  </a:lnTo>
                  <a:lnTo>
                    <a:pt x="0" y="1532550"/>
                  </a:lnTo>
                  <a:lnTo>
                    <a:pt x="0" y="1503062"/>
                  </a:lnTo>
                  <a:lnTo>
                    <a:pt x="0" y="1473575"/>
                  </a:lnTo>
                  <a:lnTo>
                    <a:pt x="0" y="1444087"/>
                  </a:lnTo>
                  <a:lnTo>
                    <a:pt x="0" y="1414599"/>
                  </a:lnTo>
                  <a:lnTo>
                    <a:pt x="0" y="1385112"/>
                  </a:lnTo>
                  <a:lnTo>
                    <a:pt x="0" y="1355624"/>
                  </a:lnTo>
                  <a:lnTo>
                    <a:pt x="0" y="1326136"/>
                  </a:lnTo>
                  <a:lnTo>
                    <a:pt x="0" y="1296649"/>
                  </a:lnTo>
                  <a:lnTo>
                    <a:pt x="0" y="1267161"/>
                  </a:lnTo>
                  <a:lnTo>
                    <a:pt x="0" y="1237673"/>
                  </a:lnTo>
                  <a:lnTo>
                    <a:pt x="0" y="1208186"/>
                  </a:lnTo>
                  <a:lnTo>
                    <a:pt x="0" y="1178698"/>
                  </a:lnTo>
                  <a:lnTo>
                    <a:pt x="0" y="1149210"/>
                  </a:lnTo>
                  <a:lnTo>
                    <a:pt x="0" y="1119723"/>
                  </a:lnTo>
                  <a:lnTo>
                    <a:pt x="0" y="1090235"/>
                  </a:lnTo>
                  <a:lnTo>
                    <a:pt x="0" y="1060747"/>
                  </a:lnTo>
                  <a:lnTo>
                    <a:pt x="0" y="1031260"/>
                  </a:lnTo>
                  <a:lnTo>
                    <a:pt x="0" y="1001772"/>
                  </a:lnTo>
                  <a:lnTo>
                    <a:pt x="0" y="972284"/>
                  </a:lnTo>
                  <a:lnTo>
                    <a:pt x="0" y="942797"/>
                  </a:lnTo>
                  <a:lnTo>
                    <a:pt x="0" y="913309"/>
                  </a:lnTo>
                  <a:lnTo>
                    <a:pt x="0" y="883821"/>
                  </a:lnTo>
                  <a:lnTo>
                    <a:pt x="0" y="854334"/>
                  </a:lnTo>
                  <a:lnTo>
                    <a:pt x="0" y="824846"/>
                  </a:lnTo>
                  <a:lnTo>
                    <a:pt x="0" y="795358"/>
                  </a:lnTo>
                  <a:lnTo>
                    <a:pt x="0" y="765871"/>
                  </a:lnTo>
                  <a:lnTo>
                    <a:pt x="0" y="736383"/>
                  </a:lnTo>
                  <a:lnTo>
                    <a:pt x="0" y="706895"/>
                  </a:lnTo>
                  <a:lnTo>
                    <a:pt x="0" y="677408"/>
                  </a:lnTo>
                  <a:lnTo>
                    <a:pt x="0" y="647920"/>
                  </a:lnTo>
                  <a:lnTo>
                    <a:pt x="0" y="618432"/>
                  </a:lnTo>
                  <a:lnTo>
                    <a:pt x="0" y="588945"/>
                  </a:lnTo>
                  <a:lnTo>
                    <a:pt x="0" y="559457"/>
                  </a:lnTo>
                  <a:lnTo>
                    <a:pt x="0" y="529969"/>
                  </a:lnTo>
                  <a:lnTo>
                    <a:pt x="0" y="500481"/>
                  </a:lnTo>
                  <a:lnTo>
                    <a:pt x="0" y="470994"/>
                  </a:lnTo>
                  <a:lnTo>
                    <a:pt x="0" y="441506"/>
                  </a:lnTo>
                  <a:lnTo>
                    <a:pt x="0" y="412018"/>
                  </a:lnTo>
                  <a:lnTo>
                    <a:pt x="0" y="382531"/>
                  </a:lnTo>
                  <a:lnTo>
                    <a:pt x="0" y="353043"/>
                  </a:lnTo>
                  <a:lnTo>
                    <a:pt x="0" y="323555"/>
                  </a:lnTo>
                  <a:lnTo>
                    <a:pt x="0" y="294068"/>
                  </a:lnTo>
                  <a:lnTo>
                    <a:pt x="0" y="264580"/>
                  </a:lnTo>
                  <a:lnTo>
                    <a:pt x="0" y="235092"/>
                  </a:lnTo>
                  <a:lnTo>
                    <a:pt x="0" y="205605"/>
                  </a:lnTo>
                  <a:lnTo>
                    <a:pt x="0" y="176117"/>
                  </a:lnTo>
                  <a:lnTo>
                    <a:pt x="0" y="146629"/>
                  </a:lnTo>
                  <a:lnTo>
                    <a:pt x="0" y="117142"/>
                  </a:lnTo>
                  <a:lnTo>
                    <a:pt x="0" y="87654"/>
                  </a:lnTo>
                  <a:lnTo>
                    <a:pt x="0" y="58166"/>
                  </a:lnTo>
                  <a:lnTo>
                    <a:pt x="0" y="2867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894852" y="3866407"/>
              <a:ext cx="3248917" cy="0"/>
            </a:xfrm>
            <a:custGeom>
              <a:avLst/>
              <a:pathLst>
                <a:path w="3248917" h="0">
                  <a:moveTo>
                    <a:pt x="0" y="0"/>
                  </a:moveTo>
                  <a:lnTo>
                    <a:pt x="18099" y="0"/>
                  </a:lnTo>
                  <a:lnTo>
                    <a:pt x="54093" y="0"/>
                  </a:lnTo>
                  <a:lnTo>
                    <a:pt x="90087" y="0"/>
                  </a:lnTo>
                  <a:lnTo>
                    <a:pt x="126081" y="0"/>
                  </a:lnTo>
                  <a:lnTo>
                    <a:pt x="162075" y="0"/>
                  </a:lnTo>
                  <a:lnTo>
                    <a:pt x="198069" y="0"/>
                  </a:lnTo>
                  <a:lnTo>
                    <a:pt x="234063" y="0"/>
                  </a:lnTo>
                  <a:lnTo>
                    <a:pt x="270057" y="0"/>
                  </a:lnTo>
                  <a:lnTo>
                    <a:pt x="306051" y="0"/>
                  </a:lnTo>
                  <a:lnTo>
                    <a:pt x="342045" y="0"/>
                  </a:lnTo>
                  <a:lnTo>
                    <a:pt x="378040" y="0"/>
                  </a:lnTo>
                  <a:lnTo>
                    <a:pt x="414034" y="0"/>
                  </a:lnTo>
                  <a:lnTo>
                    <a:pt x="450028" y="0"/>
                  </a:lnTo>
                  <a:lnTo>
                    <a:pt x="486022" y="0"/>
                  </a:lnTo>
                  <a:lnTo>
                    <a:pt x="522016" y="0"/>
                  </a:lnTo>
                  <a:lnTo>
                    <a:pt x="558010" y="0"/>
                  </a:lnTo>
                  <a:lnTo>
                    <a:pt x="594004" y="0"/>
                  </a:lnTo>
                  <a:lnTo>
                    <a:pt x="629998" y="0"/>
                  </a:lnTo>
                  <a:lnTo>
                    <a:pt x="665992" y="0"/>
                  </a:lnTo>
                  <a:lnTo>
                    <a:pt x="701986" y="0"/>
                  </a:lnTo>
                  <a:lnTo>
                    <a:pt x="737980" y="0"/>
                  </a:lnTo>
                  <a:lnTo>
                    <a:pt x="773974" y="0"/>
                  </a:lnTo>
                  <a:lnTo>
                    <a:pt x="809968" y="0"/>
                  </a:lnTo>
                  <a:lnTo>
                    <a:pt x="845962" y="0"/>
                  </a:lnTo>
                  <a:lnTo>
                    <a:pt x="881956" y="0"/>
                  </a:lnTo>
                  <a:lnTo>
                    <a:pt x="917950" y="0"/>
                  </a:lnTo>
                  <a:lnTo>
                    <a:pt x="953944" y="0"/>
                  </a:lnTo>
                  <a:lnTo>
                    <a:pt x="989939" y="0"/>
                  </a:lnTo>
                  <a:lnTo>
                    <a:pt x="1025933" y="0"/>
                  </a:lnTo>
                  <a:lnTo>
                    <a:pt x="1061927" y="0"/>
                  </a:lnTo>
                  <a:lnTo>
                    <a:pt x="1097921" y="0"/>
                  </a:lnTo>
                  <a:lnTo>
                    <a:pt x="1133915" y="0"/>
                  </a:lnTo>
                  <a:lnTo>
                    <a:pt x="1169909" y="0"/>
                  </a:lnTo>
                  <a:lnTo>
                    <a:pt x="1205903" y="0"/>
                  </a:lnTo>
                  <a:lnTo>
                    <a:pt x="1241897" y="0"/>
                  </a:lnTo>
                  <a:lnTo>
                    <a:pt x="1277891" y="0"/>
                  </a:lnTo>
                  <a:lnTo>
                    <a:pt x="1313885" y="0"/>
                  </a:lnTo>
                  <a:lnTo>
                    <a:pt x="1349879" y="0"/>
                  </a:lnTo>
                  <a:lnTo>
                    <a:pt x="1385873" y="0"/>
                  </a:lnTo>
                  <a:lnTo>
                    <a:pt x="1421867" y="0"/>
                  </a:lnTo>
                  <a:lnTo>
                    <a:pt x="1457861" y="0"/>
                  </a:lnTo>
                  <a:lnTo>
                    <a:pt x="1493855" y="0"/>
                  </a:lnTo>
                  <a:lnTo>
                    <a:pt x="1529849" y="0"/>
                  </a:lnTo>
                  <a:lnTo>
                    <a:pt x="1565843" y="0"/>
                  </a:lnTo>
                  <a:lnTo>
                    <a:pt x="1601838" y="0"/>
                  </a:lnTo>
                  <a:lnTo>
                    <a:pt x="1637832" y="0"/>
                  </a:lnTo>
                  <a:lnTo>
                    <a:pt x="1673826" y="0"/>
                  </a:lnTo>
                  <a:lnTo>
                    <a:pt x="1709820" y="0"/>
                  </a:lnTo>
                  <a:lnTo>
                    <a:pt x="1745814" y="0"/>
                  </a:lnTo>
                  <a:lnTo>
                    <a:pt x="1781808" y="0"/>
                  </a:lnTo>
                  <a:lnTo>
                    <a:pt x="1817802" y="0"/>
                  </a:lnTo>
                  <a:lnTo>
                    <a:pt x="1853796" y="0"/>
                  </a:lnTo>
                  <a:lnTo>
                    <a:pt x="1889790" y="0"/>
                  </a:lnTo>
                  <a:lnTo>
                    <a:pt x="1925784" y="0"/>
                  </a:lnTo>
                  <a:lnTo>
                    <a:pt x="1961778" y="0"/>
                  </a:lnTo>
                  <a:lnTo>
                    <a:pt x="1997772" y="0"/>
                  </a:lnTo>
                  <a:lnTo>
                    <a:pt x="2033766" y="0"/>
                  </a:lnTo>
                  <a:lnTo>
                    <a:pt x="2069760" y="0"/>
                  </a:lnTo>
                  <a:lnTo>
                    <a:pt x="2105754" y="0"/>
                  </a:lnTo>
                  <a:lnTo>
                    <a:pt x="2141748" y="0"/>
                  </a:lnTo>
                  <a:lnTo>
                    <a:pt x="2177742" y="0"/>
                  </a:lnTo>
                  <a:lnTo>
                    <a:pt x="2213737" y="0"/>
                  </a:lnTo>
                  <a:lnTo>
                    <a:pt x="2249731" y="0"/>
                  </a:lnTo>
                  <a:lnTo>
                    <a:pt x="2285725" y="0"/>
                  </a:lnTo>
                  <a:lnTo>
                    <a:pt x="2321719" y="0"/>
                  </a:lnTo>
                  <a:lnTo>
                    <a:pt x="2357713" y="0"/>
                  </a:lnTo>
                  <a:lnTo>
                    <a:pt x="2393707" y="0"/>
                  </a:lnTo>
                  <a:lnTo>
                    <a:pt x="2429701" y="0"/>
                  </a:lnTo>
                  <a:lnTo>
                    <a:pt x="2465695" y="0"/>
                  </a:lnTo>
                  <a:lnTo>
                    <a:pt x="2501689" y="0"/>
                  </a:lnTo>
                  <a:lnTo>
                    <a:pt x="2537683" y="0"/>
                  </a:lnTo>
                  <a:lnTo>
                    <a:pt x="2573677" y="0"/>
                  </a:lnTo>
                  <a:lnTo>
                    <a:pt x="2609671" y="0"/>
                  </a:lnTo>
                  <a:lnTo>
                    <a:pt x="2645665" y="0"/>
                  </a:lnTo>
                  <a:lnTo>
                    <a:pt x="2681659" y="0"/>
                  </a:lnTo>
                  <a:lnTo>
                    <a:pt x="2717653" y="0"/>
                  </a:lnTo>
                  <a:lnTo>
                    <a:pt x="2753647" y="0"/>
                  </a:lnTo>
                  <a:lnTo>
                    <a:pt x="2789641" y="0"/>
                  </a:lnTo>
                  <a:lnTo>
                    <a:pt x="2825636" y="0"/>
                  </a:lnTo>
                  <a:lnTo>
                    <a:pt x="2861630" y="0"/>
                  </a:lnTo>
                  <a:lnTo>
                    <a:pt x="2897624" y="0"/>
                  </a:lnTo>
                  <a:lnTo>
                    <a:pt x="2933618" y="0"/>
                  </a:lnTo>
                  <a:lnTo>
                    <a:pt x="2969612" y="0"/>
                  </a:lnTo>
                  <a:lnTo>
                    <a:pt x="3005606" y="0"/>
                  </a:lnTo>
                  <a:lnTo>
                    <a:pt x="3041600" y="0"/>
                  </a:lnTo>
                  <a:lnTo>
                    <a:pt x="3077594" y="0"/>
                  </a:lnTo>
                  <a:lnTo>
                    <a:pt x="3113588" y="0"/>
                  </a:lnTo>
                  <a:lnTo>
                    <a:pt x="3149582" y="0"/>
                  </a:lnTo>
                  <a:lnTo>
                    <a:pt x="3185576" y="0"/>
                  </a:lnTo>
                  <a:lnTo>
                    <a:pt x="3221570" y="0"/>
                  </a:lnTo>
                  <a:lnTo>
                    <a:pt x="3248917" y="0"/>
                  </a:lnTo>
                  <a:lnTo>
                    <a:pt x="324891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894852" y="3379861"/>
              <a:ext cx="3248917" cy="0"/>
            </a:xfrm>
            <a:custGeom>
              <a:avLst/>
              <a:pathLst>
                <a:path w="3248917" h="0">
                  <a:moveTo>
                    <a:pt x="0" y="0"/>
                  </a:moveTo>
                  <a:lnTo>
                    <a:pt x="18099" y="0"/>
                  </a:lnTo>
                  <a:lnTo>
                    <a:pt x="54093" y="0"/>
                  </a:lnTo>
                  <a:lnTo>
                    <a:pt x="90087" y="0"/>
                  </a:lnTo>
                  <a:lnTo>
                    <a:pt x="126081" y="0"/>
                  </a:lnTo>
                  <a:lnTo>
                    <a:pt x="162075" y="0"/>
                  </a:lnTo>
                  <a:lnTo>
                    <a:pt x="198069" y="0"/>
                  </a:lnTo>
                  <a:lnTo>
                    <a:pt x="234063" y="0"/>
                  </a:lnTo>
                  <a:lnTo>
                    <a:pt x="270057" y="0"/>
                  </a:lnTo>
                  <a:lnTo>
                    <a:pt x="306051" y="0"/>
                  </a:lnTo>
                  <a:lnTo>
                    <a:pt x="342045" y="0"/>
                  </a:lnTo>
                  <a:lnTo>
                    <a:pt x="378040" y="0"/>
                  </a:lnTo>
                  <a:lnTo>
                    <a:pt x="414034" y="0"/>
                  </a:lnTo>
                  <a:lnTo>
                    <a:pt x="450028" y="0"/>
                  </a:lnTo>
                  <a:lnTo>
                    <a:pt x="486022" y="0"/>
                  </a:lnTo>
                  <a:lnTo>
                    <a:pt x="522016" y="0"/>
                  </a:lnTo>
                  <a:lnTo>
                    <a:pt x="558010" y="0"/>
                  </a:lnTo>
                  <a:lnTo>
                    <a:pt x="594004" y="0"/>
                  </a:lnTo>
                  <a:lnTo>
                    <a:pt x="629998" y="0"/>
                  </a:lnTo>
                  <a:lnTo>
                    <a:pt x="665992" y="0"/>
                  </a:lnTo>
                  <a:lnTo>
                    <a:pt x="701986" y="0"/>
                  </a:lnTo>
                  <a:lnTo>
                    <a:pt x="737980" y="0"/>
                  </a:lnTo>
                  <a:lnTo>
                    <a:pt x="773974" y="0"/>
                  </a:lnTo>
                  <a:lnTo>
                    <a:pt x="809968" y="0"/>
                  </a:lnTo>
                  <a:lnTo>
                    <a:pt x="845962" y="0"/>
                  </a:lnTo>
                  <a:lnTo>
                    <a:pt x="881956" y="0"/>
                  </a:lnTo>
                  <a:lnTo>
                    <a:pt x="917950" y="0"/>
                  </a:lnTo>
                  <a:lnTo>
                    <a:pt x="953944" y="0"/>
                  </a:lnTo>
                  <a:lnTo>
                    <a:pt x="989939" y="0"/>
                  </a:lnTo>
                  <a:lnTo>
                    <a:pt x="1025933" y="0"/>
                  </a:lnTo>
                  <a:lnTo>
                    <a:pt x="1061927" y="0"/>
                  </a:lnTo>
                  <a:lnTo>
                    <a:pt x="1097921" y="0"/>
                  </a:lnTo>
                  <a:lnTo>
                    <a:pt x="1133915" y="0"/>
                  </a:lnTo>
                  <a:lnTo>
                    <a:pt x="1169909" y="0"/>
                  </a:lnTo>
                  <a:lnTo>
                    <a:pt x="1205903" y="0"/>
                  </a:lnTo>
                  <a:lnTo>
                    <a:pt x="1241897" y="0"/>
                  </a:lnTo>
                  <a:lnTo>
                    <a:pt x="1277891" y="0"/>
                  </a:lnTo>
                  <a:lnTo>
                    <a:pt x="1313885" y="0"/>
                  </a:lnTo>
                  <a:lnTo>
                    <a:pt x="1349879" y="0"/>
                  </a:lnTo>
                  <a:lnTo>
                    <a:pt x="1385873" y="0"/>
                  </a:lnTo>
                  <a:lnTo>
                    <a:pt x="1421867" y="0"/>
                  </a:lnTo>
                  <a:lnTo>
                    <a:pt x="1457861" y="0"/>
                  </a:lnTo>
                  <a:lnTo>
                    <a:pt x="1493855" y="0"/>
                  </a:lnTo>
                  <a:lnTo>
                    <a:pt x="1529849" y="0"/>
                  </a:lnTo>
                  <a:lnTo>
                    <a:pt x="1565843" y="0"/>
                  </a:lnTo>
                  <a:lnTo>
                    <a:pt x="1601838" y="0"/>
                  </a:lnTo>
                  <a:lnTo>
                    <a:pt x="1637832" y="0"/>
                  </a:lnTo>
                  <a:lnTo>
                    <a:pt x="1673826" y="0"/>
                  </a:lnTo>
                  <a:lnTo>
                    <a:pt x="1709820" y="0"/>
                  </a:lnTo>
                  <a:lnTo>
                    <a:pt x="1745814" y="0"/>
                  </a:lnTo>
                  <a:lnTo>
                    <a:pt x="1781808" y="0"/>
                  </a:lnTo>
                  <a:lnTo>
                    <a:pt x="1817802" y="0"/>
                  </a:lnTo>
                  <a:lnTo>
                    <a:pt x="1853796" y="0"/>
                  </a:lnTo>
                  <a:lnTo>
                    <a:pt x="1889790" y="0"/>
                  </a:lnTo>
                  <a:lnTo>
                    <a:pt x="1925784" y="0"/>
                  </a:lnTo>
                  <a:lnTo>
                    <a:pt x="1961778" y="0"/>
                  </a:lnTo>
                  <a:lnTo>
                    <a:pt x="1997772" y="0"/>
                  </a:lnTo>
                  <a:lnTo>
                    <a:pt x="2033766" y="0"/>
                  </a:lnTo>
                  <a:lnTo>
                    <a:pt x="2069760" y="0"/>
                  </a:lnTo>
                  <a:lnTo>
                    <a:pt x="2105754" y="0"/>
                  </a:lnTo>
                  <a:lnTo>
                    <a:pt x="2141748" y="0"/>
                  </a:lnTo>
                  <a:lnTo>
                    <a:pt x="2177742" y="0"/>
                  </a:lnTo>
                  <a:lnTo>
                    <a:pt x="2213737" y="0"/>
                  </a:lnTo>
                  <a:lnTo>
                    <a:pt x="2249731" y="0"/>
                  </a:lnTo>
                  <a:lnTo>
                    <a:pt x="2285725" y="0"/>
                  </a:lnTo>
                  <a:lnTo>
                    <a:pt x="2321719" y="0"/>
                  </a:lnTo>
                  <a:lnTo>
                    <a:pt x="2357713" y="0"/>
                  </a:lnTo>
                  <a:lnTo>
                    <a:pt x="2393707" y="0"/>
                  </a:lnTo>
                  <a:lnTo>
                    <a:pt x="2429701" y="0"/>
                  </a:lnTo>
                  <a:lnTo>
                    <a:pt x="2465695" y="0"/>
                  </a:lnTo>
                  <a:lnTo>
                    <a:pt x="2501689" y="0"/>
                  </a:lnTo>
                  <a:lnTo>
                    <a:pt x="2537683" y="0"/>
                  </a:lnTo>
                  <a:lnTo>
                    <a:pt x="2573677" y="0"/>
                  </a:lnTo>
                  <a:lnTo>
                    <a:pt x="2609671" y="0"/>
                  </a:lnTo>
                  <a:lnTo>
                    <a:pt x="2645665" y="0"/>
                  </a:lnTo>
                  <a:lnTo>
                    <a:pt x="2681659" y="0"/>
                  </a:lnTo>
                  <a:lnTo>
                    <a:pt x="2717653" y="0"/>
                  </a:lnTo>
                  <a:lnTo>
                    <a:pt x="2753647" y="0"/>
                  </a:lnTo>
                  <a:lnTo>
                    <a:pt x="2789641" y="0"/>
                  </a:lnTo>
                  <a:lnTo>
                    <a:pt x="2825636" y="0"/>
                  </a:lnTo>
                  <a:lnTo>
                    <a:pt x="2861630" y="0"/>
                  </a:lnTo>
                  <a:lnTo>
                    <a:pt x="2897624" y="0"/>
                  </a:lnTo>
                  <a:lnTo>
                    <a:pt x="2933618" y="0"/>
                  </a:lnTo>
                  <a:lnTo>
                    <a:pt x="2969612" y="0"/>
                  </a:lnTo>
                  <a:lnTo>
                    <a:pt x="3005606" y="0"/>
                  </a:lnTo>
                  <a:lnTo>
                    <a:pt x="3041600" y="0"/>
                  </a:lnTo>
                  <a:lnTo>
                    <a:pt x="3077594" y="0"/>
                  </a:lnTo>
                  <a:lnTo>
                    <a:pt x="3113588" y="0"/>
                  </a:lnTo>
                  <a:lnTo>
                    <a:pt x="3149582" y="0"/>
                  </a:lnTo>
                  <a:lnTo>
                    <a:pt x="3185576" y="0"/>
                  </a:lnTo>
                  <a:lnTo>
                    <a:pt x="3221570" y="0"/>
                  </a:lnTo>
                  <a:lnTo>
                    <a:pt x="3248917" y="0"/>
                  </a:lnTo>
                  <a:lnTo>
                    <a:pt x="324891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894852" y="2893314"/>
              <a:ext cx="3248917" cy="0"/>
            </a:xfrm>
            <a:custGeom>
              <a:avLst/>
              <a:pathLst>
                <a:path w="3248917" h="0">
                  <a:moveTo>
                    <a:pt x="0" y="0"/>
                  </a:moveTo>
                  <a:lnTo>
                    <a:pt x="18099" y="0"/>
                  </a:lnTo>
                  <a:lnTo>
                    <a:pt x="54093" y="0"/>
                  </a:lnTo>
                  <a:lnTo>
                    <a:pt x="90087" y="0"/>
                  </a:lnTo>
                  <a:lnTo>
                    <a:pt x="126081" y="0"/>
                  </a:lnTo>
                  <a:lnTo>
                    <a:pt x="162075" y="0"/>
                  </a:lnTo>
                  <a:lnTo>
                    <a:pt x="198069" y="0"/>
                  </a:lnTo>
                  <a:lnTo>
                    <a:pt x="234063" y="0"/>
                  </a:lnTo>
                  <a:lnTo>
                    <a:pt x="270057" y="0"/>
                  </a:lnTo>
                  <a:lnTo>
                    <a:pt x="306051" y="0"/>
                  </a:lnTo>
                  <a:lnTo>
                    <a:pt x="342045" y="0"/>
                  </a:lnTo>
                  <a:lnTo>
                    <a:pt x="378040" y="0"/>
                  </a:lnTo>
                  <a:lnTo>
                    <a:pt x="414034" y="0"/>
                  </a:lnTo>
                  <a:lnTo>
                    <a:pt x="450028" y="0"/>
                  </a:lnTo>
                  <a:lnTo>
                    <a:pt x="486022" y="0"/>
                  </a:lnTo>
                  <a:lnTo>
                    <a:pt x="522016" y="0"/>
                  </a:lnTo>
                  <a:lnTo>
                    <a:pt x="558010" y="0"/>
                  </a:lnTo>
                  <a:lnTo>
                    <a:pt x="594004" y="0"/>
                  </a:lnTo>
                  <a:lnTo>
                    <a:pt x="629998" y="0"/>
                  </a:lnTo>
                  <a:lnTo>
                    <a:pt x="665992" y="0"/>
                  </a:lnTo>
                  <a:lnTo>
                    <a:pt x="701986" y="0"/>
                  </a:lnTo>
                  <a:lnTo>
                    <a:pt x="737980" y="0"/>
                  </a:lnTo>
                  <a:lnTo>
                    <a:pt x="773974" y="0"/>
                  </a:lnTo>
                  <a:lnTo>
                    <a:pt x="809968" y="0"/>
                  </a:lnTo>
                  <a:lnTo>
                    <a:pt x="845962" y="0"/>
                  </a:lnTo>
                  <a:lnTo>
                    <a:pt x="881956" y="0"/>
                  </a:lnTo>
                  <a:lnTo>
                    <a:pt x="917950" y="0"/>
                  </a:lnTo>
                  <a:lnTo>
                    <a:pt x="953944" y="0"/>
                  </a:lnTo>
                  <a:lnTo>
                    <a:pt x="989939" y="0"/>
                  </a:lnTo>
                  <a:lnTo>
                    <a:pt x="1025933" y="0"/>
                  </a:lnTo>
                  <a:lnTo>
                    <a:pt x="1061927" y="0"/>
                  </a:lnTo>
                  <a:lnTo>
                    <a:pt x="1097921" y="0"/>
                  </a:lnTo>
                  <a:lnTo>
                    <a:pt x="1133915" y="0"/>
                  </a:lnTo>
                  <a:lnTo>
                    <a:pt x="1169909" y="0"/>
                  </a:lnTo>
                  <a:lnTo>
                    <a:pt x="1205903" y="0"/>
                  </a:lnTo>
                  <a:lnTo>
                    <a:pt x="1241897" y="0"/>
                  </a:lnTo>
                  <a:lnTo>
                    <a:pt x="1277891" y="0"/>
                  </a:lnTo>
                  <a:lnTo>
                    <a:pt x="1313885" y="0"/>
                  </a:lnTo>
                  <a:lnTo>
                    <a:pt x="1349879" y="0"/>
                  </a:lnTo>
                  <a:lnTo>
                    <a:pt x="1385873" y="0"/>
                  </a:lnTo>
                  <a:lnTo>
                    <a:pt x="1421867" y="0"/>
                  </a:lnTo>
                  <a:lnTo>
                    <a:pt x="1457861" y="0"/>
                  </a:lnTo>
                  <a:lnTo>
                    <a:pt x="1493855" y="0"/>
                  </a:lnTo>
                  <a:lnTo>
                    <a:pt x="1529849" y="0"/>
                  </a:lnTo>
                  <a:lnTo>
                    <a:pt x="1565843" y="0"/>
                  </a:lnTo>
                  <a:lnTo>
                    <a:pt x="1601838" y="0"/>
                  </a:lnTo>
                  <a:lnTo>
                    <a:pt x="1637832" y="0"/>
                  </a:lnTo>
                  <a:lnTo>
                    <a:pt x="1673826" y="0"/>
                  </a:lnTo>
                  <a:lnTo>
                    <a:pt x="1709820" y="0"/>
                  </a:lnTo>
                  <a:lnTo>
                    <a:pt x="1745814" y="0"/>
                  </a:lnTo>
                  <a:lnTo>
                    <a:pt x="1781808" y="0"/>
                  </a:lnTo>
                  <a:lnTo>
                    <a:pt x="1817802" y="0"/>
                  </a:lnTo>
                  <a:lnTo>
                    <a:pt x="1853796" y="0"/>
                  </a:lnTo>
                  <a:lnTo>
                    <a:pt x="1889790" y="0"/>
                  </a:lnTo>
                  <a:lnTo>
                    <a:pt x="1925784" y="0"/>
                  </a:lnTo>
                  <a:lnTo>
                    <a:pt x="1961778" y="0"/>
                  </a:lnTo>
                  <a:lnTo>
                    <a:pt x="1997772" y="0"/>
                  </a:lnTo>
                  <a:lnTo>
                    <a:pt x="2033766" y="0"/>
                  </a:lnTo>
                  <a:lnTo>
                    <a:pt x="2069760" y="0"/>
                  </a:lnTo>
                  <a:lnTo>
                    <a:pt x="2105754" y="0"/>
                  </a:lnTo>
                  <a:lnTo>
                    <a:pt x="2141748" y="0"/>
                  </a:lnTo>
                  <a:lnTo>
                    <a:pt x="2177742" y="0"/>
                  </a:lnTo>
                  <a:lnTo>
                    <a:pt x="2213737" y="0"/>
                  </a:lnTo>
                  <a:lnTo>
                    <a:pt x="2249731" y="0"/>
                  </a:lnTo>
                  <a:lnTo>
                    <a:pt x="2285725" y="0"/>
                  </a:lnTo>
                  <a:lnTo>
                    <a:pt x="2321719" y="0"/>
                  </a:lnTo>
                  <a:lnTo>
                    <a:pt x="2357713" y="0"/>
                  </a:lnTo>
                  <a:lnTo>
                    <a:pt x="2393707" y="0"/>
                  </a:lnTo>
                  <a:lnTo>
                    <a:pt x="2429701" y="0"/>
                  </a:lnTo>
                  <a:lnTo>
                    <a:pt x="2465695" y="0"/>
                  </a:lnTo>
                  <a:lnTo>
                    <a:pt x="2501689" y="0"/>
                  </a:lnTo>
                  <a:lnTo>
                    <a:pt x="2537683" y="0"/>
                  </a:lnTo>
                  <a:lnTo>
                    <a:pt x="2573677" y="0"/>
                  </a:lnTo>
                  <a:lnTo>
                    <a:pt x="2609671" y="0"/>
                  </a:lnTo>
                  <a:lnTo>
                    <a:pt x="2645665" y="0"/>
                  </a:lnTo>
                  <a:lnTo>
                    <a:pt x="2681659" y="0"/>
                  </a:lnTo>
                  <a:lnTo>
                    <a:pt x="2717653" y="0"/>
                  </a:lnTo>
                  <a:lnTo>
                    <a:pt x="2753647" y="0"/>
                  </a:lnTo>
                  <a:lnTo>
                    <a:pt x="2789641" y="0"/>
                  </a:lnTo>
                  <a:lnTo>
                    <a:pt x="2825636" y="0"/>
                  </a:lnTo>
                  <a:lnTo>
                    <a:pt x="2861630" y="0"/>
                  </a:lnTo>
                  <a:lnTo>
                    <a:pt x="2897624" y="0"/>
                  </a:lnTo>
                  <a:lnTo>
                    <a:pt x="2933618" y="0"/>
                  </a:lnTo>
                  <a:lnTo>
                    <a:pt x="2969612" y="0"/>
                  </a:lnTo>
                  <a:lnTo>
                    <a:pt x="3005606" y="0"/>
                  </a:lnTo>
                  <a:lnTo>
                    <a:pt x="3041600" y="0"/>
                  </a:lnTo>
                  <a:lnTo>
                    <a:pt x="3077594" y="0"/>
                  </a:lnTo>
                  <a:lnTo>
                    <a:pt x="3113588" y="0"/>
                  </a:lnTo>
                  <a:lnTo>
                    <a:pt x="3149582" y="0"/>
                  </a:lnTo>
                  <a:lnTo>
                    <a:pt x="3185576" y="0"/>
                  </a:lnTo>
                  <a:lnTo>
                    <a:pt x="3221570" y="0"/>
                  </a:lnTo>
                  <a:lnTo>
                    <a:pt x="3248917" y="0"/>
                  </a:lnTo>
                  <a:lnTo>
                    <a:pt x="324891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894852" y="2406768"/>
              <a:ext cx="3248917" cy="0"/>
            </a:xfrm>
            <a:custGeom>
              <a:avLst/>
              <a:pathLst>
                <a:path w="3248917" h="0">
                  <a:moveTo>
                    <a:pt x="0" y="0"/>
                  </a:moveTo>
                  <a:lnTo>
                    <a:pt x="18099" y="0"/>
                  </a:lnTo>
                  <a:lnTo>
                    <a:pt x="54093" y="0"/>
                  </a:lnTo>
                  <a:lnTo>
                    <a:pt x="90087" y="0"/>
                  </a:lnTo>
                  <a:lnTo>
                    <a:pt x="126081" y="0"/>
                  </a:lnTo>
                  <a:lnTo>
                    <a:pt x="162075" y="0"/>
                  </a:lnTo>
                  <a:lnTo>
                    <a:pt x="198069" y="0"/>
                  </a:lnTo>
                  <a:lnTo>
                    <a:pt x="234063" y="0"/>
                  </a:lnTo>
                  <a:lnTo>
                    <a:pt x="270057" y="0"/>
                  </a:lnTo>
                  <a:lnTo>
                    <a:pt x="306051" y="0"/>
                  </a:lnTo>
                  <a:lnTo>
                    <a:pt x="342045" y="0"/>
                  </a:lnTo>
                  <a:lnTo>
                    <a:pt x="378040" y="0"/>
                  </a:lnTo>
                  <a:lnTo>
                    <a:pt x="414034" y="0"/>
                  </a:lnTo>
                  <a:lnTo>
                    <a:pt x="450028" y="0"/>
                  </a:lnTo>
                  <a:lnTo>
                    <a:pt x="486022" y="0"/>
                  </a:lnTo>
                  <a:lnTo>
                    <a:pt x="522016" y="0"/>
                  </a:lnTo>
                  <a:lnTo>
                    <a:pt x="558010" y="0"/>
                  </a:lnTo>
                  <a:lnTo>
                    <a:pt x="594004" y="0"/>
                  </a:lnTo>
                  <a:lnTo>
                    <a:pt x="629998" y="0"/>
                  </a:lnTo>
                  <a:lnTo>
                    <a:pt x="665992" y="0"/>
                  </a:lnTo>
                  <a:lnTo>
                    <a:pt x="701986" y="0"/>
                  </a:lnTo>
                  <a:lnTo>
                    <a:pt x="737980" y="0"/>
                  </a:lnTo>
                  <a:lnTo>
                    <a:pt x="773974" y="0"/>
                  </a:lnTo>
                  <a:lnTo>
                    <a:pt x="809968" y="0"/>
                  </a:lnTo>
                  <a:lnTo>
                    <a:pt x="845962" y="0"/>
                  </a:lnTo>
                  <a:lnTo>
                    <a:pt x="881956" y="0"/>
                  </a:lnTo>
                  <a:lnTo>
                    <a:pt x="917950" y="0"/>
                  </a:lnTo>
                  <a:lnTo>
                    <a:pt x="953944" y="0"/>
                  </a:lnTo>
                  <a:lnTo>
                    <a:pt x="989939" y="0"/>
                  </a:lnTo>
                  <a:lnTo>
                    <a:pt x="1025933" y="0"/>
                  </a:lnTo>
                  <a:lnTo>
                    <a:pt x="1061927" y="0"/>
                  </a:lnTo>
                  <a:lnTo>
                    <a:pt x="1097921" y="0"/>
                  </a:lnTo>
                  <a:lnTo>
                    <a:pt x="1133915" y="0"/>
                  </a:lnTo>
                  <a:lnTo>
                    <a:pt x="1169909" y="0"/>
                  </a:lnTo>
                  <a:lnTo>
                    <a:pt x="1205903" y="0"/>
                  </a:lnTo>
                  <a:lnTo>
                    <a:pt x="1241897" y="0"/>
                  </a:lnTo>
                  <a:lnTo>
                    <a:pt x="1277891" y="0"/>
                  </a:lnTo>
                  <a:lnTo>
                    <a:pt x="1313885" y="0"/>
                  </a:lnTo>
                  <a:lnTo>
                    <a:pt x="1349879" y="0"/>
                  </a:lnTo>
                  <a:lnTo>
                    <a:pt x="1385873" y="0"/>
                  </a:lnTo>
                  <a:lnTo>
                    <a:pt x="1421867" y="0"/>
                  </a:lnTo>
                  <a:lnTo>
                    <a:pt x="1457861" y="0"/>
                  </a:lnTo>
                  <a:lnTo>
                    <a:pt x="1493855" y="0"/>
                  </a:lnTo>
                  <a:lnTo>
                    <a:pt x="1529849" y="0"/>
                  </a:lnTo>
                  <a:lnTo>
                    <a:pt x="1565843" y="0"/>
                  </a:lnTo>
                  <a:lnTo>
                    <a:pt x="1601838" y="0"/>
                  </a:lnTo>
                  <a:lnTo>
                    <a:pt x="1637832" y="0"/>
                  </a:lnTo>
                  <a:lnTo>
                    <a:pt x="1673826" y="0"/>
                  </a:lnTo>
                  <a:lnTo>
                    <a:pt x="1709820" y="0"/>
                  </a:lnTo>
                  <a:lnTo>
                    <a:pt x="1745814" y="0"/>
                  </a:lnTo>
                  <a:lnTo>
                    <a:pt x="1781808" y="0"/>
                  </a:lnTo>
                  <a:lnTo>
                    <a:pt x="1817802" y="0"/>
                  </a:lnTo>
                  <a:lnTo>
                    <a:pt x="1853796" y="0"/>
                  </a:lnTo>
                  <a:lnTo>
                    <a:pt x="1889790" y="0"/>
                  </a:lnTo>
                  <a:lnTo>
                    <a:pt x="1925784" y="0"/>
                  </a:lnTo>
                  <a:lnTo>
                    <a:pt x="1961778" y="0"/>
                  </a:lnTo>
                  <a:lnTo>
                    <a:pt x="1997772" y="0"/>
                  </a:lnTo>
                  <a:lnTo>
                    <a:pt x="2033766" y="0"/>
                  </a:lnTo>
                  <a:lnTo>
                    <a:pt x="2069760" y="0"/>
                  </a:lnTo>
                  <a:lnTo>
                    <a:pt x="2105754" y="0"/>
                  </a:lnTo>
                  <a:lnTo>
                    <a:pt x="2141748" y="0"/>
                  </a:lnTo>
                  <a:lnTo>
                    <a:pt x="2177742" y="0"/>
                  </a:lnTo>
                  <a:lnTo>
                    <a:pt x="2213737" y="0"/>
                  </a:lnTo>
                  <a:lnTo>
                    <a:pt x="2249731" y="0"/>
                  </a:lnTo>
                  <a:lnTo>
                    <a:pt x="2285725" y="0"/>
                  </a:lnTo>
                  <a:lnTo>
                    <a:pt x="2321719" y="0"/>
                  </a:lnTo>
                  <a:lnTo>
                    <a:pt x="2357713" y="0"/>
                  </a:lnTo>
                  <a:lnTo>
                    <a:pt x="2393707" y="0"/>
                  </a:lnTo>
                  <a:lnTo>
                    <a:pt x="2429701" y="0"/>
                  </a:lnTo>
                  <a:lnTo>
                    <a:pt x="2465695" y="0"/>
                  </a:lnTo>
                  <a:lnTo>
                    <a:pt x="2501689" y="0"/>
                  </a:lnTo>
                  <a:lnTo>
                    <a:pt x="2537683" y="0"/>
                  </a:lnTo>
                  <a:lnTo>
                    <a:pt x="2573677" y="0"/>
                  </a:lnTo>
                  <a:lnTo>
                    <a:pt x="2609671" y="0"/>
                  </a:lnTo>
                  <a:lnTo>
                    <a:pt x="2645665" y="0"/>
                  </a:lnTo>
                  <a:lnTo>
                    <a:pt x="2681659" y="0"/>
                  </a:lnTo>
                  <a:lnTo>
                    <a:pt x="2717653" y="0"/>
                  </a:lnTo>
                  <a:lnTo>
                    <a:pt x="2753647" y="0"/>
                  </a:lnTo>
                  <a:lnTo>
                    <a:pt x="2789641" y="0"/>
                  </a:lnTo>
                  <a:lnTo>
                    <a:pt x="2825636" y="0"/>
                  </a:lnTo>
                  <a:lnTo>
                    <a:pt x="2861630" y="0"/>
                  </a:lnTo>
                  <a:lnTo>
                    <a:pt x="2897624" y="0"/>
                  </a:lnTo>
                  <a:lnTo>
                    <a:pt x="2933618" y="0"/>
                  </a:lnTo>
                  <a:lnTo>
                    <a:pt x="2969612" y="0"/>
                  </a:lnTo>
                  <a:lnTo>
                    <a:pt x="3005606" y="0"/>
                  </a:lnTo>
                  <a:lnTo>
                    <a:pt x="3041600" y="0"/>
                  </a:lnTo>
                  <a:lnTo>
                    <a:pt x="3077594" y="0"/>
                  </a:lnTo>
                  <a:lnTo>
                    <a:pt x="3113588" y="0"/>
                  </a:lnTo>
                  <a:lnTo>
                    <a:pt x="3149582" y="0"/>
                  </a:lnTo>
                  <a:lnTo>
                    <a:pt x="3185576" y="0"/>
                  </a:lnTo>
                  <a:lnTo>
                    <a:pt x="3221570" y="0"/>
                  </a:lnTo>
                  <a:lnTo>
                    <a:pt x="3248917" y="0"/>
                  </a:lnTo>
                  <a:lnTo>
                    <a:pt x="324891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894852" y="1920221"/>
              <a:ext cx="3248917" cy="0"/>
            </a:xfrm>
            <a:custGeom>
              <a:avLst/>
              <a:pathLst>
                <a:path w="3248917" h="0">
                  <a:moveTo>
                    <a:pt x="0" y="0"/>
                  </a:moveTo>
                  <a:lnTo>
                    <a:pt x="18099" y="0"/>
                  </a:lnTo>
                  <a:lnTo>
                    <a:pt x="54093" y="0"/>
                  </a:lnTo>
                  <a:lnTo>
                    <a:pt x="90087" y="0"/>
                  </a:lnTo>
                  <a:lnTo>
                    <a:pt x="126081" y="0"/>
                  </a:lnTo>
                  <a:lnTo>
                    <a:pt x="162075" y="0"/>
                  </a:lnTo>
                  <a:lnTo>
                    <a:pt x="198069" y="0"/>
                  </a:lnTo>
                  <a:lnTo>
                    <a:pt x="234063" y="0"/>
                  </a:lnTo>
                  <a:lnTo>
                    <a:pt x="270057" y="0"/>
                  </a:lnTo>
                  <a:lnTo>
                    <a:pt x="306051" y="0"/>
                  </a:lnTo>
                  <a:lnTo>
                    <a:pt x="342045" y="0"/>
                  </a:lnTo>
                  <a:lnTo>
                    <a:pt x="378040" y="0"/>
                  </a:lnTo>
                  <a:lnTo>
                    <a:pt x="414034" y="0"/>
                  </a:lnTo>
                  <a:lnTo>
                    <a:pt x="450028" y="0"/>
                  </a:lnTo>
                  <a:lnTo>
                    <a:pt x="486022" y="0"/>
                  </a:lnTo>
                  <a:lnTo>
                    <a:pt x="522016" y="0"/>
                  </a:lnTo>
                  <a:lnTo>
                    <a:pt x="558010" y="0"/>
                  </a:lnTo>
                  <a:lnTo>
                    <a:pt x="594004" y="0"/>
                  </a:lnTo>
                  <a:lnTo>
                    <a:pt x="629998" y="0"/>
                  </a:lnTo>
                  <a:lnTo>
                    <a:pt x="665992" y="0"/>
                  </a:lnTo>
                  <a:lnTo>
                    <a:pt x="701986" y="0"/>
                  </a:lnTo>
                  <a:lnTo>
                    <a:pt x="737980" y="0"/>
                  </a:lnTo>
                  <a:lnTo>
                    <a:pt x="773974" y="0"/>
                  </a:lnTo>
                  <a:lnTo>
                    <a:pt x="809968" y="0"/>
                  </a:lnTo>
                  <a:lnTo>
                    <a:pt x="845962" y="0"/>
                  </a:lnTo>
                  <a:lnTo>
                    <a:pt x="881956" y="0"/>
                  </a:lnTo>
                  <a:lnTo>
                    <a:pt x="917950" y="0"/>
                  </a:lnTo>
                  <a:lnTo>
                    <a:pt x="953944" y="0"/>
                  </a:lnTo>
                  <a:lnTo>
                    <a:pt x="989939" y="0"/>
                  </a:lnTo>
                  <a:lnTo>
                    <a:pt x="1025933" y="0"/>
                  </a:lnTo>
                  <a:lnTo>
                    <a:pt x="1061927" y="0"/>
                  </a:lnTo>
                  <a:lnTo>
                    <a:pt x="1097921" y="0"/>
                  </a:lnTo>
                  <a:lnTo>
                    <a:pt x="1133915" y="0"/>
                  </a:lnTo>
                  <a:lnTo>
                    <a:pt x="1169909" y="0"/>
                  </a:lnTo>
                  <a:lnTo>
                    <a:pt x="1205903" y="0"/>
                  </a:lnTo>
                  <a:lnTo>
                    <a:pt x="1241897" y="0"/>
                  </a:lnTo>
                  <a:lnTo>
                    <a:pt x="1277891" y="0"/>
                  </a:lnTo>
                  <a:lnTo>
                    <a:pt x="1313885" y="0"/>
                  </a:lnTo>
                  <a:lnTo>
                    <a:pt x="1349879" y="0"/>
                  </a:lnTo>
                  <a:lnTo>
                    <a:pt x="1385873" y="0"/>
                  </a:lnTo>
                  <a:lnTo>
                    <a:pt x="1421867" y="0"/>
                  </a:lnTo>
                  <a:lnTo>
                    <a:pt x="1457861" y="0"/>
                  </a:lnTo>
                  <a:lnTo>
                    <a:pt x="1493855" y="0"/>
                  </a:lnTo>
                  <a:lnTo>
                    <a:pt x="1529849" y="0"/>
                  </a:lnTo>
                  <a:lnTo>
                    <a:pt x="1565843" y="0"/>
                  </a:lnTo>
                  <a:lnTo>
                    <a:pt x="1601838" y="0"/>
                  </a:lnTo>
                  <a:lnTo>
                    <a:pt x="1637832" y="0"/>
                  </a:lnTo>
                  <a:lnTo>
                    <a:pt x="1673826" y="0"/>
                  </a:lnTo>
                  <a:lnTo>
                    <a:pt x="1709820" y="0"/>
                  </a:lnTo>
                  <a:lnTo>
                    <a:pt x="1745814" y="0"/>
                  </a:lnTo>
                  <a:lnTo>
                    <a:pt x="1781808" y="0"/>
                  </a:lnTo>
                  <a:lnTo>
                    <a:pt x="1817802" y="0"/>
                  </a:lnTo>
                  <a:lnTo>
                    <a:pt x="1853796" y="0"/>
                  </a:lnTo>
                  <a:lnTo>
                    <a:pt x="1889790" y="0"/>
                  </a:lnTo>
                  <a:lnTo>
                    <a:pt x="1925784" y="0"/>
                  </a:lnTo>
                  <a:lnTo>
                    <a:pt x="1961778" y="0"/>
                  </a:lnTo>
                  <a:lnTo>
                    <a:pt x="1997772" y="0"/>
                  </a:lnTo>
                  <a:lnTo>
                    <a:pt x="2033766" y="0"/>
                  </a:lnTo>
                  <a:lnTo>
                    <a:pt x="2069760" y="0"/>
                  </a:lnTo>
                  <a:lnTo>
                    <a:pt x="2105754" y="0"/>
                  </a:lnTo>
                  <a:lnTo>
                    <a:pt x="2141748" y="0"/>
                  </a:lnTo>
                  <a:lnTo>
                    <a:pt x="2177742" y="0"/>
                  </a:lnTo>
                  <a:lnTo>
                    <a:pt x="2213737" y="0"/>
                  </a:lnTo>
                  <a:lnTo>
                    <a:pt x="2249731" y="0"/>
                  </a:lnTo>
                  <a:lnTo>
                    <a:pt x="2285725" y="0"/>
                  </a:lnTo>
                  <a:lnTo>
                    <a:pt x="2321719" y="0"/>
                  </a:lnTo>
                  <a:lnTo>
                    <a:pt x="2357713" y="0"/>
                  </a:lnTo>
                  <a:lnTo>
                    <a:pt x="2393707" y="0"/>
                  </a:lnTo>
                  <a:lnTo>
                    <a:pt x="2429701" y="0"/>
                  </a:lnTo>
                  <a:lnTo>
                    <a:pt x="2465695" y="0"/>
                  </a:lnTo>
                  <a:lnTo>
                    <a:pt x="2501689" y="0"/>
                  </a:lnTo>
                  <a:lnTo>
                    <a:pt x="2537683" y="0"/>
                  </a:lnTo>
                  <a:lnTo>
                    <a:pt x="2573677" y="0"/>
                  </a:lnTo>
                  <a:lnTo>
                    <a:pt x="2609671" y="0"/>
                  </a:lnTo>
                  <a:lnTo>
                    <a:pt x="2645665" y="0"/>
                  </a:lnTo>
                  <a:lnTo>
                    <a:pt x="2681659" y="0"/>
                  </a:lnTo>
                  <a:lnTo>
                    <a:pt x="2717653" y="0"/>
                  </a:lnTo>
                  <a:lnTo>
                    <a:pt x="2753647" y="0"/>
                  </a:lnTo>
                  <a:lnTo>
                    <a:pt x="2789641" y="0"/>
                  </a:lnTo>
                  <a:lnTo>
                    <a:pt x="2825636" y="0"/>
                  </a:lnTo>
                  <a:lnTo>
                    <a:pt x="2861630" y="0"/>
                  </a:lnTo>
                  <a:lnTo>
                    <a:pt x="2897624" y="0"/>
                  </a:lnTo>
                  <a:lnTo>
                    <a:pt x="2933618" y="0"/>
                  </a:lnTo>
                  <a:lnTo>
                    <a:pt x="2969612" y="0"/>
                  </a:lnTo>
                  <a:lnTo>
                    <a:pt x="3005606" y="0"/>
                  </a:lnTo>
                  <a:lnTo>
                    <a:pt x="3041600" y="0"/>
                  </a:lnTo>
                  <a:lnTo>
                    <a:pt x="3077594" y="0"/>
                  </a:lnTo>
                  <a:lnTo>
                    <a:pt x="3113588" y="0"/>
                  </a:lnTo>
                  <a:lnTo>
                    <a:pt x="3149582" y="0"/>
                  </a:lnTo>
                  <a:lnTo>
                    <a:pt x="3185576" y="0"/>
                  </a:lnTo>
                  <a:lnTo>
                    <a:pt x="3221570" y="0"/>
                  </a:lnTo>
                  <a:lnTo>
                    <a:pt x="3248917" y="0"/>
                  </a:lnTo>
                  <a:lnTo>
                    <a:pt x="324891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h20"/>
            <p:cNvSpPr/>
            <p:nvPr/>
          </p:nvSpPr>
          <p:spPr>
            <a:xfrm>
              <a:off x="3576675" y="7820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3585382" y="7820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3594089" y="7820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3611504" y="7820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3620211" y="7820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3628918" y="7820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4029448" y="7820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4038155" y="7820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4046863" y="7820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3559261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3567968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3576675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3585382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3594089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3602796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3611504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3620211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3628918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4020741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4029448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4038155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4046863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4055570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3550553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3559261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3567968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3576675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3585382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3594089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3602796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3611504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3620211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3628918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3637625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4020741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4029448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4038155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4046863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4055570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3507018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3515725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3524432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3533139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3541846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3550553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3559261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3567968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3576675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3585382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3594089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3602796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3611504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3620211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3628918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4029448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4038155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4046863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3480896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3489603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3498310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3507018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3515725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3524432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3533139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3541846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3550553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3559261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3567968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3576675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3585382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3594089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3602796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3611504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3620211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4038155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3472189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3480896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3489603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3498310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3507018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3515725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3524432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3533139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3541846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3550553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3559261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3567968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3576675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3585382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3594089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3454774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3463482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3472189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3480896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3489603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3498310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3507018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3515725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3524432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3533139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3541846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3550553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3559261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3567968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3428653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3437360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3446067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3454774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3463482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3472189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3480896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3489603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3498310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3507018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3515725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3524432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3533139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3541846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3411239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3419946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3428653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3437360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3446067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3454774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3463482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3472189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3480896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3489603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3498310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3507018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3402531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3411239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3419946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3428653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3437360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3446067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3454774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3463482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3472189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3480896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3489603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3393824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3402531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3411239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3419946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3428653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3437360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3446067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3454774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3463482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3472189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3385117" y="8997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3393824" y="8997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3402531" y="8997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3411239" y="8997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3419946" y="8997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3428653" y="8997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3437360" y="8997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3446067" y="8997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3454774" y="8997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3358995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3367703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3376410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3385117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3393824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3402531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3411239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3419946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3428653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3437360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3350288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3358995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3367703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3376410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3385117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3393824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3402531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3411239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3419946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4055570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3306752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3315460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3324167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3332874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3341581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3350288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3358995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3367703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3376410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3385117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3393824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3402531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3411239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4029448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4038155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4046863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4055570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4064277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3298045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3306752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3315460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3324167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3332874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3341581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3350288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3358995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3367703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3376410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3385117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3393824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3402531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3959791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3968498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3977205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3985912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4012034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4020741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4029448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4038155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4046863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4055570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4064277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4072984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3298045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3306752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3315460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3324167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3332874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3341581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3350288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3358995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3367703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3376410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3385117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3393824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3951084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3959791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3968498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3977205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3985912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3994620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4003327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4012034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4020741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4029448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4038155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4046863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4055570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4064277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3298045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3306752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3315460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3324167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3332874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3341581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3350288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3358995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3367703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3376410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3385117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3393824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3881426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3890133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3898841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3907548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3933669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3942376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3951084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3959791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3968498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3977205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3985912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3994620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4003327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4012034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4020741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4029448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4038155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4046863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4055570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4064277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3289338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3298045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3306752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3315460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3324167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3332874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3341581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3350288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3358995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3367703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3376410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3385117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3872719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3881426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3890133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3898841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3907548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3916255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3924962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3933669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3942376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3951084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3959791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3968498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3977205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3985912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3994620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4003327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4012034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4020741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4029448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4038155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4046863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4055570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4064277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3271924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3280631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3289338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3298045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3306752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3315460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3324167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3332874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3341581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3350288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3358995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3872719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B98">
                <a:alpha val="100000"/>
              </a:srgbClr>
            </a:solidFill>
            <a:ln w="5420" cap="flat">
              <a:solidFill>
                <a:srgbClr val="3A5B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3881426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3890133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3898841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3907548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3916255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3924962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3933669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3942376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3951084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3959791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3968498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3977205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3985912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3994620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4003327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4012034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4020741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4029448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4038155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4046863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4055570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4064277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3271924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3280631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3289338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3298045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3306752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3315460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3324167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3332874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3341581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3872719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3881426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3890133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3898841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3907548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3916255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3924962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3933669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3942376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3951084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3959791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3968498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3977205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3985912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3994620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4003327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4012034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4020741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4029448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4038155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4046863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4055570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4064277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4072984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3271924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3280631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3289338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3298045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3306752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3315460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3864012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3872719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3881426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3890133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3898841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3907548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3916255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3924962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3933669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3942376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3951084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3994620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4003327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4012034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4020741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4029448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4038155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4046863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4055570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4064277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3271924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3280631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3289338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3298045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3829183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3837890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3846598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3855305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3864012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3872719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3881426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3890133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3898841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3907548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3977205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3985912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3994620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4003327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4012034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4020741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4029448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4038155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4046863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4055570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3742111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3750819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3759526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3768233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3776940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3785647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3794354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3803062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3811769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3820476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3829183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3837890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3846598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3855305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3864012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3872719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3881426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3890133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3898841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3907548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3959791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3968498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3977205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3985912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3994620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4003327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4012034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4020741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4029448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4038155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3733404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3742111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3750819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3759526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3768233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3776940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3785647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3794354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3803062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3811769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3820476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3829183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3837890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3846598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3855305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3864012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3872719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3881426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3890133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3898841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3951084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3959791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3968498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3977205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3985912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3994620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4003327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4012034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4020741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4029448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3724697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3733404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3742111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3750819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3759526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3768233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3776940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3785647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3794354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3803062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3811769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3820476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3829183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3837890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3846598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3855305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3864012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3872719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3881426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3890133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3951084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3959791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3968498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3977205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3985912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3994620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4003327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4012034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3724697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3733404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3742111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3750819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3759526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3768233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3776940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3785647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3794354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3803062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3811769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3820476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3829183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3837890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3846598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3855305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3951084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3959791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3968498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3977205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3985912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3994620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3715990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3724697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3733404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3742111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3750819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3759526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3768233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3776940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3785647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3794354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3803062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3811769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3820476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3829183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3942376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3951084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3959791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3968498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3977205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3985912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3672454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3681161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3689868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3698575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3707283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3715990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3724697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3733404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3742111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3750819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3759526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3768233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3776940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3785647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3803062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3811769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3820476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3942376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3951084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3959791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3968498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3977205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3646332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3655040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3663747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3672454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3681161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3689868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3698575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3707283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3715990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3724697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3733404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3742111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3750819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3768233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3776940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3942376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3951084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3959791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3968498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3977205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3637625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3646332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3655040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3663747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3672454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3681161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3689868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3698575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3707283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3715990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173">
                <a:alpha val="100000"/>
              </a:srgbClr>
            </a:solidFill>
            <a:ln w="5420" cap="flat">
              <a:solidFill>
                <a:srgbClr val="3C41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3724697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3733404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3742111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3942376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3951084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3959791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3968498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3977205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3985912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3994620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4029448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4038155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4046863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4055570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4064277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3628918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3637625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3646332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3655040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3663747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3672454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3681161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3689868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3698575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3707283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3715990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3724697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3733404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3951084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3959791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3968498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3977205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3985912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3994620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4003327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4020741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4029448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4038155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4046863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4055570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4064277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4072984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3620211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3628918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3637625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3646332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3655040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3663747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3672454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3681161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3689868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3698575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3707283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3951084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3959791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3968498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3977205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3985912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3994620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4003327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4012034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4020741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4029448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4038155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4046863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4055570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4064277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4072984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3611504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3620211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3628918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3637625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3646332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3655040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3663747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3672454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3681161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3959791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3968498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3977205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3985912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3994620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4003327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4012034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4020741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4029448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4038155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4046863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4055570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4064277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3602796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3611504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3620211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3628918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3637625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3646332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3655040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3968498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3977205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3985912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3994620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4003327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4012034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4020741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4029448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4038155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4046863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4055570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3602796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3611504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3620211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3628918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3637625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3646332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3985912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3994620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4003327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4012034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4020741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4029448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4038155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3594089" y="11672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3602796" y="11672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3611504" y="11672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3620211" y="11672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3628918" y="11672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3637625" y="11672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4003327" y="11672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4012034" y="11672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4020741" y="11672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3585382" y="11779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3594089" y="11779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3602796" y="11779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3611504" y="11779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3620211" y="11779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3628918" y="11779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3585382" y="11886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3594089" y="11886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3602796" y="11886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3611504" y="11886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3620211" y="11886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3576675" y="11993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3585382" y="11993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3594089" y="11993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3602796" y="11993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3611504" y="11993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3620211" y="11993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3576675" y="12100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3585382" y="12100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3594089" y="12100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3602796" y="12100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3611504" y="12100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3620211" y="12100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3576675" y="12207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3585382" y="12207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3594089" y="12207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3602796" y="12207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3611504" y="12207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3620211" y="12207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3576675" y="12314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3585382" y="12314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3594089" y="12314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3602796" y="12314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3611504" y="12314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3620211" y="12314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3628918" y="12314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3567968" y="12421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3576675" y="12421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3585382" y="12421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3594089" y="12421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3602796" y="12421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3611504" y="12421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3620211" y="12421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3559261" y="12528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3567968" y="12528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3576675" y="12528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3585382" y="12528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3594089" y="12528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3602796" y="12528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3611504" y="12528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3559261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3567968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3576675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3585382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3594089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3602796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3611504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3628918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3637625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3646332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3655040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3559261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3567968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3576675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3585382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3594089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3602796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3611504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3620211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3628918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3637625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3646332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3655040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3663747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3576675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3585382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3594089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3602796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3611504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3620211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3628918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3637625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3646332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3655040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3663747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3672454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3541846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3550553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3559261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3567968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3594089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3602796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3611504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3620211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3628918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3637625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3646332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3655040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3663747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3672454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3533139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3541846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3550553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3559261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3567968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3576675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3585382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3594089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3602796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3611504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3620211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3628918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3637625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3646332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3655040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3663747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3672454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3681161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3533139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3541846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3550553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3559261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3567968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3576675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3585382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3594089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3602796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3611504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3620211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3628918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3637625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3646332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3655040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3663747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3672454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3681161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3533139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3541846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3550553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3559261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3567968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3576675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3585382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3594089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3602796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3611504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3620211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3628918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3637625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3646332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3655040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3663747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3672454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3681161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3428653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3463482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3472189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3480896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3489603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3498310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3507018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3515725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3524432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3533139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3541846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3550553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3559261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3567968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3576675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3585382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3594089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3602796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3611504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3620211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3628918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3637625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3646332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3655040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3663747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6">
                <a:alpha val="100000"/>
              </a:srgbClr>
            </a:solidFill>
            <a:ln w="5420" cap="flat">
              <a:solidFill>
                <a:srgbClr val="3A58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3672454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3332874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3341581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3350288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3402531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3411239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3419946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3428653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3437360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3446067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3454774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3463482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3472189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3480896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3489603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3498310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3507018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3515725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3524432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3533139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3541846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3550553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3559261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3567968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3576675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3585382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3594089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3602796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3611504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3620211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3628918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3637625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3646332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3324167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3332874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3341581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3350288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3358995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3385117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3393824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3402531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3411239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3419946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3428653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3437360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3446067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3454774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3463482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3472189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3480896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3489603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3498310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3507018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3515725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3524432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3533139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3541846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3550553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3559261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3567968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3576675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3585382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3602796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3611504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3324167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3332874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3341581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3350288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3358995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3367703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3376410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3385117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3393824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3402531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3411239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3419946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3428653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3437360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3446067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3454774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3463482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3472189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3480896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3489603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3498310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3507018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3515725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3524432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3533139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77C">
                <a:alpha val="100000"/>
              </a:srgbClr>
            </a:solidFill>
            <a:ln w="5420" cap="flat">
              <a:solidFill>
                <a:srgbClr val="3C47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3541846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3550553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3332874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3341581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3350288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3358995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3367703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3376410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3385117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3393824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3402531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3411239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3419946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3428653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3437360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3446067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3454774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3463482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3472189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3480896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3489603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3498310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3515725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3332874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3341581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3350288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3358995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3367703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3376410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3385117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3393824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3402531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3411239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3419946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3324167" y="14026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3332874" y="14026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3341581" y="14026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3350288" y="14026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3358995" y="14026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3367703" y="14026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3376410" y="14026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3385117" y="14026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3393824" y="14026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3315460" y="14133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3324167" y="14133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3332874" y="14133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3341581" y="14133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3350288" y="14133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3358995" y="14133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3367703" y="14133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3376410" y="14133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3306752" y="14240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3315460" y="14240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3324167" y="14240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3332874" y="14240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3341581" y="14240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3350288" y="14240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3358995" y="14240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3306752" y="14347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3315460" y="14347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3324167" y="14347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3332874" y="14347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3341581" y="14347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3350288" y="14347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3358995" y="14347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3306752" y="14454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3315460" y="14454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3324167" y="14454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3332874" y="14454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3341581" y="14454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3350288" y="14454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3358995" y="14454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3306752" y="14561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3315460" y="14561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3324167" y="14561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3332874" y="14561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3341581" y="14561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3350288" y="14561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3358995" y="14561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3254509" y="14668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3263217" y="14668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3324167" y="14668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3332874" y="14668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3341581" y="14668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3350288" y="14668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3358995" y="14668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3237095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3245802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3254509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3263217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3271924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3324167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3332874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3341581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3350288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3358995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3219681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3228388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3237095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3245802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3254509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3263217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3271924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3315460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3324167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3332874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3341581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3350288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3210973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3219681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3228388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3237095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3245802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3254509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3263217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3271924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3315460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3324167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3332874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3341581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3350288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3167438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3176145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3184852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3193559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3202266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3210973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3219681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3228388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3237095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3245802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3254509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3263217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3306752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3315460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3324167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3332874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3341581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3350288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3158730" y="152030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3167438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3176145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3184852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3193559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3202266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3210973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3219681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3228388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3237095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3245802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3254509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3298045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3306752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3315460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3324167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3332874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3341581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3350288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3141316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3150023" y="1531001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3158730" y="1531001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3167438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3176145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3184852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3193559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3202266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3210973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3219681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3228388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3237095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3289338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3298045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3306752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3315460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3324167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3332874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3123902" y="15417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3132609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3141316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3150023" y="15417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3158730" y="15417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3167438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3176145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3184852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3193559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3202266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3210973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3219681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3228388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3237095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3245802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3254509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3263217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3280631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3289338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3298045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3306752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3315460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3324167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3332874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3123902" y="15524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3132609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3141316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3150023" y="15524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3158730" y="15524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3167438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3176145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3184852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3193559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3202266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3210973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3219681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3228388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3237095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3245802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3254509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3263217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3271924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3280631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3289338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3298045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3306752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3315460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3324167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3123902" y="156310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3132609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3141316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3150023" y="156310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3158730" y="156310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3167438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3176145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3184852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3193559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3202266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3210973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3219681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3228388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237095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3245802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3254509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263217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3271924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3280631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3289338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3298045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3306752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3315460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3097780" y="15738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3106487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3123902" y="15738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3132609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3141316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3150023" y="15738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3158730" y="15738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3167438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3176145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3184852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3210973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3219681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3228388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3237095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3245802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3254509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3263217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3271924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3280631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3289338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3298045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3306752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3089073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3097780" y="15845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3106487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3115194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3123902" y="15845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3132609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3141316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3150023" y="15845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3158730" y="15845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3167438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3176145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3184852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3219681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3228388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3237095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3245802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3254509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3263217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3271924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3280631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3289338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3298045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3080366" y="15952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3089073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3097780" y="15952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3106487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3115194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3123902" y="15952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3132609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3141316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3150023" y="15952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3158730" y="15952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3167438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3176145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3184852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3219681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3228388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3237095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3245802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3254509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3263217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3271924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3280631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3289338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3071659" y="16059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3080366" y="16059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3089073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3097780" y="16059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3106487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3115194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3123902" y="16059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3132609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3141316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3150023" y="16059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3158730" y="16059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3167438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3176145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3184852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3193559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3228388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3237095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3245802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3254509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3263217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3271924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3280631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3071659" y="16165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3080366" y="16165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3089073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3097780" y="16165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3106487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3115194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3123902" y="16165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3132609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3141316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3150023" y="16165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3158730" y="16165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3167438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3176145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3184852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193559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3228388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3237095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3245802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3254509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3263217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3271924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3062951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3071659" y="16272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3080366" y="16272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3089073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3097780" y="16272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3106487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3115194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3123902" y="16272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3132609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3141316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3150023" y="16272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3158730" y="16272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3167438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3176145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3184852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3193559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3202266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3228388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3237095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3245802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3254509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3263217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3271924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3062951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3071659" y="16379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3080366" y="16379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3089073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3097780" y="16379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3106487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3115194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3123902" y="16379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3132609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3141316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3150023" y="16379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3158730" y="16379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3167438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3176145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61CEAD">
                <a:alpha val="100000"/>
              </a:srgbClr>
            </a:solidFill>
            <a:ln w="5420" cap="flat">
              <a:solidFill>
                <a:srgbClr val="61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3184852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3193559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3202266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3210973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3237095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3245802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3254509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3263217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3271924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3062951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3071659" y="16486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3080366" y="16486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3089073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3097780" y="16486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3106487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3115194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3123902" y="16486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3132609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3141316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3150023" y="16486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3158730" y="16486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3167438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7FD6B8">
                <a:alpha val="100000"/>
              </a:srgbClr>
            </a:solidFill>
            <a:ln w="5420" cap="flat">
              <a:solidFill>
                <a:srgbClr val="7F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3176145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3184852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3193559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3202266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3210973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3228388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3237095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3245802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3254509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3263217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3271924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3071659" y="16593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3080366" y="16593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3089073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3097780" y="16593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3106487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3115194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3123902" y="16593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3132609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3141316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3150023" y="16593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3158730" y="16593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3167438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3176145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3184852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3193559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3202266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3210973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3219681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3228388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3237095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3245802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3254509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3263217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3271924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3080366" y="16700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3089073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3097780" y="16700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3106487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3115194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3123902" y="16700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3132609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3141316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3150023" y="16700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3158730" y="16700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3167438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3176145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3184852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3193559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3202266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3210973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3219681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3228388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3237095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3245802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3254509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3263217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3080366" y="16807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3089073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3097780" y="16807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3106487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3115194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3123902" y="16807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3132609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3141316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3150023" y="16807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A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3158730" y="16807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3167438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3176145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3184852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3193559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3202266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3210973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3219681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3228388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3237095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3245802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3254509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3097780" y="16914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3106487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3115194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3123902" y="16914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3132609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3141316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C1ECD6">
                <a:alpha val="100000"/>
              </a:srgbClr>
            </a:solidFill>
            <a:ln w="5420" cap="flat">
              <a:solidFill>
                <a:srgbClr val="C1EC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3150023" y="16914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3158730" y="16914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3167438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3176145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3184852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3193559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3202266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3210973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3219681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3228388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3237095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3245802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3106487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3115194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3123902" y="17021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3132609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3141316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3150023" y="17021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3158730" y="17021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3167438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3176145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3184852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3193559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3202266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3210973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3219681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3228388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3237095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3115194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3123902" y="17128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3132609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3141316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3150023" y="17128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3158730" y="17128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3167438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176145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3184852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3193559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3202266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3210973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3219681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3228388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3237095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3080366" y="17235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3089073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3097780" y="17235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3106487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3115194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3123902" y="17235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3132609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3141316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3150023" y="17235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3158730" y="17235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3167438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3176145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3184852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3193559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3202266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3210973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3219681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3228388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3071659" y="17342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3080366" y="17342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3089073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3097780" y="17342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3106487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3115194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3123902" y="17342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3132609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3141316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3150023" y="17342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3158730" y="17342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3167438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3176145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3184852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3193559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3202266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3210973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3219681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3228388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3071659" y="17449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3080366" y="17449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3089073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3097780" y="17449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3106487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3115194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3123902" y="17449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3132609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3141316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3150023" y="17449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3158730" y="17449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3167438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3176145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3184852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3193559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3202266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3210973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3219681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3071659" y="17556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3080366" y="17556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3089073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3097780" y="17556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3106487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3115194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3123902" y="17556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3132609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3141316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3150023" y="17556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3158730" y="17556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3167438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3176145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3184852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3193559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3202266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3210973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3080366" y="17663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3089073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3097780" y="17663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3106487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3115194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3123902" y="17663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3132609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3141316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3150023" y="17663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3158730" y="17663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3167438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3176145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3184852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3193559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3202266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3106487" y="17770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3115194" y="17770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3123902" y="17770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3132609" y="17770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3141316" y="17770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3150023" y="17770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3158730" y="17770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3167438" y="17770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3176145" y="17770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3184852" y="17770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3193559" y="17770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3202266" y="17770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3123902" y="17877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3132609" y="17877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3141316" y="17877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3150023" y="17877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3158730" y="17877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3167438" y="17877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3176145" y="17877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3184852" y="17877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3193559" y="17877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3202266" y="17877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3132609" y="17984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3141316" y="17984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3150023" y="17984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3158730" y="17984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3167438" y="17984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3176145" y="17984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3184852" y="17984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3193559" y="17984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3202266" y="17984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3141316" y="18091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3150023" y="18091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3158730" y="18091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3167438" y="18091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3176145" y="18091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3184852" y="18091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3193559" y="18091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3202266" y="18091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3210973" y="18091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3167438" y="18198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3176145" y="18198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3184852" y="18198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3193559" y="18198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3202266" y="18198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3210973" y="18198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3123902" y="18305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3158730" y="18305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3167438" y="18305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3176145" y="18305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3184852" y="18305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3193559" y="18305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3202266" y="18305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3210973" y="18305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3115194" y="18412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3123902" y="18412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3132609" y="18412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3141316" y="18412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3150023" y="18412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3158730" y="18412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3167438" y="18412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3176145" y="18412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3184852" y="18412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3193559" y="18412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3202266" y="18412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3210973" y="18412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3106487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3115194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3123902" y="18519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3132609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3141316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3150023" y="18519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3158730" y="18519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3167438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3176145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3184852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3193559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3202266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3210973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3219681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3106487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3115194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3123902" y="18626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3132609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3141316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3150023" y="18626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3158730" y="18626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3167438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3176145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3184852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3193559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3202266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3210973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3219681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3228388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3106487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3115194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3123902" y="18733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3132609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3141316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3150023" y="18733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3158730" y="18733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3167438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3176145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3184852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3193559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3202266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3210973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3219681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3228388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3106487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3115194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3123902" y="18840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3132609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3141316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3150023" y="18840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3158730" y="18840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3167438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3176145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3184852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3193559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3202266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3210973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3219681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3228388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3237095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3115194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3123902" y="18947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3132609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3141316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3150023" y="18947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3158730" y="18947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3167438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3176145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3184852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3193559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3202266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3210973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3219681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3228388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3237095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3089073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3097780" y="19054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3106487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3115194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3123902" y="19054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3132609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3141316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3150023" y="19054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3158730" y="19054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3167438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3176145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3184852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3193559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3202266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3210973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3219681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3228388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3089073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3097780" y="19161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3106487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3115194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3123902" y="19161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3132609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3141316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3150023" y="19161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3158730" y="19161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3167438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3176145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3184852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3193559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3202266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3210973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3219681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3089073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3097780" y="19268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3106487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3115194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3123902" y="19268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3132609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3141316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3150023" y="19268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3158730" y="19268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3167438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3176145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3184852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3193559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3202266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3210973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3089073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3097780" y="19375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3106487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3115194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3123902" y="19375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3132609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3141316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3150023" y="19375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3158730" y="19375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3167438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3176145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3184852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3193559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3202266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3080366" y="19482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3089073" y="19482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3097780" y="19482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3106487" y="19482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3115194" y="19482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3123902" y="19482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3132609" y="19482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3141316" y="19482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3150023" y="19482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3158730" y="19482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3167438" y="19482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3176145" y="19482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3184852" y="19482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3080366" y="19589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3089073" y="19589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3097780" y="19589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3106487" y="19589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3115194" y="19589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3123902" y="19589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3132609" y="19589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3141316" y="19589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3150023" y="19589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3158730" y="19589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3167438" y="19589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3176145" y="19589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3080366" y="19696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3089073" y="19696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3097780" y="19696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3106487" y="19696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3115194" y="19696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3123902" y="19696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3132609" y="19696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3141316" y="19696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3150023" y="19696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3158730" y="19696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3167438" y="19696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3062951" y="19803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3071659" y="19803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3080366" y="19803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3089073" y="19803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3097780" y="19803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3106487" y="19803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3115194" y="19803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3123902" y="19803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3132609" y="19803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3141316" y="19803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3150023" y="19803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3158730" y="19803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3167438" y="19803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3054244" y="19910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3062951" y="19910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3071659" y="19910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3080366" y="19910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3089073" y="19910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3097780" y="19910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3106487" y="19910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3115194" y="19910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3123902" y="19910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3132609" y="19910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3141316" y="19910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3150023" y="19910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3158730" y="19910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3167438" y="19910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3054244" y="20017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3062951" y="20017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3071659" y="20017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3080366" y="20017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3089073" y="20017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3097780" y="20017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3106487" y="20017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3115194" y="20017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3123902" y="20017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3132609" y="20017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3141316" y="20017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3150023" y="20017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3158730" y="20017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3045537" y="20124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3054244" y="20124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3062951" y="20124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3071659" y="20124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3080366" y="20124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3089073" y="20124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3097780" y="20124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3106487" y="20124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3115194" y="20124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3123902" y="20124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3132609" y="20124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3141316" y="20124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3150023" y="20124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3036830" y="20231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3045537" y="20231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3054244" y="20231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3B6B">
                <a:alpha val="100000"/>
              </a:srgbClr>
            </a:solidFill>
            <a:ln w="5420" cap="flat">
              <a:solidFill>
                <a:srgbClr val="3B3B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3062951" y="20231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3071659" y="20231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3080366" y="20231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3089073" y="20231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3097780" y="20231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3106487" y="20231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3115194" y="20231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3123902" y="20231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3132609" y="20231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3019415" y="20338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3028123" y="20338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3036830" y="20338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3260">
                <a:alpha val="100000"/>
              </a:srgbClr>
            </a:solidFill>
            <a:ln w="5420" cap="flat">
              <a:solidFill>
                <a:srgbClr val="3A32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3045537" y="20338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3054244" y="203389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3062951" y="20338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3071659" y="203389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3080366" y="203389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3089073" y="20338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3010708" y="20445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3019415" y="20445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3028123" y="20445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2E5A">
                <a:alpha val="100000"/>
              </a:srgbClr>
            </a:solidFill>
            <a:ln w="5420" cap="flat">
              <a:solidFill>
                <a:srgbClr val="392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3036830" y="20445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2B56">
                <a:alpha val="100000"/>
              </a:srgbClr>
            </a:solidFill>
            <a:ln w="5420" cap="flat">
              <a:solidFill>
                <a:srgbClr val="382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3045537" y="20445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2C57">
                <a:alpha val="100000"/>
              </a:srgbClr>
            </a:solidFill>
            <a:ln w="5420" cap="flat">
              <a:solidFill>
                <a:srgbClr val="392C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3054244" y="204459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3062951" y="20445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3071659" y="204459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2993294" y="20552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3002001" y="20552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E70">
                <a:alpha val="100000"/>
              </a:srgbClr>
            </a:solidFill>
            <a:ln w="5420" cap="flat">
              <a:solidFill>
                <a:srgbClr val="3B3E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3010708" y="20552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3019415" y="20552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3028123" y="20552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2A53">
                <a:alpha val="100000"/>
              </a:srgbClr>
            </a:solidFill>
            <a:ln w="5420" cap="flat">
              <a:solidFill>
                <a:srgbClr val="382A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3036830" y="20552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3264A">
                <a:alpha val="100000"/>
              </a:srgbClr>
            </a:solidFill>
            <a:ln w="5420" cap="flat">
              <a:solidFill>
                <a:srgbClr val="332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3045537" y="20552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284F">
                <a:alpha val="100000"/>
              </a:srgbClr>
            </a:solidFill>
            <a:ln w="5420" cap="flat">
              <a:solidFill>
                <a:srgbClr val="3528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3054244" y="205529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2D59">
                <a:alpha val="100000"/>
              </a:srgbClr>
            </a:solidFill>
            <a:ln w="5420" cap="flat">
              <a:solidFill>
                <a:srgbClr val="392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3062951" y="20552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867">
                <a:alpha val="100000"/>
              </a:srgbClr>
            </a:solidFill>
            <a:ln w="5420" cap="flat">
              <a:solidFill>
                <a:srgbClr val="3B38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2967172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2975880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2984587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2993294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3002001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3010708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E6F">
                <a:alpha val="100000"/>
              </a:srgbClr>
            </a:solidFill>
            <a:ln w="5420" cap="flat">
              <a:solidFill>
                <a:srgbClr val="3B3E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3019415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A6B">
                <a:alpha val="100000"/>
              </a:srgbClr>
            </a:solidFill>
            <a:ln w="5420" cap="flat">
              <a:solidFill>
                <a:srgbClr val="3B3A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3028123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325E">
                <a:alpha val="100000"/>
              </a:srgbClr>
            </a:solidFill>
            <a:ln w="5420" cap="flat">
              <a:solidFill>
                <a:srgbClr val="3A32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3036830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284F">
                <a:alpha val="100000"/>
              </a:srgbClr>
            </a:solidFill>
            <a:ln w="5420" cap="flat">
              <a:solidFill>
                <a:srgbClr val="3528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3045537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2A54">
                <a:alpha val="100000"/>
              </a:srgbClr>
            </a:solidFill>
            <a:ln w="5420" cap="flat">
              <a:solidFill>
                <a:srgbClr val="382A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3054244" y="206599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305D">
                <a:alpha val="100000"/>
              </a:srgbClr>
            </a:solidFill>
            <a:ln w="5420" cap="flat">
              <a:solidFill>
                <a:srgbClr val="3930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2949758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2958465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2967172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2975880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2984587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2993294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3002001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3010708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3019415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3028123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3036830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3045537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2941051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2949758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2958465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2967172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2975880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2984587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2993294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3002001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3010708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3019415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3028123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3036830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3045537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C">
                <a:alpha val="100000"/>
              </a:srgbClr>
            </a:solidFill>
            <a:ln w="5420" cap="flat">
              <a:solidFill>
                <a:srgbClr val="3C46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2932344" y="209809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2941051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2949758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2958465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2967172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2975880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2984587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2993294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3002001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3010708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3019415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3028123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3036830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2923637" y="21087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2932344" y="21087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2941051" y="21087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2949758" y="21087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2958465" y="21087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2967172" y="21087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2975880" y="21087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2914929" y="21194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2923637" y="21194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2932344" y="21194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2941051" y="21194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2949758" y="21194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2958465" y="21194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2967172" y="21194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2906222" y="21301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2914929" y="21301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2923637" y="21301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2932344" y="21301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2941051" y="21301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2949758" y="21301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2958465" y="21301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2906222" y="21408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2914929" y="21408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2923637" y="21408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2932344" y="21408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2941051" y="21408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2949758" y="21408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2888808" y="21515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2897515" y="21515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2906222" y="21515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2914929" y="21515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2923637" y="21515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2932344" y="21515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2941051" y="21515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2880101" y="21622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2888808" y="21622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2897515" y="21622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2906222" y="21622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2914929" y="21622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2923637" y="21622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9">
                <a:alpha val="100000"/>
              </a:srgbClr>
            </a:solidFill>
            <a:ln w="5420" cap="flat">
              <a:solidFill>
                <a:srgbClr val="3B4F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2932344" y="21622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2941051" y="21622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2862686" y="21729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2871393" y="21729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896">
                <a:alpha val="100000"/>
              </a:srgbClr>
            </a:solidFill>
            <a:ln w="5420" cap="flat">
              <a:solidFill>
                <a:srgbClr val="3A58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2880101" y="21729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2888808" y="21729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2897515" y="21729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2906222" y="21729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2914929" y="21729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2923637" y="21729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2932344" y="21729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2853979" y="21836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2862686" y="21836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2871393" y="21836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2880101" y="21836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2888808" y="21836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2897515" y="21836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2906222" y="21836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2914929" y="21836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2810443" y="21943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E86">
                <a:alpha val="100000"/>
              </a:srgbClr>
            </a:solidFill>
            <a:ln w="5420" cap="flat">
              <a:solidFill>
                <a:srgbClr val="3B4E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2819150" y="21943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2827858" y="21943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2836565" y="21943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2845272" y="21943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2853979" y="21943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2862686" y="21943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2871393" y="21943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2880101" y="21943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2888808" y="21943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2897515" y="21943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2906222" y="21943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2793029" y="22050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2801736" y="22050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2810443" y="22050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2819150" y="22050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2827858" y="22050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2836565" y="22050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2845272" y="22050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2853979" y="22050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2862686" y="22050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2871393" y="22050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2880101" y="22050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2888808" y="22050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2897515" y="22050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2784322" y="22157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2793029" y="22157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2801736" y="22157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2810443" y="22157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2819150" y="22157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2827858" y="22157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2836565" y="22157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2845272" y="22157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2853979" y="22157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2862686" y="22157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2871393" y="22157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2880101" y="22157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784322" y="22264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793029" y="22264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801736" y="22264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810443" y="22264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2819150" y="22264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2827858" y="22264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2836565" y="22264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2845272" y="22264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2853979" y="22264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2862686" y="22264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2871393" y="22264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784322" y="22371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793029" y="22371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376">
                <a:alpha val="100000"/>
              </a:srgbClr>
            </a:solidFill>
            <a:ln w="5420" cap="flat">
              <a:solidFill>
                <a:srgbClr val="3C43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801736" y="22371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810443" y="22371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2819150" y="22371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2827858" y="22371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87D">
                <a:alpha val="100000"/>
              </a:srgbClr>
            </a:solidFill>
            <a:ln w="5420" cap="flat">
              <a:solidFill>
                <a:srgbClr val="3C48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2836565" y="22371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2845272" y="22371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784322" y="22478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479">
                <a:alpha val="100000"/>
              </a:srgbClr>
            </a:solidFill>
            <a:ln w="5420" cap="flat">
              <a:solidFill>
                <a:srgbClr val="3C4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793029" y="22478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801736" y="22478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810443" y="22478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2819150" y="22478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276">
                <a:alpha val="100000"/>
              </a:srgbClr>
            </a:solidFill>
            <a:ln w="5420" cap="flat">
              <a:solidFill>
                <a:srgbClr val="3C42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2827858" y="22478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2836565" y="22478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766907" y="22585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775614" y="22585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784322" y="22585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793029" y="22585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801736" y="22585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810443" y="22585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2819150" y="22585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2827858" y="22585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766907" y="22692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775614" y="22692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784322" y="22692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793029" y="22692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801736" y="22692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810443" y="22692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2819150" y="22692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758200" y="22799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766907" y="22799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D84">
                <a:alpha val="100000"/>
              </a:srgbClr>
            </a:solidFill>
            <a:ln w="5420" cap="flat">
              <a:solidFill>
                <a:srgbClr val="3C4D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775614" y="22799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784322" y="22799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793029" y="22799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801736" y="22799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3D6E">
                <a:alpha val="100000"/>
              </a:srgbClr>
            </a:solidFill>
            <a:ln w="5420" cap="flat">
              <a:solidFill>
                <a:srgbClr val="3B3D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810443" y="22799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758200" y="22906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766907" y="22906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775614" y="22906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784322" y="22906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793029" y="22906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2801736" y="22906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2749493" y="23013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2758200" y="23013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2766907" y="23013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2775614" y="23013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2784322" y="23013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2793029" y="23013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B83">
                <a:alpha val="100000"/>
              </a:srgbClr>
            </a:solidFill>
            <a:ln w="5420" cap="flat">
              <a:solidFill>
                <a:srgbClr val="3C4B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2749493" y="23120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2758200" y="23120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2766907" y="23120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2775614" y="23120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2784322" y="23120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2740786" y="23227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2749493" y="23227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2758200" y="23227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2766907" y="23227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2775614" y="23227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2784322" y="23227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2740786" y="23334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2749493" y="23334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2758200" y="23334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2766907" y="23334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2775614" y="23334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2732079" y="23441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2740786" y="23441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2749493" y="23441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2758200" y="23441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2766907" y="23441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2775614" y="23441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2732079" y="23548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2740786" y="23548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2749493" y="23548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2758200" y="23548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2766907" y="23548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2775614" y="23548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2732079" y="23655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0">
                <a:alpha val="100000"/>
              </a:srgbClr>
            </a:solidFill>
            <a:ln w="5420" cap="flat">
              <a:solidFill>
                <a:srgbClr val="3C4A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2740786" y="23655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2749493" y="23655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2758200" y="23655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2766907" y="23655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2218355" y="23762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2227062" y="23762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2235769" y="23762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2244477" y="23762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2732079" y="23762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2740786" y="23762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2749493" y="23762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2758200" y="23762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67B">
                <a:alpha val="100000"/>
              </a:srgbClr>
            </a:solidFill>
            <a:ln w="5420" cap="flat">
              <a:solidFill>
                <a:srgbClr val="3C4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2218355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2227062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2235769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2244477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2253184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2288012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2296720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2305427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2314134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2322841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2732079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2740786" y="23869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2749493" y="23869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2758200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073">
                <a:alpha val="100000"/>
              </a:srgbClr>
            </a:solidFill>
            <a:ln w="5420" cap="flat">
              <a:solidFill>
                <a:srgbClr val="3C40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2766907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2157405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2166112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2209648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2218355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2227062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2235769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2244477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2253184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2288012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2296720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2305427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2314134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2322841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2331548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2340256" y="23976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2348963" y="23976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2357670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2366377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2375084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2383791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2732079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868">
                <a:alpha val="100000"/>
              </a:srgbClr>
            </a:solidFill>
            <a:ln w="5420" cap="flat">
              <a:solidFill>
                <a:srgbClr val="3B3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2740786" y="23976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2749493" y="23976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2758200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2766907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2044211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2052919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2061626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2070333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2079040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2122576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2131283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2139990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2148698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2157405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2166112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2174819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2183526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2192233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2200941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2209648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2218355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2227062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2235769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2244477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2253184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2261891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2270598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2279305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2288012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2296720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2305427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2314134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2322841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2331548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2340256" y="24083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2348963" y="24083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2357670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2366377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2375084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2383791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2392499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2418620" y="24083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2732079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3564">
                <a:alpha val="100000"/>
              </a:srgbClr>
            </a:solidFill>
            <a:ln w="5420" cap="flat">
              <a:solidFill>
                <a:srgbClr val="3A35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2740786" y="24083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2749493" y="24083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2758200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2766907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2035504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2044211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2052919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2061626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2070333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2079040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087747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096455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105162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113869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122576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131283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139990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148698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157405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166112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174819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183526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192233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200941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209648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218355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227062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235769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244477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253184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261891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270598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279305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288012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296720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305427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314134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322841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331548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340256" y="24190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348963" y="24190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357670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366377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375084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383791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392499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401206" y="24190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409913" y="24190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418620" y="24190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427327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436034" y="24190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740786" y="24190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3360">
                <a:alpha val="100000"/>
              </a:srgbClr>
            </a:solidFill>
            <a:ln w="5420" cap="flat">
              <a:solidFill>
                <a:srgbClr val="3A33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749493" y="24190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325E">
                <a:alpha val="100000"/>
              </a:srgbClr>
            </a:solidFill>
            <a:ln w="5420" cap="flat">
              <a:solidFill>
                <a:srgbClr val="3A32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758200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325F">
                <a:alpha val="100000"/>
              </a:srgbClr>
            </a:solidFill>
            <a:ln w="5420" cap="flat">
              <a:solidFill>
                <a:srgbClr val="3A32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766907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3461">
                <a:alpha val="100000"/>
              </a:srgbClr>
            </a:solidFill>
            <a:ln w="5420" cap="flat">
              <a:solidFill>
                <a:srgbClr val="3A34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026797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035504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044211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052919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061626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070333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2079040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2087747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2096455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2105162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2113869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2122576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2131283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2139990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2148698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2157405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2166112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2174819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2183526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2192233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2200941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2209648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2218355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2227062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2235769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2244477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2253184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2261891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2270598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2279305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2288012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2296720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2305427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2314134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2322841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2331548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2340256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2348963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2357670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366377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375084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383791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392499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401206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409913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418620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427327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436034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523106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531813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540521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549228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740786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3462">
                <a:alpha val="100000"/>
              </a:srgbClr>
            </a:solidFill>
            <a:ln w="5420" cap="flat">
              <a:solidFill>
                <a:srgbClr val="3A34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749493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758200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3361">
                <a:alpha val="100000"/>
              </a:srgbClr>
            </a:solidFill>
            <a:ln w="5420" cap="flat">
              <a:solidFill>
                <a:srgbClr val="3A33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766907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3563">
                <a:alpha val="100000"/>
              </a:srgbClr>
            </a:solidFill>
            <a:ln w="5420" cap="flat">
              <a:solidFill>
                <a:srgbClr val="3A35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775614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1765582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1774289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026797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035504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044211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052919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061626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070333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079040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087747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096455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105162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113869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122576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131283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139990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148698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2157405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2166112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2174819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183526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192233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200941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209648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218355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227062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235769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244477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253184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261891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270598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279305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288012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296720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305427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314134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322841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331548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340256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348963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357670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2366377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2375084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2383791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2392499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2401206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2409913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2418620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2427327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2436034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2514399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2523106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2531813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2540521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2549228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2557935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2566642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2740786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2749493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3664">
                <a:alpha val="100000"/>
              </a:srgbClr>
            </a:solidFill>
            <a:ln w="5420" cap="flat">
              <a:solidFill>
                <a:srgbClr val="3A36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2758200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3665">
                <a:alpha val="100000"/>
              </a:srgbClr>
            </a:solidFill>
            <a:ln w="5420" cap="flat">
              <a:solidFill>
                <a:srgbClr val="3A36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2766907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766">
                <a:alpha val="100000"/>
              </a:srgbClr>
            </a:solidFill>
            <a:ln w="5420" cap="flat">
              <a:solidFill>
                <a:srgbClr val="3B37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2775614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1756875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1765582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1774289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1782996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1791703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2026797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2035504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2044211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2052919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2061626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2070333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2079040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2087747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096455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105162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113869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122576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131283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139990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218355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227062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235769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244477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253184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261891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270598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279305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288012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296720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375084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383791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2392499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401206" y="24511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409913" y="24511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418620" y="24511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427327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436034" y="24511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444742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496985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505692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514399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2523106" y="24511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531813" y="24511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2540521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2549228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557935" y="24511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566642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575349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584057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2740786" y="24511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749493" y="24511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3968">
                <a:alpha val="100000"/>
              </a:srgbClr>
            </a:solidFill>
            <a:ln w="5420" cap="flat">
              <a:solidFill>
                <a:srgbClr val="3B39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758200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969">
                <a:alpha val="100000"/>
              </a:srgbClr>
            </a:solidFill>
            <a:ln w="5420" cap="flat">
              <a:solidFill>
                <a:srgbClr val="3B3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766907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A6A">
                <a:alpha val="100000"/>
              </a:srgbClr>
            </a:solidFill>
            <a:ln w="5420" cap="flat">
              <a:solidFill>
                <a:srgbClr val="3B3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775614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B6C">
                <a:alpha val="100000"/>
              </a:srgbClr>
            </a:solidFill>
            <a:ln w="5420" cap="flat">
              <a:solidFill>
                <a:srgbClr val="3B3B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1687217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1695924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1704631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1748167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1756875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1765582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1774289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1782996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1791703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1800410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1809118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1817825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1826532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1835239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1904897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1913604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1922311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1931018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1939725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2026797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2035504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2044211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2052919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2061626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2070333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2079040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2087747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2096455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2105162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2113869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2122576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2131283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2139990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2401206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2409913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2418620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2427327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2436034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2444742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2453449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2470863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2479570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2488278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2496985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2505692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2514399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2523106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2531813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2540521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549228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557935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566642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575349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584057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592764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749493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758200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C6D">
                <a:alpha val="100000"/>
              </a:srgbClr>
            </a:solidFill>
            <a:ln w="5420" cap="flat">
              <a:solidFill>
                <a:srgbClr val="3B3C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766907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C6E">
                <a:alpha val="100000"/>
              </a:srgbClr>
            </a:solidFill>
            <a:ln w="5420" cap="flat">
              <a:solidFill>
                <a:srgbClr val="3B3C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2775614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D6F">
                <a:alpha val="100000"/>
              </a:srgbClr>
            </a:solidFill>
            <a:ln w="5420" cap="flat">
              <a:solidFill>
                <a:srgbClr val="3B3D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1669803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1678510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1687217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1695924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1704631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1713339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1739460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1748167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1756875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1765582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1774289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1782996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1791703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1800410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1809118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1817825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1826532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1835239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1843946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1852653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1896189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1904897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1913604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1922311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1931018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1939725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1948432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1957140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044211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052919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061626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070333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079040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087747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096455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105162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113869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122576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131283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139990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409913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418620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427327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436034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444742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453449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2462156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2470863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2479570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2488278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2496985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2505692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2514399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2523106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2531813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2540521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2549228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2557935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2566642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2575349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2584057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2592764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2601471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2749493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3E71">
                <a:alpha val="100000"/>
              </a:srgbClr>
            </a:solidFill>
            <a:ln w="5420" cap="flat">
              <a:solidFill>
                <a:srgbClr val="3B3E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2758200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2766907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3F71">
                <a:alpha val="100000"/>
              </a:srgbClr>
            </a:solidFill>
            <a:ln w="5420" cap="flat">
              <a:solidFill>
                <a:srgbClr val="3B3F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2775614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072">
                <a:alpha val="100000"/>
              </a:srgbClr>
            </a:solidFill>
            <a:ln w="5420" cap="flat">
              <a:solidFill>
                <a:srgbClr val="3B40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2784322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1661096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1669803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1678510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1687217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1695924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1704631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1713339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1722046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1730753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1739460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1748167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1756875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1765582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1774289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1782996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1791703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1800410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1809118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1817825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1826532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1835239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1843946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1852653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1861361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1870068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1878775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1887482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1896189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1904897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1913604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1922311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1931018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1939725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1948432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1957140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1965847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1974554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1983261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2052919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2061626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2070333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2087747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2096455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2105162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2113869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2122576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2131283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2139990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2418620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2427327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2436034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2444742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2453449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2462156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2470863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2479570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2488278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2496985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2505692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2514399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2523106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2531813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2557935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2566642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2575349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2584057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2592764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2601471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2610178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2749493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2758200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174">
                <a:alpha val="100000"/>
              </a:srgbClr>
            </a:solidFill>
            <a:ln w="5420" cap="flat">
              <a:solidFill>
                <a:srgbClr val="3C41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2766907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175">
                <a:alpha val="100000"/>
              </a:srgbClr>
            </a:solidFill>
            <a:ln w="5420" cap="flat">
              <a:solidFill>
                <a:srgbClr val="3C41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2775614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275">
                <a:alpha val="100000"/>
              </a:srgbClr>
            </a:solidFill>
            <a:ln w="5420" cap="flat">
              <a:solidFill>
                <a:srgbClr val="3C42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2784322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1661096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1669803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1678510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1687217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1695924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1704631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1713339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1722046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1730753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1739460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1748167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1756875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1765582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1774289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1782996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1791703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1800410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1809118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1817825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1826532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1835239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1843946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1852653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1861361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1870068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1878775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1887482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1896189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1904897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1913604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1922311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1931018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1939725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1948432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1957140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1965847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1974554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1983261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1991968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2044211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2052919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2061626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2070333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2079040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2087747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2096455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2105162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2113869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2122576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2131283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2427327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2436034" y="24939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2444742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2453449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2462156" y="24939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2470863" y="24939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2479570" y="24939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2488278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2496985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2505692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2566642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2575349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2584057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2592764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601471" y="24939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610178" y="24939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758200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377">
                <a:alpha val="100000"/>
              </a:srgbClr>
            </a:solidFill>
            <a:ln w="5420" cap="flat">
              <a:solidFill>
                <a:srgbClr val="3C43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766907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378">
                <a:alpha val="100000"/>
              </a:srgbClr>
            </a:solidFill>
            <a:ln w="5420" cap="flat">
              <a:solidFill>
                <a:srgbClr val="3C4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775614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478">
                <a:alpha val="100000"/>
              </a:srgbClr>
            </a:solidFill>
            <a:ln w="5420" cap="flat">
              <a:solidFill>
                <a:srgbClr val="3C44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784322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579">
                <a:alpha val="100000"/>
              </a:srgbClr>
            </a:solidFill>
            <a:ln w="5420" cap="flat">
              <a:solidFill>
                <a:srgbClr val="3C45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793029" y="24939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57A">
                <a:alpha val="100000"/>
              </a:srgbClr>
            </a:solidFill>
            <a:ln w="5420" cap="flat">
              <a:solidFill>
                <a:srgbClr val="3C4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1661096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1669803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1678510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1687217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1695924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1704631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1713339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1722046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1730753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1739460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1748167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1756875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1765582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1774289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1782996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1791703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1800410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1809118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1817825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1826532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1835239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1843946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1852653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1861361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1870068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1878775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1887482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1896189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1904897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1913604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1922311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1931018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1939725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1948432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1957140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1965847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1974554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1983261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1991968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2035504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2044211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2052919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2061626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2070333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2079040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087747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096455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2105162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113869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122576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131283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2139990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2148698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2427327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2436034" y="25046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2444742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2453449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2462156" y="25046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2470863" y="25046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2479570" y="25046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2488278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2575349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2584057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2592764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2601471" y="25046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2610178" y="25046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2618885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2627592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2758200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2766907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2775614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77D">
                <a:alpha val="100000"/>
              </a:srgbClr>
            </a:solidFill>
            <a:ln w="5420" cap="flat">
              <a:solidFill>
                <a:srgbClr val="3C47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2784322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87E">
                <a:alpha val="100000"/>
              </a:srgbClr>
            </a:solidFill>
            <a:ln w="5420" cap="flat">
              <a:solidFill>
                <a:srgbClr val="3C48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2793029" y="25046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87F">
                <a:alpha val="100000"/>
              </a:srgbClr>
            </a:solidFill>
            <a:ln w="5420" cap="flat">
              <a:solidFill>
                <a:srgbClr val="3C48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1661096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1669803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1678510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1687217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1695924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1704631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1713339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1722046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1730753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1739460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1748167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1756875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1843946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1852653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1861361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1870068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1878775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1887482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1896189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1904897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1913604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1922311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1939725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1948432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1957140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1965847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1974554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1983261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1991968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2000676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2018090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2026797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2035504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2044211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2052919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2061626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2070333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2079040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2087747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2096455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2105162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2113869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2122576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2131283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2139990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2148698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2157405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2444742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2584057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2592764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2601471" y="25153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2610178" y="25153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2618885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2627592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2636300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2758200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2766907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7F">
                <a:alpha val="100000"/>
              </a:srgbClr>
            </a:solidFill>
            <a:ln w="5420" cap="flat">
              <a:solidFill>
                <a:srgbClr val="3C49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2775614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2784322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980">
                <a:alpha val="100000"/>
              </a:srgbClr>
            </a:solidFill>
            <a:ln w="5420" cap="flat">
              <a:solidFill>
                <a:srgbClr val="3C49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2793029" y="25153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1652388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1661096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1669803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1678510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1687217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1695924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1704631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1713339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1722046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1730753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1887482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1896189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1948432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1957140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1965847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1974554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1983261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1991968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2000676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2009383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2018090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2026797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2035504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2044211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2052919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2061626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2070333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2079040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2087747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2096455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2105162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2113869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2122576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2131283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2139990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2148698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2157405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2166112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2592764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2601471" y="25260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2610178" y="25260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2618885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E">
                <a:alpha val="100000"/>
              </a:srgbClr>
            </a:solidFill>
            <a:ln w="5420" cap="flat">
              <a:solidFill>
                <a:srgbClr val="3B54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2627592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2636300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2645007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C">
                <a:alpha val="100000"/>
              </a:srgbClr>
            </a:solidFill>
            <a:ln w="5420" cap="flat">
              <a:solidFill>
                <a:srgbClr val="3B5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2766907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1">
                <a:alpha val="100000"/>
              </a:srgbClr>
            </a:solidFill>
            <a:ln w="5420" cap="flat">
              <a:solidFill>
                <a:srgbClr val="3C4A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2775614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A82">
                <a:alpha val="100000"/>
              </a:srgbClr>
            </a:solidFill>
            <a:ln w="5420" cap="flat">
              <a:solidFill>
                <a:srgbClr val="3C4A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2784322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2793029" y="25260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B82">
                <a:alpha val="100000"/>
              </a:srgbClr>
            </a:solidFill>
            <a:ln w="5420" cap="flat">
              <a:solidFill>
                <a:srgbClr val="3C4B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2801736" y="25260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1652388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1661096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1669803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1678510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1687217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1695924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1704631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1713339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1957140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1965847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1974554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1983261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1991968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2000676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2009383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2018090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2026797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2035504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2044211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2052919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2061626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2070333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2079040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2087747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2096455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2105162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2113869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2122576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2131283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2139990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2148698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2157405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2166112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2601471" y="25367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2610178" y="25367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2618885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2627592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2636300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2645007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2653714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C">
                <a:alpha val="100000"/>
              </a:srgbClr>
            </a:solidFill>
            <a:ln w="5420" cap="flat">
              <a:solidFill>
                <a:srgbClr val="3B5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2766907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2775614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C83">
                <a:alpha val="100000"/>
              </a:srgbClr>
            </a:solidFill>
            <a:ln w="5420" cap="flat">
              <a:solidFill>
                <a:srgbClr val="3C4C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2784322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2793029" y="25367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C84">
                <a:alpha val="100000"/>
              </a:srgbClr>
            </a:solidFill>
            <a:ln w="5420" cap="flat">
              <a:solidFill>
                <a:srgbClr val="3C4C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2801736" y="25367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1643681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1652388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1661096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1669803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1678510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1687217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1965847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1974554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1983261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1991968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000676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009383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018090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026797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035504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2044211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2052919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2061626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2070333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2079040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2087747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2096455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2105162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2113869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2122576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2131283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2139990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2148698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2157405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2166112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2610178" y="25474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2618885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2627592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2636300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2645007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2653714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2662421" y="25474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2775614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4D85">
                <a:alpha val="100000"/>
              </a:srgbClr>
            </a:solidFill>
            <a:ln w="5420" cap="flat">
              <a:solidFill>
                <a:srgbClr val="3C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2784322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D85">
                <a:alpha val="100000"/>
              </a:srgbClr>
            </a:solidFill>
            <a:ln w="5420" cap="flat">
              <a:solidFill>
                <a:srgbClr val="3B4D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2793029" y="25474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4D86">
                <a:alpha val="100000"/>
              </a:srgbClr>
            </a:solidFill>
            <a:ln w="5420" cap="flat">
              <a:solidFill>
                <a:srgbClr val="3B4D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2801736" y="25474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2810443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1626267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1634974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1643681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1652388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1661096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1669803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1678510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1983261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1991968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2000676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2009383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2018090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2026797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2035504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2044211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2052919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2061626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2070333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2079040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2105162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2113869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2122576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2131283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2139990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2148698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2157405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2166112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2627592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2636300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2645007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2653714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2662421" y="2558188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2671128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2775614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2784322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E87">
                <a:alpha val="100000"/>
              </a:srgbClr>
            </a:solidFill>
            <a:ln w="5420" cap="flat">
              <a:solidFill>
                <a:srgbClr val="3B4E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2793029" y="2558188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4F87">
                <a:alpha val="100000"/>
              </a:srgbClr>
            </a:solidFill>
            <a:ln w="5420" cap="flat">
              <a:solidFill>
                <a:srgbClr val="3B4F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2801736" y="2558188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2810443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2819150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1539195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1547902" y="25688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1556609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1565317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1574024" y="25688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1582731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1608852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1617560" y="25688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1626267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1634974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1643681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1652388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1661096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1669803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2052919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2061626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2113869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2122576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2131283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2139990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2148698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2157405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2636300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2645007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2653714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2662421" y="25688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2671128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2784322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4F88">
                <a:alpha val="100000"/>
              </a:srgbClr>
            </a:solidFill>
            <a:ln w="5420" cap="flat">
              <a:solidFill>
                <a:srgbClr val="3B4F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2793029" y="25688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2801736" y="25688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089">
                <a:alpha val="100000"/>
              </a:srgbClr>
            </a:solidFill>
            <a:ln w="5420" cap="flat">
              <a:solidFill>
                <a:srgbClr val="3B50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2810443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2819150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A">
                <a:alpha val="100000"/>
              </a:srgbClr>
            </a:solidFill>
            <a:ln w="5420" cap="flat">
              <a:solidFill>
                <a:srgbClr val="3B51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1530488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1539195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1547902" y="25795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1556609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1565317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1574024" y="25795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1582731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1591438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1600145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1608852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1617560" y="25795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2">
                <a:alpha val="100000"/>
              </a:srgbClr>
            </a:solidFill>
            <a:ln w="5420" cap="flat">
              <a:solidFill>
                <a:srgbClr val="3A74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1626267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1634974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1643681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1652388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1661096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2113869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2122576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2131283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2139990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2636300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2645007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2653714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2662421" y="25795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2671128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2784322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2793029" y="25795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08A">
                <a:alpha val="100000"/>
              </a:srgbClr>
            </a:solidFill>
            <a:ln w="5420" cap="flat">
              <a:solidFill>
                <a:srgbClr val="3B50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2801736" y="25795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2810443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2819150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2827858" y="25795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1530488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1539195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1547902" y="25902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1556609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1565317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1574024" y="25902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1582731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h3196"/>
            <p:cNvSpPr/>
            <p:nvPr/>
          </p:nvSpPr>
          <p:spPr>
            <a:xfrm>
              <a:off x="1591438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h3197"/>
            <p:cNvSpPr/>
            <p:nvPr/>
          </p:nvSpPr>
          <p:spPr>
            <a:xfrm>
              <a:off x="1600145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h3198"/>
            <p:cNvSpPr/>
            <p:nvPr/>
          </p:nvSpPr>
          <p:spPr>
            <a:xfrm>
              <a:off x="1608852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h3199"/>
            <p:cNvSpPr/>
            <p:nvPr/>
          </p:nvSpPr>
          <p:spPr>
            <a:xfrm>
              <a:off x="1617560" y="25902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h3200"/>
            <p:cNvSpPr/>
            <p:nvPr/>
          </p:nvSpPr>
          <p:spPr>
            <a:xfrm>
              <a:off x="1626267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h3201"/>
            <p:cNvSpPr/>
            <p:nvPr/>
          </p:nvSpPr>
          <p:spPr>
            <a:xfrm>
              <a:off x="1634974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h3202"/>
            <p:cNvSpPr/>
            <p:nvPr/>
          </p:nvSpPr>
          <p:spPr>
            <a:xfrm>
              <a:off x="1643681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h3203"/>
            <p:cNvSpPr/>
            <p:nvPr/>
          </p:nvSpPr>
          <p:spPr>
            <a:xfrm>
              <a:off x="1652388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h3204"/>
            <p:cNvSpPr/>
            <p:nvPr/>
          </p:nvSpPr>
          <p:spPr>
            <a:xfrm>
              <a:off x="2636300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h3205"/>
            <p:cNvSpPr/>
            <p:nvPr/>
          </p:nvSpPr>
          <p:spPr>
            <a:xfrm>
              <a:off x="2645007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h3206"/>
            <p:cNvSpPr/>
            <p:nvPr/>
          </p:nvSpPr>
          <p:spPr>
            <a:xfrm>
              <a:off x="2653714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h3207"/>
            <p:cNvSpPr/>
            <p:nvPr/>
          </p:nvSpPr>
          <p:spPr>
            <a:xfrm>
              <a:off x="2662421" y="25902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h3208"/>
            <p:cNvSpPr/>
            <p:nvPr/>
          </p:nvSpPr>
          <p:spPr>
            <a:xfrm>
              <a:off x="2671128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h3209"/>
            <p:cNvSpPr/>
            <p:nvPr/>
          </p:nvSpPr>
          <p:spPr>
            <a:xfrm>
              <a:off x="2784322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h3210"/>
            <p:cNvSpPr/>
            <p:nvPr/>
          </p:nvSpPr>
          <p:spPr>
            <a:xfrm>
              <a:off x="2793029" y="25902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18B">
                <a:alpha val="100000"/>
              </a:srgbClr>
            </a:solidFill>
            <a:ln w="5420" cap="flat">
              <a:solidFill>
                <a:srgbClr val="3B51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h3211"/>
            <p:cNvSpPr/>
            <p:nvPr/>
          </p:nvSpPr>
          <p:spPr>
            <a:xfrm>
              <a:off x="2801736" y="25902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h3212"/>
            <p:cNvSpPr/>
            <p:nvPr/>
          </p:nvSpPr>
          <p:spPr>
            <a:xfrm>
              <a:off x="2810443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h3213"/>
            <p:cNvSpPr/>
            <p:nvPr/>
          </p:nvSpPr>
          <p:spPr>
            <a:xfrm>
              <a:off x="2819150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h3214"/>
            <p:cNvSpPr/>
            <p:nvPr/>
          </p:nvSpPr>
          <p:spPr>
            <a:xfrm>
              <a:off x="2827858" y="25902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h3215"/>
            <p:cNvSpPr/>
            <p:nvPr/>
          </p:nvSpPr>
          <p:spPr>
            <a:xfrm>
              <a:off x="2836565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h3216"/>
            <p:cNvSpPr/>
            <p:nvPr/>
          </p:nvSpPr>
          <p:spPr>
            <a:xfrm>
              <a:off x="1521781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h3217"/>
            <p:cNvSpPr/>
            <p:nvPr/>
          </p:nvSpPr>
          <p:spPr>
            <a:xfrm>
              <a:off x="1530488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h3218"/>
            <p:cNvSpPr/>
            <p:nvPr/>
          </p:nvSpPr>
          <p:spPr>
            <a:xfrm>
              <a:off x="1539195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h3219"/>
            <p:cNvSpPr/>
            <p:nvPr/>
          </p:nvSpPr>
          <p:spPr>
            <a:xfrm>
              <a:off x="1547902" y="26009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h3220"/>
            <p:cNvSpPr/>
            <p:nvPr/>
          </p:nvSpPr>
          <p:spPr>
            <a:xfrm>
              <a:off x="1556609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h3221"/>
            <p:cNvSpPr/>
            <p:nvPr/>
          </p:nvSpPr>
          <p:spPr>
            <a:xfrm>
              <a:off x="1565317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h3222"/>
            <p:cNvSpPr/>
            <p:nvPr/>
          </p:nvSpPr>
          <p:spPr>
            <a:xfrm>
              <a:off x="1574024" y="26009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h3223"/>
            <p:cNvSpPr/>
            <p:nvPr/>
          </p:nvSpPr>
          <p:spPr>
            <a:xfrm>
              <a:off x="1582731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h3224"/>
            <p:cNvSpPr/>
            <p:nvPr/>
          </p:nvSpPr>
          <p:spPr>
            <a:xfrm>
              <a:off x="1591438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h3225"/>
            <p:cNvSpPr/>
            <p:nvPr/>
          </p:nvSpPr>
          <p:spPr>
            <a:xfrm>
              <a:off x="1600145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h3226"/>
            <p:cNvSpPr/>
            <p:nvPr/>
          </p:nvSpPr>
          <p:spPr>
            <a:xfrm>
              <a:off x="1608852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h3227"/>
            <p:cNvSpPr/>
            <p:nvPr/>
          </p:nvSpPr>
          <p:spPr>
            <a:xfrm>
              <a:off x="1617560" y="26009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h3228"/>
            <p:cNvSpPr/>
            <p:nvPr/>
          </p:nvSpPr>
          <p:spPr>
            <a:xfrm>
              <a:off x="1626267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h3229"/>
            <p:cNvSpPr/>
            <p:nvPr/>
          </p:nvSpPr>
          <p:spPr>
            <a:xfrm>
              <a:off x="1634974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h3230"/>
            <p:cNvSpPr/>
            <p:nvPr/>
          </p:nvSpPr>
          <p:spPr>
            <a:xfrm>
              <a:off x="2636300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h3231"/>
            <p:cNvSpPr/>
            <p:nvPr/>
          </p:nvSpPr>
          <p:spPr>
            <a:xfrm>
              <a:off x="2645007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h3232"/>
            <p:cNvSpPr/>
            <p:nvPr/>
          </p:nvSpPr>
          <p:spPr>
            <a:xfrm>
              <a:off x="2653714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h3233"/>
            <p:cNvSpPr/>
            <p:nvPr/>
          </p:nvSpPr>
          <p:spPr>
            <a:xfrm>
              <a:off x="2662421" y="26009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h3234"/>
            <p:cNvSpPr/>
            <p:nvPr/>
          </p:nvSpPr>
          <p:spPr>
            <a:xfrm>
              <a:off x="2671128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h3235"/>
            <p:cNvSpPr/>
            <p:nvPr/>
          </p:nvSpPr>
          <p:spPr>
            <a:xfrm>
              <a:off x="2784322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28C">
                <a:alpha val="100000"/>
              </a:srgbClr>
            </a:solidFill>
            <a:ln w="5420" cap="flat">
              <a:solidFill>
                <a:srgbClr val="3B52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2793029" y="26009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28D">
                <a:alpha val="100000"/>
              </a:srgbClr>
            </a:solidFill>
            <a:ln w="5420" cap="flat">
              <a:solidFill>
                <a:srgbClr val="3B52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2801736" y="26009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2810443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D">
                <a:alpha val="100000"/>
              </a:srgbClr>
            </a:solidFill>
            <a:ln w="5420" cap="flat">
              <a:solidFill>
                <a:srgbClr val="3B53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2819150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2827858" y="26009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2836565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38E">
                <a:alpha val="100000"/>
              </a:srgbClr>
            </a:solidFill>
            <a:ln w="5420" cap="flat">
              <a:solidFill>
                <a:srgbClr val="3B53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1521781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1530488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1539195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1547902" y="26116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1556609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1565317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1574024" y="26116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1582731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1591438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1600145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1608852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1617560" y="26116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2636300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2645007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2653714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2662421" y="26116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2671128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2793029" y="26116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2801736" y="26116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2810443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8F">
                <a:alpha val="100000"/>
              </a:srgbClr>
            </a:solidFill>
            <a:ln w="5420" cap="flat">
              <a:solidFill>
                <a:srgbClr val="3B54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2819150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490">
                <a:alpha val="100000"/>
              </a:srgbClr>
            </a:solidFill>
            <a:ln w="5420" cap="flat">
              <a:solidFill>
                <a:srgbClr val="3B54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2827858" y="26116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2836565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1495659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1504366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1513074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1521781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1530488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1539195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1547902" y="26223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1556609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1565317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1574024" y="26223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1582731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1591438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1600145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2636300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2645007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2653714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2662421" y="26223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2671128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2793029" y="26223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2801736" y="26223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2810443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2819150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2827858" y="26223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2836565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1495659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1504366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1513074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1521781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1530488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1539195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1547902" y="26330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1556609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1565317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2627592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2636300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2645007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2653714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2662421" y="26330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2793029" y="26330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2801736" y="26330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2810443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2819150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2827858" y="26330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2836565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1486952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1495659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1504366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1513074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2">
                <a:alpha val="100000"/>
              </a:srgbClr>
            </a:solidFill>
            <a:ln w="5420" cap="flat">
              <a:solidFill>
                <a:srgbClr val="3B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1521781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1530488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1539195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1547902" y="26437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2627592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2636300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2645007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2653714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2662421" y="26437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2671128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2679836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2801736" y="26437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2810443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2819150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3">
                <a:alpha val="100000"/>
              </a:srgbClr>
            </a:solidFill>
            <a:ln w="5420" cap="flat">
              <a:solidFill>
                <a:srgbClr val="3A56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2827858" y="26437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2836565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1478245" y="26544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1486952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1495659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1504366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691">
                <a:alpha val="100000"/>
              </a:srgbClr>
            </a:solidFill>
            <a:ln w="5420" cap="flat">
              <a:solidFill>
                <a:srgbClr val="3B56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1513074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1521781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1530488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1539195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2627592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2636300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2645007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2653714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2662421" y="26544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896">
                <a:alpha val="100000"/>
              </a:srgbClr>
            </a:solidFill>
            <a:ln w="5420" cap="flat">
              <a:solidFill>
                <a:srgbClr val="3A58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2671128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2679836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2688543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2801736" y="26544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2810443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2819150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2827858" y="26544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2836565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2845272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1469538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1478245" y="26651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1486952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1495659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1504366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1513074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1521781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1530488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2627592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2636300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2645007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2653714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2662421" y="26651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2671128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2679836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2688543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2810443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2819150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2827858" y="26651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2836565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2845272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1469538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1478245" y="26758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1486952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1495659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1504366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1513074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1521781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2627592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2636300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2645007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2653714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2662421" y="26758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2671128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2679836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2688543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2810443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2819150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2827858" y="26758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2836565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2845272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1452123" y="26865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1460830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1478245" y="26865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1486952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1495659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1504366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1513074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B98">
                <a:alpha val="100000"/>
              </a:srgbClr>
            </a:solidFill>
            <a:ln w="5420" cap="flat">
              <a:solidFill>
                <a:srgbClr val="3A5B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2627592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2636300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2645007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2653714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2662421" y="26865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2671128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2679836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2688543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2810443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2819150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2827858" y="26865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2836565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2845272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1443416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1452123" y="26972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1460830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1469538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1478245" y="26972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1486952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1495659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1504366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1513074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2636300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2645007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2653714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2662421" y="26972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2671128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2679836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2819150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2827858" y="26972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2836565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2845272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2853979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1443416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1452123" y="27079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1460830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1469538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1478245" y="27079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1486952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1495659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1504366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2636300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2645007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2653714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2662421" y="27079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2671128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2819150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2827858" y="27079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2836565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2845272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2853979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1443416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1452123" y="27186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1460830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1469538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1478245" y="27186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1486952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1495659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1504366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2636300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2645007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2653714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2662421" y="27186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2671128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2679836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2827858" y="27186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2836565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2845272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2853979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2862686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1452123" y="27293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1460830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1469538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1478245" y="27293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1486952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1495659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2645007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2653714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2662421" y="27293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2671128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2679836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2827858" y="27293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2836565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2845272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2853979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2862686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2871393" y="27293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1452123" y="27400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1460830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1469538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1478245" y="27400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1486952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1495659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2653714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2662421" y="27400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2671128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2679836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2688543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2697250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2705957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2714664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2836565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2845272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2853979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2862686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2871393" y="27400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1460830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1469538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1478245" y="27507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1486952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1495659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2653714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2662421" y="27507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2671128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2679836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2688543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2697250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2705957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2714664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2723371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2836565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2845272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2853979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2862686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2871393" y="27507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1460830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1469538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1478245" y="27614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1486952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1495659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2662421" y="27614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2671128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2679836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2688543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2697250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2705957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2714664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2723371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2845272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2853979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2862686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2871393" y="27614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2880101" y="27614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1460830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1469538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1478245" y="27721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1486952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1495659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2671128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2679836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2688543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2697250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2705957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2714664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2723371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2732079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2845272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2853979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2862686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2871393" y="27721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2880101" y="27721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1469538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1478245" y="2782885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1486952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1495659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2679836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2688543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2697250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2705957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2714664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2723371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2732079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2740786" y="2782885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2845272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2853979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2862686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2871393" y="2782885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2880101" y="2782885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1469538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1478245" y="27935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1486952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1495659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2688543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2697250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2705957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2714664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2723371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2732079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2845272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2853979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2862686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2871393" y="27935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2880101" y="27935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1469538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1478245" y="2804285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1486952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1495659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1504366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2688543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2697250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2705957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2714664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2723371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2732079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2845272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2853979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2862686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2871393" y="2804285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2880101" y="2804285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1469538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1478245" y="28149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1486952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1495659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1504366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2697250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2705957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2714664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2723371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2732079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2845272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2853979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2862686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2871393" y="28149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1478245" y="28256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1486952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1495659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1504366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1513074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2705957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2714664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2723371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2732079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2740786" y="28256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2845272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2853979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2862686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2871393" y="28256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1478245" y="28363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1486952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1495659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1504366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1513074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1521781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2705957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2714664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2723371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2732079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2740786" y="28363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2845272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2853979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2862686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2871393" y="28363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1486952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1495659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1504366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1513074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1521781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2705957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2714664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2723371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2732079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2740786" y="28470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2749493" y="28470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2758200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2766907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2845272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2853979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2862686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2871393" y="28470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1495659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1504366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1513074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1521781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2714664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2723371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2732079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2740786" y="28577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2749493" y="28577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2758200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2766907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2775614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2836565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2845272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2853979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2862686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2871393" y="28577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1495659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1504366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1513074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1521781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2723371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2732079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2740786" y="28684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2749493" y="28684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2758200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2766907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2775614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2836565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2845272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2853979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2862686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2871393" y="28684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1486952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1495659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1504366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1513074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1521781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2732079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2740786" y="2879184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2749493" y="2879184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2758200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2766907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2775614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2784322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2827858" y="2879184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2836565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2845272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2853979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2862686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2871393" y="2879184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1486952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1495659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1504366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1513074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1521781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2749493" y="28898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2758200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2766907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2775614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2784322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2827858" y="28898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2836565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2845272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2853979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2862686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1478245" y="2900584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1486952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1495659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1504366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1513074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2758200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2766907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2775614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2784322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2793029" y="2900584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2801736" y="2900584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2819150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2827858" y="2900584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2836565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2845272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2853979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1469538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1478245" y="29112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1486952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1495659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1504366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1513074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2758200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2766907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2775614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2784322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2793029" y="29112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2801736" y="29112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2810443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2819150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2827858" y="29112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2836565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2845272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2853979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1469538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1478245" y="29219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1486952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1495659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1504366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2758200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2766907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2775614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2784322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2793029" y="29219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2801736" y="29219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2810443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2819150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2827858" y="29219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2836565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2845272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2853979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1469538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1478245" y="29326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1486952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1495659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1504366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2758200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2766907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2775614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2784322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2793029" y="29326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2801736" y="29326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2810443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2819150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2827858" y="29326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2836565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2845272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1460830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1469538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1478245" y="29433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1486952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1495659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2766907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2775614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2784322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2793029" y="29433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2801736" y="29433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2810443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2819150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2827858" y="29433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2836565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1460830" y="29540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1469538" y="29540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1478245" y="2954083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1486952" y="29540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1495659" y="29540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2775614" y="29540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2784322" y="29540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2793029" y="2954083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2801736" y="2954083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2810443" y="29540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1460830" y="29647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1469538" y="29647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1478245" y="29647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1486952" y="29647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1495659" y="29647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1460830" y="29754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1469538" y="29754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1478245" y="2975483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1486952" y="29754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1452123" y="29861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1460830" y="29861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1469538" y="29861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1478245" y="29861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1486952" y="29861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1452123" y="29968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1460830" y="29968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1469538" y="29968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1478245" y="29968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1486952" y="29968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1452123" y="300758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1460830" y="30075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1469538" y="30075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1478245" y="300758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1486952" y="30075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1452123" y="301828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1460830" y="30182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1469538" y="30182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1478245" y="301828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1452123" y="302898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1460830" y="30289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1469538" y="30289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1478245" y="302898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1452123" y="303968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1460830" y="30396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1469538" y="30396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1478245" y="303968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2">
                <a:alpha val="100000"/>
              </a:srgbClr>
            </a:solidFill>
            <a:ln w="5420" cap="flat">
              <a:solidFill>
                <a:srgbClr val="3A74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1452123" y="3050382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1460830" y="305038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2">
                <a:alpha val="100000"/>
              </a:srgbClr>
            </a:solidFill>
            <a:ln w="5420" cap="flat">
              <a:solidFill>
                <a:srgbClr val="3A74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1469538" y="305038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1478245" y="3050382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1452123" y="306108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1460830" y="30610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1469538" y="30610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2042530" y="1005441"/>
              <a:ext cx="2772571" cy="2848000"/>
            </a:xfrm>
            <a:custGeom>
              <a:avLst/>
              <a:pathLst>
                <a:path w="2772571" h="2848000">
                  <a:moveTo>
                    <a:pt x="2164714" y="914400"/>
                  </a:moveTo>
                  <a:lnTo>
                    <a:pt x="2183154" y="914371"/>
                  </a:lnTo>
                  <a:lnTo>
                    <a:pt x="2216104" y="914323"/>
                  </a:lnTo>
                  <a:lnTo>
                    <a:pt x="2249055" y="914276"/>
                  </a:lnTo>
                  <a:lnTo>
                    <a:pt x="2282006" y="914233"/>
                  </a:lnTo>
                  <a:lnTo>
                    <a:pt x="2314957" y="914186"/>
                  </a:lnTo>
                  <a:lnTo>
                    <a:pt x="2347911" y="914138"/>
                  </a:lnTo>
                  <a:lnTo>
                    <a:pt x="2380862" y="914091"/>
                  </a:lnTo>
                  <a:lnTo>
                    <a:pt x="2413813" y="914043"/>
                  </a:lnTo>
                  <a:lnTo>
                    <a:pt x="2421612" y="895284"/>
                  </a:lnTo>
                  <a:lnTo>
                    <a:pt x="2428877" y="886551"/>
                  </a:lnTo>
                  <a:lnTo>
                    <a:pt x="2438829" y="889445"/>
                  </a:lnTo>
                  <a:lnTo>
                    <a:pt x="2444130" y="889203"/>
                  </a:lnTo>
                  <a:lnTo>
                    <a:pt x="2450023" y="884698"/>
                  </a:lnTo>
                  <a:lnTo>
                    <a:pt x="2454802" y="881961"/>
                  </a:lnTo>
                  <a:lnTo>
                    <a:pt x="2457949" y="882365"/>
                  </a:lnTo>
                  <a:lnTo>
                    <a:pt x="2460637" y="886490"/>
                  </a:lnTo>
                  <a:lnTo>
                    <a:pt x="2462872" y="889241"/>
                  </a:lnTo>
                  <a:lnTo>
                    <a:pt x="2465481" y="888438"/>
                  </a:lnTo>
                  <a:lnTo>
                    <a:pt x="2467716" y="884546"/>
                  </a:lnTo>
                  <a:lnTo>
                    <a:pt x="2467639" y="879149"/>
                  </a:lnTo>
                  <a:lnTo>
                    <a:pt x="2470697" y="875390"/>
                  </a:lnTo>
                  <a:lnTo>
                    <a:pt x="2474328" y="874815"/>
                  </a:lnTo>
                  <a:lnTo>
                    <a:pt x="2477684" y="874934"/>
                  </a:lnTo>
                  <a:lnTo>
                    <a:pt x="2479358" y="873100"/>
                  </a:lnTo>
                  <a:lnTo>
                    <a:pt x="2479173" y="870468"/>
                  </a:lnTo>
                  <a:lnTo>
                    <a:pt x="2477963" y="866229"/>
                  </a:lnTo>
                  <a:lnTo>
                    <a:pt x="2478373" y="861126"/>
                  </a:lnTo>
                  <a:lnTo>
                    <a:pt x="2486755" y="852113"/>
                  </a:lnTo>
                  <a:lnTo>
                    <a:pt x="2497032" y="845998"/>
                  </a:lnTo>
                  <a:lnTo>
                    <a:pt x="2500636" y="842943"/>
                  </a:lnTo>
                  <a:lnTo>
                    <a:pt x="2501684" y="836747"/>
                  </a:lnTo>
                  <a:lnTo>
                    <a:pt x="2507577" y="830309"/>
                  </a:lnTo>
                  <a:lnTo>
                    <a:pt x="2510523" y="826607"/>
                  </a:lnTo>
                  <a:lnTo>
                    <a:pt x="2511242" y="823391"/>
                  </a:lnTo>
                  <a:lnTo>
                    <a:pt x="2509715" y="819433"/>
                  </a:lnTo>
                  <a:lnTo>
                    <a:pt x="2509869" y="811887"/>
                  </a:lnTo>
                  <a:lnTo>
                    <a:pt x="2511895" y="802874"/>
                  </a:lnTo>
                  <a:lnTo>
                    <a:pt x="2514320" y="793057"/>
                  </a:lnTo>
                  <a:lnTo>
                    <a:pt x="2519752" y="784206"/>
                  </a:lnTo>
                  <a:lnTo>
                    <a:pt x="2528661" y="774551"/>
                  </a:lnTo>
                  <a:lnTo>
                    <a:pt x="2530954" y="761864"/>
                  </a:lnTo>
                  <a:lnTo>
                    <a:pt x="2533370" y="748484"/>
                  </a:lnTo>
                  <a:lnTo>
                    <a:pt x="2544139" y="735446"/>
                  </a:lnTo>
                  <a:lnTo>
                    <a:pt x="2556349" y="720660"/>
                  </a:lnTo>
                  <a:lnTo>
                    <a:pt x="2560779" y="715295"/>
                  </a:lnTo>
                  <a:lnTo>
                    <a:pt x="2707725" y="715295"/>
                  </a:lnTo>
                  <a:lnTo>
                    <a:pt x="2707968" y="726414"/>
                  </a:lnTo>
                  <a:lnTo>
                    <a:pt x="2708165" y="741580"/>
                  </a:lnTo>
                  <a:lnTo>
                    <a:pt x="2708374" y="757564"/>
                  </a:lnTo>
                  <a:lnTo>
                    <a:pt x="2708525" y="768972"/>
                  </a:lnTo>
                  <a:lnTo>
                    <a:pt x="2708784" y="784638"/>
                  </a:lnTo>
                  <a:lnTo>
                    <a:pt x="2708989" y="797101"/>
                  </a:lnTo>
                  <a:lnTo>
                    <a:pt x="2709263" y="813370"/>
                  </a:lnTo>
                  <a:lnTo>
                    <a:pt x="2709407" y="822065"/>
                  </a:lnTo>
                  <a:lnTo>
                    <a:pt x="2710802" y="824574"/>
                  </a:lnTo>
                  <a:lnTo>
                    <a:pt x="2709963" y="827999"/>
                  </a:lnTo>
                  <a:lnTo>
                    <a:pt x="2709596" y="829715"/>
                  </a:lnTo>
                  <a:lnTo>
                    <a:pt x="2709685" y="831078"/>
                  </a:lnTo>
                  <a:lnTo>
                    <a:pt x="2710242" y="832794"/>
                  </a:lnTo>
                  <a:lnTo>
                    <a:pt x="2710149" y="835193"/>
                  </a:lnTo>
                  <a:lnTo>
                    <a:pt x="2708850" y="837365"/>
                  </a:lnTo>
                  <a:lnTo>
                    <a:pt x="2708200" y="839873"/>
                  </a:lnTo>
                  <a:lnTo>
                    <a:pt x="2708015" y="843983"/>
                  </a:lnTo>
                  <a:lnTo>
                    <a:pt x="2709407" y="846497"/>
                  </a:lnTo>
                  <a:lnTo>
                    <a:pt x="2711730" y="847979"/>
                  </a:lnTo>
                  <a:lnTo>
                    <a:pt x="2713683" y="847979"/>
                  </a:lnTo>
                  <a:lnTo>
                    <a:pt x="2716192" y="849466"/>
                  </a:lnTo>
                  <a:lnTo>
                    <a:pt x="2719444" y="852094"/>
                  </a:lnTo>
                  <a:lnTo>
                    <a:pt x="2724366" y="854375"/>
                  </a:lnTo>
                  <a:lnTo>
                    <a:pt x="2729478" y="855173"/>
                  </a:lnTo>
                  <a:lnTo>
                    <a:pt x="2733008" y="854603"/>
                  </a:lnTo>
                  <a:lnTo>
                    <a:pt x="2737281" y="856090"/>
                  </a:lnTo>
                  <a:lnTo>
                    <a:pt x="2738769" y="859744"/>
                  </a:lnTo>
                  <a:lnTo>
                    <a:pt x="2737934" y="863165"/>
                  </a:lnTo>
                  <a:lnTo>
                    <a:pt x="2735517" y="864766"/>
                  </a:lnTo>
                  <a:lnTo>
                    <a:pt x="2732915" y="866025"/>
                  </a:lnTo>
                  <a:lnTo>
                    <a:pt x="2732451" y="868648"/>
                  </a:lnTo>
                  <a:lnTo>
                    <a:pt x="2733750" y="871390"/>
                  </a:lnTo>
                  <a:lnTo>
                    <a:pt x="2735610" y="873789"/>
                  </a:lnTo>
                  <a:lnTo>
                    <a:pt x="2737656" y="878004"/>
                  </a:lnTo>
                  <a:lnTo>
                    <a:pt x="2736817" y="881657"/>
                  </a:lnTo>
                  <a:lnTo>
                    <a:pt x="2734961" y="884741"/>
                  </a:lnTo>
                  <a:lnTo>
                    <a:pt x="2734122" y="887934"/>
                  </a:lnTo>
                  <a:lnTo>
                    <a:pt x="2735703" y="890680"/>
                  </a:lnTo>
                  <a:lnTo>
                    <a:pt x="2739883" y="894329"/>
                  </a:lnTo>
                  <a:lnTo>
                    <a:pt x="2742485" y="897869"/>
                  </a:lnTo>
                  <a:lnTo>
                    <a:pt x="2746576" y="899813"/>
                  </a:lnTo>
                  <a:lnTo>
                    <a:pt x="2748524" y="898439"/>
                  </a:lnTo>
                  <a:lnTo>
                    <a:pt x="2750106" y="896610"/>
                  </a:lnTo>
                  <a:lnTo>
                    <a:pt x="2751776" y="895242"/>
                  </a:lnTo>
                  <a:lnTo>
                    <a:pt x="2754657" y="896045"/>
                  </a:lnTo>
                  <a:lnTo>
                    <a:pt x="2758001" y="897071"/>
                  </a:lnTo>
                  <a:lnTo>
                    <a:pt x="2761655" y="898292"/>
                  </a:lnTo>
                  <a:lnTo>
                    <a:pt x="2761218" y="901252"/>
                  </a:lnTo>
                  <a:lnTo>
                    <a:pt x="2763445" y="906241"/>
                  </a:lnTo>
                  <a:lnTo>
                    <a:pt x="2765170" y="915834"/>
                  </a:lnTo>
                  <a:lnTo>
                    <a:pt x="2762521" y="920191"/>
                  </a:lnTo>
                  <a:lnTo>
                    <a:pt x="2763090" y="925964"/>
                  </a:lnTo>
                  <a:lnTo>
                    <a:pt x="2770432" y="927646"/>
                  </a:lnTo>
                  <a:lnTo>
                    <a:pt x="2772219" y="929414"/>
                  </a:lnTo>
                  <a:lnTo>
                    <a:pt x="2772571" y="931547"/>
                  </a:lnTo>
                  <a:lnTo>
                    <a:pt x="2756397" y="946348"/>
                  </a:lnTo>
                  <a:lnTo>
                    <a:pt x="2742713" y="944277"/>
                  </a:lnTo>
                  <a:lnTo>
                    <a:pt x="2735289" y="948201"/>
                  </a:lnTo>
                  <a:lnTo>
                    <a:pt x="2727514" y="949346"/>
                  </a:lnTo>
                  <a:lnTo>
                    <a:pt x="2724103" y="955960"/>
                  </a:lnTo>
                  <a:lnTo>
                    <a:pt x="2719835" y="957362"/>
                  </a:lnTo>
                  <a:lnTo>
                    <a:pt x="2713988" y="956963"/>
                  </a:lnTo>
                  <a:lnTo>
                    <a:pt x="2708946" y="955096"/>
                  </a:lnTo>
                  <a:lnTo>
                    <a:pt x="2705099" y="956013"/>
                  </a:lnTo>
                  <a:lnTo>
                    <a:pt x="2699717" y="967948"/>
                  </a:lnTo>
                  <a:lnTo>
                    <a:pt x="2695309" y="966908"/>
                  </a:lnTo>
                  <a:lnTo>
                    <a:pt x="2693554" y="971203"/>
                  </a:lnTo>
                  <a:lnTo>
                    <a:pt x="2691249" y="973080"/>
                  </a:lnTo>
                  <a:lnTo>
                    <a:pt x="2687870" y="974690"/>
                  </a:lnTo>
                  <a:lnTo>
                    <a:pt x="2684935" y="969388"/>
                  </a:lnTo>
                  <a:lnTo>
                    <a:pt x="2683068" y="964347"/>
                  </a:lnTo>
                  <a:lnTo>
                    <a:pt x="2680315" y="963239"/>
                  </a:lnTo>
                  <a:lnTo>
                    <a:pt x="2676657" y="961952"/>
                  </a:lnTo>
                  <a:lnTo>
                    <a:pt x="2672895" y="961995"/>
                  </a:lnTo>
                  <a:lnTo>
                    <a:pt x="2670385" y="962717"/>
                  </a:lnTo>
                  <a:lnTo>
                    <a:pt x="2667273" y="965976"/>
                  </a:lnTo>
                  <a:lnTo>
                    <a:pt x="2662761" y="968775"/>
                  </a:lnTo>
                  <a:lnTo>
                    <a:pt x="2659346" y="966442"/>
                  </a:lnTo>
                  <a:lnTo>
                    <a:pt x="2656675" y="962693"/>
                  </a:lnTo>
                  <a:lnTo>
                    <a:pt x="2654389" y="968723"/>
                  </a:lnTo>
                  <a:lnTo>
                    <a:pt x="2651064" y="975090"/>
                  </a:lnTo>
                  <a:lnTo>
                    <a:pt x="2651617" y="982516"/>
                  </a:lnTo>
                  <a:lnTo>
                    <a:pt x="2650186" y="986921"/>
                  </a:lnTo>
                  <a:lnTo>
                    <a:pt x="2647031" y="985733"/>
                  </a:lnTo>
                  <a:lnTo>
                    <a:pt x="2643892" y="981870"/>
                  </a:lnTo>
                  <a:lnTo>
                    <a:pt x="2635080" y="978781"/>
                  </a:lnTo>
                  <a:lnTo>
                    <a:pt x="2628062" y="979066"/>
                  </a:lnTo>
                  <a:lnTo>
                    <a:pt x="2629489" y="974942"/>
                  </a:lnTo>
                  <a:lnTo>
                    <a:pt x="2636124" y="969022"/>
                  </a:lnTo>
                  <a:lnTo>
                    <a:pt x="2634082" y="967863"/>
                  </a:lnTo>
                  <a:lnTo>
                    <a:pt x="2630827" y="968685"/>
                  </a:lnTo>
                  <a:lnTo>
                    <a:pt x="2629408" y="967863"/>
                  </a:lnTo>
                  <a:lnTo>
                    <a:pt x="2631735" y="962484"/>
                  </a:lnTo>
                  <a:lnTo>
                    <a:pt x="2631960" y="956549"/>
                  </a:lnTo>
                  <a:lnTo>
                    <a:pt x="2628990" y="958626"/>
                  </a:lnTo>
                  <a:lnTo>
                    <a:pt x="2625255" y="964888"/>
                  </a:lnTo>
                  <a:lnTo>
                    <a:pt x="2616219" y="969872"/>
                  </a:lnTo>
                  <a:lnTo>
                    <a:pt x="2616640" y="978216"/>
                  </a:lnTo>
                  <a:lnTo>
                    <a:pt x="2608134" y="995316"/>
                  </a:lnTo>
                  <a:lnTo>
                    <a:pt x="2607755" y="1002596"/>
                  </a:lnTo>
                  <a:lnTo>
                    <a:pt x="2602299" y="1008407"/>
                  </a:lnTo>
                  <a:lnTo>
                    <a:pt x="2595266" y="1013405"/>
                  </a:lnTo>
                  <a:lnTo>
                    <a:pt x="2585886" y="1011999"/>
                  </a:lnTo>
                  <a:lnTo>
                    <a:pt x="2578725" y="1016341"/>
                  </a:lnTo>
                  <a:lnTo>
                    <a:pt x="2575090" y="1021326"/>
                  </a:lnTo>
                  <a:lnTo>
                    <a:pt x="2571931" y="1022076"/>
                  </a:lnTo>
                  <a:lnTo>
                    <a:pt x="2570284" y="1015729"/>
                  </a:lnTo>
                  <a:lnTo>
                    <a:pt x="2569086" y="1013766"/>
                  </a:lnTo>
                  <a:lnTo>
                    <a:pt x="2566449" y="1023127"/>
                  </a:lnTo>
                  <a:lnTo>
                    <a:pt x="2563761" y="1023706"/>
                  </a:lnTo>
                  <a:lnTo>
                    <a:pt x="2562744" y="1017068"/>
                  </a:lnTo>
                  <a:lnTo>
                    <a:pt x="2561469" y="1012683"/>
                  </a:lnTo>
                  <a:lnTo>
                    <a:pt x="2557807" y="1016465"/>
                  </a:lnTo>
                  <a:lnTo>
                    <a:pt x="2555375" y="1026491"/>
                  </a:lnTo>
                  <a:lnTo>
                    <a:pt x="2552827" y="1025645"/>
                  </a:lnTo>
                  <a:lnTo>
                    <a:pt x="2552015" y="1021915"/>
                  </a:lnTo>
                  <a:lnTo>
                    <a:pt x="2550190" y="1020784"/>
                  </a:lnTo>
                  <a:lnTo>
                    <a:pt x="2549563" y="1025046"/>
                  </a:lnTo>
                  <a:lnTo>
                    <a:pt x="2550484" y="1031042"/>
                  </a:lnTo>
                  <a:lnTo>
                    <a:pt x="2549157" y="1034245"/>
                  </a:lnTo>
                  <a:lnTo>
                    <a:pt x="2546625" y="1032534"/>
                  </a:lnTo>
                  <a:lnTo>
                    <a:pt x="2544077" y="1029650"/>
                  </a:lnTo>
                  <a:lnTo>
                    <a:pt x="2539874" y="1031841"/>
                  </a:lnTo>
                  <a:lnTo>
                    <a:pt x="2536015" y="1032729"/>
                  </a:lnTo>
                  <a:lnTo>
                    <a:pt x="2536000" y="1029793"/>
                  </a:lnTo>
                  <a:lnTo>
                    <a:pt x="2536734" y="1026191"/>
                  </a:lnTo>
                  <a:lnTo>
                    <a:pt x="2529044" y="1028182"/>
                  </a:lnTo>
                  <a:lnTo>
                    <a:pt x="2519822" y="1034825"/>
                  </a:lnTo>
                  <a:lnTo>
                    <a:pt x="2512661" y="1044014"/>
                  </a:lnTo>
                  <a:lnTo>
                    <a:pt x="2515143" y="1045544"/>
                  </a:lnTo>
                  <a:lnTo>
                    <a:pt x="2517939" y="1048471"/>
                  </a:lnTo>
                  <a:lnTo>
                    <a:pt x="2505500" y="1062668"/>
                  </a:lnTo>
                  <a:lnTo>
                    <a:pt x="2492748" y="1075454"/>
                  </a:lnTo>
                  <a:lnTo>
                    <a:pt x="2483117" y="1096318"/>
                  </a:lnTo>
                  <a:lnTo>
                    <a:pt x="2479250" y="1098760"/>
                  </a:lnTo>
                  <a:lnTo>
                    <a:pt x="2475929" y="1102585"/>
                  </a:lnTo>
                  <a:lnTo>
                    <a:pt x="2472403" y="1115181"/>
                  </a:lnTo>
                  <a:lnTo>
                    <a:pt x="2468331" y="1126394"/>
                  </a:lnTo>
                  <a:lnTo>
                    <a:pt x="2470608" y="1131388"/>
                  </a:lnTo>
                  <a:lnTo>
                    <a:pt x="2472109" y="1136524"/>
                  </a:lnTo>
                  <a:lnTo>
                    <a:pt x="2475724" y="1141580"/>
                  </a:lnTo>
                  <a:lnTo>
                    <a:pt x="2478798" y="1142036"/>
                  </a:lnTo>
                  <a:lnTo>
                    <a:pt x="2482127" y="1141124"/>
                  </a:lnTo>
                  <a:lnTo>
                    <a:pt x="2484571" y="1141337"/>
                  </a:lnTo>
                  <a:lnTo>
                    <a:pt x="2486140" y="1143485"/>
                  </a:lnTo>
                  <a:lnTo>
                    <a:pt x="2485444" y="1146060"/>
                  </a:lnTo>
                  <a:lnTo>
                    <a:pt x="2481605" y="1146702"/>
                  </a:lnTo>
                  <a:lnTo>
                    <a:pt x="2474444" y="1151206"/>
                  </a:lnTo>
                  <a:lnTo>
                    <a:pt x="2468165" y="1152936"/>
                  </a:lnTo>
                  <a:lnTo>
                    <a:pt x="2465017" y="1158381"/>
                  </a:lnTo>
                  <a:lnTo>
                    <a:pt x="2460300" y="1164672"/>
                  </a:lnTo>
                  <a:lnTo>
                    <a:pt x="2451137" y="1174488"/>
                  </a:lnTo>
                  <a:lnTo>
                    <a:pt x="2455053" y="1177515"/>
                  </a:lnTo>
                  <a:lnTo>
                    <a:pt x="2469209" y="1180926"/>
                  </a:lnTo>
                  <a:lnTo>
                    <a:pt x="2475519" y="1184438"/>
                  </a:lnTo>
                  <a:lnTo>
                    <a:pt x="2485069" y="1202773"/>
                  </a:lnTo>
                  <a:lnTo>
                    <a:pt x="2482889" y="1204607"/>
                  </a:lnTo>
                  <a:lnTo>
                    <a:pt x="2482023" y="1207967"/>
                  </a:lnTo>
                  <a:lnTo>
                    <a:pt x="2490513" y="1212680"/>
                  </a:lnTo>
                  <a:lnTo>
                    <a:pt x="2493224" y="1225846"/>
                  </a:lnTo>
                  <a:lnTo>
                    <a:pt x="2500195" y="1230327"/>
                  </a:lnTo>
                  <a:lnTo>
                    <a:pt x="2510585" y="1233083"/>
                  </a:lnTo>
                  <a:lnTo>
                    <a:pt x="2523290" y="1229101"/>
                  </a:lnTo>
                  <a:lnTo>
                    <a:pt x="2533869" y="1223623"/>
                  </a:lnTo>
                  <a:lnTo>
                    <a:pt x="2533498" y="1219133"/>
                  </a:lnTo>
                  <a:lnTo>
                    <a:pt x="2526851" y="1208684"/>
                  </a:lnTo>
                  <a:lnTo>
                    <a:pt x="2525251" y="1203776"/>
                  </a:lnTo>
                  <a:lnTo>
                    <a:pt x="2520317" y="1200597"/>
                  </a:lnTo>
                  <a:lnTo>
                    <a:pt x="2518442" y="1203291"/>
                  </a:lnTo>
                  <a:lnTo>
                    <a:pt x="2515252" y="1199794"/>
                  </a:lnTo>
                  <a:lnTo>
                    <a:pt x="2514892" y="1197832"/>
                  </a:lnTo>
                  <a:lnTo>
                    <a:pt x="2517865" y="1196877"/>
                  </a:lnTo>
                  <a:lnTo>
                    <a:pt x="2521322" y="1197257"/>
                  </a:lnTo>
                  <a:lnTo>
                    <a:pt x="2525355" y="1199086"/>
                  </a:lnTo>
                  <a:lnTo>
                    <a:pt x="2535733" y="1210475"/>
                  </a:lnTo>
                  <a:lnTo>
                    <a:pt x="2538606" y="1225404"/>
                  </a:lnTo>
                  <a:lnTo>
                    <a:pt x="2539220" y="1234884"/>
                  </a:lnTo>
                  <a:lnTo>
                    <a:pt x="2538049" y="1238124"/>
                  </a:lnTo>
                  <a:lnTo>
                    <a:pt x="2535029" y="1237459"/>
                  </a:lnTo>
                  <a:lnTo>
                    <a:pt x="2529268" y="1238105"/>
                  </a:lnTo>
                  <a:lnTo>
                    <a:pt x="2501935" y="1243013"/>
                  </a:lnTo>
                  <a:lnTo>
                    <a:pt x="2495865" y="1247337"/>
                  </a:lnTo>
                  <a:lnTo>
                    <a:pt x="2481945" y="1252032"/>
                  </a:lnTo>
                  <a:lnTo>
                    <a:pt x="2481079" y="1249689"/>
                  </a:lnTo>
                  <a:lnTo>
                    <a:pt x="2482084" y="1244843"/>
                  </a:lnTo>
                  <a:lnTo>
                    <a:pt x="2481207" y="1234917"/>
                  </a:lnTo>
                  <a:lnTo>
                    <a:pt x="2478461" y="1234456"/>
                  </a:lnTo>
                  <a:lnTo>
                    <a:pt x="2456836" y="1250639"/>
                  </a:lnTo>
                  <a:lnTo>
                    <a:pt x="2448476" y="1251656"/>
                  </a:lnTo>
                  <a:lnTo>
                    <a:pt x="2441447" y="1256393"/>
                  </a:lnTo>
                  <a:lnTo>
                    <a:pt x="2439873" y="1253766"/>
                  </a:lnTo>
                  <a:lnTo>
                    <a:pt x="2438617" y="1241631"/>
                  </a:lnTo>
                  <a:lnTo>
                    <a:pt x="2443017" y="1231453"/>
                  </a:lnTo>
                  <a:lnTo>
                    <a:pt x="2440674" y="1231615"/>
                  </a:lnTo>
                  <a:lnTo>
                    <a:pt x="2433327" y="1237725"/>
                  </a:lnTo>
                  <a:lnTo>
                    <a:pt x="2430188" y="1233967"/>
                  </a:lnTo>
                  <a:lnTo>
                    <a:pt x="2428614" y="1229842"/>
                  </a:lnTo>
                  <a:lnTo>
                    <a:pt x="2426352" y="1227509"/>
                  </a:lnTo>
                  <a:lnTo>
                    <a:pt x="2423901" y="1226626"/>
                  </a:lnTo>
                  <a:lnTo>
                    <a:pt x="2425996" y="1235634"/>
                  </a:lnTo>
                  <a:lnTo>
                    <a:pt x="2421016" y="1242391"/>
                  </a:lnTo>
                  <a:lnTo>
                    <a:pt x="2419651" y="1259867"/>
                  </a:lnTo>
                  <a:lnTo>
                    <a:pt x="2413391" y="1267141"/>
                  </a:lnTo>
                  <a:lnTo>
                    <a:pt x="2393877" y="1271816"/>
                  </a:lnTo>
                  <a:lnTo>
                    <a:pt x="2381156" y="1270828"/>
                  </a:lnTo>
                  <a:lnTo>
                    <a:pt x="2369757" y="1272282"/>
                  </a:lnTo>
                  <a:lnTo>
                    <a:pt x="2354600" y="1275637"/>
                  </a:lnTo>
                  <a:lnTo>
                    <a:pt x="2346225" y="1273641"/>
                  </a:lnTo>
                  <a:lnTo>
                    <a:pt x="2337646" y="1277181"/>
                  </a:lnTo>
                  <a:lnTo>
                    <a:pt x="2308523" y="1278145"/>
                  </a:lnTo>
                  <a:lnTo>
                    <a:pt x="2302383" y="1276269"/>
                  </a:lnTo>
                  <a:lnTo>
                    <a:pt x="2294541" y="1282954"/>
                  </a:lnTo>
                  <a:lnTo>
                    <a:pt x="2281987" y="1286907"/>
                  </a:lnTo>
                  <a:lnTo>
                    <a:pt x="2250254" y="1301888"/>
                  </a:lnTo>
                  <a:lnTo>
                    <a:pt x="2243255" y="1307338"/>
                  </a:lnTo>
                  <a:lnTo>
                    <a:pt x="2234734" y="1315848"/>
                  </a:lnTo>
                  <a:lnTo>
                    <a:pt x="2229011" y="1320424"/>
                  </a:lnTo>
                  <a:lnTo>
                    <a:pt x="2224305" y="1321911"/>
                  </a:lnTo>
                  <a:lnTo>
                    <a:pt x="2221413" y="1325721"/>
                  </a:lnTo>
                  <a:lnTo>
                    <a:pt x="2218254" y="1328211"/>
                  </a:lnTo>
                  <a:lnTo>
                    <a:pt x="2221305" y="1319706"/>
                  </a:lnTo>
                  <a:lnTo>
                    <a:pt x="2224619" y="1312536"/>
                  </a:lnTo>
                  <a:lnTo>
                    <a:pt x="2227372" y="1298648"/>
                  </a:lnTo>
                  <a:lnTo>
                    <a:pt x="2226560" y="1287415"/>
                  </a:lnTo>
                  <a:lnTo>
                    <a:pt x="2223145" y="1282797"/>
                  </a:lnTo>
                  <a:lnTo>
                    <a:pt x="2219615" y="1279718"/>
                  </a:lnTo>
                  <a:lnTo>
                    <a:pt x="2223753" y="1290803"/>
                  </a:lnTo>
                  <a:lnTo>
                    <a:pt x="2224421" y="1304397"/>
                  </a:lnTo>
                  <a:lnTo>
                    <a:pt x="2222999" y="1312360"/>
                  </a:lnTo>
                  <a:lnTo>
                    <a:pt x="2215215" y="1327722"/>
                  </a:lnTo>
                  <a:lnTo>
                    <a:pt x="2211902" y="1331300"/>
                  </a:lnTo>
                  <a:lnTo>
                    <a:pt x="2208027" y="1334445"/>
                  </a:lnTo>
                  <a:lnTo>
                    <a:pt x="2205108" y="1335814"/>
                  </a:lnTo>
                  <a:lnTo>
                    <a:pt x="2202413" y="1338270"/>
                  </a:lnTo>
                  <a:lnTo>
                    <a:pt x="2199281" y="1342161"/>
                  </a:lnTo>
                  <a:lnTo>
                    <a:pt x="2196312" y="1349887"/>
                  </a:lnTo>
                  <a:lnTo>
                    <a:pt x="2198110" y="1356929"/>
                  </a:lnTo>
                  <a:lnTo>
                    <a:pt x="2213286" y="1359499"/>
                  </a:lnTo>
                  <a:lnTo>
                    <a:pt x="2217357" y="1357328"/>
                  </a:lnTo>
                  <a:lnTo>
                    <a:pt x="2219430" y="1362369"/>
                  </a:lnTo>
                  <a:lnTo>
                    <a:pt x="2220590" y="1369373"/>
                  </a:lnTo>
                  <a:lnTo>
                    <a:pt x="2219453" y="1376947"/>
                  </a:lnTo>
                  <a:lnTo>
                    <a:pt x="2216916" y="1384653"/>
                  </a:lnTo>
                  <a:lnTo>
                    <a:pt x="2214991" y="1394223"/>
                  </a:lnTo>
                  <a:lnTo>
                    <a:pt x="2213359" y="1408815"/>
                  </a:lnTo>
                  <a:lnTo>
                    <a:pt x="2210904" y="1421943"/>
                  </a:lnTo>
                  <a:lnTo>
                    <a:pt x="2210583" y="1417956"/>
                  </a:lnTo>
                  <a:lnTo>
                    <a:pt x="2212118" y="1401996"/>
                  </a:lnTo>
                  <a:lnTo>
                    <a:pt x="2209632" y="1403664"/>
                  </a:lnTo>
                  <a:lnTo>
                    <a:pt x="2207919" y="1407346"/>
                  </a:lnTo>
                  <a:lnTo>
                    <a:pt x="2203287" y="1427930"/>
                  </a:lnTo>
                  <a:lnTo>
                    <a:pt x="2196919" y="1438901"/>
                  </a:lnTo>
                  <a:lnTo>
                    <a:pt x="2191053" y="1446489"/>
                  </a:lnTo>
                  <a:lnTo>
                    <a:pt x="2185002" y="1445234"/>
                  </a:lnTo>
                  <a:lnTo>
                    <a:pt x="2186363" y="1451264"/>
                  </a:lnTo>
                  <a:lnTo>
                    <a:pt x="2184700" y="1454405"/>
                  </a:lnTo>
                  <a:lnTo>
                    <a:pt x="2183277" y="1460957"/>
                  </a:lnTo>
                  <a:lnTo>
                    <a:pt x="2179670" y="1465300"/>
                  </a:lnTo>
                  <a:lnTo>
                    <a:pt x="2176279" y="1464881"/>
                  </a:lnTo>
                  <a:lnTo>
                    <a:pt x="2171407" y="1467875"/>
                  </a:lnTo>
                  <a:lnTo>
                    <a:pt x="2169485" y="1470165"/>
                  </a:lnTo>
                  <a:lnTo>
                    <a:pt x="2169342" y="1474551"/>
                  </a:lnTo>
                  <a:lnTo>
                    <a:pt x="2166083" y="1478409"/>
                  </a:lnTo>
                  <a:lnTo>
                    <a:pt x="2154321" y="1498450"/>
                  </a:lnTo>
                  <a:lnTo>
                    <a:pt x="2144109" y="1504366"/>
                  </a:lnTo>
                  <a:lnTo>
                    <a:pt x="2141666" y="1503506"/>
                  </a:lnTo>
                  <a:lnTo>
                    <a:pt x="2144357" y="1494046"/>
                  </a:lnTo>
                  <a:lnTo>
                    <a:pt x="2146201" y="1484481"/>
                  </a:lnTo>
                  <a:lnTo>
                    <a:pt x="2140003" y="1480319"/>
                  </a:lnTo>
                  <a:lnTo>
                    <a:pt x="2134072" y="1478119"/>
                  </a:lnTo>
                  <a:lnTo>
                    <a:pt x="2127267" y="1478409"/>
                  </a:lnTo>
                  <a:lnTo>
                    <a:pt x="2119750" y="1470973"/>
                  </a:lnTo>
                  <a:lnTo>
                    <a:pt x="2110060" y="1465566"/>
                  </a:lnTo>
                  <a:lnTo>
                    <a:pt x="2096535" y="1450936"/>
                  </a:lnTo>
                  <a:lnTo>
                    <a:pt x="2096930" y="1446878"/>
                  </a:lnTo>
                  <a:lnTo>
                    <a:pt x="2096589" y="1440069"/>
                  </a:lnTo>
                  <a:lnTo>
                    <a:pt x="2100700" y="1429312"/>
                  </a:lnTo>
                  <a:lnTo>
                    <a:pt x="2104640" y="1421791"/>
                  </a:lnTo>
                  <a:lnTo>
                    <a:pt x="2110080" y="1417895"/>
                  </a:lnTo>
                  <a:lnTo>
                    <a:pt x="2125867" y="1413927"/>
                  </a:lnTo>
                  <a:lnTo>
                    <a:pt x="2129826" y="1407959"/>
                  </a:lnTo>
                  <a:lnTo>
                    <a:pt x="2132173" y="1402932"/>
                  </a:lnTo>
                  <a:lnTo>
                    <a:pt x="2124351" y="1411566"/>
                  </a:lnTo>
                  <a:lnTo>
                    <a:pt x="2112636" y="1414492"/>
                  </a:lnTo>
                  <a:lnTo>
                    <a:pt x="2106322" y="1417714"/>
                  </a:lnTo>
                  <a:lnTo>
                    <a:pt x="2101272" y="1422641"/>
                  </a:lnTo>
                  <a:lnTo>
                    <a:pt x="2098283" y="1428828"/>
                  </a:lnTo>
                  <a:lnTo>
                    <a:pt x="2091517" y="1436283"/>
                  </a:lnTo>
                  <a:lnTo>
                    <a:pt x="2091992" y="1441276"/>
                  </a:lnTo>
                  <a:lnTo>
                    <a:pt x="2093125" y="1444826"/>
                  </a:lnTo>
                  <a:lnTo>
                    <a:pt x="2092603" y="1452224"/>
                  </a:lnTo>
                  <a:lnTo>
                    <a:pt x="2096883" y="1459436"/>
                  </a:lnTo>
                  <a:lnTo>
                    <a:pt x="2105370" y="1471253"/>
                  </a:lnTo>
                  <a:lnTo>
                    <a:pt x="2106990" y="1489608"/>
                  </a:lnTo>
                  <a:lnTo>
                    <a:pt x="2113467" y="1501890"/>
                  </a:lnTo>
                  <a:lnTo>
                    <a:pt x="2123392" y="1516211"/>
                  </a:lnTo>
                  <a:lnTo>
                    <a:pt x="2131025" y="1520283"/>
                  </a:lnTo>
                  <a:lnTo>
                    <a:pt x="2131396" y="1525609"/>
                  </a:lnTo>
                  <a:lnTo>
                    <a:pt x="2127874" y="1534404"/>
                  </a:lnTo>
                  <a:lnTo>
                    <a:pt x="2123230" y="1538424"/>
                  </a:lnTo>
                  <a:lnTo>
                    <a:pt x="2129270" y="1537621"/>
                  </a:lnTo>
                  <a:lnTo>
                    <a:pt x="2132278" y="1539631"/>
                  </a:lnTo>
                  <a:lnTo>
                    <a:pt x="2135205" y="1546967"/>
                  </a:lnTo>
                  <a:lnTo>
                    <a:pt x="2134977" y="1554455"/>
                  </a:lnTo>
                  <a:lnTo>
                    <a:pt x="2133987" y="1558675"/>
                  </a:lnTo>
                  <a:lnTo>
                    <a:pt x="2132158" y="1560357"/>
                  </a:lnTo>
                  <a:lnTo>
                    <a:pt x="2132235" y="1556047"/>
                  </a:lnTo>
                  <a:lnTo>
                    <a:pt x="2130940" y="1554550"/>
                  </a:lnTo>
                  <a:lnTo>
                    <a:pt x="2128802" y="1556418"/>
                  </a:lnTo>
                  <a:lnTo>
                    <a:pt x="2127417" y="1558546"/>
                  </a:lnTo>
                  <a:lnTo>
                    <a:pt x="2126841" y="1566933"/>
                  </a:lnTo>
                  <a:lnTo>
                    <a:pt x="2125376" y="1571123"/>
                  </a:lnTo>
                  <a:lnTo>
                    <a:pt x="2120195" y="1572368"/>
                  </a:lnTo>
                  <a:lnTo>
                    <a:pt x="2114940" y="1583373"/>
                  </a:lnTo>
                  <a:lnTo>
                    <a:pt x="2110053" y="1589616"/>
                  </a:lnTo>
                  <a:lnTo>
                    <a:pt x="2090821" y="1631832"/>
                  </a:lnTo>
                  <a:lnTo>
                    <a:pt x="2091555" y="1638888"/>
                  </a:lnTo>
                  <a:lnTo>
                    <a:pt x="2088037" y="1641160"/>
                  </a:lnTo>
                  <a:lnTo>
                    <a:pt x="2082709" y="1643008"/>
                  </a:lnTo>
                  <a:lnTo>
                    <a:pt x="2077319" y="1647227"/>
                  </a:lnTo>
                  <a:lnTo>
                    <a:pt x="2073742" y="1651879"/>
                  </a:lnTo>
                  <a:lnTo>
                    <a:pt x="2070421" y="1664389"/>
                  </a:lnTo>
                  <a:lnTo>
                    <a:pt x="2064056" y="1678473"/>
                  </a:lnTo>
                  <a:lnTo>
                    <a:pt x="2060085" y="1672605"/>
                  </a:lnTo>
                  <a:lnTo>
                    <a:pt x="2059068" y="1667582"/>
                  </a:lnTo>
                  <a:lnTo>
                    <a:pt x="2060835" y="1654483"/>
                  </a:lnTo>
                  <a:lnTo>
                    <a:pt x="2067718" y="1633006"/>
                  </a:lnTo>
                  <a:lnTo>
                    <a:pt x="2075300" y="1619655"/>
                  </a:lnTo>
                  <a:lnTo>
                    <a:pt x="2081085" y="1613326"/>
                  </a:lnTo>
                  <a:lnTo>
                    <a:pt x="2085840" y="1600426"/>
                  </a:lnTo>
                  <a:lnTo>
                    <a:pt x="2079832" y="1598501"/>
                  </a:lnTo>
                  <a:lnTo>
                    <a:pt x="2070672" y="1598710"/>
                  </a:lnTo>
                  <a:lnTo>
                    <a:pt x="2072396" y="1592757"/>
                  </a:lnTo>
                  <a:lnTo>
                    <a:pt x="2075068" y="1587511"/>
                  </a:lnTo>
                  <a:lnTo>
                    <a:pt x="2070293" y="1582285"/>
                  </a:lnTo>
                  <a:lnTo>
                    <a:pt x="2067467" y="1581619"/>
                  </a:lnTo>
                  <a:lnTo>
                    <a:pt x="2064555" y="1579476"/>
                  </a:lnTo>
                  <a:lnTo>
                    <a:pt x="2067969" y="1575124"/>
                  </a:lnTo>
                  <a:lnTo>
                    <a:pt x="2069636" y="1570525"/>
                  </a:lnTo>
                  <a:lnTo>
                    <a:pt x="2068619" y="1564928"/>
                  </a:lnTo>
                  <a:lnTo>
                    <a:pt x="2070049" y="1560713"/>
                  </a:lnTo>
                  <a:lnTo>
                    <a:pt x="2067664" y="1561350"/>
                  </a:lnTo>
                  <a:lnTo>
                    <a:pt x="2063828" y="1565811"/>
                  </a:lnTo>
                  <a:lnTo>
                    <a:pt x="2061442" y="1567593"/>
                  </a:lnTo>
                  <a:lnTo>
                    <a:pt x="2059989" y="1563645"/>
                  </a:lnTo>
                  <a:lnTo>
                    <a:pt x="2058330" y="1564538"/>
                  </a:lnTo>
                  <a:lnTo>
                    <a:pt x="2057251" y="1567251"/>
                  </a:lnTo>
                  <a:lnTo>
                    <a:pt x="2054804" y="1568743"/>
                  </a:lnTo>
                  <a:lnTo>
                    <a:pt x="2049634" y="1565032"/>
                  </a:lnTo>
                  <a:lnTo>
                    <a:pt x="2042098" y="1560784"/>
                  </a:lnTo>
                  <a:lnTo>
                    <a:pt x="2037903" y="1553477"/>
                  </a:lnTo>
                  <a:lnTo>
                    <a:pt x="2035510" y="1547813"/>
                  </a:lnTo>
                  <a:lnTo>
                    <a:pt x="2037942" y="1537564"/>
                  </a:lnTo>
                  <a:lnTo>
                    <a:pt x="2043150" y="1535744"/>
                  </a:lnTo>
                  <a:lnTo>
                    <a:pt x="2049916" y="1537407"/>
                  </a:lnTo>
                  <a:lnTo>
                    <a:pt x="2058786" y="1537393"/>
                  </a:lnTo>
                  <a:lnTo>
                    <a:pt x="2057518" y="1535117"/>
                  </a:lnTo>
                  <a:lnTo>
                    <a:pt x="2054351" y="1535492"/>
                  </a:lnTo>
                  <a:lnTo>
                    <a:pt x="2045002" y="1527177"/>
                  </a:lnTo>
                  <a:lnTo>
                    <a:pt x="2041994" y="1522155"/>
                  </a:lnTo>
                  <a:lnTo>
                    <a:pt x="2036820" y="1520777"/>
                  </a:lnTo>
                  <a:lnTo>
                    <a:pt x="2034462" y="1525605"/>
                  </a:lnTo>
                  <a:lnTo>
                    <a:pt x="2031844" y="1526888"/>
                  </a:lnTo>
                  <a:lnTo>
                    <a:pt x="2035076" y="1516325"/>
                  </a:lnTo>
                  <a:lnTo>
                    <a:pt x="2039303" y="1515893"/>
                  </a:lnTo>
                  <a:lnTo>
                    <a:pt x="2045543" y="1512966"/>
                  </a:lnTo>
                  <a:lnTo>
                    <a:pt x="2043730" y="1506851"/>
                  </a:lnTo>
                  <a:lnTo>
                    <a:pt x="2039790" y="1504176"/>
                  </a:lnTo>
                  <a:lnTo>
                    <a:pt x="2032675" y="1507530"/>
                  </a:lnTo>
                  <a:lnTo>
                    <a:pt x="2032760" y="1503230"/>
                  </a:lnTo>
                  <a:lnTo>
                    <a:pt x="2034094" y="1497723"/>
                  </a:lnTo>
                  <a:lnTo>
                    <a:pt x="2039457" y="1497742"/>
                  </a:lnTo>
                  <a:lnTo>
                    <a:pt x="2044155" y="1499538"/>
                  </a:lnTo>
                  <a:lnTo>
                    <a:pt x="2048153" y="1490644"/>
                  </a:lnTo>
                  <a:lnTo>
                    <a:pt x="2048331" y="1486671"/>
                  </a:lnTo>
                  <a:lnTo>
                    <a:pt x="2041688" y="1492444"/>
                  </a:lnTo>
                  <a:lnTo>
                    <a:pt x="2040196" y="1479991"/>
                  </a:lnTo>
                  <a:lnTo>
                    <a:pt x="2046734" y="1467979"/>
                  </a:lnTo>
                  <a:lnTo>
                    <a:pt x="2052971" y="1462743"/>
                  </a:lnTo>
                  <a:lnTo>
                    <a:pt x="2060762" y="1462895"/>
                  </a:lnTo>
                  <a:lnTo>
                    <a:pt x="2068681" y="1462050"/>
                  </a:lnTo>
                  <a:lnTo>
                    <a:pt x="2063712" y="1459850"/>
                  </a:lnTo>
                  <a:lnTo>
                    <a:pt x="2058612" y="1458657"/>
                  </a:lnTo>
                  <a:lnTo>
                    <a:pt x="2062444" y="1453910"/>
                  </a:lnTo>
                  <a:lnTo>
                    <a:pt x="2065711" y="1453060"/>
                  </a:lnTo>
                  <a:lnTo>
                    <a:pt x="2068920" y="1448921"/>
                  </a:lnTo>
                  <a:lnTo>
                    <a:pt x="2061203" y="1449534"/>
                  </a:lnTo>
                  <a:lnTo>
                    <a:pt x="2062111" y="1441704"/>
                  </a:lnTo>
                  <a:lnTo>
                    <a:pt x="2058361" y="1443296"/>
                  </a:lnTo>
                  <a:lnTo>
                    <a:pt x="2053872" y="1444032"/>
                  </a:lnTo>
                  <a:lnTo>
                    <a:pt x="2052124" y="1447353"/>
                  </a:lnTo>
                  <a:lnTo>
                    <a:pt x="2052468" y="1452870"/>
                  </a:lnTo>
                  <a:lnTo>
                    <a:pt x="2051157" y="1456490"/>
                  </a:lnTo>
                  <a:lnTo>
                    <a:pt x="2047666" y="1459398"/>
                  </a:lnTo>
                  <a:lnTo>
                    <a:pt x="2041769" y="1461665"/>
                  </a:lnTo>
                  <a:lnTo>
                    <a:pt x="2041197" y="1457735"/>
                  </a:lnTo>
                  <a:lnTo>
                    <a:pt x="2039249" y="1455953"/>
                  </a:lnTo>
                  <a:lnTo>
                    <a:pt x="2038522" y="1464368"/>
                  </a:lnTo>
                  <a:lnTo>
                    <a:pt x="2036975" y="1467229"/>
                  </a:lnTo>
                  <a:lnTo>
                    <a:pt x="2032664" y="1459332"/>
                  </a:lnTo>
                  <a:lnTo>
                    <a:pt x="2031368" y="1460923"/>
                  </a:lnTo>
                  <a:lnTo>
                    <a:pt x="2031535" y="1463166"/>
                  </a:lnTo>
                  <a:lnTo>
                    <a:pt x="2030433" y="1467043"/>
                  </a:lnTo>
                  <a:lnTo>
                    <a:pt x="2026736" y="1469063"/>
                  </a:lnTo>
                  <a:lnTo>
                    <a:pt x="2026964" y="1474033"/>
                  </a:lnTo>
                  <a:lnTo>
                    <a:pt x="2025530" y="1476741"/>
                  </a:lnTo>
                  <a:lnTo>
                    <a:pt x="2013691" y="1472427"/>
                  </a:lnTo>
                  <a:lnTo>
                    <a:pt x="2013412" y="1473890"/>
                  </a:lnTo>
                  <a:lnTo>
                    <a:pt x="2020109" y="1483193"/>
                  </a:lnTo>
                  <a:lnTo>
                    <a:pt x="2025000" y="1486372"/>
                  </a:lnTo>
                  <a:lnTo>
                    <a:pt x="2025596" y="1491447"/>
                  </a:lnTo>
                  <a:lnTo>
                    <a:pt x="2021397" y="1495656"/>
                  </a:lnTo>
                  <a:lnTo>
                    <a:pt x="2015605" y="1492022"/>
                  </a:lnTo>
                  <a:lnTo>
                    <a:pt x="2014630" y="1492288"/>
                  </a:lnTo>
                  <a:lnTo>
                    <a:pt x="2017778" y="1498522"/>
                  </a:lnTo>
                  <a:lnTo>
                    <a:pt x="2019761" y="1503967"/>
                  </a:lnTo>
                  <a:lnTo>
                    <a:pt x="2017720" y="1508528"/>
                  </a:lnTo>
                  <a:lnTo>
                    <a:pt x="2018037" y="1514144"/>
                  </a:lnTo>
                  <a:lnTo>
                    <a:pt x="2017596" y="1519238"/>
                  </a:lnTo>
                  <a:lnTo>
                    <a:pt x="2016347" y="1523680"/>
                  </a:lnTo>
                  <a:lnTo>
                    <a:pt x="2019162" y="1544159"/>
                  </a:lnTo>
                  <a:lnTo>
                    <a:pt x="2022553" y="1549728"/>
                  </a:lnTo>
                  <a:lnTo>
                    <a:pt x="2025886" y="1555054"/>
                  </a:lnTo>
                  <a:lnTo>
                    <a:pt x="2027653" y="1560038"/>
                  </a:lnTo>
                  <a:lnTo>
                    <a:pt x="2024115" y="1560765"/>
                  </a:lnTo>
                  <a:lnTo>
                    <a:pt x="2018481" y="1556665"/>
                  </a:lnTo>
                  <a:lnTo>
                    <a:pt x="2013532" y="1553538"/>
                  </a:lnTo>
                  <a:lnTo>
                    <a:pt x="2007636" y="1543541"/>
                  </a:lnTo>
                  <a:lnTo>
                    <a:pt x="2006661" y="1539550"/>
                  </a:lnTo>
                  <a:lnTo>
                    <a:pt x="2005223" y="1536395"/>
                  </a:lnTo>
                  <a:lnTo>
                    <a:pt x="2005919" y="1543641"/>
                  </a:lnTo>
                  <a:lnTo>
                    <a:pt x="2008022" y="1551733"/>
                  </a:lnTo>
                  <a:lnTo>
                    <a:pt x="2026489" y="1569841"/>
                  </a:lnTo>
                  <a:lnTo>
                    <a:pt x="2029899" y="1576787"/>
                  </a:lnTo>
                  <a:lnTo>
                    <a:pt x="2032498" y="1582247"/>
                  </a:lnTo>
                  <a:lnTo>
                    <a:pt x="2031844" y="1587478"/>
                  </a:lnTo>
                  <a:lnTo>
                    <a:pt x="2027030" y="1583777"/>
                  </a:lnTo>
                  <a:lnTo>
                    <a:pt x="2022878" y="1579058"/>
                  </a:lnTo>
                  <a:lnTo>
                    <a:pt x="2011854" y="1573727"/>
                  </a:lnTo>
                  <a:lnTo>
                    <a:pt x="1997954" y="1570358"/>
                  </a:lnTo>
                  <a:lnTo>
                    <a:pt x="1990116" y="1557967"/>
                  </a:lnTo>
                  <a:lnTo>
                    <a:pt x="1990143" y="1563136"/>
                  </a:lnTo>
                  <a:lnTo>
                    <a:pt x="1988403" y="1567522"/>
                  </a:lnTo>
                  <a:lnTo>
                    <a:pt x="1983613" y="1562176"/>
                  </a:lnTo>
                  <a:lnTo>
                    <a:pt x="1980593" y="1557615"/>
                  </a:lnTo>
                  <a:lnTo>
                    <a:pt x="1979580" y="1552617"/>
                  </a:lnTo>
                  <a:lnTo>
                    <a:pt x="1973598" y="1552959"/>
                  </a:lnTo>
                  <a:lnTo>
                    <a:pt x="1967327" y="1557302"/>
                  </a:lnTo>
                  <a:lnTo>
                    <a:pt x="1961260" y="1556270"/>
                  </a:lnTo>
                  <a:lnTo>
                    <a:pt x="1960541" y="1547794"/>
                  </a:lnTo>
                  <a:lnTo>
                    <a:pt x="1962180" y="1543304"/>
                  </a:lnTo>
                  <a:lnTo>
                    <a:pt x="1968989" y="1532684"/>
                  </a:lnTo>
                  <a:lnTo>
                    <a:pt x="1975404" y="1527263"/>
                  </a:lnTo>
                  <a:lnTo>
                    <a:pt x="1978234" y="1520264"/>
                  </a:lnTo>
                  <a:lnTo>
                    <a:pt x="1977268" y="1509412"/>
                  </a:lnTo>
                  <a:lnTo>
                    <a:pt x="1976061" y="1520454"/>
                  </a:lnTo>
                  <a:lnTo>
                    <a:pt x="1972396" y="1525928"/>
                  </a:lnTo>
                  <a:lnTo>
                    <a:pt x="1966635" y="1530109"/>
                  </a:lnTo>
                  <a:lnTo>
                    <a:pt x="1959052" y="1537559"/>
                  </a:lnTo>
                  <a:lnTo>
                    <a:pt x="1957200" y="1544449"/>
                  </a:lnTo>
                  <a:lnTo>
                    <a:pt x="1954834" y="1557349"/>
                  </a:lnTo>
                  <a:lnTo>
                    <a:pt x="1958036" y="1561716"/>
                  </a:lnTo>
                  <a:lnTo>
                    <a:pt x="1961307" y="1562856"/>
                  </a:lnTo>
                  <a:lnTo>
                    <a:pt x="1970969" y="1559929"/>
                  </a:lnTo>
                  <a:lnTo>
                    <a:pt x="1975969" y="1561236"/>
                  </a:lnTo>
                  <a:lnTo>
                    <a:pt x="1987089" y="1576768"/>
                  </a:lnTo>
                  <a:lnTo>
                    <a:pt x="2007794" y="1582912"/>
                  </a:lnTo>
                  <a:lnTo>
                    <a:pt x="2015345" y="1586751"/>
                  </a:lnTo>
                  <a:lnTo>
                    <a:pt x="2021501" y="1594857"/>
                  </a:lnTo>
                  <a:lnTo>
                    <a:pt x="2030754" y="1599523"/>
                  </a:lnTo>
                  <a:lnTo>
                    <a:pt x="2037934" y="1606303"/>
                  </a:lnTo>
                  <a:lnTo>
                    <a:pt x="2038127" y="1610727"/>
                  </a:lnTo>
                  <a:lnTo>
                    <a:pt x="2035641" y="1615958"/>
                  </a:lnTo>
                  <a:lnTo>
                    <a:pt x="2034659" y="1623038"/>
                  </a:lnTo>
                  <a:lnTo>
                    <a:pt x="2031608" y="1627504"/>
                  </a:lnTo>
                  <a:lnTo>
                    <a:pt x="2024285" y="1628017"/>
                  </a:lnTo>
                  <a:lnTo>
                    <a:pt x="2019862" y="1626867"/>
                  </a:lnTo>
                  <a:lnTo>
                    <a:pt x="1996082" y="1601979"/>
                  </a:lnTo>
                  <a:lnTo>
                    <a:pt x="1993244" y="1599689"/>
                  </a:lnTo>
                  <a:lnTo>
                    <a:pt x="1984425" y="1586656"/>
                  </a:lnTo>
                  <a:lnTo>
                    <a:pt x="1974078" y="1579676"/>
                  </a:lnTo>
                  <a:lnTo>
                    <a:pt x="1970876" y="1579823"/>
                  </a:lnTo>
                  <a:lnTo>
                    <a:pt x="1985604" y="1592733"/>
                  </a:lnTo>
                  <a:lnTo>
                    <a:pt x="1991616" y="1601761"/>
                  </a:lnTo>
                  <a:lnTo>
                    <a:pt x="2002207" y="1614418"/>
                  </a:lnTo>
                  <a:lnTo>
                    <a:pt x="2009778" y="1619778"/>
                  </a:lnTo>
                  <a:lnTo>
                    <a:pt x="2015349" y="1628141"/>
                  </a:lnTo>
                  <a:lnTo>
                    <a:pt x="2020527" y="1632061"/>
                  </a:lnTo>
                  <a:lnTo>
                    <a:pt x="2034663" y="1637643"/>
                  </a:lnTo>
                  <a:lnTo>
                    <a:pt x="2029748" y="1641654"/>
                  </a:lnTo>
                  <a:lnTo>
                    <a:pt x="2037594" y="1645070"/>
                  </a:lnTo>
                  <a:lnTo>
                    <a:pt x="2038715" y="1651351"/>
                  </a:lnTo>
                  <a:lnTo>
                    <a:pt x="2037996" y="1658512"/>
                  </a:lnTo>
                  <a:lnTo>
                    <a:pt x="2027108" y="1655680"/>
                  </a:lnTo>
                  <a:lnTo>
                    <a:pt x="2026752" y="1660954"/>
                  </a:lnTo>
                  <a:lnTo>
                    <a:pt x="2027726" y="1664066"/>
                  </a:lnTo>
                  <a:lnTo>
                    <a:pt x="2022916" y="1666637"/>
                  </a:lnTo>
                  <a:lnTo>
                    <a:pt x="2016227" y="1663149"/>
                  </a:lnTo>
                  <a:lnTo>
                    <a:pt x="1998859" y="1644072"/>
                  </a:lnTo>
                  <a:lnTo>
                    <a:pt x="1999005" y="1646624"/>
                  </a:lnTo>
                  <a:lnTo>
                    <a:pt x="2000413" y="1649584"/>
                  </a:lnTo>
                  <a:lnTo>
                    <a:pt x="2010485" y="1661866"/>
                  </a:lnTo>
                  <a:lnTo>
                    <a:pt x="2019475" y="1669231"/>
                  </a:lnTo>
                  <a:lnTo>
                    <a:pt x="2027096" y="1672557"/>
                  </a:lnTo>
                  <a:lnTo>
                    <a:pt x="2032969" y="1678729"/>
                  </a:lnTo>
                  <a:lnTo>
                    <a:pt x="2035042" y="1682464"/>
                  </a:lnTo>
                  <a:lnTo>
                    <a:pt x="2036426" y="1688127"/>
                  </a:lnTo>
                  <a:lnTo>
                    <a:pt x="2032072" y="1691976"/>
                  </a:lnTo>
                  <a:lnTo>
                    <a:pt x="2027115" y="1694100"/>
                  </a:lnTo>
                  <a:lnTo>
                    <a:pt x="2022274" y="1690261"/>
                  </a:lnTo>
                  <a:lnTo>
                    <a:pt x="2018725" y="1686217"/>
                  </a:lnTo>
                  <a:lnTo>
                    <a:pt x="2011166" y="1679352"/>
                  </a:lnTo>
                  <a:lnTo>
                    <a:pt x="2008900" y="1671678"/>
                  </a:lnTo>
                  <a:lnTo>
                    <a:pt x="2003150" y="1672072"/>
                  </a:lnTo>
                  <a:lnTo>
                    <a:pt x="1979120" y="1662341"/>
                  </a:lnTo>
                  <a:lnTo>
                    <a:pt x="1959806" y="1661220"/>
                  </a:lnTo>
                  <a:lnTo>
                    <a:pt x="1961693" y="1663178"/>
                  </a:lnTo>
                  <a:lnTo>
                    <a:pt x="1964137" y="1664480"/>
                  </a:lnTo>
                  <a:lnTo>
                    <a:pt x="1979518" y="1666879"/>
                  </a:lnTo>
                  <a:lnTo>
                    <a:pt x="1985596" y="1671360"/>
                  </a:lnTo>
                  <a:lnTo>
                    <a:pt x="1998248" y="1675337"/>
                  </a:lnTo>
                  <a:lnTo>
                    <a:pt x="2005656" y="1676425"/>
                  </a:lnTo>
                  <a:lnTo>
                    <a:pt x="2008660" y="1688641"/>
                  </a:lnTo>
                  <a:lnTo>
                    <a:pt x="2018899" y="1697046"/>
                  </a:lnTo>
                  <a:lnTo>
                    <a:pt x="2020229" y="1703275"/>
                  </a:lnTo>
                  <a:lnTo>
                    <a:pt x="2027220" y="1703973"/>
                  </a:lnTo>
                  <a:lnTo>
                    <a:pt x="2039519" y="1697863"/>
                  </a:lnTo>
                  <a:lnTo>
                    <a:pt x="2047457" y="1700006"/>
                  </a:lnTo>
                  <a:lnTo>
                    <a:pt x="2058906" y="1701755"/>
                  </a:lnTo>
                  <a:lnTo>
                    <a:pt x="2061524" y="1706687"/>
                  </a:lnTo>
                  <a:lnTo>
                    <a:pt x="2063488" y="1716071"/>
                  </a:lnTo>
                  <a:lnTo>
                    <a:pt x="2067536" y="1726628"/>
                  </a:lnTo>
                  <a:lnTo>
                    <a:pt x="2078034" y="1768256"/>
                  </a:lnTo>
                  <a:lnTo>
                    <a:pt x="2093806" y="1802304"/>
                  </a:lnTo>
                  <a:lnTo>
                    <a:pt x="2095747" y="1808168"/>
                  </a:lnTo>
                  <a:lnTo>
                    <a:pt x="2092081" y="1803022"/>
                  </a:lnTo>
                  <a:lnTo>
                    <a:pt x="2080381" y="1780472"/>
                  </a:lnTo>
                  <a:lnTo>
                    <a:pt x="2073924" y="1764188"/>
                  </a:lnTo>
                  <a:lnTo>
                    <a:pt x="2067289" y="1735437"/>
                  </a:lnTo>
                  <a:lnTo>
                    <a:pt x="2065363" y="1728999"/>
                  </a:lnTo>
                  <a:lnTo>
                    <a:pt x="2063097" y="1726429"/>
                  </a:lnTo>
                  <a:lnTo>
                    <a:pt x="2061605" y="1728519"/>
                  </a:lnTo>
                  <a:lnTo>
                    <a:pt x="2060963" y="1732183"/>
                  </a:lnTo>
                  <a:lnTo>
                    <a:pt x="2062046" y="1734996"/>
                  </a:lnTo>
                  <a:lnTo>
                    <a:pt x="2059432" y="1744460"/>
                  </a:lnTo>
                  <a:lnTo>
                    <a:pt x="2060565" y="1748803"/>
                  </a:lnTo>
                  <a:lnTo>
                    <a:pt x="2064810" y="1753293"/>
                  </a:lnTo>
                  <a:lnTo>
                    <a:pt x="2069423" y="1764497"/>
                  </a:lnTo>
                  <a:lnTo>
                    <a:pt x="2073108" y="1779583"/>
                  </a:lnTo>
                  <a:lnTo>
                    <a:pt x="2068124" y="1773468"/>
                  </a:lnTo>
                  <a:lnTo>
                    <a:pt x="2062804" y="1770227"/>
                  </a:lnTo>
                  <a:lnTo>
                    <a:pt x="2054525" y="1767742"/>
                  </a:lnTo>
                  <a:lnTo>
                    <a:pt x="2047152" y="1763385"/>
                  </a:lnTo>
                  <a:lnTo>
                    <a:pt x="2047689" y="1769634"/>
                  </a:lnTo>
                  <a:lnTo>
                    <a:pt x="2046982" y="1776381"/>
                  </a:lnTo>
                  <a:lnTo>
                    <a:pt x="2041298" y="1774323"/>
                  </a:lnTo>
                  <a:lnTo>
                    <a:pt x="2037431" y="1772085"/>
                  </a:lnTo>
                  <a:lnTo>
                    <a:pt x="2040853" y="1779274"/>
                  </a:lnTo>
                  <a:lnTo>
                    <a:pt x="2033425" y="1777117"/>
                  </a:lnTo>
                  <a:lnTo>
                    <a:pt x="2028476" y="1777568"/>
                  </a:lnTo>
                  <a:lnTo>
                    <a:pt x="2025259" y="1783950"/>
                  </a:lnTo>
                  <a:lnTo>
                    <a:pt x="2020944" y="1787822"/>
                  </a:lnTo>
                  <a:lnTo>
                    <a:pt x="2014564" y="1789072"/>
                  </a:lnTo>
                  <a:lnTo>
                    <a:pt x="2005099" y="1783237"/>
                  </a:lnTo>
                  <a:lnTo>
                    <a:pt x="2002033" y="1776152"/>
                  </a:lnTo>
                  <a:lnTo>
                    <a:pt x="2000765" y="1768265"/>
                  </a:lnTo>
                  <a:lnTo>
                    <a:pt x="2000258" y="1777592"/>
                  </a:lnTo>
                  <a:lnTo>
                    <a:pt x="2001944" y="1787304"/>
                  </a:lnTo>
                  <a:lnTo>
                    <a:pt x="2001352" y="1794688"/>
                  </a:lnTo>
                  <a:lnTo>
                    <a:pt x="2010466" y="1796047"/>
                  </a:lnTo>
                  <a:lnTo>
                    <a:pt x="2018988" y="1794840"/>
                  </a:lnTo>
                  <a:lnTo>
                    <a:pt x="2030487" y="1795149"/>
                  </a:lnTo>
                  <a:lnTo>
                    <a:pt x="2037988" y="1793766"/>
                  </a:lnTo>
                  <a:lnTo>
                    <a:pt x="2042504" y="1791419"/>
                  </a:lnTo>
                  <a:lnTo>
                    <a:pt x="2053334" y="1793452"/>
                  </a:lnTo>
                  <a:lnTo>
                    <a:pt x="2054104" y="1802371"/>
                  </a:lnTo>
                  <a:lnTo>
                    <a:pt x="2052866" y="1811237"/>
                  </a:lnTo>
                  <a:lnTo>
                    <a:pt x="2052240" y="1820678"/>
                  </a:lnTo>
                  <a:lnTo>
                    <a:pt x="2055241" y="1820616"/>
                  </a:lnTo>
                  <a:lnTo>
                    <a:pt x="2058767" y="1817599"/>
                  </a:lnTo>
                  <a:lnTo>
                    <a:pt x="2060530" y="1800689"/>
                  </a:lnTo>
                  <a:lnTo>
                    <a:pt x="2070428" y="1794441"/>
                  </a:lnTo>
                  <a:lnTo>
                    <a:pt x="2073746" y="1794868"/>
                  </a:lnTo>
                  <a:lnTo>
                    <a:pt x="2076897" y="1800304"/>
                  </a:lnTo>
                  <a:lnTo>
                    <a:pt x="2077957" y="1805816"/>
                  </a:lnTo>
                  <a:lnTo>
                    <a:pt x="2079074" y="1813385"/>
                  </a:lnTo>
                  <a:lnTo>
                    <a:pt x="2076762" y="1824916"/>
                  </a:lnTo>
                  <a:lnTo>
                    <a:pt x="2061555" y="1838401"/>
                  </a:lnTo>
                  <a:lnTo>
                    <a:pt x="2050663" y="1850869"/>
                  </a:lnTo>
                  <a:lnTo>
                    <a:pt x="2045095" y="1853411"/>
                  </a:lnTo>
                  <a:lnTo>
                    <a:pt x="2037064" y="1851962"/>
                  </a:lnTo>
                  <a:lnTo>
                    <a:pt x="2027958" y="1848826"/>
                  </a:lnTo>
                  <a:lnTo>
                    <a:pt x="2023492" y="1848194"/>
                  </a:lnTo>
                  <a:lnTo>
                    <a:pt x="2020097" y="1849239"/>
                  </a:lnTo>
                  <a:lnTo>
                    <a:pt x="2018029" y="1845400"/>
                  </a:lnTo>
                  <a:lnTo>
                    <a:pt x="2016695" y="1838396"/>
                  </a:lnTo>
                  <a:lnTo>
                    <a:pt x="2013153" y="1836073"/>
                  </a:lnTo>
                  <a:lnTo>
                    <a:pt x="2010474" y="1836329"/>
                  </a:lnTo>
                  <a:lnTo>
                    <a:pt x="2008645" y="1843770"/>
                  </a:lnTo>
                  <a:lnTo>
                    <a:pt x="2000150" y="1845885"/>
                  </a:lnTo>
                  <a:lnTo>
                    <a:pt x="1988601" y="1842810"/>
                  </a:lnTo>
                  <a:lnTo>
                    <a:pt x="1976506" y="1836553"/>
                  </a:lnTo>
                  <a:lnTo>
                    <a:pt x="1981695" y="1843266"/>
                  </a:lnTo>
                  <a:lnTo>
                    <a:pt x="2011707" y="1855791"/>
                  </a:lnTo>
                  <a:lnTo>
                    <a:pt x="2015086" y="1858134"/>
                  </a:lnTo>
                  <a:lnTo>
                    <a:pt x="2018242" y="1861559"/>
                  </a:lnTo>
                  <a:lnTo>
                    <a:pt x="2014042" y="1866933"/>
                  </a:lnTo>
                  <a:lnTo>
                    <a:pt x="2010752" y="1872987"/>
                  </a:lnTo>
                  <a:lnTo>
                    <a:pt x="2010288" y="1877738"/>
                  </a:lnTo>
                  <a:lnTo>
                    <a:pt x="2009128" y="1880736"/>
                  </a:lnTo>
                  <a:lnTo>
                    <a:pt x="1997161" y="1888814"/>
                  </a:lnTo>
                  <a:lnTo>
                    <a:pt x="1990677" y="1887388"/>
                  </a:lnTo>
                  <a:lnTo>
                    <a:pt x="1974109" y="1872825"/>
                  </a:lnTo>
                  <a:lnTo>
                    <a:pt x="1981656" y="1885421"/>
                  </a:lnTo>
                  <a:lnTo>
                    <a:pt x="1987700" y="1890767"/>
                  </a:lnTo>
                  <a:lnTo>
                    <a:pt x="1999868" y="1893617"/>
                  </a:lnTo>
                  <a:lnTo>
                    <a:pt x="2022692" y="1888909"/>
                  </a:lnTo>
                  <a:lnTo>
                    <a:pt x="2030178" y="1894050"/>
                  </a:lnTo>
                  <a:lnTo>
                    <a:pt x="2024034" y="1903158"/>
                  </a:lnTo>
                  <a:lnTo>
                    <a:pt x="2017928" y="1909549"/>
                  </a:lnTo>
                  <a:lnTo>
                    <a:pt x="2009921" y="1910262"/>
                  </a:lnTo>
                  <a:lnTo>
                    <a:pt x="2002868" y="1911991"/>
                  </a:lnTo>
                  <a:lnTo>
                    <a:pt x="2000800" y="1916386"/>
                  </a:lnTo>
                  <a:lnTo>
                    <a:pt x="1995773" y="1916662"/>
                  </a:lnTo>
                  <a:lnTo>
                    <a:pt x="1987916" y="1916923"/>
                  </a:lnTo>
                  <a:lnTo>
                    <a:pt x="1975752" y="1917322"/>
                  </a:lnTo>
                  <a:lnTo>
                    <a:pt x="1969071" y="1916296"/>
                  </a:lnTo>
                  <a:lnTo>
                    <a:pt x="1959737" y="1925276"/>
                  </a:lnTo>
                  <a:lnTo>
                    <a:pt x="1956214" y="1926512"/>
                  </a:lnTo>
                  <a:lnTo>
                    <a:pt x="1951292" y="1924825"/>
                  </a:lnTo>
                  <a:lnTo>
                    <a:pt x="1949228" y="1917612"/>
                  </a:lnTo>
                  <a:lnTo>
                    <a:pt x="1947027" y="1914068"/>
                  </a:lnTo>
                  <a:lnTo>
                    <a:pt x="1946973" y="1927562"/>
                  </a:lnTo>
                  <a:lnTo>
                    <a:pt x="1947836" y="1931196"/>
                  </a:lnTo>
                  <a:lnTo>
                    <a:pt x="1949599" y="1933938"/>
                  </a:lnTo>
                  <a:lnTo>
                    <a:pt x="1938680" y="1941260"/>
                  </a:lnTo>
                  <a:lnTo>
                    <a:pt x="1928228" y="1950392"/>
                  </a:lnTo>
                  <a:lnTo>
                    <a:pt x="1924482" y="1952877"/>
                  </a:lnTo>
                  <a:lnTo>
                    <a:pt x="1920225" y="1957453"/>
                  </a:lnTo>
                  <a:lnTo>
                    <a:pt x="1911505" y="1970667"/>
                  </a:lnTo>
                  <a:lnTo>
                    <a:pt x="1909352" y="1980303"/>
                  </a:lnTo>
                  <a:lnTo>
                    <a:pt x="1906201" y="1991046"/>
                  </a:lnTo>
                  <a:lnTo>
                    <a:pt x="1905802" y="1986209"/>
                  </a:lnTo>
                  <a:lnTo>
                    <a:pt x="1906344" y="1978065"/>
                  </a:lnTo>
                  <a:lnTo>
                    <a:pt x="1904186" y="1968738"/>
                  </a:lnTo>
                  <a:lnTo>
                    <a:pt x="1902817" y="1985824"/>
                  </a:lnTo>
                  <a:lnTo>
                    <a:pt x="1899430" y="1993763"/>
                  </a:lnTo>
                  <a:lnTo>
                    <a:pt x="1868347" y="1993203"/>
                  </a:lnTo>
                  <a:lnTo>
                    <a:pt x="1854741" y="1997517"/>
                  </a:lnTo>
                  <a:lnTo>
                    <a:pt x="1833854" y="2012033"/>
                  </a:lnTo>
                  <a:lnTo>
                    <a:pt x="1827609" y="2018395"/>
                  </a:lnTo>
                  <a:lnTo>
                    <a:pt x="1810357" y="2042993"/>
                  </a:lnTo>
                  <a:lnTo>
                    <a:pt x="1805953" y="2058734"/>
                  </a:lnTo>
                  <a:lnTo>
                    <a:pt x="1802422" y="2052116"/>
                  </a:lnTo>
                  <a:lnTo>
                    <a:pt x="1803296" y="2047150"/>
                  </a:lnTo>
                  <a:lnTo>
                    <a:pt x="1803366" y="2043093"/>
                  </a:lnTo>
                  <a:lnTo>
                    <a:pt x="1799020" y="2051797"/>
                  </a:lnTo>
                  <a:lnTo>
                    <a:pt x="1803145" y="2064474"/>
                  </a:lnTo>
                  <a:lnTo>
                    <a:pt x="1799441" y="2069316"/>
                  </a:lnTo>
                  <a:lnTo>
                    <a:pt x="1788047" y="2078353"/>
                  </a:lnTo>
                  <a:lnTo>
                    <a:pt x="1781810" y="2079836"/>
                  </a:lnTo>
                  <a:lnTo>
                    <a:pt x="1774807" y="2082406"/>
                  </a:lnTo>
                  <a:lnTo>
                    <a:pt x="1772604" y="2091320"/>
                  </a:lnTo>
                  <a:lnTo>
                    <a:pt x="1763096" y="2099540"/>
                  </a:lnTo>
                  <a:lnTo>
                    <a:pt x="1757555" y="2103179"/>
                  </a:lnTo>
                  <a:lnTo>
                    <a:pt x="1747409" y="2100975"/>
                  </a:lnTo>
                  <a:lnTo>
                    <a:pt x="1750533" y="2108891"/>
                  </a:lnTo>
                  <a:lnTo>
                    <a:pt x="1746806" y="2114882"/>
                  </a:lnTo>
                  <a:lnTo>
                    <a:pt x="1740387" y="2119477"/>
                  </a:lnTo>
                  <a:lnTo>
                    <a:pt x="1732407" y="2122475"/>
                  </a:lnTo>
                  <a:lnTo>
                    <a:pt x="1727833" y="2122109"/>
                  </a:lnTo>
                  <a:lnTo>
                    <a:pt x="1723924" y="2123701"/>
                  </a:lnTo>
                  <a:lnTo>
                    <a:pt x="1720861" y="2127511"/>
                  </a:lnTo>
                  <a:lnTo>
                    <a:pt x="1713380" y="2131075"/>
                  </a:lnTo>
                  <a:lnTo>
                    <a:pt x="1705608" y="2129070"/>
                  </a:lnTo>
                  <a:lnTo>
                    <a:pt x="1696800" y="2127868"/>
                  </a:lnTo>
                  <a:lnTo>
                    <a:pt x="1691893" y="2130006"/>
                  </a:lnTo>
                  <a:lnTo>
                    <a:pt x="1700141" y="2133541"/>
                  </a:lnTo>
                  <a:lnTo>
                    <a:pt x="1704556" y="2138663"/>
                  </a:lnTo>
                  <a:lnTo>
                    <a:pt x="1703647" y="2145567"/>
                  </a:lnTo>
                  <a:lnTo>
                    <a:pt x="1701440" y="2148232"/>
                  </a:lnTo>
                  <a:lnTo>
                    <a:pt x="1696235" y="2151843"/>
                  </a:lnTo>
                  <a:lnTo>
                    <a:pt x="1693950" y="2151307"/>
                  </a:lnTo>
                  <a:lnTo>
                    <a:pt x="1692554" y="2148052"/>
                  </a:lnTo>
                  <a:lnTo>
                    <a:pt x="1690861" y="2141272"/>
                  </a:lnTo>
                  <a:lnTo>
                    <a:pt x="1688440" y="2142716"/>
                  </a:lnTo>
                  <a:lnTo>
                    <a:pt x="1688023" y="2145876"/>
                  </a:lnTo>
                  <a:lnTo>
                    <a:pt x="1685943" y="2147002"/>
                  </a:lnTo>
                  <a:lnTo>
                    <a:pt x="1678561" y="2136202"/>
                  </a:lnTo>
                  <a:lnTo>
                    <a:pt x="1678929" y="2144441"/>
                  </a:lnTo>
                  <a:lnTo>
                    <a:pt x="1681508" y="2150770"/>
                  </a:lnTo>
                  <a:lnTo>
                    <a:pt x="1684002" y="2153982"/>
                  </a:lnTo>
                  <a:lnTo>
                    <a:pt x="1686519" y="2155873"/>
                  </a:lnTo>
                  <a:lnTo>
                    <a:pt x="1687137" y="2158809"/>
                  </a:lnTo>
                  <a:lnTo>
                    <a:pt x="1682088" y="2165965"/>
                  </a:lnTo>
                  <a:lnTo>
                    <a:pt x="1679489" y="2167556"/>
                  </a:lnTo>
                  <a:lnTo>
                    <a:pt x="1674865" y="2168716"/>
                  </a:lnTo>
                  <a:lnTo>
                    <a:pt x="1672263" y="2173125"/>
                  </a:lnTo>
                  <a:lnTo>
                    <a:pt x="1673032" y="2176922"/>
                  </a:lnTo>
                  <a:lnTo>
                    <a:pt x="1668988" y="2185161"/>
                  </a:lnTo>
                  <a:lnTo>
                    <a:pt x="1659318" y="2190306"/>
                  </a:lnTo>
                  <a:lnTo>
                    <a:pt x="1656363" y="2190107"/>
                  </a:lnTo>
                  <a:lnTo>
                    <a:pt x="1653955" y="2191613"/>
                  </a:lnTo>
                  <a:lnTo>
                    <a:pt x="1655362" y="2195281"/>
                  </a:lnTo>
                  <a:lnTo>
                    <a:pt x="1657775" y="2197951"/>
                  </a:lnTo>
                  <a:lnTo>
                    <a:pt x="1657690" y="2200432"/>
                  </a:lnTo>
                  <a:lnTo>
                    <a:pt x="1655134" y="2203800"/>
                  </a:lnTo>
                  <a:lnTo>
                    <a:pt x="1650088" y="2204741"/>
                  </a:lnTo>
                  <a:lnTo>
                    <a:pt x="1647254" y="2208585"/>
                  </a:lnTo>
                  <a:lnTo>
                    <a:pt x="1648151" y="2212210"/>
                  </a:lnTo>
                  <a:lnTo>
                    <a:pt x="1649817" y="2214235"/>
                  </a:lnTo>
                  <a:lnTo>
                    <a:pt x="1649469" y="2217722"/>
                  </a:lnTo>
                  <a:lnTo>
                    <a:pt x="1643731" y="2221224"/>
                  </a:lnTo>
                  <a:lnTo>
                    <a:pt x="1642386" y="2224669"/>
                  </a:lnTo>
                  <a:lnTo>
                    <a:pt x="1645236" y="2225685"/>
                  </a:lnTo>
                  <a:lnTo>
                    <a:pt x="1647428" y="2224669"/>
                  </a:lnTo>
                  <a:lnTo>
                    <a:pt x="1649032" y="2225410"/>
                  </a:lnTo>
                  <a:lnTo>
                    <a:pt x="1645591" y="2231169"/>
                  </a:lnTo>
                  <a:lnTo>
                    <a:pt x="1642502" y="2234680"/>
                  </a:lnTo>
                  <a:lnTo>
                    <a:pt x="1639567" y="2240990"/>
                  </a:lnTo>
                  <a:lnTo>
                    <a:pt x="1632758" y="2242734"/>
                  </a:lnTo>
                  <a:lnTo>
                    <a:pt x="1633013" y="2244772"/>
                  </a:lnTo>
                  <a:lnTo>
                    <a:pt x="1636861" y="2246578"/>
                  </a:lnTo>
                  <a:lnTo>
                    <a:pt x="1640081" y="2251429"/>
                  </a:lnTo>
                  <a:lnTo>
                    <a:pt x="1634030" y="2260385"/>
                  </a:lnTo>
                  <a:lnTo>
                    <a:pt x="1630253" y="2259649"/>
                  </a:lnTo>
                  <a:lnTo>
                    <a:pt x="1627944" y="2257677"/>
                  </a:lnTo>
                  <a:lnTo>
                    <a:pt x="1626471" y="2264747"/>
                  </a:lnTo>
                  <a:lnTo>
                    <a:pt x="1627036" y="2268520"/>
                  </a:lnTo>
                  <a:lnTo>
                    <a:pt x="1625597" y="2276231"/>
                  </a:lnTo>
                  <a:lnTo>
                    <a:pt x="1623285" y="2285501"/>
                  </a:lnTo>
                  <a:lnTo>
                    <a:pt x="1621715" y="2289307"/>
                  </a:lnTo>
                  <a:lnTo>
                    <a:pt x="1622048" y="2296396"/>
                  </a:lnTo>
                  <a:lnTo>
                    <a:pt x="1623018" y="2303243"/>
                  </a:lnTo>
                  <a:lnTo>
                    <a:pt x="1626723" y="2312067"/>
                  </a:lnTo>
                  <a:lnTo>
                    <a:pt x="1632379" y="2348149"/>
                  </a:lnTo>
                  <a:lnTo>
                    <a:pt x="1636230" y="2360678"/>
                  </a:lnTo>
                  <a:lnTo>
                    <a:pt x="1643167" y="2394485"/>
                  </a:lnTo>
                  <a:lnTo>
                    <a:pt x="1654647" y="2427260"/>
                  </a:lnTo>
                  <a:lnTo>
                    <a:pt x="1670844" y="2466878"/>
                  </a:lnTo>
                  <a:lnTo>
                    <a:pt x="1697426" y="2514896"/>
                  </a:lnTo>
                  <a:lnTo>
                    <a:pt x="1700608" y="2521738"/>
                  </a:lnTo>
                  <a:lnTo>
                    <a:pt x="1697148" y="2527539"/>
                  </a:lnTo>
                  <a:lnTo>
                    <a:pt x="1696092" y="2533550"/>
                  </a:lnTo>
                  <a:lnTo>
                    <a:pt x="1695791" y="2542611"/>
                  </a:lnTo>
                  <a:lnTo>
                    <a:pt x="1696750" y="2551439"/>
                  </a:lnTo>
                  <a:lnTo>
                    <a:pt x="1699893" y="2562220"/>
                  </a:lnTo>
                  <a:lnTo>
                    <a:pt x="1705933" y="2578703"/>
                  </a:lnTo>
                  <a:lnTo>
                    <a:pt x="1702553" y="2575415"/>
                  </a:lnTo>
                  <a:lnTo>
                    <a:pt x="1693807" y="2551757"/>
                  </a:lnTo>
                  <a:lnTo>
                    <a:pt x="1692790" y="2537864"/>
                  </a:lnTo>
                  <a:lnTo>
                    <a:pt x="1694051" y="2518155"/>
                  </a:lnTo>
                  <a:lnTo>
                    <a:pt x="1691998" y="2518630"/>
                  </a:lnTo>
                  <a:lnTo>
                    <a:pt x="1690331" y="2525035"/>
                  </a:lnTo>
                  <a:lnTo>
                    <a:pt x="1689415" y="2532557"/>
                  </a:lnTo>
                  <a:lnTo>
                    <a:pt x="1687195" y="2535469"/>
                  </a:lnTo>
                  <a:lnTo>
                    <a:pt x="1684168" y="2523995"/>
                  </a:lnTo>
                  <a:lnTo>
                    <a:pt x="1684380" y="2518806"/>
                  </a:lnTo>
                  <a:lnTo>
                    <a:pt x="1687594" y="2512743"/>
                  </a:lnTo>
                  <a:lnTo>
                    <a:pt x="1686662" y="2510562"/>
                  </a:lnTo>
                  <a:lnTo>
                    <a:pt x="1681461" y="2507460"/>
                  </a:lnTo>
                  <a:lnTo>
                    <a:pt x="1680355" y="2502580"/>
                  </a:lnTo>
                  <a:lnTo>
                    <a:pt x="1681059" y="2497762"/>
                  </a:lnTo>
                  <a:lnTo>
                    <a:pt x="1678074" y="2495187"/>
                  </a:lnTo>
                  <a:lnTo>
                    <a:pt x="1675739" y="2495310"/>
                  </a:lnTo>
                  <a:lnTo>
                    <a:pt x="1677305" y="2507189"/>
                  </a:lnTo>
                  <a:lnTo>
                    <a:pt x="1679775" y="2514482"/>
                  </a:lnTo>
                  <a:lnTo>
                    <a:pt x="1682830" y="2531963"/>
                  </a:lnTo>
                  <a:lnTo>
                    <a:pt x="1687760" y="2542554"/>
                  </a:lnTo>
                  <a:lnTo>
                    <a:pt x="1690633" y="2551434"/>
                  </a:lnTo>
                  <a:lnTo>
                    <a:pt x="1724206" y="2646201"/>
                  </a:lnTo>
                  <a:lnTo>
                    <a:pt x="1732152" y="2658270"/>
                  </a:lnTo>
                  <a:lnTo>
                    <a:pt x="1735090" y="2666937"/>
                  </a:lnTo>
                  <a:lnTo>
                    <a:pt x="1738149" y="2685059"/>
                  </a:lnTo>
                  <a:lnTo>
                    <a:pt x="1738841" y="2708326"/>
                  </a:lnTo>
                  <a:lnTo>
                    <a:pt x="1733354" y="2750852"/>
                  </a:lnTo>
                  <a:lnTo>
                    <a:pt x="1732105" y="2779859"/>
                  </a:lnTo>
                  <a:lnTo>
                    <a:pt x="1731320" y="2778971"/>
                  </a:lnTo>
                  <a:lnTo>
                    <a:pt x="1730795" y="2775916"/>
                  </a:lnTo>
                  <a:lnTo>
                    <a:pt x="1729526" y="2775497"/>
                  </a:lnTo>
                  <a:lnTo>
                    <a:pt x="1724763" y="2788787"/>
                  </a:lnTo>
                  <a:lnTo>
                    <a:pt x="1718290" y="2800775"/>
                  </a:lnTo>
                  <a:lnTo>
                    <a:pt x="1716160" y="2819405"/>
                  </a:lnTo>
                  <a:lnTo>
                    <a:pt x="1713055" y="2828733"/>
                  </a:lnTo>
                  <a:lnTo>
                    <a:pt x="1703733" y="2838601"/>
                  </a:lnTo>
                  <a:lnTo>
                    <a:pt x="1697956" y="2838349"/>
                  </a:lnTo>
                  <a:lnTo>
                    <a:pt x="1683789" y="2845752"/>
                  </a:lnTo>
                  <a:lnTo>
                    <a:pt x="1673836" y="2843823"/>
                  </a:lnTo>
                  <a:lnTo>
                    <a:pt x="1661978" y="2848000"/>
                  </a:lnTo>
                  <a:lnTo>
                    <a:pt x="1654175" y="2847534"/>
                  </a:lnTo>
                  <a:lnTo>
                    <a:pt x="1649670" y="2838730"/>
                  </a:lnTo>
                  <a:lnTo>
                    <a:pt x="1650359" y="2834791"/>
                  </a:lnTo>
                  <a:lnTo>
                    <a:pt x="1652153" y="2830833"/>
                  </a:lnTo>
                  <a:lnTo>
                    <a:pt x="1655192" y="2829911"/>
                  </a:lnTo>
                  <a:lnTo>
                    <a:pt x="1665666" y="2839138"/>
                  </a:lnTo>
                  <a:lnTo>
                    <a:pt x="1667642" y="2835256"/>
                  </a:lnTo>
                  <a:lnTo>
                    <a:pt x="1664479" y="2830638"/>
                  </a:lnTo>
                  <a:lnTo>
                    <a:pt x="1658424" y="2828063"/>
                  </a:lnTo>
                  <a:lnTo>
                    <a:pt x="1653951" y="2825231"/>
                  </a:lnTo>
                  <a:lnTo>
                    <a:pt x="1644938" y="2804196"/>
                  </a:lnTo>
                  <a:lnTo>
                    <a:pt x="1635600" y="2789752"/>
                  </a:lnTo>
                  <a:lnTo>
                    <a:pt x="1634026" y="2780097"/>
                  </a:lnTo>
                  <a:lnTo>
                    <a:pt x="1617926" y="2774210"/>
                  </a:lnTo>
                  <a:lnTo>
                    <a:pt x="1606268" y="2765296"/>
                  </a:lnTo>
                  <a:lnTo>
                    <a:pt x="1598667" y="2749441"/>
                  </a:lnTo>
                  <a:lnTo>
                    <a:pt x="1594305" y="2721326"/>
                  </a:lnTo>
                  <a:lnTo>
                    <a:pt x="1589163" y="2718167"/>
                  </a:lnTo>
                  <a:lnTo>
                    <a:pt x="1586990" y="2715981"/>
                  </a:lnTo>
                  <a:lnTo>
                    <a:pt x="1592012" y="2705547"/>
                  </a:lnTo>
                  <a:lnTo>
                    <a:pt x="1597306" y="2696799"/>
                  </a:lnTo>
                  <a:lnTo>
                    <a:pt x="1593118" y="2698976"/>
                  </a:lnTo>
                  <a:lnTo>
                    <a:pt x="1590029" y="2702211"/>
                  </a:lnTo>
                  <a:lnTo>
                    <a:pt x="1586101" y="2709937"/>
                  </a:lnTo>
                  <a:lnTo>
                    <a:pt x="1583232" y="2711125"/>
                  </a:lnTo>
                  <a:lnTo>
                    <a:pt x="1580602" y="2709937"/>
                  </a:lnTo>
                  <a:lnTo>
                    <a:pt x="1577571" y="2695117"/>
                  </a:lnTo>
                  <a:lnTo>
                    <a:pt x="1578437" y="2676900"/>
                  </a:lnTo>
                  <a:lnTo>
                    <a:pt x="1582686" y="2670087"/>
                  </a:lnTo>
                  <a:lnTo>
                    <a:pt x="1576160" y="2669906"/>
                  </a:lnTo>
                  <a:lnTo>
                    <a:pt x="1569397" y="2672501"/>
                  </a:lnTo>
                  <a:lnTo>
                    <a:pt x="1570387" y="2678573"/>
                  </a:lnTo>
                  <a:lnTo>
                    <a:pt x="1569432" y="2681909"/>
                  </a:lnTo>
                  <a:lnTo>
                    <a:pt x="1564506" y="2681053"/>
                  </a:lnTo>
                  <a:lnTo>
                    <a:pt x="1560771" y="2678920"/>
                  </a:lnTo>
                  <a:lnTo>
                    <a:pt x="1555702" y="2672600"/>
                  </a:lnTo>
                  <a:lnTo>
                    <a:pt x="1548788" y="2660541"/>
                  </a:lnTo>
                  <a:lnTo>
                    <a:pt x="1534606" y="2627319"/>
                  </a:lnTo>
                  <a:lnTo>
                    <a:pt x="1531841" y="2622634"/>
                  </a:lnTo>
                  <a:lnTo>
                    <a:pt x="1527151" y="2617731"/>
                  </a:lnTo>
                  <a:lnTo>
                    <a:pt x="1529359" y="2616206"/>
                  </a:lnTo>
                  <a:lnTo>
                    <a:pt x="1533388" y="2615303"/>
                  </a:lnTo>
                  <a:lnTo>
                    <a:pt x="1542494" y="2600345"/>
                  </a:lnTo>
                  <a:lnTo>
                    <a:pt x="1549647" y="2591308"/>
                  </a:lnTo>
                  <a:lnTo>
                    <a:pt x="1552021" y="2585055"/>
                  </a:lnTo>
                  <a:lnTo>
                    <a:pt x="1551607" y="2582380"/>
                  </a:lnTo>
                  <a:lnTo>
                    <a:pt x="1548444" y="2578494"/>
                  </a:lnTo>
                  <a:lnTo>
                    <a:pt x="1544292" y="2581891"/>
                  </a:lnTo>
                  <a:lnTo>
                    <a:pt x="1542513" y="2580922"/>
                  </a:lnTo>
                  <a:lnTo>
                    <a:pt x="1537842" y="2573082"/>
                  </a:lnTo>
                  <a:lnTo>
                    <a:pt x="1533380" y="2570868"/>
                  </a:lnTo>
                  <a:lnTo>
                    <a:pt x="1530271" y="2572564"/>
                  </a:lnTo>
                  <a:lnTo>
                    <a:pt x="1533550" y="2578988"/>
                  </a:lnTo>
                  <a:lnTo>
                    <a:pt x="1536497" y="2581373"/>
                  </a:lnTo>
                  <a:lnTo>
                    <a:pt x="1535356" y="2590714"/>
                  </a:lnTo>
                  <a:lnTo>
                    <a:pt x="1534165" y="2593755"/>
                  </a:lnTo>
                  <a:lnTo>
                    <a:pt x="1531404" y="2596440"/>
                  </a:lnTo>
                  <a:lnTo>
                    <a:pt x="1527093" y="2595010"/>
                  </a:lnTo>
                  <a:lnTo>
                    <a:pt x="1524912" y="2597319"/>
                  </a:lnTo>
                  <a:lnTo>
                    <a:pt x="1522345" y="2594886"/>
                  </a:lnTo>
                  <a:lnTo>
                    <a:pt x="1519789" y="2590781"/>
                  </a:lnTo>
                  <a:lnTo>
                    <a:pt x="1516943" y="2584024"/>
                  </a:lnTo>
                  <a:lnTo>
                    <a:pt x="1524464" y="2545994"/>
                  </a:lnTo>
                  <a:lnTo>
                    <a:pt x="1531424" y="2521761"/>
                  </a:lnTo>
                  <a:lnTo>
                    <a:pt x="1532220" y="2494118"/>
                  </a:lnTo>
                  <a:lnTo>
                    <a:pt x="1532738" y="2490022"/>
                  </a:lnTo>
                  <a:lnTo>
                    <a:pt x="1532151" y="2482676"/>
                  </a:lnTo>
                  <a:lnTo>
                    <a:pt x="1522817" y="2466711"/>
                  </a:lnTo>
                  <a:lnTo>
                    <a:pt x="1481549" y="2427754"/>
                  </a:lnTo>
                  <a:lnTo>
                    <a:pt x="1449565" y="2381623"/>
                  </a:lnTo>
                  <a:lnTo>
                    <a:pt x="1421861" y="2364318"/>
                  </a:lnTo>
                  <a:lnTo>
                    <a:pt x="1400843" y="2368119"/>
                  </a:lnTo>
                  <a:lnTo>
                    <a:pt x="1397204" y="2371597"/>
                  </a:lnTo>
                  <a:lnTo>
                    <a:pt x="1395642" y="2376144"/>
                  </a:lnTo>
                  <a:lnTo>
                    <a:pt x="1396961" y="2381290"/>
                  </a:lnTo>
                  <a:lnTo>
                    <a:pt x="1395050" y="2383433"/>
                  </a:lnTo>
                  <a:lnTo>
                    <a:pt x="1389409" y="2383162"/>
                  </a:lnTo>
                  <a:lnTo>
                    <a:pt x="1381811" y="2384360"/>
                  </a:lnTo>
                  <a:lnTo>
                    <a:pt x="1361972" y="2396504"/>
                  </a:lnTo>
                  <a:lnTo>
                    <a:pt x="1354974" y="2396058"/>
                  </a:lnTo>
                  <a:lnTo>
                    <a:pt x="1348617" y="2399203"/>
                  </a:lnTo>
                  <a:lnTo>
                    <a:pt x="1343857" y="2401560"/>
                  </a:lnTo>
                  <a:lnTo>
                    <a:pt x="1331446" y="2402843"/>
                  </a:lnTo>
                  <a:lnTo>
                    <a:pt x="1320921" y="2405537"/>
                  </a:lnTo>
                  <a:lnTo>
                    <a:pt x="1316374" y="2404078"/>
                  </a:lnTo>
                  <a:lnTo>
                    <a:pt x="1313408" y="2397036"/>
                  </a:lnTo>
                  <a:lnTo>
                    <a:pt x="1313408" y="2389748"/>
                  </a:lnTo>
                  <a:lnTo>
                    <a:pt x="1315813" y="2395335"/>
                  </a:lnTo>
                  <a:lnTo>
                    <a:pt x="1319537" y="2399707"/>
                  </a:lnTo>
                  <a:lnTo>
                    <a:pt x="1321242" y="2397958"/>
                  </a:lnTo>
                  <a:lnTo>
                    <a:pt x="1321880" y="2394090"/>
                  </a:lnTo>
                  <a:lnTo>
                    <a:pt x="1318176" y="2386512"/>
                  </a:lnTo>
                  <a:lnTo>
                    <a:pt x="1306244" y="2376776"/>
                  </a:lnTo>
                  <a:lnTo>
                    <a:pt x="1292664" y="2362555"/>
                  </a:lnTo>
                  <a:lnTo>
                    <a:pt x="1296805" y="2363026"/>
                  </a:lnTo>
                  <a:lnTo>
                    <a:pt x="1297853" y="2359980"/>
                  </a:lnTo>
                  <a:lnTo>
                    <a:pt x="1293642" y="2355984"/>
                  </a:lnTo>
                  <a:lnTo>
                    <a:pt x="1295421" y="2351366"/>
                  </a:lnTo>
                  <a:lnTo>
                    <a:pt x="1298387" y="2346514"/>
                  </a:lnTo>
                  <a:lnTo>
                    <a:pt x="1292657" y="2347241"/>
                  </a:lnTo>
                  <a:lnTo>
                    <a:pt x="1287514" y="2350639"/>
                  </a:lnTo>
                  <a:lnTo>
                    <a:pt x="1287344" y="2354834"/>
                  </a:lnTo>
                  <a:lnTo>
                    <a:pt x="1286327" y="2358170"/>
                  </a:lnTo>
                  <a:lnTo>
                    <a:pt x="1283559" y="2357685"/>
                  </a:lnTo>
                  <a:lnTo>
                    <a:pt x="1278420" y="2353556"/>
                  </a:lnTo>
                  <a:lnTo>
                    <a:pt x="1253121" y="2342062"/>
                  </a:lnTo>
                  <a:lnTo>
                    <a:pt x="1231004" y="2335581"/>
                  </a:lnTo>
                  <a:lnTo>
                    <a:pt x="1247979" y="2332664"/>
                  </a:lnTo>
                  <a:lnTo>
                    <a:pt x="1257185" y="2334930"/>
                  </a:lnTo>
                  <a:lnTo>
                    <a:pt x="1256087" y="2331452"/>
                  </a:lnTo>
                  <a:lnTo>
                    <a:pt x="1253871" y="2329243"/>
                  </a:lnTo>
                  <a:lnTo>
                    <a:pt x="1246610" y="2326444"/>
                  </a:lnTo>
                  <a:lnTo>
                    <a:pt x="1237361" y="2327509"/>
                  </a:lnTo>
                  <a:lnTo>
                    <a:pt x="1231519" y="2326193"/>
                  </a:lnTo>
                  <a:lnTo>
                    <a:pt x="1225545" y="2328967"/>
                  </a:lnTo>
                  <a:lnTo>
                    <a:pt x="1218999" y="2333092"/>
                  </a:lnTo>
                  <a:lnTo>
                    <a:pt x="1213172" y="2335216"/>
                  </a:lnTo>
                  <a:lnTo>
                    <a:pt x="1190367" y="2338185"/>
                  </a:lnTo>
                  <a:lnTo>
                    <a:pt x="1171873" y="2341407"/>
                  </a:lnTo>
                  <a:lnTo>
                    <a:pt x="1174839" y="2338005"/>
                  </a:lnTo>
                  <a:lnTo>
                    <a:pt x="1178002" y="2335819"/>
                  </a:lnTo>
                  <a:lnTo>
                    <a:pt x="1188929" y="2332493"/>
                  </a:lnTo>
                  <a:lnTo>
                    <a:pt x="1190564" y="2325580"/>
                  </a:lnTo>
                  <a:lnTo>
                    <a:pt x="1187997" y="2318923"/>
                  </a:lnTo>
                  <a:lnTo>
                    <a:pt x="1185120" y="2320519"/>
                  </a:lnTo>
                  <a:lnTo>
                    <a:pt x="1182100" y="2325722"/>
                  </a:lnTo>
                  <a:lnTo>
                    <a:pt x="1178396" y="2321973"/>
                  </a:lnTo>
                  <a:lnTo>
                    <a:pt x="1174294" y="2321992"/>
                  </a:lnTo>
                  <a:lnTo>
                    <a:pt x="1173180" y="2330269"/>
                  </a:lnTo>
                  <a:lnTo>
                    <a:pt x="1167922" y="2335819"/>
                  </a:lnTo>
                  <a:lnTo>
                    <a:pt x="1165548" y="2341407"/>
                  </a:lnTo>
                  <a:lnTo>
                    <a:pt x="1150128" y="2345783"/>
                  </a:lnTo>
                  <a:lnTo>
                    <a:pt x="1148152" y="2344324"/>
                  </a:lnTo>
                  <a:lnTo>
                    <a:pt x="1152664" y="2339017"/>
                  </a:lnTo>
                  <a:lnTo>
                    <a:pt x="1152305" y="2336066"/>
                  </a:lnTo>
                  <a:lnTo>
                    <a:pt x="1147158" y="2338599"/>
                  </a:lnTo>
                  <a:lnTo>
                    <a:pt x="1138528" y="2348657"/>
                  </a:lnTo>
                  <a:lnTo>
                    <a:pt x="1108145" y="2351950"/>
                  </a:lnTo>
                  <a:lnTo>
                    <a:pt x="1109804" y="2349665"/>
                  </a:lnTo>
                  <a:lnTo>
                    <a:pt x="1116218" y="2349208"/>
                  </a:lnTo>
                  <a:lnTo>
                    <a:pt x="1125223" y="2346025"/>
                  </a:lnTo>
                  <a:lnTo>
                    <a:pt x="1123402" y="2340665"/>
                  </a:lnTo>
                  <a:lnTo>
                    <a:pt x="1119930" y="2334774"/>
                  </a:lnTo>
                  <a:lnTo>
                    <a:pt x="1116725" y="2334118"/>
                  </a:lnTo>
                  <a:lnTo>
                    <a:pt x="1114610" y="2330664"/>
                  </a:lnTo>
                  <a:lnTo>
                    <a:pt x="1114714" y="2319778"/>
                  </a:lnTo>
                  <a:lnTo>
                    <a:pt x="1112665" y="2313416"/>
                  </a:lnTo>
                  <a:lnTo>
                    <a:pt x="1107719" y="2306868"/>
                  </a:lnTo>
                  <a:lnTo>
                    <a:pt x="1106049" y="2308128"/>
                  </a:lnTo>
                  <a:lnTo>
                    <a:pt x="1102411" y="2319322"/>
                  </a:lnTo>
                  <a:lnTo>
                    <a:pt x="1099387" y="2334004"/>
                  </a:lnTo>
                  <a:lnTo>
                    <a:pt x="1097891" y="2338746"/>
                  </a:lnTo>
                  <a:lnTo>
                    <a:pt x="1088882" y="2339078"/>
                  </a:lnTo>
                  <a:lnTo>
                    <a:pt x="1080909" y="2338076"/>
                  </a:lnTo>
                  <a:lnTo>
                    <a:pt x="1053812" y="2339839"/>
                  </a:lnTo>
                  <a:lnTo>
                    <a:pt x="1043689" y="2334864"/>
                  </a:lnTo>
                  <a:lnTo>
                    <a:pt x="1039490" y="2333909"/>
                  </a:lnTo>
                  <a:lnTo>
                    <a:pt x="1036935" y="2334023"/>
                  </a:lnTo>
                  <a:lnTo>
                    <a:pt x="1025149" y="2338584"/>
                  </a:lnTo>
                  <a:lnTo>
                    <a:pt x="1011721" y="2342077"/>
                  </a:lnTo>
                  <a:lnTo>
                    <a:pt x="1008558" y="2340979"/>
                  </a:lnTo>
                  <a:lnTo>
                    <a:pt x="1004046" y="2340817"/>
                  </a:lnTo>
                  <a:lnTo>
                    <a:pt x="994310" y="2352706"/>
                  </a:lnTo>
                  <a:lnTo>
                    <a:pt x="982830" y="2358269"/>
                  </a:lnTo>
                  <a:lnTo>
                    <a:pt x="953866" y="2348268"/>
                  </a:lnTo>
                  <a:lnTo>
                    <a:pt x="946662" y="2340224"/>
                  </a:lnTo>
                  <a:lnTo>
                    <a:pt x="940267" y="2338503"/>
                  </a:lnTo>
                  <a:lnTo>
                    <a:pt x="932402" y="2337510"/>
                  </a:lnTo>
                  <a:lnTo>
                    <a:pt x="923954" y="2347408"/>
                  </a:lnTo>
                  <a:lnTo>
                    <a:pt x="917536" y="2360764"/>
                  </a:lnTo>
                  <a:lnTo>
                    <a:pt x="927677" y="2368086"/>
                  </a:lnTo>
                  <a:lnTo>
                    <a:pt x="936358" y="2371588"/>
                  </a:lnTo>
                  <a:lnTo>
                    <a:pt x="950703" y="2368651"/>
                  </a:lnTo>
                  <a:lnTo>
                    <a:pt x="958633" y="2362170"/>
                  </a:lnTo>
                  <a:lnTo>
                    <a:pt x="965110" y="2362384"/>
                  </a:lnTo>
                  <a:lnTo>
                    <a:pt x="968207" y="2361068"/>
                  </a:lnTo>
                  <a:lnTo>
                    <a:pt x="971033" y="2357685"/>
                  </a:lnTo>
                  <a:lnTo>
                    <a:pt x="976570" y="2360355"/>
                  </a:lnTo>
                  <a:lnTo>
                    <a:pt x="976767" y="2363030"/>
                  </a:lnTo>
                  <a:lnTo>
                    <a:pt x="972835" y="2366798"/>
                  </a:lnTo>
                  <a:lnTo>
                    <a:pt x="967882" y="2369972"/>
                  </a:lnTo>
                  <a:lnTo>
                    <a:pt x="964878" y="2373712"/>
                  </a:lnTo>
                  <a:lnTo>
                    <a:pt x="970530" y="2381247"/>
                  </a:lnTo>
                  <a:lnTo>
                    <a:pt x="979408" y="2383780"/>
                  </a:lnTo>
                  <a:lnTo>
                    <a:pt x="982749" y="2382687"/>
                  </a:lnTo>
                  <a:lnTo>
                    <a:pt x="984817" y="2374215"/>
                  </a:lnTo>
                  <a:lnTo>
                    <a:pt x="990277" y="2368761"/>
                  </a:lnTo>
                  <a:lnTo>
                    <a:pt x="997697" y="2369939"/>
                  </a:lnTo>
                  <a:lnTo>
                    <a:pt x="996641" y="2373360"/>
                  </a:lnTo>
                  <a:lnTo>
                    <a:pt x="997681" y="2376591"/>
                  </a:lnTo>
                  <a:lnTo>
                    <a:pt x="1001092" y="2382107"/>
                  </a:lnTo>
                  <a:lnTo>
                    <a:pt x="1000701" y="2390009"/>
                  </a:lnTo>
                  <a:lnTo>
                    <a:pt x="1001362" y="2391914"/>
                  </a:lnTo>
                  <a:lnTo>
                    <a:pt x="993366" y="2395402"/>
                  </a:lnTo>
                  <a:lnTo>
                    <a:pt x="987408" y="2396585"/>
                  </a:lnTo>
                  <a:lnTo>
                    <a:pt x="982640" y="2401151"/>
                  </a:lnTo>
                  <a:lnTo>
                    <a:pt x="985138" y="2403802"/>
                  </a:lnTo>
                  <a:lnTo>
                    <a:pt x="980282" y="2406131"/>
                  </a:lnTo>
                  <a:lnTo>
                    <a:pt x="976999" y="2405199"/>
                  </a:lnTo>
                  <a:lnTo>
                    <a:pt x="975348" y="2406059"/>
                  </a:lnTo>
                  <a:lnTo>
                    <a:pt x="974853" y="2408863"/>
                  </a:lnTo>
                  <a:lnTo>
                    <a:pt x="972344" y="2411466"/>
                  </a:lnTo>
                  <a:lnTo>
                    <a:pt x="975994" y="2419311"/>
                  </a:lnTo>
                  <a:lnTo>
                    <a:pt x="983476" y="2424433"/>
                  </a:lnTo>
                  <a:lnTo>
                    <a:pt x="988753" y="2430852"/>
                  </a:lnTo>
                  <a:lnTo>
                    <a:pt x="1009973" y="2439305"/>
                  </a:lnTo>
                  <a:lnTo>
                    <a:pt x="1015116" y="2439063"/>
                  </a:lnTo>
                  <a:lnTo>
                    <a:pt x="1020177" y="2447573"/>
                  </a:lnTo>
                  <a:lnTo>
                    <a:pt x="1024256" y="2450500"/>
                  </a:lnTo>
                  <a:lnTo>
                    <a:pt x="1028185" y="2451987"/>
                  </a:lnTo>
                  <a:lnTo>
                    <a:pt x="1027736" y="2457840"/>
                  </a:lnTo>
                  <a:lnTo>
                    <a:pt x="1020757" y="2462126"/>
                  </a:lnTo>
                  <a:lnTo>
                    <a:pt x="1018870" y="2467239"/>
                  </a:lnTo>
                  <a:lnTo>
                    <a:pt x="1017115" y="2470113"/>
                  </a:lnTo>
                  <a:lnTo>
                    <a:pt x="1013967" y="2466474"/>
                  </a:lnTo>
                  <a:lnTo>
                    <a:pt x="1010735" y="2463837"/>
                  </a:lnTo>
                  <a:lnTo>
                    <a:pt x="1003253" y="2471857"/>
                  </a:lnTo>
                  <a:lnTo>
                    <a:pt x="999646" y="2473544"/>
                  </a:lnTo>
                  <a:lnTo>
                    <a:pt x="1001436" y="2464896"/>
                  </a:lnTo>
                  <a:lnTo>
                    <a:pt x="998609" y="2461509"/>
                  </a:lnTo>
                  <a:lnTo>
                    <a:pt x="994337" y="2452837"/>
                  </a:lnTo>
                  <a:lnTo>
                    <a:pt x="988112" y="2447473"/>
                  </a:lnTo>
                  <a:lnTo>
                    <a:pt x="983727" y="2445696"/>
                  </a:lnTo>
                  <a:lnTo>
                    <a:pt x="980313" y="2442303"/>
                  </a:lnTo>
                  <a:lnTo>
                    <a:pt x="976179" y="2440930"/>
                  </a:lnTo>
                  <a:lnTo>
                    <a:pt x="972653" y="2441282"/>
                  </a:lnTo>
                  <a:lnTo>
                    <a:pt x="966683" y="2439305"/>
                  </a:lnTo>
                  <a:lnTo>
                    <a:pt x="966289" y="2434691"/>
                  </a:lnTo>
                  <a:lnTo>
                    <a:pt x="964634" y="2431237"/>
                  </a:lnTo>
                  <a:lnTo>
                    <a:pt x="959963" y="2427160"/>
                  </a:lnTo>
                  <a:lnTo>
                    <a:pt x="937645" y="2419458"/>
                  </a:lnTo>
                  <a:lnTo>
                    <a:pt x="937510" y="2422647"/>
                  </a:lnTo>
                  <a:lnTo>
                    <a:pt x="939057" y="2425046"/>
                  </a:lnTo>
                  <a:lnTo>
                    <a:pt x="942262" y="2426643"/>
                  </a:lnTo>
                  <a:lnTo>
                    <a:pt x="946098" y="2429750"/>
                  </a:lnTo>
                  <a:lnTo>
                    <a:pt x="946063" y="2438954"/>
                  </a:lnTo>
                  <a:lnTo>
                    <a:pt x="944404" y="2442850"/>
                  </a:lnTo>
                  <a:lnTo>
                    <a:pt x="943693" y="2448399"/>
                  </a:lnTo>
                  <a:lnTo>
                    <a:pt x="942216" y="2454039"/>
                  </a:lnTo>
                  <a:lnTo>
                    <a:pt x="939486" y="2458487"/>
                  </a:lnTo>
                  <a:lnTo>
                    <a:pt x="933392" y="2461518"/>
                  </a:lnTo>
                  <a:lnTo>
                    <a:pt x="930705" y="2458981"/>
                  </a:lnTo>
                  <a:lnTo>
                    <a:pt x="926359" y="2446836"/>
                  </a:lnTo>
                  <a:lnTo>
                    <a:pt x="920215" y="2443011"/>
                  </a:lnTo>
                  <a:lnTo>
                    <a:pt x="910452" y="2442560"/>
                  </a:lnTo>
                  <a:lnTo>
                    <a:pt x="903821" y="2445306"/>
                  </a:lnTo>
                  <a:lnTo>
                    <a:pt x="896594" y="2457071"/>
                  </a:lnTo>
                  <a:lnTo>
                    <a:pt x="890771" y="2458995"/>
                  </a:lnTo>
                  <a:lnTo>
                    <a:pt x="870839" y="2452899"/>
                  </a:lnTo>
                  <a:lnTo>
                    <a:pt x="848081" y="2443610"/>
                  </a:lnTo>
                  <a:lnTo>
                    <a:pt x="848668" y="2440517"/>
                  </a:lnTo>
                  <a:lnTo>
                    <a:pt x="852249" y="2439524"/>
                  </a:lnTo>
                  <a:lnTo>
                    <a:pt x="859116" y="2440792"/>
                  </a:lnTo>
                  <a:lnTo>
                    <a:pt x="858752" y="2437604"/>
                  </a:lnTo>
                  <a:lnTo>
                    <a:pt x="851735" y="2427227"/>
                  </a:lnTo>
                  <a:lnTo>
                    <a:pt x="850447" y="2422542"/>
                  </a:lnTo>
                  <a:lnTo>
                    <a:pt x="851352" y="2416826"/>
                  </a:lnTo>
                  <a:lnTo>
                    <a:pt x="849063" y="2416954"/>
                  </a:lnTo>
                  <a:lnTo>
                    <a:pt x="844848" y="2421753"/>
                  </a:lnTo>
                  <a:lnTo>
                    <a:pt x="830337" y="2417686"/>
                  </a:lnTo>
                  <a:lnTo>
                    <a:pt x="826331" y="2412825"/>
                  </a:lnTo>
                  <a:lnTo>
                    <a:pt x="817806" y="2399127"/>
                  </a:lnTo>
                  <a:lnTo>
                    <a:pt x="805773" y="2398680"/>
                  </a:lnTo>
                  <a:lnTo>
                    <a:pt x="800329" y="2390375"/>
                  </a:lnTo>
                  <a:lnTo>
                    <a:pt x="790496" y="2393853"/>
                  </a:lnTo>
                  <a:lnTo>
                    <a:pt x="785516" y="2397702"/>
                  </a:lnTo>
                  <a:lnTo>
                    <a:pt x="781139" y="2403665"/>
                  </a:lnTo>
                  <a:lnTo>
                    <a:pt x="782844" y="2406758"/>
                  </a:lnTo>
                  <a:lnTo>
                    <a:pt x="787206" y="2411671"/>
                  </a:lnTo>
                  <a:lnTo>
                    <a:pt x="785214" y="2414042"/>
                  </a:lnTo>
                  <a:lnTo>
                    <a:pt x="771214" y="2417544"/>
                  </a:lnTo>
                  <a:lnTo>
                    <a:pt x="738711" y="2413628"/>
                  </a:lnTo>
                  <a:lnTo>
                    <a:pt x="729207" y="2409970"/>
                  </a:lnTo>
                  <a:lnTo>
                    <a:pt x="716452" y="2402234"/>
                  </a:lnTo>
                  <a:lnTo>
                    <a:pt x="698770" y="2395929"/>
                  </a:lnTo>
                  <a:lnTo>
                    <a:pt x="690256" y="2394912"/>
                  </a:lnTo>
                  <a:lnTo>
                    <a:pt x="681920" y="2396162"/>
                  </a:lnTo>
                  <a:lnTo>
                    <a:pt x="657661" y="2396808"/>
                  </a:lnTo>
                  <a:lnTo>
                    <a:pt x="652031" y="2398486"/>
                  </a:lnTo>
                  <a:lnTo>
                    <a:pt x="647237" y="2401165"/>
                  </a:lnTo>
                  <a:lnTo>
                    <a:pt x="644128" y="2398200"/>
                  </a:lnTo>
                  <a:lnTo>
                    <a:pt x="642690" y="2392907"/>
                  </a:lnTo>
                  <a:lnTo>
                    <a:pt x="645504" y="2392047"/>
                  </a:lnTo>
                  <a:lnTo>
                    <a:pt x="648636" y="2388935"/>
                  </a:lnTo>
                  <a:lnTo>
                    <a:pt x="651463" y="2382782"/>
                  </a:lnTo>
                  <a:lnTo>
                    <a:pt x="651784" y="2379062"/>
                  </a:lnTo>
                  <a:lnTo>
                    <a:pt x="649808" y="2376634"/>
                  </a:lnTo>
                  <a:lnTo>
                    <a:pt x="646050" y="2376391"/>
                  </a:lnTo>
                  <a:lnTo>
                    <a:pt x="637748" y="2392423"/>
                  </a:lnTo>
                  <a:lnTo>
                    <a:pt x="642492" y="2401408"/>
                  </a:lnTo>
                  <a:lnTo>
                    <a:pt x="642168" y="2404648"/>
                  </a:lnTo>
                  <a:lnTo>
                    <a:pt x="625603" y="2406492"/>
                  </a:lnTo>
                  <a:lnTo>
                    <a:pt x="588005" y="2424580"/>
                  </a:lnTo>
                  <a:lnTo>
                    <a:pt x="573343" y="2434335"/>
                  </a:lnTo>
                  <a:lnTo>
                    <a:pt x="574093" y="2431052"/>
                  </a:lnTo>
                  <a:lnTo>
                    <a:pt x="591821" y="2418408"/>
                  </a:lnTo>
                  <a:lnTo>
                    <a:pt x="585561" y="2416474"/>
                  </a:lnTo>
                  <a:lnTo>
                    <a:pt x="575481" y="2419634"/>
                  </a:lnTo>
                  <a:lnTo>
                    <a:pt x="571866" y="2418418"/>
                  </a:lnTo>
                  <a:lnTo>
                    <a:pt x="576135" y="2407965"/>
                  </a:lnTo>
                  <a:lnTo>
                    <a:pt x="574743" y="2398747"/>
                  </a:lnTo>
                  <a:lnTo>
                    <a:pt x="567586" y="2398495"/>
                  </a:lnTo>
                  <a:lnTo>
                    <a:pt x="563027" y="2405855"/>
                  </a:lnTo>
                  <a:lnTo>
                    <a:pt x="559860" y="2405541"/>
                  </a:lnTo>
                  <a:lnTo>
                    <a:pt x="555712" y="2402387"/>
                  </a:lnTo>
                  <a:lnTo>
                    <a:pt x="552498" y="2403384"/>
                  </a:lnTo>
                  <a:lnTo>
                    <a:pt x="554876" y="2420062"/>
                  </a:lnTo>
                  <a:lnTo>
                    <a:pt x="559385" y="2426923"/>
                  </a:lnTo>
                  <a:lnTo>
                    <a:pt x="563155" y="2435670"/>
                  </a:lnTo>
                  <a:lnTo>
                    <a:pt x="552858" y="2446480"/>
                  </a:lnTo>
                  <a:lnTo>
                    <a:pt x="543296" y="2455398"/>
                  </a:lnTo>
                  <a:lnTo>
                    <a:pt x="542260" y="2464017"/>
                  </a:lnTo>
                  <a:lnTo>
                    <a:pt x="532651" y="2475245"/>
                  </a:lnTo>
                  <a:lnTo>
                    <a:pt x="523611" y="2481612"/>
                  </a:lnTo>
                  <a:lnTo>
                    <a:pt x="502373" y="2496579"/>
                  </a:lnTo>
                  <a:lnTo>
                    <a:pt x="496314" y="2499781"/>
                  </a:lnTo>
                  <a:lnTo>
                    <a:pt x="486728" y="2506728"/>
                  </a:lnTo>
                  <a:lnTo>
                    <a:pt x="473505" y="2511936"/>
                  </a:lnTo>
                  <a:lnTo>
                    <a:pt x="460826" y="2520203"/>
                  </a:lnTo>
                  <a:lnTo>
                    <a:pt x="456550" y="2521457"/>
                  </a:lnTo>
                  <a:lnTo>
                    <a:pt x="464647" y="2514459"/>
                  </a:lnTo>
                  <a:lnTo>
                    <a:pt x="474247" y="2507545"/>
                  </a:lnTo>
                  <a:lnTo>
                    <a:pt x="466011" y="2508491"/>
                  </a:lnTo>
                  <a:lnTo>
                    <a:pt x="453318" y="2505288"/>
                  </a:lnTo>
                  <a:lnTo>
                    <a:pt x="445550" y="2505103"/>
                  </a:lnTo>
                  <a:lnTo>
                    <a:pt x="445496" y="2507626"/>
                  </a:lnTo>
                  <a:lnTo>
                    <a:pt x="439587" y="2511190"/>
                  </a:lnTo>
                  <a:lnTo>
                    <a:pt x="433467" y="2505953"/>
                  </a:lnTo>
                  <a:lnTo>
                    <a:pt x="430799" y="2502433"/>
                  </a:lnTo>
                  <a:lnTo>
                    <a:pt x="429534" y="2499392"/>
                  </a:lnTo>
                  <a:lnTo>
                    <a:pt x="426936" y="2498655"/>
                  </a:lnTo>
                  <a:lnTo>
                    <a:pt x="424438" y="2500066"/>
                  </a:lnTo>
                  <a:lnTo>
                    <a:pt x="433575" y="2521481"/>
                  </a:lnTo>
                  <a:lnTo>
                    <a:pt x="437469" y="2522408"/>
                  </a:lnTo>
                  <a:lnTo>
                    <a:pt x="441776" y="2524536"/>
                  </a:lnTo>
                  <a:lnTo>
                    <a:pt x="436413" y="2529525"/>
                  </a:lnTo>
                  <a:lnTo>
                    <a:pt x="430640" y="2533312"/>
                  </a:lnTo>
                  <a:lnTo>
                    <a:pt x="421562" y="2535826"/>
                  </a:lnTo>
                  <a:lnTo>
                    <a:pt x="413867" y="2528010"/>
                  </a:lnTo>
                  <a:lnTo>
                    <a:pt x="412201" y="2537817"/>
                  </a:lnTo>
                  <a:lnTo>
                    <a:pt x="411226" y="2547609"/>
                  </a:lnTo>
                  <a:lnTo>
                    <a:pt x="408643" y="2550123"/>
                  </a:lnTo>
                  <a:lnTo>
                    <a:pt x="404518" y="2553705"/>
                  </a:lnTo>
                  <a:lnTo>
                    <a:pt x="402279" y="2551002"/>
                  </a:lnTo>
                  <a:lnTo>
                    <a:pt x="401216" y="2547215"/>
                  </a:lnTo>
                  <a:lnTo>
                    <a:pt x="398575" y="2550593"/>
                  </a:lnTo>
                  <a:lnTo>
                    <a:pt x="394708" y="2553130"/>
                  </a:lnTo>
                  <a:lnTo>
                    <a:pt x="388329" y="2553639"/>
                  </a:lnTo>
                  <a:lnTo>
                    <a:pt x="383542" y="2554993"/>
                  </a:lnTo>
                  <a:lnTo>
                    <a:pt x="383654" y="2559051"/>
                  </a:lnTo>
                  <a:lnTo>
                    <a:pt x="384748" y="2563127"/>
                  </a:lnTo>
                  <a:lnTo>
                    <a:pt x="393216" y="2559906"/>
                  </a:lnTo>
                  <a:lnTo>
                    <a:pt x="390146" y="2570392"/>
                  </a:lnTo>
                  <a:lnTo>
                    <a:pt x="382359" y="2580755"/>
                  </a:lnTo>
                  <a:lnTo>
                    <a:pt x="376014" y="2583202"/>
                  </a:lnTo>
                  <a:lnTo>
                    <a:pt x="366309" y="2581687"/>
                  </a:lnTo>
                  <a:lnTo>
                    <a:pt x="363911" y="2582727"/>
                  </a:lnTo>
                  <a:lnTo>
                    <a:pt x="361765" y="2584880"/>
                  </a:lnTo>
                  <a:lnTo>
                    <a:pt x="373071" y="2601091"/>
                  </a:lnTo>
                  <a:lnTo>
                    <a:pt x="365806" y="2625542"/>
                  </a:lnTo>
                  <a:lnTo>
                    <a:pt x="361162" y="2634404"/>
                  </a:lnTo>
                  <a:lnTo>
                    <a:pt x="357941" y="2635539"/>
                  </a:lnTo>
                  <a:lnTo>
                    <a:pt x="354450" y="2635796"/>
                  </a:lnTo>
                  <a:lnTo>
                    <a:pt x="341918" y="2627918"/>
                  </a:lnTo>
                  <a:lnTo>
                    <a:pt x="335082" y="2621827"/>
                  </a:lnTo>
                  <a:lnTo>
                    <a:pt x="341106" y="2638404"/>
                  </a:lnTo>
                  <a:lnTo>
                    <a:pt x="357520" y="2643246"/>
                  </a:lnTo>
                  <a:lnTo>
                    <a:pt x="358359" y="2649518"/>
                  </a:lnTo>
                  <a:lnTo>
                    <a:pt x="358266" y="2654878"/>
                  </a:lnTo>
                  <a:lnTo>
                    <a:pt x="355034" y="2661169"/>
                  </a:lnTo>
                  <a:lnTo>
                    <a:pt x="352010" y="2669526"/>
                  </a:lnTo>
                  <a:lnTo>
                    <a:pt x="354241" y="2675347"/>
                  </a:lnTo>
                  <a:lnTo>
                    <a:pt x="356832" y="2689739"/>
                  </a:lnTo>
                  <a:lnTo>
                    <a:pt x="359047" y="2696343"/>
                  </a:lnTo>
                  <a:lnTo>
                    <a:pt x="361483" y="2716380"/>
                  </a:lnTo>
                  <a:lnTo>
                    <a:pt x="364074" y="2725071"/>
                  </a:lnTo>
                  <a:lnTo>
                    <a:pt x="378995" y="2757052"/>
                  </a:lnTo>
                  <a:lnTo>
                    <a:pt x="384025" y="2757299"/>
                  </a:lnTo>
                  <a:lnTo>
                    <a:pt x="384833" y="2760763"/>
                  </a:lnTo>
                  <a:lnTo>
                    <a:pt x="384354" y="2767406"/>
                  </a:lnTo>
                  <a:lnTo>
                    <a:pt x="373620" y="2769340"/>
                  </a:lnTo>
                  <a:lnTo>
                    <a:pt x="369116" y="2772300"/>
                  </a:lnTo>
                  <a:lnTo>
                    <a:pt x="368238" y="2774870"/>
                  </a:lnTo>
                  <a:lnTo>
                    <a:pt x="367573" y="2776258"/>
                  </a:lnTo>
                  <a:lnTo>
                    <a:pt x="366189" y="2776129"/>
                  </a:lnTo>
                  <a:lnTo>
                    <a:pt x="361069" y="2774281"/>
                  </a:lnTo>
                  <a:lnTo>
                    <a:pt x="349431" y="2765196"/>
                  </a:lnTo>
                  <a:lnTo>
                    <a:pt x="332472" y="2759566"/>
                  </a:lnTo>
                  <a:lnTo>
                    <a:pt x="310190" y="2757385"/>
                  </a:lnTo>
                  <a:lnTo>
                    <a:pt x="294967" y="2752838"/>
                  </a:lnTo>
                  <a:lnTo>
                    <a:pt x="286805" y="2745910"/>
                  </a:lnTo>
                  <a:lnTo>
                    <a:pt x="278271" y="2741805"/>
                  </a:lnTo>
                  <a:lnTo>
                    <a:pt x="269370" y="2740513"/>
                  </a:lnTo>
                  <a:lnTo>
                    <a:pt x="261997" y="2736754"/>
                  </a:lnTo>
                  <a:lnTo>
                    <a:pt x="256151" y="2730530"/>
                  </a:lnTo>
                  <a:lnTo>
                    <a:pt x="247602" y="2726558"/>
                  </a:lnTo>
                  <a:lnTo>
                    <a:pt x="236350" y="2724833"/>
                  </a:lnTo>
                  <a:lnTo>
                    <a:pt x="229027" y="2720167"/>
                  </a:lnTo>
                  <a:lnTo>
                    <a:pt x="223935" y="2708759"/>
                  </a:lnTo>
                  <a:lnTo>
                    <a:pt x="223911" y="2708588"/>
                  </a:lnTo>
                  <a:lnTo>
                    <a:pt x="219353" y="2689516"/>
                  </a:lnTo>
                  <a:lnTo>
                    <a:pt x="213611" y="2677566"/>
                  </a:lnTo>
                  <a:lnTo>
                    <a:pt x="202437" y="2662779"/>
                  </a:lnTo>
                  <a:lnTo>
                    <a:pt x="201408" y="2660831"/>
                  </a:lnTo>
                  <a:lnTo>
                    <a:pt x="201315" y="2658398"/>
                  </a:lnTo>
                  <a:lnTo>
                    <a:pt x="202699" y="2649794"/>
                  </a:lnTo>
                  <a:lnTo>
                    <a:pt x="201520" y="2643607"/>
                  </a:lnTo>
                  <a:lnTo>
                    <a:pt x="197982" y="2638566"/>
                  </a:lnTo>
                  <a:lnTo>
                    <a:pt x="197170" y="2633230"/>
                  </a:lnTo>
                  <a:lnTo>
                    <a:pt x="199088" y="2627614"/>
                  </a:lnTo>
                  <a:lnTo>
                    <a:pt x="199212" y="2620867"/>
                  </a:lnTo>
                  <a:lnTo>
                    <a:pt x="197545" y="2612989"/>
                  </a:lnTo>
                  <a:lnTo>
                    <a:pt x="190419" y="2604470"/>
                  </a:lnTo>
                  <a:lnTo>
                    <a:pt x="177834" y="2595318"/>
                  </a:lnTo>
                  <a:lnTo>
                    <a:pt x="167112" y="2581953"/>
                  </a:lnTo>
                  <a:lnTo>
                    <a:pt x="158261" y="2564382"/>
                  </a:lnTo>
                  <a:lnTo>
                    <a:pt x="149507" y="2552209"/>
                  </a:lnTo>
                  <a:lnTo>
                    <a:pt x="140850" y="2545428"/>
                  </a:lnTo>
                  <a:lnTo>
                    <a:pt x="134930" y="2537151"/>
                  </a:lnTo>
                  <a:lnTo>
                    <a:pt x="131744" y="2527378"/>
                  </a:lnTo>
                  <a:lnTo>
                    <a:pt x="130805" y="2521704"/>
                  </a:lnTo>
                  <a:lnTo>
                    <a:pt x="132104" y="2520136"/>
                  </a:lnTo>
                  <a:lnTo>
                    <a:pt x="126784" y="2509270"/>
                  </a:lnTo>
                  <a:lnTo>
                    <a:pt x="114844" y="2489114"/>
                  </a:lnTo>
                  <a:lnTo>
                    <a:pt x="107984" y="2474375"/>
                  </a:lnTo>
                  <a:lnTo>
                    <a:pt x="106217" y="2465058"/>
                  </a:lnTo>
                  <a:lnTo>
                    <a:pt x="98620" y="2453968"/>
                  </a:lnTo>
                  <a:lnTo>
                    <a:pt x="85195" y="2441106"/>
                  </a:lnTo>
                  <a:lnTo>
                    <a:pt x="77895" y="2432739"/>
                  </a:lnTo>
                  <a:lnTo>
                    <a:pt x="76101" y="2426928"/>
                  </a:lnTo>
                  <a:lnTo>
                    <a:pt x="55152" y="2410027"/>
                  </a:lnTo>
                  <a:lnTo>
                    <a:pt x="49066" y="2399469"/>
                  </a:lnTo>
                  <a:lnTo>
                    <a:pt x="44314" y="2396134"/>
                  </a:lnTo>
                  <a:lnTo>
                    <a:pt x="38858" y="2396495"/>
                  </a:lnTo>
                  <a:lnTo>
                    <a:pt x="36059" y="2395483"/>
                  </a:lnTo>
                  <a:lnTo>
                    <a:pt x="35920" y="2393097"/>
                  </a:lnTo>
                  <a:lnTo>
                    <a:pt x="34153" y="2392983"/>
                  </a:lnTo>
                  <a:lnTo>
                    <a:pt x="30754" y="2395150"/>
                  </a:lnTo>
                  <a:lnTo>
                    <a:pt x="19611" y="2395587"/>
                  </a:lnTo>
                  <a:lnTo>
                    <a:pt x="719" y="2394300"/>
                  </a:lnTo>
                  <a:lnTo>
                    <a:pt x="0" y="2394148"/>
                  </a:lnTo>
                  <a:lnTo>
                    <a:pt x="0" y="715295"/>
                  </a:lnTo>
                  <a:lnTo>
                    <a:pt x="1327176" y="715295"/>
                  </a:lnTo>
                  <a:lnTo>
                    <a:pt x="1340629" y="722114"/>
                  </a:lnTo>
                  <a:lnTo>
                    <a:pt x="1355998" y="729901"/>
                  </a:lnTo>
                  <a:lnTo>
                    <a:pt x="1359873" y="742849"/>
                  </a:lnTo>
                  <a:lnTo>
                    <a:pt x="1363646" y="755455"/>
                  </a:lnTo>
                  <a:lnTo>
                    <a:pt x="1372644" y="764606"/>
                  </a:lnTo>
                  <a:lnTo>
                    <a:pt x="1380880" y="772964"/>
                  </a:lnTo>
                  <a:lnTo>
                    <a:pt x="1385647" y="772526"/>
                  </a:lnTo>
                  <a:lnTo>
                    <a:pt x="1390484" y="768996"/>
                  </a:lnTo>
                  <a:lnTo>
                    <a:pt x="1393554" y="767295"/>
                  </a:lnTo>
                  <a:lnTo>
                    <a:pt x="1398700" y="767015"/>
                  </a:lnTo>
                  <a:lnTo>
                    <a:pt x="1410145" y="763993"/>
                  </a:lnTo>
                  <a:lnTo>
                    <a:pt x="1413529" y="764653"/>
                  </a:lnTo>
                  <a:lnTo>
                    <a:pt x="1415450" y="766164"/>
                  </a:lnTo>
                  <a:lnTo>
                    <a:pt x="1415609" y="768531"/>
                  </a:lnTo>
                  <a:lnTo>
                    <a:pt x="1415218" y="770412"/>
                  </a:lnTo>
                  <a:lnTo>
                    <a:pt x="1413448" y="774189"/>
                  </a:lnTo>
                  <a:lnTo>
                    <a:pt x="1416243" y="781388"/>
                  </a:lnTo>
                  <a:lnTo>
                    <a:pt x="1416831" y="789385"/>
                  </a:lnTo>
                  <a:lnTo>
                    <a:pt x="1418366" y="795428"/>
                  </a:lnTo>
                  <a:lnTo>
                    <a:pt x="1423052" y="803164"/>
                  </a:lnTo>
                  <a:lnTo>
                    <a:pt x="1427123" y="809208"/>
                  </a:lnTo>
                  <a:lnTo>
                    <a:pt x="1432251" y="810376"/>
                  </a:lnTo>
                  <a:lnTo>
                    <a:pt x="1444117" y="806856"/>
                  </a:lnTo>
                  <a:lnTo>
                    <a:pt x="1451552" y="805525"/>
                  </a:lnTo>
                  <a:lnTo>
                    <a:pt x="1455775" y="806100"/>
                  </a:lnTo>
                  <a:lnTo>
                    <a:pt x="1462997" y="811759"/>
                  </a:lnTo>
                  <a:lnTo>
                    <a:pt x="1466531" y="815161"/>
                  </a:lnTo>
                  <a:lnTo>
                    <a:pt x="1467374" y="817988"/>
                  </a:lnTo>
                  <a:lnTo>
                    <a:pt x="1457619" y="835264"/>
                  </a:lnTo>
                  <a:lnTo>
                    <a:pt x="1473089" y="843836"/>
                  </a:lnTo>
                  <a:lnTo>
                    <a:pt x="1490353" y="853206"/>
                  </a:lnTo>
                  <a:lnTo>
                    <a:pt x="1510939" y="864376"/>
                  </a:lnTo>
                  <a:lnTo>
                    <a:pt x="1523524" y="871214"/>
                  </a:lnTo>
                  <a:lnTo>
                    <a:pt x="1540100" y="880978"/>
                  </a:lnTo>
                  <a:lnTo>
                    <a:pt x="1542938" y="894890"/>
                  </a:lnTo>
                  <a:lnTo>
                    <a:pt x="1545328" y="906631"/>
                  </a:lnTo>
                  <a:lnTo>
                    <a:pt x="1548375" y="923000"/>
                  </a:lnTo>
                  <a:lnTo>
                    <a:pt x="1551479" y="939696"/>
                  </a:lnTo>
                  <a:lnTo>
                    <a:pt x="1554577" y="956331"/>
                  </a:lnTo>
                  <a:lnTo>
                    <a:pt x="1557859" y="973987"/>
                  </a:lnTo>
                  <a:lnTo>
                    <a:pt x="1561467" y="993383"/>
                  </a:lnTo>
                  <a:lnTo>
                    <a:pt x="1564672" y="1010597"/>
                  </a:lnTo>
                  <a:lnTo>
                    <a:pt x="1568171" y="1029389"/>
                  </a:lnTo>
                  <a:lnTo>
                    <a:pt x="1572823" y="1053845"/>
                  </a:lnTo>
                  <a:lnTo>
                    <a:pt x="1568662" y="1063267"/>
                  </a:lnTo>
                  <a:lnTo>
                    <a:pt x="1559603" y="1083783"/>
                  </a:lnTo>
                  <a:lnTo>
                    <a:pt x="1551414" y="1102328"/>
                  </a:lnTo>
                  <a:lnTo>
                    <a:pt x="1550698" y="1107707"/>
                  </a:lnTo>
                  <a:lnTo>
                    <a:pt x="1545069" y="1134747"/>
                  </a:lnTo>
                  <a:lnTo>
                    <a:pt x="1540556" y="1145918"/>
                  </a:lnTo>
                  <a:lnTo>
                    <a:pt x="1532653" y="1152403"/>
                  </a:lnTo>
                  <a:lnTo>
                    <a:pt x="1524808" y="1158690"/>
                  </a:lnTo>
                  <a:lnTo>
                    <a:pt x="1515022" y="1169224"/>
                  </a:lnTo>
                  <a:lnTo>
                    <a:pt x="1504257" y="1174426"/>
                  </a:lnTo>
                  <a:lnTo>
                    <a:pt x="1498759" y="1177486"/>
                  </a:lnTo>
                  <a:lnTo>
                    <a:pt x="1495878" y="1182314"/>
                  </a:lnTo>
                  <a:lnTo>
                    <a:pt x="1492700" y="1192895"/>
                  </a:lnTo>
                  <a:lnTo>
                    <a:pt x="1493311" y="1209055"/>
                  </a:lnTo>
                  <a:lnTo>
                    <a:pt x="1502177" y="1222962"/>
                  </a:lnTo>
                  <a:lnTo>
                    <a:pt x="1515145" y="1230740"/>
                  </a:lnTo>
                  <a:lnTo>
                    <a:pt x="1529096" y="1238314"/>
                  </a:lnTo>
                  <a:lnTo>
                    <a:pt x="1548970" y="1238347"/>
                  </a:lnTo>
                  <a:lnTo>
                    <a:pt x="1566845" y="1228241"/>
                  </a:lnTo>
                  <a:lnTo>
                    <a:pt x="1585783" y="1217536"/>
                  </a:lnTo>
                  <a:lnTo>
                    <a:pt x="1602669" y="1207990"/>
                  </a:lnTo>
                  <a:lnTo>
                    <a:pt x="1622752" y="1196639"/>
                  </a:lnTo>
                  <a:lnTo>
                    <a:pt x="1640940" y="1186352"/>
                  </a:lnTo>
                  <a:lnTo>
                    <a:pt x="1660690" y="1182656"/>
                  </a:lnTo>
                  <a:lnTo>
                    <a:pt x="1688058" y="1177539"/>
                  </a:lnTo>
                  <a:lnTo>
                    <a:pt x="1722509" y="1171091"/>
                  </a:lnTo>
                  <a:lnTo>
                    <a:pt x="1739282" y="1163750"/>
                  </a:lnTo>
                  <a:lnTo>
                    <a:pt x="1760957" y="1154261"/>
                  </a:lnTo>
                  <a:lnTo>
                    <a:pt x="1785962" y="1143314"/>
                  </a:lnTo>
                  <a:lnTo>
                    <a:pt x="1807542" y="1133868"/>
                  </a:lnTo>
                  <a:lnTo>
                    <a:pt x="1818391" y="1128632"/>
                  </a:lnTo>
                  <a:lnTo>
                    <a:pt x="1826109" y="1122660"/>
                  </a:lnTo>
                  <a:lnTo>
                    <a:pt x="1828023" y="1118241"/>
                  </a:lnTo>
                  <a:lnTo>
                    <a:pt x="1827567" y="1115703"/>
                  </a:lnTo>
                  <a:lnTo>
                    <a:pt x="1825575" y="1113161"/>
                  </a:lnTo>
                  <a:lnTo>
                    <a:pt x="1822822" y="1111285"/>
                  </a:lnTo>
                  <a:lnTo>
                    <a:pt x="1820375" y="1109688"/>
                  </a:lnTo>
                  <a:lnTo>
                    <a:pt x="1819226" y="1107712"/>
                  </a:lnTo>
                  <a:lnTo>
                    <a:pt x="1818998" y="1103388"/>
                  </a:lnTo>
                  <a:lnTo>
                    <a:pt x="1817498" y="1100903"/>
                  </a:lnTo>
                  <a:lnTo>
                    <a:pt x="1816067" y="1099073"/>
                  </a:lnTo>
                  <a:lnTo>
                    <a:pt x="1816609" y="1082339"/>
                  </a:lnTo>
                  <a:lnTo>
                    <a:pt x="1814722" y="1077150"/>
                  </a:lnTo>
                  <a:lnTo>
                    <a:pt x="1807689" y="1063998"/>
                  </a:lnTo>
                  <a:lnTo>
                    <a:pt x="1821102" y="1058102"/>
                  </a:lnTo>
                  <a:lnTo>
                    <a:pt x="1833529" y="1052633"/>
                  </a:lnTo>
                  <a:lnTo>
                    <a:pt x="1843439" y="1048585"/>
                  </a:lnTo>
                  <a:lnTo>
                    <a:pt x="1864198" y="1047948"/>
                  </a:lnTo>
                  <a:lnTo>
                    <a:pt x="1883477" y="1048029"/>
                  </a:lnTo>
                  <a:lnTo>
                    <a:pt x="1910048" y="1048138"/>
                  </a:lnTo>
                  <a:lnTo>
                    <a:pt x="1932435" y="1048228"/>
                  </a:lnTo>
                  <a:lnTo>
                    <a:pt x="1958554" y="1048338"/>
                  </a:lnTo>
                  <a:lnTo>
                    <a:pt x="1973865" y="1048399"/>
                  </a:lnTo>
                  <a:lnTo>
                    <a:pt x="1993929" y="1048209"/>
                  </a:lnTo>
                  <a:lnTo>
                    <a:pt x="2003707" y="1033029"/>
                  </a:lnTo>
                  <a:lnTo>
                    <a:pt x="2012446" y="1019454"/>
                  </a:lnTo>
                  <a:lnTo>
                    <a:pt x="2022069" y="1006482"/>
                  </a:lnTo>
                  <a:lnTo>
                    <a:pt x="2039179" y="991254"/>
                  </a:lnTo>
                  <a:lnTo>
                    <a:pt x="2044147" y="988517"/>
                  </a:lnTo>
                  <a:lnTo>
                    <a:pt x="2046889" y="982511"/>
                  </a:lnTo>
                  <a:lnTo>
                    <a:pt x="2057259" y="976805"/>
                  </a:lnTo>
                  <a:lnTo>
                    <a:pt x="2068685" y="971512"/>
                  </a:lnTo>
                  <a:lnTo>
                    <a:pt x="2073166" y="966546"/>
                  </a:lnTo>
                  <a:lnTo>
                    <a:pt x="2075335" y="963719"/>
                  </a:lnTo>
                  <a:lnTo>
                    <a:pt x="2106271" y="936940"/>
                  </a:lnTo>
                  <a:lnTo>
                    <a:pt x="2123841" y="924572"/>
                  </a:lnTo>
                  <a:lnTo>
                    <a:pt x="2138352" y="917687"/>
                  </a:lnTo>
                  <a:lnTo>
                    <a:pt x="2149399" y="914399"/>
                  </a:lnTo>
                  <a:lnTo>
                    <a:pt x="2156857" y="914870"/>
                  </a:lnTo>
                  <a:lnTo>
                    <a:pt x="2161099" y="9144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3457741" y="1402713"/>
              <a:ext cx="968059" cy="948539"/>
            </a:xfrm>
            <a:custGeom>
              <a:avLst/>
              <a:pathLst>
                <a:path w="968059" h="948539">
                  <a:moveTo>
                    <a:pt x="914400" y="914400"/>
                  </a:moveTo>
                  <a:lnTo>
                    <a:pt x="919488" y="915036"/>
                  </a:lnTo>
                  <a:lnTo>
                    <a:pt x="923865" y="913188"/>
                  </a:lnTo>
                  <a:lnTo>
                    <a:pt x="928010" y="909453"/>
                  </a:lnTo>
                  <a:lnTo>
                    <a:pt x="937634" y="904402"/>
                  </a:lnTo>
                  <a:lnTo>
                    <a:pt x="945835" y="902193"/>
                  </a:lnTo>
                  <a:lnTo>
                    <a:pt x="948417" y="901737"/>
                  </a:lnTo>
                  <a:lnTo>
                    <a:pt x="952326" y="905282"/>
                  </a:lnTo>
                  <a:lnTo>
                    <a:pt x="960083" y="902435"/>
                  </a:lnTo>
                  <a:lnTo>
                    <a:pt x="968059" y="900839"/>
                  </a:lnTo>
                  <a:lnTo>
                    <a:pt x="933554" y="917046"/>
                  </a:lnTo>
                  <a:lnTo>
                    <a:pt x="926498" y="918871"/>
                  </a:lnTo>
                  <a:lnTo>
                    <a:pt x="916402" y="923698"/>
                  </a:lnTo>
                  <a:lnTo>
                    <a:pt x="906860" y="927119"/>
                  </a:lnTo>
                  <a:lnTo>
                    <a:pt x="899989" y="928364"/>
                  </a:lnTo>
                  <a:lnTo>
                    <a:pt x="865824" y="940395"/>
                  </a:lnTo>
                  <a:lnTo>
                    <a:pt x="863114" y="940656"/>
                  </a:lnTo>
                  <a:lnTo>
                    <a:pt x="860183" y="939482"/>
                  </a:lnTo>
                  <a:lnTo>
                    <a:pt x="832042" y="945678"/>
                  </a:lnTo>
                  <a:lnTo>
                    <a:pt x="820493" y="946377"/>
                  </a:lnTo>
                  <a:lnTo>
                    <a:pt x="809976" y="948539"/>
                  </a:lnTo>
                  <a:lnTo>
                    <a:pt x="817755" y="943550"/>
                  </a:lnTo>
                  <a:lnTo>
                    <a:pt x="817925" y="941682"/>
                  </a:lnTo>
                  <a:lnTo>
                    <a:pt x="816065" y="940224"/>
                  </a:lnTo>
                  <a:lnTo>
                    <a:pt x="811905" y="940646"/>
                  </a:lnTo>
                  <a:lnTo>
                    <a:pt x="807644" y="945783"/>
                  </a:lnTo>
                  <a:lnTo>
                    <a:pt x="800843" y="947498"/>
                  </a:lnTo>
                  <a:lnTo>
                    <a:pt x="799486" y="941906"/>
                  </a:lnTo>
                  <a:lnTo>
                    <a:pt x="801755" y="937577"/>
                  </a:lnTo>
                  <a:lnTo>
                    <a:pt x="804829" y="933472"/>
                  </a:lnTo>
                  <a:lnTo>
                    <a:pt x="811584" y="927019"/>
                  </a:lnTo>
                  <a:lnTo>
                    <a:pt x="821247" y="922928"/>
                  </a:lnTo>
                  <a:lnTo>
                    <a:pt x="826157" y="919393"/>
                  </a:lnTo>
                  <a:lnTo>
                    <a:pt x="829560" y="922505"/>
                  </a:lnTo>
                  <a:lnTo>
                    <a:pt x="830306" y="918300"/>
                  </a:lnTo>
                  <a:lnTo>
                    <a:pt x="832924" y="915872"/>
                  </a:lnTo>
                  <a:lnTo>
                    <a:pt x="835769" y="914566"/>
                  </a:lnTo>
                  <a:lnTo>
                    <a:pt x="842613" y="914533"/>
                  </a:lnTo>
                  <a:lnTo>
                    <a:pt x="846298" y="913872"/>
                  </a:lnTo>
                  <a:lnTo>
                    <a:pt x="848962" y="912475"/>
                  </a:lnTo>
                  <a:lnTo>
                    <a:pt x="851696" y="912214"/>
                  </a:lnTo>
                  <a:lnTo>
                    <a:pt x="859181" y="914119"/>
                  </a:lnTo>
                  <a:lnTo>
                    <a:pt x="866493" y="913573"/>
                  </a:lnTo>
                  <a:lnTo>
                    <a:pt x="872397" y="910940"/>
                  </a:lnTo>
                  <a:lnTo>
                    <a:pt x="878533" y="910057"/>
                  </a:lnTo>
                  <a:lnTo>
                    <a:pt x="894765" y="909463"/>
                  </a:lnTo>
                  <a:lnTo>
                    <a:pt x="910896" y="907538"/>
                  </a:lnTo>
                  <a:lnTo>
                    <a:pt x="917346" y="904117"/>
                  </a:lnTo>
                  <a:lnTo>
                    <a:pt x="930894" y="894529"/>
                  </a:lnTo>
                  <a:lnTo>
                    <a:pt x="938689" y="891854"/>
                  </a:lnTo>
                  <a:lnTo>
                    <a:pt x="926552" y="902996"/>
                  </a:lnTo>
                  <a:lnTo>
                    <a:pt x="920029" y="9081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3801048" y="1072674"/>
              <a:ext cx="919008" cy="920557"/>
            </a:xfrm>
            <a:custGeom>
              <a:avLst/>
              <a:pathLst>
                <a:path w="919008" h="920557">
                  <a:moveTo>
                    <a:pt x="914400" y="914400"/>
                  </a:moveTo>
                  <a:lnTo>
                    <a:pt x="909346" y="913573"/>
                  </a:lnTo>
                  <a:lnTo>
                    <a:pt x="909450" y="918709"/>
                  </a:lnTo>
                  <a:lnTo>
                    <a:pt x="908886" y="920557"/>
                  </a:lnTo>
                  <a:lnTo>
                    <a:pt x="903287" y="917916"/>
                  </a:lnTo>
                  <a:lnTo>
                    <a:pt x="901234" y="916215"/>
                  </a:lnTo>
                  <a:lnTo>
                    <a:pt x="901412" y="909410"/>
                  </a:lnTo>
                  <a:lnTo>
                    <a:pt x="906357" y="902977"/>
                  </a:lnTo>
                  <a:lnTo>
                    <a:pt x="910127" y="900435"/>
                  </a:lnTo>
                  <a:lnTo>
                    <a:pt x="914987" y="902198"/>
                  </a:lnTo>
                  <a:lnTo>
                    <a:pt x="918718" y="909401"/>
                  </a:lnTo>
                  <a:lnTo>
                    <a:pt x="919008" y="9125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3326685" y="1441893"/>
              <a:ext cx="927743" cy="914399"/>
            </a:xfrm>
            <a:custGeom>
              <a:avLst/>
              <a:pathLst>
                <a:path w="927743" h="914399">
                  <a:moveTo>
                    <a:pt x="914400" y="914399"/>
                  </a:moveTo>
                  <a:lnTo>
                    <a:pt x="918177" y="905068"/>
                  </a:lnTo>
                  <a:lnTo>
                    <a:pt x="925121" y="900801"/>
                  </a:lnTo>
                  <a:lnTo>
                    <a:pt x="927635" y="901689"/>
                  </a:lnTo>
                  <a:lnTo>
                    <a:pt x="927743" y="904987"/>
                  </a:lnTo>
                  <a:lnTo>
                    <a:pt x="926769" y="907805"/>
                  </a:lnTo>
                  <a:lnTo>
                    <a:pt x="922109" y="912147"/>
                  </a:lnTo>
                  <a:lnTo>
                    <a:pt x="918181" y="91399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3599926" y="1363195"/>
              <a:ext cx="936207" cy="914400"/>
            </a:xfrm>
            <a:custGeom>
              <a:avLst/>
              <a:pathLst>
                <a:path w="936207" h="914400">
                  <a:moveTo>
                    <a:pt x="914400" y="914400"/>
                  </a:moveTo>
                  <a:lnTo>
                    <a:pt x="910923" y="911330"/>
                  </a:lnTo>
                  <a:lnTo>
                    <a:pt x="916364" y="909909"/>
                  </a:lnTo>
                  <a:lnTo>
                    <a:pt x="923235" y="902616"/>
                  </a:lnTo>
                  <a:lnTo>
                    <a:pt x="927805" y="901770"/>
                  </a:lnTo>
                  <a:lnTo>
                    <a:pt x="934985" y="905899"/>
                  </a:lnTo>
                  <a:lnTo>
                    <a:pt x="936207" y="90964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3559888" y="1349848"/>
              <a:ext cx="919063" cy="914400"/>
            </a:xfrm>
            <a:custGeom>
              <a:avLst/>
              <a:pathLst>
                <a:path w="919063" h="914400">
                  <a:moveTo>
                    <a:pt x="914400" y="914400"/>
                  </a:moveTo>
                  <a:lnTo>
                    <a:pt x="910019" y="913934"/>
                  </a:lnTo>
                  <a:lnTo>
                    <a:pt x="912242" y="910342"/>
                  </a:lnTo>
                  <a:lnTo>
                    <a:pt x="913089" y="905068"/>
                  </a:lnTo>
                  <a:lnTo>
                    <a:pt x="915250" y="899276"/>
                  </a:lnTo>
                  <a:lnTo>
                    <a:pt x="916495" y="897503"/>
                  </a:lnTo>
                  <a:lnTo>
                    <a:pt x="919063" y="895940"/>
                  </a:lnTo>
                  <a:lnTo>
                    <a:pt x="918320" y="91173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3657750" y="1370783"/>
              <a:ext cx="920509" cy="914400"/>
            </a:xfrm>
            <a:custGeom>
              <a:avLst/>
              <a:pathLst>
                <a:path w="920509" h="914400">
                  <a:moveTo>
                    <a:pt x="914400" y="914400"/>
                  </a:moveTo>
                  <a:lnTo>
                    <a:pt x="900306" y="910812"/>
                  </a:lnTo>
                  <a:lnTo>
                    <a:pt x="911902" y="907771"/>
                  </a:lnTo>
                  <a:lnTo>
                    <a:pt x="913796" y="906712"/>
                  </a:lnTo>
                  <a:lnTo>
                    <a:pt x="915308" y="902241"/>
                  </a:lnTo>
                  <a:lnTo>
                    <a:pt x="915498" y="899998"/>
                  </a:lnTo>
                  <a:lnTo>
                    <a:pt x="919902" y="909615"/>
                  </a:lnTo>
                  <a:lnTo>
                    <a:pt x="920509" y="9128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3214644" y="1897603"/>
              <a:ext cx="915594" cy="914400"/>
            </a:xfrm>
            <a:custGeom>
              <a:avLst/>
              <a:pathLst>
                <a:path w="915594" h="914400">
                  <a:moveTo>
                    <a:pt x="914399" y="914400"/>
                  </a:moveTo>
                  <a:lnTo>
                    <a:pt x="909141" y="903642"/>
                  </a:lnTo>
                  <a:lnTo>
                    <a:pt x="914550" y="907120"/>
                  </a:lnTo>
                  <a:lnTo>
                    <a:pt x="915517" y="910014"/>
                  </a:lnTo>
                  <a:lnTo>
                    <a:pt x="915594" y="9124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3212467" y="1958203"/>
              <a:ext cx="931965" cy="914400"/>
            </a:xfrm>
            <a:custGeom>
              <a:avLst/>
              <a:pathLst>
                <a:path w="931965" h="914400">
                  <a:moveTo>
                    <a:pt x="914400" y="914400"/>
                  </a:moveTo>
                  <a:lnTo>
                    <a:pt x="913464" y="913549"/>
                  </a:lnTo>
                  <a:lnTo>
                    <a:pt x="925636" y="907999"/>
                  </a:lnTo>
                  <a:lnTo>
                    <a:pt x="929475" y="888452"/>
                  </a:lnTo>
                  <a:lnTo>
                    <a:pt x="930001" y="879438"/>
                  </a:lnTo>
                  <a:lnTo>
                    <a:pt x="928176" y="863550"/>
                  </a:lnTo>
                  <a:lnTo>
                    <a:pt x="928238" y="860266"/>
                  </a:lnTo>
                  <a:lnTo>
                    <a:pt x="930218" y="865388"/>
                  </a:lnTo>
                  <a:lnTo>
                    <a:pt x="931965" y="880213"/>
                  </a:lnTo>
                  <a:lnTo>
                    <a:pt x="931308" y="891455"/>
                  </a:lnTo>
                  <a:lnTo>
                    <a:pt x="927778" y="907833"/>
                  </a:lnTo>
                  <a:lnTo>
                    <a:pt x="925021" y="91174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3189867" y="1967349"/>
              <a:ext cx="928791" cy="914400"/>
            </a:xfrm>
            <a:custGeom>
              <a:avLst/>
              <a:pathLst>
                <a:path w="928791" h="914400">
                  <a:moveTo>
                    <a:pt x="914399" y="914400"/>
                  </a:moveTo>
                  <a:lnTo>
                    <a:pt x="912776" y="913986"/>
                  </a:lnTo>
                  <a:lnTo>
                    <a:pt x="922218" y="909021"/>
                  </a:lnTo>
                  <a:lnTo>
                    <a:pt x="928791" y="90745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3145135" y="2014773"/>
              <a:ext cx="939834" cy="914400"/>
            </a:xfrm>
            <a:custGeom>
              <a:avLst/>
              <a:pathLst>
                <a:path w="939834" h="914400">
                  <a:moveTo>
                    <a:pt x="914400" y="914400"/>
                  </a:moveTo>
                  <a:lnTo>
                    <a:pt x="921649" y="902250"/>
                  </a:lnTo>
                  <a:lnTo>
                    <a:pt x="935967" y="886841"/>
                  </a:lnTo>
                  <a:lnTo>
                    <a:pt x="939834" y="884484"/>
                  </a:lnTo>
                  <a:lnTo>
                    <a:pt x="927929" y="897646"/>
                  </a:lnTo>
                  <a:lnTo>
                    <a:pt x="916371" y="91328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2706100" y="2813095"/>
              <a:ext cx="917222" cy="914400"/>
            </a:xfrm>
            <a:custGeom>
              <a:avLst/>
              <a:pathLst>
                <a:path w="917222" h="914400">
                  <a:moveTo>
                    <a:pt x="914400" y="914400"/>
                  </a:moveTo>
                  <a:lnTo>
                    <a:pt x="908689" y="912537"/>
                  </a:lnTo>
                  <a:lnTo>
                    <a:pt x="905568" y="909201"/>
                  </a:lnTo>
                  <a:lnTo>
                    <a:pt x="904223" y="902673"/>
                  </a:lnTo>
                  <a:lnTo>
                    <a:pt x="909195" y="909586"/>
                  </a:lnTo>
                  <a:lnTo>
                    <a:pt x="910978" y="911150"/>
                  </a:lnTo>
                  <a:lnTo>
                    <a:pt x="917222" y="91186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2705121" y="2806666"/>
              <a:ext cx="914512" cy="914400"/>
            </a:xfrm>
            <a:custGeom>
              <a:avLst/>
              <a:pathLst>
                <a:path w="914512" h="914400">
                  <a:moveTo>
                    <a:pt x="914400" y="914400"/>
                  </a:moveTo>
                  <a:lnTo>
                    <a:pt x="910409" y="904825"/>
                  </a:lnTo>
                  <a:lnTo>
                    <a:pt x="907753" y="894244"/>
                  </a:lnTo>
                  <a:lnTo>
                    <a:pt x="911554" y="897670"/>
                  </a:lnTo>
                  <a:lnTo>
                    <a:pt x="914512" y="90868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2824269" y="2956460"/>
              <a:ext cx="940015" cy="914400"/>
            </a:xfrm>
            <a:custGeom>
              <a:avLst/>
              <a:pathLst>
                <a:path w="940015" h="914400">
                  <a:moveTo>
                    <a:pt x="914400" y="914400"/>
                  </a:moveTo>
                  <a:lnTo>
                    <a:pt x="916143" y="909819"/>
                  </a:lnTo>
                  <a:lnTo>
                    <a:pt x="922280" y="900026"/>
                  </a:lnTo>
                  <a:lnTo>
                    <a:pt x="924263" y="895418"/>
                  </a:lnTo>
                  <a:lnTo>
                    <a:pt x="928408" y="892495"/>
                  </a:lnTo>
                  <a:lnTo>
                    <a:pt x="932267" y="887212"/>
                  </a:lnTo>
                  <a:lnTo>
                    <a:pt x="932557" y="881049"/>
                  </a:lnTo>
                  <a:lnTo>
                    <a:pt x="938163" y="876740"/>
                  </a:lnTo>
                  <a:lnTo>
                    <a:pt x="940015" y="876122"/>
                  </a:lnTo>
                  <a:lnTo>
                    <a:pt x="930136" y="89610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1933393" y="2515432"/>
              <a:ext cx="920462" cy="914400"/>
            </a:xfrm>
            <a:custGeom>
              <a:avLst/>
              <a:pathLst>
                <a:path w="920462" h="914400">
                  <a:moveTo>
                    <a:pt x="914400" y="914400"/>
                  </a:moveTo>
                  <a:lnTo>
                    <a:pt x="901303" y="905970"/>
                  </a:lnTo>
                  <a:lnTo>
                    <a:pt x="900480" y="902350"/>
                  </a:lnTo>
                  <a:lnTo>
                    <a:pt x="906941" y="899076"/>
                  </a:lnTo>
                  <a:lnTo>
                    <a:pt x="910885" y="899366"/>
                  </a:lnTo>
                  <a:lnTo>
                    <a:pt x="917122" y="903647"/>
                  </a:lnTo>
                  <a:lnTo>
                    <a:pt x="919403" y="904840"/>
                  </a:lnTo>
                  <a:lnTo>
                    <a:pt x="920462" y="906574"/>
                  </a:lnTo>
                  <a:lnTo>
                    <a:pt x="919859" y="909287"/>
                  </a:lnTo>
                  <a:lnTo>
                    <a:pt x="917342" y="91301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1521211" y="2669891"/>
              <a:ext cx="929943" cy="914400"/>
            </a:xfrm>
            <a:custGeom>
              <a:avLst/>
              <a:pathLst>
                <a:path w="929943" h="914400">
                  <a:moveTo>
                    <a:pt x="914399" y="914400"/>
                  </a:moveTo>
                  <a:lnTo>
                    <a:pt x="918231" y="906431"/>
                  </a:lnTo>
                  <a:lnTo>
                    <a:pt x="918943" y="903238"/>
                  </a:lnTo>
                  <a:lnTo>
                    <a:pt x="925226" y="893156"/>
                  </a:lnTo>
                  <a:lnTo>
                    <a:pt x="928543" y="891654"/>
                  </a:lnTo>
                  <a:lnTo>
                    <a:pt x="929943" y="895945"/>
                  </a:lnTo>
                  <a:lnTo>
                    <a:pt x="923482" y="903029"/>
                  </a:lnTo>
                  <a:lnTo>
                    <a:pt x="916116" y="91416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1539813" y="2645635"/>
              <a:ext cx="945881" cy="914400"/>
            </a:xfrm>
            <a:custGeom>
              <a:avLst/>
              <a:pathLst>
                <a:path w="945881" h="914400">
                  <a:moveTo>
                    <a:pt x="914400" y="914400"/>
                  </a:moveTo>
                  <a:lnTo>
                    <a:pt x="918003" y="909144"/>
                  </a:lnTo>
                  <a:lnTo>
                    <a:pt x="923861" y="906493"/>
                  </a:lnTo>
                  <a:lnTo>
                    <a:pt x="936713" y="896396"/>
                  </a:lnTo>
                  <a:lnTo>
                    <a:pt x="941956" y="895703"/>
                  </a:lnTo>
                  <a:lnTo>
                    <a:pt x="944686" y="892225"/>
                  </a:lnTo>
                  <a:lnTo>
                    <a:pt x="945881" y="891711"/>
                  </a:lnTo>
                  <a:lnTo>
                    <a:pt x="945108" y="895973"/>
                  </a:lnTo>
                  <a:lnTo>
                    <a:pt x="934768" y="902027"/>
                  </a:lnTo>
                  <a:lnTo>
                    <a:pt x="917307" y="91399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1493592" y="2733788"/>
              <a:ext cx="940077" cy="914400"/>
            </a:xfrm>
            <a:custGeom>
              <a:avLst/>
              <a:pathLst>
                <a:path w="940077" h="914400">
                  <a:moveTo>
                    <a:pt x="914400" y="914400"/>
                  </a:moveTo>
                  <a:lnTo>
                    <a:pt x="915080" y="906056"/>
                  </a:lnTo>
                  <a:lnTo>
                    <a:pt x="921510" y="887098"/>
                  </a:lnTo>
                  <a:lnTo>
                    <a:pt x="934575" y="862181"/>
                  </a:lnTo>
                  <a:lnTo>
                    <a:pt x="940077" y="858010"/>
                  </a:lnTo>
                  <a:lnTo>
                    <a:pt x="925005" y="885335"/>
                  </a:lnTo>
                  <a:lnTo>
                    <a:pt x="916870" y="90880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1675339" y="2549504"/>
              <a:ext cx="939899" cy="914400"/>
            </a:xfrm>
            <a:custGeom>
              <a:avLst/>
              <a:pathLst>
                <a:path w="939899" h="914400">
                  <a:moveTo>
                    <a:pt x="914400" y="914400"/>
                  </a:moveTo>
                  <a:lnTo>
                    <a:pt x="931660" y="899432"/>
                  </a:lnTo>
                  <a:lnTo>
                    <a:pt x="935279" y="894453"/>
                  </a:lnTo>
                  <a:lnTo>
                    <a:pt x="939899" y="894672"/>
                  </a:lnTo>
                  <a:lnTo>
                    <a:pt x="932193" y="903058"/>
                  </a:lnTo>
                  <a:lnTo>
                    <a:pt x="918355" y="91346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1509453" y="2843708"/>
              <a:ext cx="915494" cy="914400"/>
            </a:xfrm>
            <a:custGeom>
              <a:avLst/>
              <a:pathLst>
                <a:path w="915494" h="914400">
                  <a:moveTo>
                    <a:pt x="914399" y="914400"/>
                  </a:moveTo>
                  <a:lnTo>
                    <a:pt x="907842" y="893298"/>
                  </a:lnTo>
                  <a:lnTo>
                    <a:pt x="897170" y="845546"/>
                  </a:lnTo>
                  <a:lnTo>
                    <a:pt x="896768" y="818330"/>
                  </a:lnTo>
                  <a:lnTo>
                    <a:pt x="898446" y="808960"/>
                  </a:lnTo>
                  <a:lnTo>
                    <a:pt x="901199" y="847400"/>
                  </a:lnTo>
                  <a:lnTo>
                    <a:pt x="912996" y="896216"/>
                  </a:lnTo>
                  <a:lnTo>
                    <a:pt x="915494" y="9098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3551799" y="1349639"/>
              <a:ext cx="917454" cy="914400"/>
            </a:xfrm>
            <a:custGeom>
              <a:avLst/>
              <a:pathLst>
                <a:path w="917454" h="914400">
                  <a:moveTo>
                    <a:pt x="914400" y="914400"/>
                  </a:moveTo>
                  <a:lnTo>
                    <a:pt x="913580" y="909700"/>
                  </a:lnTo>
                  <a:lnTo>
                    <a:pt x="915119" y="904298"/>
                  </a:lnTo>
                  <a:lnTo>
                    <a:pt x="916677" y="904174"/>
                  </a:lnTo>
                  <a:lnTo>
                    <a:pt x="917454" y="907049"/>
                  </a:lnTo>
                  <a:lnTo>
                    <a:pt x="916596" y="91259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3325529" y="1538162"/>
              <a:ext cx="925783" cy="914400"/>
            </a:xfrm>
            <a:custGeom>
              <a:avLst/>
              <a:pathLst>
                <a:path w="925783" h="914400">
                  <a:moveTo>
                    <a:pt x="914400" y="914400"/>
                  </a:moveTo>
                  <a:lnTo>
                    <a:pt x="914187" y="911568"/>
                  </a:lnTo>
                  <a:lnTo>
                    <a:pt x="925783" y="893279"/>
                  </a:lnTo>
                  <a:lnTo>
                    <a:pt x="923687" y="89967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3236203" y="1699435"/>
              <a:ext cx="936621" cy="914400"/>
            </a:xfrm>
            <a:custGeom>
              <a:avLst/>
              <a:pathLst>
                <a:path w="936621" h="914400">
                  <a:moveTo>
                    <a:pt x="914400" y="914400"/>
                  </a:moveTo>
                  <a:lnTo>
                    <a:pt x="926479" y="894914"/>
                  </a:lnTo>
                  <a:lnTo>
                    <a:pt x="933493" y="878588"/>
                  </a:lnTo>
                  <a:lnTo>
                    <a:pt x="936621" y="872943"/>
                  </a:lnTo>
                  <a:lnTo>
                    <a:pt x="933585" y="884385"/>
                  </a:lnTo>
                  <a:lnTo>
                    <a:pt x="928280" y="894904"/>
                  </a:lnTo>
                  <a:lnTo>
                    <a:pt x="917999" y="91282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3141972" y="2012725"/>
              <a:ext cx="916163" cy="914400"/>
            </a:xfrm>
            <a:custGeom>
              <a:avLst/>
              <a:pathLst>
                <a:path w="916163" h="914400">
                  <a:moveTo>
                    <a:pt x="914400" y="914400"/>
                  </a:moveTo>
                  <a:lnTo>
                    <a:pt x="911287" y="913326"/>
                  </a:lnTo>
                  <a:lnTo>
                    <a:pt x="906999" y="911273"/>
                  </a:lnTo>
                  <a:lnTo>
                    <a:pt x="906052" y="909767"/>
                  </a:lnTo>
                  <a:lnTo>
                    <a:pt x="910142" y="910313"/>
                  </a:lnTo>
                  <a:lnTo>
                    <a:pt x="916163" y="91417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2762168" y="2988019"/>
              <a:ext cx="917961" cy="914400"/>
            </a:xfrm>
            <a:custGeom>
              <a:avLst/>
              <a:pathLst>
                <a:path w="917961" h="914400">
                  <a:moveTo>
                    <a:pt x="914400" y="914400"/>
                  </a:moveTo>
                  <a:lnTo>
                    <a:pt x="913270" y="913782"/>
                  </a:lnTo>
                  <a:lnTo>
                    <a:pt x="913270" y="910864"/>
                  </a:lnTo>
                  <a:lnTo>
                    <a:pt x="909895" y="904407"/>
                  </a:lnTo>
                  <a:lnTo>
                    <a:pt x="910023" y="902716"/>
                  </a:lnTo>
                  <a:lnTo>
                    <a:pt x="917763" y="909035"/>
                  </a:lnTo>
                  <a:lnTo>
                    <a:pt x="917961" y="910731"/>
                  </a:lnTo>
                  <a:lnTo>
                    <a:pt x="916774" y="91239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2803065" y="2971113"/>
              <a:ext cx="919399" cy="914400"/>
            </a:xfrm>
            <a:custGeom>
              <a:avLst/>
              <a:pathLst>
                <a:path w="919399" h="914400">
                  <a:moveTo>
                    <a:pt x="914400" y="914400"/>
                  </a:moveTo>
                  <a:lnTo>
                    <a:pt x="915150" y="913017"/>
                  </a:lnTo>
                  <a:lnTo>
                    <a:pt x="918274" y="910251"/>
                  </a:lnTo>
                  <a:lnTo>
                    <a:pt x="919399" y="911325"/>
                  </a:lnTo>
                  <a:lnTo>
                    <a:pt x="919275" y="912708"/>
                  </a:lnTo>
                  <a:lnTo>
                    <a:pt x="915900" y="91440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2817572" y="2961890"/>
              <a:ext cx="918401" cy="914400"/>
            </a:xfrm>
            <a:custGeom>
              <a:avLst/>
              <a:pathLst>
                <a:path w="918401" h="914400">
                  <a:moveTo>
                    <a:pt x="914400" y="914400"/>
                  </a:moveTo>
                  <a:lnTo>
                    <a:pt x="917524" y="910247"/>
                  </a:lnTo>
                  <a:lnTo>
                    <a:pt x="918401" y="910556"/>
                  </a:lnTo>
                  <a:lnTo>
                    <a:pt x="916526" y="91393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2783929" y="2981870"/>
              <a:ext cx="927032" cy="914399"/>
            </a:xfrm>
            <a:custGeom>
              <a:avLst/>
              <a:pathLst>
                <a:path w="927032" h="914399">
                  <a:moveTo>
                    <a:pt x="914400" y="914399"/>
                  </a:moveTo>
                  <a:lnTo>
                    <a:pt x="910649" y="912708"/>
                  </a:lnTo>
                  <a:lnTo>
                    <a:pt x="914775" y="910404"/>
                  </a:lnTo>
                  <a:lnTo>
                    <a:pt x="927032" y="907942"/>
                  </a:lnTo>
                  <a:lnTo>
                    <a:pt x="922403" y="911016"/>
                  </a:lnTo>
                  <a:lnTo>
                    <a:pt x="918026" y="91209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2754354" y="2394641"/>
              <a:ext cx="917922" cy="914400"/>
            </a:xfrm>
            <a:custGeom>
              <a:avLst/>
              <a:pathLst>
                <a:path w="917922" h="914400">
                  <a:moveTo>
                    <a:pt x="914400" y="914400"/>
                  </a:moveTo>
                  <a:lnTo>
                    <a:pt x="912876" y="906004"/>
                  </a:lnTo>
                  <a:lnTo>
                    <a:pt x="912725" y="897850"/>
                  </a:lnTo>
                  <a:lnTo>
                    <a:pt x="915393" y="893028"/>
                  </a:lnTo>
                  <a:lnTo>
                    <a:pt x="917922" y="89069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2741049" y="2991901"/>
              <a:ext cx="922307" cy="914400"/>
            </a:xfrm>
            <a:custGeom>
              <a:avLst/>
              <a:pathLst>
                <a:path w="922307" h="914400">
                  <a:moveTo>
                    <a:pt x="914399" y="914400"/>
                  </a:moveTo>
                  <a:lnTo>
                    <a:pt x="918537" y="910570"/>
                  </a:lnTo>
                  <a:lnTo>
                    <a:pt x="919878" y="904754"/>
                  </a:lnTo>
                  <a:lnTo>
                    <a:pt x="922307" y="909296"/>
                  </a:lnTo>
                  <a:lnTo>
                    <a:pt x="922260" y="912052"/>
                  </a:lnTo>
                  <a:lnTo>
                    <a:pt x="919530" y="91344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2856740" y="273746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119" y="897779"/>
                  </a:lnTo>
                  <a:lnTo>
                    <a:pt x="898121" y="871717"/>
                  </a:lnTo>
                  <a:lnTo>
                    <a:pt x="893304" y="851562"/>
                  </a:lnTo>
                  <a:lnTo>
                    <a:pt x="896563" y="857012"/>
                  </a:lnTo>
                  <a:lnTo>
                    <a:pt x="899749" y="868292"/>
                  </a:lnTo>
                  <a:lnTo>
                    <a:pt x="913112" y="90723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2726975" y="2996543"/>
              <a:ext cx="919987" cy="914399"/>
            </a:xfrm>
            <a:custGeom>
              <a:avLst/>
              <a:pathLst>
                <a:path w="919987" h="914399">
                  <a:moveTo>
                    <a:pt x="914400" y="914399"/>
                  </a:moveTo>
                  <a:lnTo>
                    <a:pt x="914226" y="912893"/>
                  </a:lnTo>
                  <a:lnTo>
                    <a:pt x="917690" y="911054"/>
                  </a:lnTo>
                  <a:lnTo>
                    <a:pt x="919987" y="911178"/>
                  </a:lnTo>
                  <a:lnTo>
                    <a:pt x="919902" y="913216"/>
                  </a:lnTo>
                  <a:lnTo>
                    <a:pt x="916410" y="9141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2162026" y="2498521"/>
              <a:ext cx="920018" cy="914400"/>
            </a:xfrm>
            <a:custGeom>
              <a:avLst/>
              <a:pathLst>
                <a:path w="920018" h="914400">
                  <a:moveTo>
                    <a:pt x="914400" y="914400"/>
                  </a:moveTo>
                  <a:lnTo>
                    <a:pt x="914597" y="912456"/>
                  </a:lnTo>
                  <a:lnTo>
                    <a:pt x="917760" y="907358"/>
                  </a:lnTo>
                  <a:lnTo>
                    <a:pt x="920018" y="905377"/>
                  </a:lnTo>
                  <a:lnTo>
                    <a:pt x="918699" y="90930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2191559" y="2445533"/>
              <a:ext cx="915393" cy="914400"/>
            </a:xfrm>
            <a:custGeom>
              <a:avLst/>
              <a:pathLst>
                <a:path w="915393" h="914400">
                  <a:moveTo>
                    <a:pt x="914400" y="914400"/>
                  </a:moveTo>
                  <a:lnTo>
                    <a:pt x="907386" y="912375"/>
                  </a:lnTo>
                  <a:lnTo>
                    <a:pt x="903121" y="910494"/>
                  </a:lnTo>
                  <a:lnTo>
                    <a:pt x="902347" y="908612"/>
                  </a:lnTo>
                  <a:lnTo>
                    <a:pt x="914137" y="912029"/>
                  </a:lnTo>
                  <a:lnTo>
                    <a:pt x="915393" y="91331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2224130" y="2442991"/>
              <a:ext cx="921367" cy="914399"/>
            </a:xfrm>
            <a:custGeom>
              <a:avLst/>
              <a:pathLst>
                <a:path w="921367" h="914399">
                  <a:moveTo>
                    <a:pt x="914400" y="914399"/>
                  </a:moveTo>
                  <a:lnTo>
                    <a:pt x="904072" y="914205"/>
                  </a:lnTo>
                  <a:lnTo>
                    <a:pt x="901972" y="913473"/>
                  </a:lnTo>
                  <a:lnTo>
                    <a:pt x="906117" y="912081"/>
                  </a:lnTo>
                  <a:lnTo>
                    <a:pt x="918355" y="910232"/>
                  </a:lnTo>
                  <a:lnTo>
                    <a:pt x="921367" y="91231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2140103" y="2461802"/>
              <a:ext cx="917234" cy="914400"/>
            </a:xfrm>
            <a:custGeom>
              <a:avLst/>
              <a:pathLst>
                <a:path w="917234" h="914400">
                  <a:moveTo>
                    <a:pt x="914400" y="914400"/>
                  </a:moveTo>
                  <a:lnTo>
                    <a:pt x="910521" y="912147"/>
                  </a:lnTo>
                  <a:lnTo>
                    <a:pt x="904776" y="911943"/>
                  </a:lnTo>
                  <a:lnTo>
                    <a:pt x="907304" y="910399"/>
                  </a:lnTo>
                  <a:lnTo>
                    <a:pt x="909079" y="908893"/>
                  </a:lnTo>
                  <a:lnTo>
                    <a:pt x="909965" y="907272"/>
                  </a:lnTo>
                  <a:lnTo>
                    <a:pt x="917234" y="901647"/>
                  </a:lnTo>
                  <a:lnTo>
                    <a:pt x="915173" y="905776"/>
                  </a:lnTo>
                  <a:lnTo>
                    <a:pt x="914121" y="90987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2168989" y="2487270"/>
              <a:ext cx="917810" cy="914400"/>
            </a:xfrm>
            <a:custGeom>
              <a:avLst/>
              <a:pathLst>
                <a:path w="917810" h="914400">
                  <a:moveTo>
                    <a:pt x="914400" y="914400"/>
                  </a:moveTo>
                  <a:lnTo>
                    <a:pt x="916592" y="899561"/>
                  </a:lnTo>
                  <a:lnTo>
                    <a:pt x="913510" y="887069"/>
                  </a:lnTo>
                  <a:lnTo>
                    <a:pt x="916758" y="892552"/>
                  </a:lnTo>
                  <a:lnTo>
                    <a:pt x="917810" y="899076"/>
                  </a:lnTo>
                  <a:lnTo>
                    <a:pt x="916634" y="91130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2473654" y="2503738"/>
              <a:ext cx="935867" cy="914400"/>
            </a:xfrm>
            <a:custGeom>
              <a:avLst/>
              <a:pathLst>
                <a:path w="935867" h="914400">
                  <a:moveTo>
                    <a:pt x="914400" y="914400"/>
                  </a:moveTo>
                  <a:lnTo>
                    <a:pt x="905808" y="911853"/>
                  </a:lnTo>
                  <a:lnTo>
                    <a:pt x="911148" y="911368"/>
                  </a:lnTo>
                  <a:lnTo>
                    <a:pt x="915010" y="912399"/>
                  </a:lnTo>
                  <a:lnTo>
                    <a:pt x="924793" y="907391"/>
                  </a:lnTo>
                  <a:lnTo>
                    <a:pt x="929924" y="903599"/>
                  </a:lnTo>
                  <a:lnTo>
                    <a:pt x="935867" y="902160"/>
                  </a:lnTo>
                  <a:lnTo>
                    <a:pt x="922345" y="9108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3768129" y="1085978"/>
              <a:ext cx="917408" cy="914400"/>
            </a:xfrm>
            <a:custGeom>
              <a:avLst/>
              <a:pathLst>
                <a:path w="917408" h="914400">
                  <a:moveTo>
                    <a:pt x="914400" y="914400"/>
                  </a:moveTo>
                  <a:lnTo>
                    <a:pt x="911190" y="913777"/>
                  </a:lnTo>
                  <a:lnTo>
                    <a:pt x="911086" y="908978"/>
                  </a:lnTo>
                  <a:lnTo>
                    <a:pt x="912056" y="907348"/>
                  </a:lnTo>
                  <a:lnTo>
                    <a:pt x="913166" y="906621"/>
                  </a:lnTo>
                  <a:lnTo>
                    <a:pt x="914813" y="907971"/>
                  </a:lnTo>
                  <a:lnTo>
                    <a:pt x="917408" y="91247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1128849" y="2485341"/>
              <a:ext cx="1298035" cy="1478375"/>
            </a:xfrm>
            <a:custGeom>
              <a:avLst/>
              <a:pathLst>
                <a:path w="1298035" h="1478375">
                  <a:moveTo>
                    <a:pt x="914400" y="914400"/>
                  </a:moveTo>
                  <a:lnTo>
                    <a:pt x="933291" y="915687"/>
                  </a:lnTo>
                  <a:lnTo>
                    <a:pt x="944435" y="915250"/>
                  </a:lnTo>
                  <a:lnTo>
                    <a:pt x="947834" y="913083"/>
                  </a:lnTo>
                  <a:lnTo>
                    <a:pt x="949601" y="913197"/>
                  </a:lnTo>
                  <a:lnTo>
                    <a:pt x="949740" y="915583"/>
                  </a:lnTo>
                  <a:lnTo>
                    <a:pt x="952539" y="916595"/>
                  </a:lnTo>
                  <a:lnTo>
                    <a:pt x="957995" y="916234"/>
                  </a:lnTo>
                  <a:lnTo>
                    <a:pt x="962747" y="919569"/>
                  </a:lnTo>
                  <a:lnTo>
                    <a:pt x="968833" y="930127"/>
                  </a:lnTo>
                  <a:lnTo>
                    <a:pt x="989809" y="947037"/>
                  </a:lnTo>
                  <a:lnTo>
                    <a:pt x="991576" y="952839"/>
                  </a:lnTo>
                  <a:lnTo>
                    <a:pt x="998876" y="961206"/>
                  </a:lnTo>
                  <a:lnTo>
                    <a:pt x="1012301" y="974068"/>
                  </a:lnTo>
                  <a:lnTo>
                    <a:pt x="1019898" y="985158"/>
                  </a:lnTo>
                  <a:lnTo>
                    <a:pt x="1021665" y="994475"/>
                  </a:lnTo>
                  <a:lnTo>
                    <a:pt x="1028525" y="1009214"/>
                  </a:lnTo>
                  <a:lnTo>
                    <a:pt x="1040464" y="1029370"/>
                  </a:lnTo>
                  <a:lnTo>
                    <a:pt x="1045785" y="1040236"/>
                  </a:lnTo>
                  <a:lnTo>
                    <a:pt x="1044486" y="1041804"/>
                  </a:lnTo>
                  <a:lnTo>
                    <a:pt x="1045425" y="1047478"/>
                  </a:lnTo>
                  <a:lnTo>
                    <a:pt x="1048611" y="1057251"/>
                  </a:lnTo>
                  <a:lnTo>
                    <a:pt x="1054531" y="1065528"/>
                  </a:lnTo>
                  <a:lnTo>
                    <a:pt x="1063188" y="1072309"/>
                  </a:lnTo>
                  <a:lnTo>
                    <a:pt x="1071942" y="1084482"/>
                  </a:lnTo>
                  <a:lnTo>
                    <a:pt x="1080793" y="1102053"/>
                  </a:lnTo>
                  <a:lnTo>
                    <a:pt x="1091515" y="1115418"/>
                  </a:lnTo>
                  <a:lnTo>
                    <a:pt x="1104100" y="1124570"/>
                  </a:lnTo>
                  <a:lnTo>
                    <a:pt x="1111226" y="1133089"/>
                  </a:lnTo>
                  <a:lnTo>
                    <a:pt x="1112893" y="1140967"/>
                  </a:lnTo>
                  <a:lnTo>
                    <a:pt x="1112769" y="1147714"/>
                  </a:lnTo>
                  <a:lnTo>
                    <a:pt x="1110851" y="1153330"/>
                  </a:lnTo>
                  <a:lnTo>
                    <a:pt x="1111663" y="1158666"/>
                  </a:lnTo>
                  <a:lnTo>
                    <a:pt x="1115201" y="1163707"/>
                  </a:lnTo>
                  <a:lnTo>
                    <a:pt x="1116380" y="1169894"/>
                  </a:lnTo>
                  <a:lnTo>
                    <a:pt x="1114996" y="1178498"/>
                  </a:lnTo>
                  <a:lnTo>
                    <a:pt x="1115093" y="1180936"/>
                  </a:lnTo>
                  <a:lnTo>
                    <a:pt x="1116117" y="1182879"/>
                  </a:lnTo>
                  <a:lnTo>
                    <a:pt x="1127292" y="1197666"/>
                  </a:lnTo>
                  <a:lnTo>
                    <a:pt x="1133034" y="1209615"/>
                  </a:lnTo>
                  <a:lnTo>
                    <a:pt x="1137592" y="1228688"/>
                  </a:lnTo>
                  <a:lnTo>
                    <a:pt x="1137615" y="1228859"/>
                  </a:lnTo>
                  <a:lnTo>
                    <a:pt x="1142708" y="1240267"/>
                  </a:lnTo>
                  <a:lnTo>
                    <a:pt x="1150031" y="1244933"/>
                  </a:lnTo>
                  <a:lnTo>
                    <a:pt x="1161283" y="1246658"/>
                  </a:lnTo>
                  <a:lnTo>
                    <a:pt x="1169831" y="1250630"/>
                  </a:lnTo>
                  <a:lnTo>
                    <a:pt x="1175678" y="1256854"/>
                  </a:lnTo>
                  <a:lnTo>
                    <a:pt x="1183051" y="1260613"/>
                  </a:lnTo>
                  <a:lnTo>
                    <a:pt x="1191952" y="1261905"/>
                  </a:lnTo>
                  <a:lnTo>
                    <a:pt x="1200485" y="1266010"/>
                  </a:lnTo>
                  <a:lnTo>
                    <a:pt x="1208648" y="1272938"/>
                  </a:lnTo>
                  <a:lnTo>
                    <a:pt x="1223870" y="1277485"/>
                  </a:lnTo>
                  <a:lnTo>
                    <a:pt x="1246153" y="1279666"/>
                  </a:lnTo>
                  <a:lnTo>
                    <a:pt x="1263112" y="1285296"/>
                  </a:lnTo>
                  <a:lnTo>
                    <a:pt x="1274750" y="1294381"/>
                  </a:lnTo>
                  <a:lnTo>
                    <a:pt x="1279870" y="1296229"/>
                  </a:lnTo>
                  <a:lnTo>
                    <a:pt x="1281254" y="1296358"/>
                  </a:lnTo>
                  <a:lnTo>
                    <a:pt x="1281919" y="1294970"/>
                  </a:lnTo>
                  <a:lnTo>
                    <a:pt x="1282797" y="1292400"/>
                  </a:lnTo>
                  <a:lnTo>
                    <a:pt x="1287301" y="1289440"/>
                  </a:lnTo>
                  <a:lnTo>
                    <a:pt x="1298035" y="1287506"/>
                  </a:lnTo>
                  <a:lnTo>
                    <a:pt x="1296592" y="1307604"/>
                  </a:lnTo>
                  <a:lnTo>
                    <a:pt x="1291806" y="1324096"/>
                  </a:lnTo>
                  <a:lnTo>
                    <a:pt x="1276034" y="1358383"/>
                  </a:lnTo>
                  <a:lnTo>
                    <a:pt x="1269461" y="1379650"/>
                  </a:lnTo>
                  <a:lnTo>
                    <a:pt x="1256744" y="1440426"/>
                  </a:lnTo>
                  <a:lnTo>
                    <a:pt x="1253020" y="1478375"/>
                  </a:lnTo>
                  <a:lnTo>
                    <a:pt x="913680" y="1478375"/>
                  </a:lnTo>
                  <a:lnTo>
                    <a:pt x="913680" y="91424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3369706" y="810551"/>
              <a:ext cx="1136655" cy="1433237"/>
            </a:xfrm>
            <a:custGeom>
              <a:avLst/>
              <a:pathLst>
                <a:path w="1136655" h="1433237">
                  <a:moveTo>
                    <a:pt x="1129780" y="914399"/>
                  </a:moveTo>
                  <a:lnTo>
                    <a:pt x="1118462" y="922353"/>
                  </a:lnTo>
                  <a:lnTo>
                    <a:pt x="1106414" y="934907"/>
                  </a:lnTo>
                  <a:lnTo>
                    <a:pt x="1078146" y="944400"/>
                  </a:lnTo>
                  <a:lnTo>
                    <a:pt x="1067652" y="946814"/>
                  </a:lnTo>
                  <a:lnTo>
                    <a:pt x="1057966" y="945526"/>
                  </a:lnTo>
                  <a:lnTo>
                    <a:pt x="1046177" y="953252"/>
                  </a:lnTo>
                  <a:lnTo>
                    <a:pt x="1032227" y="957975"/>
                  </a:lnTo>
                  <a:lnTo>
                    <a:pt x="1028109" y="965159"/>
                  </a:lnTo>
                  <a:lnTo>
                    <a:pt x="994574" y="984402"/>
                  </a:lnTo>
                  <a:lnTo>
                    <a:pt x="981702" y="986826"/>
                  </a:lnTo>
                  <a:lnTo>
                    <a:pt x="970748" y="991952"/>
                  </a:lnTo>
                  <a:lnTo>
                    <a:pt x="967508" y="1000657"/>
                  </a:lnTo>
                  <a:lnTo>
                    <a:pt x="957730" y="1005907"/>
                  </a:lnTo>
                  <a:lnTo>
                    <a:pt x="955015" y="1009927"/>
                  </a:lnTo>
                  <a:lnTo>
                    <a:pt x="946791" y="1022105"/>
                  </a:lnTo>
                  <a:lnTo>
                    <a:pt x="931503" y="1037832"/>
                  </a:lnTo>
                  <a:lnTo>
                    <a:pt x="912874" y="1040464"/>
                  </a:lnTo>
                  <a:lnTo>
                    <a:pt x="906065" y="1045938"/>
                  </a:lnTo>
                  <a:lnTo>
                    <a:pt x="898181" y="1054771"/>
                  </a:lnTo>
                  <a:lnTo>
                    <a:pt x="887061" y="1060834"/>
                  </a:lnTo>
                  <a:lnTo>
                    <a:pt x="865107" y="1057993"/>
                  </a:lnTo>
                  <a:lnTo>
                    <a:pt x="870446" y="1061708"/>
                  </a:lnTo>
                  <a:lnTo>
                    <a:pt x="890088" y="1067500"/>
                  </a:lnTo>
                  <a:lnTo>
                    <a:pt x="892130" y="1076086"/>
                  </a:lnTo>
                  <a:lnTo>
                    <a:pt x="882289" y="1078139"/>
                  </a:lnTo>
                  <a:lnTo>
                    <a:pt x="861685" y="1089585"/>
                  </a:lnTo>
                  <a:lnTo>
                    <a:pt x="833923" y="1109294"/>
                  </a:lnTo>
                  <a:lnTo>
                    <a:pt x="829681" y="1109759"/>
                  </a:lnTo>
                  <a:lnTo>
                    <a:pt x="822223" y="1109289"/>
                  </a:lnTo>
                  <a:lnTo>
                    <a:pt x="811176" y="1112577"/>
                  </a:lnTo>
                  <a:lnTo>
                    <a:pt x="796665" y="1119462"/>
                  </a:lnTo>
                  <a:lnTo>
                    <a:pt x="779095" y="1131830"/>
                  </a:lnTo>
                  <a:lnTo>
                    <a:pt x="748159" y="1158609"/>
                  </a:lnTo>
                  <a:lnTo>
                    <a:pt x="745990" y="1161436"/>
                  </a:lnTo>
                  <a:lnTo>
                    <a:pt x="741508" y="1166401"/>
                  </a:lnTo>
                  <a:lnTo>
                    <a:pt x="730083" y="1171694"/>
                  </a:lnTo>
                  <a:lnTo>
                    <a:pt x="719713" y="1177401"/>
                  </a:lnTo>
                  <a:lnTo>
                    <a:pt x="716971" y="1183407"/>
                  </a:lnTo>
                  <a:lnTo>
                    <a:pt x="712003" y="1186143"/>
                  </a:lnTo>
                  <a:lnTo>
                    <a:pt x="694893" y="1201372"/>
                  </a:lnTo>
                  <a:lnTo>
                    <a:pt x="685269" y="1214343"/>
                  </a:lnTo>
                  <a:lnTo>
                    <a:pt x="676531" y="1227918"/>
                  </a:lnTo>
                  <a:lnTo>
                    <a:pt x="666753" y="1243099"/>
                  </a:lnTo>
                  <a:lnTo>
                    <a:pt x="646689" y="1243289"/>
                  </a:lnTo>
                  <a:lnTo>
                    <a:pt x="631377" y="1243227"/>
                  </a:lnTo>
                  <a:lnTo>
                    <a:pt x="605259" y="1243118"/>
                  </a:lnTo>
                  <a:lnTo>
                    <a:pt x="582872" y="1243028"/>
                  </a:lnTo>
                  <a:lnTo>
                    <a:pt x="556301" y="1242918"/>
                  </a:lnTo>
                  <a:lnTo>
                    <a:pt x="537022" y="1242837"/>
                  </a:lnTo>
                  <a:lnTo>
                    <a:pt x="516263" y="1243474"/>
                  </a:lnTo>
                  <a:lnTo>
                    <a:pt x="506353" y="1247522"/>
                  </a:lnTo>
                  <a:lnTo>
                    <a:pt x="493926" y="1252991"/>
                  </a:lnTo>
                  <a:lnTo>
                    <a:pt x="480512" y="1258888"/>
                  </a:lnTo>
                  <a:lnTo>
                    <a:pt x="487546" y="1272040"/>
                  </a:lnTo>
                  <a:lnTo>
                    <a:pt x="489433" y="1277228"/>
                  </a:lnTo>
                  <a:lnTo>
                    <a:pt x="488891" y="1293963"/>
                  </a:lnTo>
                  <a:lnTo>
                    <a:pt x="490322" y="1295792"/>
                  </a:lnTo>
                  <a:lnTo>
                    <a:pt x="491822" y="1298277"/>
                  </a:lnTo>
                  <a:lnTo>
                    <a:pt x="492050" y="1302601"/>
                  </a:lnTo>
                  <a:lnTo>
                    <a:pt x="493199" y="1304578"/>
                  </a:lnTo>
                  <a:lnTo>
                    <a:pt x="495646" y="1306174"/>
                  </a:lnTo>
                  <a:lnTo>
                    <a:pt x="498399" y="1308051"/>
                  </a:lnTo>
                  <a:lnTo>
                    <a:pt x="500390" y="1310593"/>
                  </a:lnTo>
                  <a:lnTo>
                    <a:pt x="500847" y="1313130"/>
                  </a:lnTo>
                  <a:lnTo>
                    <a:pt x="498933" y="1317549"/>
                  </a:lnTo>
                  <a:lnTo>
                    <a:pt x="491215" y="1323522"/>
                  </a:lnTo>
                  <a:lnTo>
                    <a:pt x="480366" y="1328758"/>
                  </a:lnTo>
                  <a:lnTo>
                    <a:pt x="458786" y="1338203"/>
                  </a:lnTo>
                  <a:lnTo>
                    <a:pt x="433781" y="1349151"/>
                  </a:lnTo>
                  <a:lnTo>
                    <a:pt x="412105" y="1358639"/>
                  </a:lnTo>
                  <a:lnTo>
                    <a:pt x="395332" y="1365980"/>
                  </a:lnTo>
                  <a:lnTo>
                    <a:pt x="360881" y="1372428"/>
                  </a:lnTo>
                  <a:lnTo>
                    <a:pt x="333514" y="1377545"/>
                  </a:lnTo>
                  <a:lnTo>
                    <a:pt x="313764" y="1381242"/>
                  </a:lnTo>
                  <a:lnTo>
                    <a:pt x="295575" y="1391529"/>
                  </a:lnTo>
                  <a:lnTo>
                    <a:pt x="275493" y="1402880"/>
                  </a:lnTo>
                  <a:lnTo>
                    <a:pt x="258607" y="1412426"/>
                  </a:lnTo>
                  <a:lnTo>
                    <a:pt x="239669" y="1423131"/>
                  </a:lnTo>
                  <a:lnTo>
                    <a:pt x="221794" y="1433237"/>
                  </a:lnTo>
                  <a:lnTo>
                    <a:pt x="201920" y="1433204"/>
                  </a:lnTo>
                  <a:lnTo>
                    <a:pt x="187969" y="1425630"/>
                  </a:lnTo>
                  <a:lnTo>
                    <a:pt x="175001" y="1417852"/>
                  </a:lnTo>
                  <a:lnTo>
                    <a:pt x="166135" y="1403944"/>
                  </a:lnTo>
                  <a:lnTo>
                    <a:pt x="165524" y="1387785"/>
                  </a:lnTo>
                  <a:lnTo>
                    <a:pt x="168702" y="1377203"/>
                  </a:lnTo>
                  <a:lnTo>
                    <a:pt x="171583" y="1372376"/>
                  </a:lnTo>
                  <a:lnTo>
                    <a:pt x="177081" y="1369316"/>
                  </a:lnTo>
                  <a:lnTo>
                    <a:pt x="187846" y="1364113"/>
                  </a:lnTo>
                  <a:lnTo>
                    <a:pt x="197632" y="1353579"/>
                  </a:lnTo>
                  <a:lnTo>
                    <a:pt x="205477" y="1347293"/>
                  </a:lnTo>
                  <a:lnTo>
                    <a:pt x="213380" y="1340807"/>
                  </a:lnTo>
                  <a:lnTo>
                    <a:pt x="217893" y="1329637"/>
                  </a:lnTo>
                  <a:lnTo>
                    <a:pt x="223522" y="1302596"/>
                  </a:lnTo>
                  <a:lnTo>
                    <a:pt x="224238" y="1297218"/>
                  </a:lnTo>
                  <a:lnTo>
                    <a:pt x="232427" y="1278673"/>
                  </a:lnTo>
                  <a:lnTo>
                    <a:pt x="241486" y="1258156"/>
                  </a:lnTo>
                  <a:lnTo>
                    <a:pt x="245647" y="1248734"/>
                  </a:lnTo>
                  <a:lnTo>
                    <a:pt x="240995" y="1224278"/>
                  </a:lnTo>
                  <a:lnTo>
                    <a:pt x="237496" y="1205486"/>
                  </a:lnTo>
                  <a:lnTo>
                    <a:pt x="234291" y="1188272"/>
                  </a:lnTo>
                  <a:lnTo>
                    <a:pt x="230683" y="1168877"/>
                  </a:lnTo>
                  <a:lnTo>
                    <a:pt x="227400" y="1151220"/>
                  </a:lnTo>
                  <a:lnTo>
                    <a:pt x="224303" y="1134586"/>
                  </a:lnTo>
                  <a:lnTo>
                    <a:pt x="221198" y="1117889"/>
                  </a:lnTo>
                  <a:lnTo>
                    <a:pt x="218152" y="1101520"/>
                  </a:lnTo>
                  <a:lnTo>
                    <a:pt x="215762" y="1089780"/>
                  </a:lnTo>
                  <a:lnTo>
                    <a:pt x="212924" y="1075867"/>
                  </a:lnTo>
                  <a:lnTo>
                    <a:pt x="196348" y="1066103"/>
                  </a:lnTo>
                  <a:lnTo>
                    <a:pt x="183763" y="1059266"/>
                  </a:lnTo>
                  <a:lnTo>
                    <a:pt x="163177" y="1048095"/>
                  </a:lnTo>
                  <a:lnTo>
                    <a:pt x="145913" y="1038725"/>
                  </a:lnTo>
                  <a:lnTo>
                    <a:pt x="130443" y="1030154"/>
                  </a:lnTo>
                  <a:lnTo>
                    <a:pt x="140198" y="1012878"/>
                  </a:lnTo>
                  <a:lnTo>
                    <a:pt x="139355" y="1010051"/>
                  </a:lnTo>
                  <a:lnTo>
                    <a:pt x="135821" y="1006649"/>
                  </a:lnTo>
                  <a:lnTo>
                    <a:pt x="128598" y="1000990"/>
                  </a:lnTo>
                  <a:lnTo>
                    <a:pt x="124376" y="1000415"/>
                  </a:lnTo>
                  <a:lnTo>
                    <a:pt x="116941" y="1001745"/>
                  </a:lnTo>
                  <a:lnTo>
                    <a:pt x="105074" y="1005266"/>
                  </a:lnTo>
                  <a:lnTo>
                    <a:pt x="99947" y="1004097"/>
                  </a:lnTo>
                  <a:lnTo>
                    <a:pt x="95876" y="998053"/>
                  </a:lnTo>
                  <a:lnTo>
                    <a:pt x="91190" y="990318"/>
                  </a:lnTo>
                  <a:lnTo>
                    <a:pt x="89655" y="984274"/>
                  </a:lnTo>
                  <a:lnTo>
                    <a:pt x="89067" y="976277"/>
                  </a:lnTo>
                  <a:lnTo>
                    <a:pt x="86271" y="969079"/>
                  </a:lnTo>
                  <a:lnTo>
                    <a:pt x="88042" y="965302"/>
                  </a:lnTo>
                  <a:lnTo>
                    <a:pt x="88433" y="963420"/>
                  </a:lnTo>
                  <a:lnTo>
                    <a:pt x="88274" y="961054"/>
                  </a:lnTo>
                  <a:lnTo>
                    <a:pt x="86353" y="959543"/>
                  </a:lnTo>
                  <a:lnTo>
                    <a:pt x="82969" y="958882"/>
                  </a:lnTo>
                  <a:lnTo>
                    <a:pt x="71524" y="961904"/>
                  </a:lnTo>
                  <a:lnTo>
                    <a:pt x="66378" y="962185"/>
                  </a:lnTo>
                  <a:lnTo>
                    <a:pt x="63308" y="963886"/>
                  </a:lnTo>
                  <a:lnTo>
                    <a:pt x="58471" y="967416"/>
                  </a:lnTo>
                  <a:lnTo>
                    <a:pt x="53703" y="967853"/>
                  </a:lnTo>
                  <a:lnTo>
                    <a:pt x="45468" y="959495"/>
                  </a:lnTo>
                  <a:lnTo>
                    <a:pt x="36470" y="950344"/>
                  </a:lnTo>
                  <a:lnTo>
                    <a:pt x="32696" y="937739"/>
                  </a:lnTo>
                  <a:lnTo>
                    <a:pt x="28822" y="924791"/>
                  </a:lnTo>
                  <a:lnTo>
                    <a:pt x="13453" y="917003"/>
                  </a:lnTo>
                  <a:lnTo>
                    <a:pt x="0" y="910185"/>
                  </a:lnTo>
                  <a:lnTo>
                    <a:pt x="1136655" y="91018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3886132" y="988112"/>
              <a:ext cx="1086314" cy="925561"/>
            </a:xfrm>
            <a:custGeom>
              <a:avLst/>
              <a:pathLst>
                <a:path w="1086314" h="925561">
                  <a:moveTo>
                    <a:pt x="914400" y="914400"/>
                  </a:moveTo>
                  <a:lnTo>
                    <a:pt x="911055" y="913373"/>
                  </a:lnTo>
                  <a:lnTo>
                    <a:pt x="908174" y="912570"/>
                  </a:lnTo>
                  <a:lnTo>
                    <a:pt x="906504" y="913939"/>
                  </a:lnTo>
                  <a:lnTo>
                    <a:pt x="904923" y="915768"/>
                  </a:lnTo>
                  <a:lnTo>
                    <a:pt x="902974" y="917141"/>
                  </a:lnTo>
                  <a:lnTo>
                    <a:pt x="898883" y="915198"/>
                  </a:lnTo>
                  <a:lnTo>
                    <a:pt x="896281" y="911658"/>
                  </a:lnTo>
                  <a:lnTo>
                    <a:pt x="892101" y="908009"/>
                  </a:lnTo>
                  <a:lnTo>
                    <a:pt x="890520" y="905262"/>
                  </a:lnTo>
                  <a:lnTo>
                    <a:pt x="891359" y="902070"/>
                  </a:lnTo>
                  <a:lnTo>
                    <a:pt x="893215" y="898986"/>
                  </a:lnTo>
                  <a:lnTo>
                    <a:pt x="894054" y="895332"/>
                  </a:lnTo>
                  <a:lnTo>
                    <a:pt x="892008" y="891117"/>
                  </a:lnTo>
                  <a:lnTo>
                    <a:pt x="890149" y="888718"/>
                  </a:lnTo>
                  <a:lnTo>
                    <a:pt x="888849" y="885976"/>
                  </a:lnTo>
                  <a:lnTo>
                    <a:pt x="889313" y="883354"/>
                  </a:lnTo>
                  <a:lnTo>
                    <a:pt x="891916" y="882095"/>
                  </a:lnTo>
                  <a:lnTo>
                    <a:pt x="894332" y="880493"/>
                  </a:lnTo>
                  <a:lnTo>
                    <a:pt x="895167" y="877072"/>
                  </a:lnTo>
                  <a:lnTo>
                    <a:pt x="893679" y="873418"/>
                  </a:lnTo>
                  <a:lnTo>
                    <a:pt x="889406" y="871931"/>
                  </a:lnTo>
                  <a:lnTo>
                    <a:pt x="885876" y="872501"/>
                  </a:lnTo>
                  <a:lnTo>
                    <a:pt x="880764" y="871703"/>
                  </a:lnTo>
                  <a:lnTo>
                    <a:pt x="875842" y="869422"/>
                  </a:lnTo>
                  <a:lnTo>
                    <a:pt x="872591" y="866795"/>
                  </a:lnTo>
                  <a:lnTo>
                    <a:pt x="870081" y="865308"/>
                  </a:lnTo>
                  <a:lnTo>
                    <a:pt x="868129" y="865308"/>
                  </a:lnTo>
                  <a:lnTo>
                    <a:pt x="865805" y="863825"/>
                  </a:lnTo>
                  <a:lnTo>
                    <a:pt x="864413" y="861312"/>
                  </a:lnTo>
                  <a:lnTo>
                    <a:pt x="864598" y="857202"/>
                  </a:lnTo>
                  <a:lnTo>
                    <a:pt x="865248" y="854693"/>
                  </a:lnTo>
                  <a:lnTo>
                    <a:pt x="866547" y="852522"/>
                  </a:lnTo>
                  <a:lnTo>
                    <a:pt x="866640" y="850122"/>
                  </a:lnTo>
                  <a:lnTo>
                    <a:pt x="866083" y="848407"/>
                  </a:lnTo>
                  <a:lnTo>
                    <a:pt x="865994" y="847043"/>
                  </a:lnTo>
                  <a:lnTo>
                    <a:pt x="866361" y="845328"/>
                  </a:lnTo>
                  <a:lnTo>
                    <a:pt x="867201" y="841902"/>
                  </a:lnTo>
                  <a:lnTo>
                    <a:pt x="865805" y="839393"/>
                  </a:lnTo>
                  <a:lnTo>
                    <a:pt x="865662" y="830698"/>
                  </a:lnTo>
                  <a:lnTo>
                    <a:pt x="865387" y="814429"/>
                  </a:lnTo>
                  <a:lnTo>
                    <a:pt x="865182" y="801966"/>
                  </a:lnTo>
                  <a:lnTo>
                    <a:pt x="864923" y="786301"/>
                  </a:lnTo>
                  <a:lnTo>
                    <a:pt x="864772" y="774893"/>
                  </a:lnTo>
                  <a:lnTo>
                    <a:pt x="864564" y="758909"/>
                  </a:lnTo>
                  <a:lnTo>
                    <a:pt x="864366" y="743742"/>
                  </a:lnTo>
                  <a:lnTo>
                    <a:pt x="864123" y="732624"/>
                  </a:lnTo>
                  <a:lnTo>
                    <a:pt x="1071103" y="732667"/>
                  </a:lnTo>
                  <a:lnTo>
                    <a:pt x="1071236" y="732624"/>
                  </a:lnTo>
                  <a:lnTo>
                    <a:pt x="1086314" y="732624"/>
                  </a:lnTo>
                  <a:lnTo>
                    <a:pt x="1086314" y="876290"/>
                  </a:lnTo>
                  <a:lnTo>
                    <a:pt x="1081779" y="879149"/>
                  </a:lnTo>
                  <a:lnTo>
                    <a:pt x="1063958" y="886071"/>
                  </a:lnTo>
                  <a:lnTo>
                    <a:pt x="1043156" y="899285"/>
                  </a:lnTo>
                  <a:lnTo>
                    <a:pt x="1016275" y="910418"/>
                  </a:lnTo>
                  <a:lnTo>
                    <a:pt x="1010642" y="910461"/>
                  </a:lnTo>
                  <a:lnTo>
                    <a:pt x="998435" y="901300"/>
                  </a:lnTo>
                  <a:lnTo>
                    <a:pt x="1001849" y="897128"/>
                  </a:lnTo>
                  <a:lnTo>
                    <a:pt x="1005024" y="891474"/>
                  </a:lnTo>
                  <a:lnTo>
                    <a:pt x="1001988" y="893104"/>
                  </a:lnTo>
                  <a:lnTo>
                    <a:pt x="1000020" y="895555"/>
                  </a:lnTo>
                  <a:lnTo>
                    <a:pt x="992658" y="899490"/>
                  </a:lnTo>
                  <a:lnTo>
                    <a:pt x="998628" y="907106"/>
                  </a:lnTo>
                  <a:lnTo>
                    <a:pt x="995744" y="909962"/>
                  </a:lnTo>
                  <a:lnTo>
                    <a:pt x="987207" y="913715"/>
                  </a:lnTo>
                  <a:lnTo>
                    <a:pt x="979257" y="919146"/>
                  </a:lnTo>
                  <a:lnTo>
                    <a:pt x="972297" y="922776"/>
                  </a:lnTo>
                  <a:lnTo>
                    <a:pt x="966668" y="918158"/>
                  </a:lnTo>
                  <a:lnTo>
                    <a:pt x="951128" y="923993"/>
                  </a:lnTo>
                  <a:lnTo>
                    <a:pt x="938040" y="925561"/>
                  </a:lnTo>
                  <a:lnTo>
                    <a:pt x="935209" y="922605"/>
                  </a:lnTo>
                  <a:lnTo>
                    <a:pt x="934378" y="917939"/>
                  </a:lnTo>
                  <a:lnTo>
                    <a:pt x="929796" y="916813"/>
                  </a:lnTo>
                  <a:lnTo>
                    <a:pt x="921282" y="918101"/>
                  </a:lnTo>
                  <a:lnTo>
                    <a:pt x="918053" y="91562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3684480" y="811701"/>
              <a:ext cx="918829" cy="1108144"/>
            </a:xfrm>
            <a:custGeom>
              <a:avLst/>
              <a:pathLst>
                <a:path w="918829" h="1108144">
                  <a:moveTo>
                    <a:pt x="914400" y="914399"/>
                  </a:moveTo>
                  <a:lnTo>
                    <a:pt x="902189" y="929186"/>
                  </a:lnTo>
                  <a:lnTo>
                    <a:pt x="891421" y="942224"/>
                  </a:lnTo>
                  <a:lnTo>
                    <a:pt x="889004" y="955604"/>
                  </a:lnTo>
                  <a:lnTo>
                    <a:pt x="886711" y="968290"/>
                  </a:lnTo>
                  <a:lnTo>
                    <a:pt x="877803" y="977945"/>
                  </a:lnTo>
                  <a:lnTo>
                    <a:pt x="872370" y="986797"/>
                  </a:lnTo>
                  <a:lnTo>
                    <a:pt x="869946" y="996614"/>
                  </a:lnTo>
                  <a:lnTo>
                    <a:pt x="867920" y="1005627"/>
                  </a:lnTo>
                  <a:lnTo>
                    <a:pt x="867765" y="1013172"/>
                  </a:lnTo>
                  <a:lnTo>
                    <a:pt x="869292" y="1017130"/>
                  </a:lnTo>
                  <a:lnTo>
                    <a:pt x="868573" y="1020347"/>
                  </a:lnTo>
                  <a:lnTo>
                    <a:pt x="865627" y="1024048"/>
                  </a:lnTo>
                  <a:lnTo>
                    <a:pt x="859734" y="1030486"/>
                  </a:lnTo>
                  <a:lnTo>
                    <a:pt x="858686" y="1036682"/>
                  </a:lnTo>
                  <a:lnTo>
                    <a:pt x="855083" y="1039738"/>
                  </a:lnTo>
                  <a:lnTo>
                    <a:pt x="844805" y="1045853"/>
                  </a:lnTo>
                  <a:lnTo>
                    <a:pt x="836423" y="1054866"/>
                  </a:lnTo>
                  <a:lnTo>
                    <a:pt x="836013" y="1059969"/>
                  </a:lnTo>
                  <a:lnTo>
                    <a:pt x="837223" y="1064207"/>
                  </a:lnTo>
                  <a:lnTo>
                    <a:pt x="837409" y="1066840"/>
                  </a:lnTo>
                  <a:lnTo>
                    <a:pt x="835735" y="1068674"/>
                  </a:lnTo>
                  <a:lnTo>
                    <a:pt x="832378" y="1068555"/>
                  </a:lnTo>
                  <a:lnTo>
                    <a:pt x="828748" y="1069130"/>
                  </a:lnTo>
                  <a:lnTo>
                    <a:pt x="825689" y="1072888"/>
                  </a:lnTo>
                  <a:lnTo>
                    <a:pt x="825767" y="1078286"/>
                  </a:lnTo>
                  <a:lnTo>
                    <a:pt x="823532" y="1082177"/>
                  </a:lnTo>
                  <a:lnTo>
                    <a:pt x="820922" y="1082980"/>
                  </a:lnTo>
                  <a:lnTo>
                    <a:pt x="818687" y="1080229"/>
                  </a:lnTo>
                  <a:lnTo>
                    <a:pt x="816000" y="1076105"/>
                  </a:lnTo>
                  <a:lnTo>
                    <a:pt x="812852" y="1075701"/>
                  </a:lnTo>
                  <a:lnTo>
                    <a:pt x="808073" y="1078438"/>
                  </a:lnTo>
                  <a:lnTo>
                    <a:pt x="802181" y="1082942"/>
                  </a:lnTo>
                  <a:lnTo>
                    <a:pt x="796880" y="1083185"/>
                  </a:lnTo>
                  <a:lnTo>
                    <a:pt x="786927" y="1080291"/>
                  </a:lnTo>
                  <a:lnTo>
                    <a:pt x="779662" y="1089024"/>
                  </a:lnTo>
                  <a:lnTo>
                    <a:pt x="771863" y="1107783"/>
                  </a:lnTo>
                  <a:lnTo>
                    <a:pt x="738912" y="1107830"/>
                  </a:lnTo>
                  <a:lnTo>
                    <a:pt x="705962" y="1107878"/>
                  </a:lnTo>
                  <a:lnTo>
                    <a:pt x="673007" y="1107925"/>
                  </a:lnTo>
                  <a:lnTo>
                    <a:pt x="640056" y="1107973"/>
                  </a:lnTo>
                  <a:lnTo>
                    <a:pt x="607105" y="1108016"/>
                  </a:lnTo>
                  <a:lnTo>
                    <a:pt x="574155" y="1108063"/>
                  </a:lnTo>
                  <a:lnTo>
                    <a:pt x="541204" y="1108111"/>
                  </a:lnTo>
                  <a:lnTo>
                    <a:pt x="522764" y="1108139"/>
                  </a:lnTo>
                  <a:lnTo>
                    <a:pt x="519149" y="1108144"/>
                  </a:lnTo>
                  <a:lnTo>
                    <a:pt x="530440" y="1104471"/>
                  </a:lnTo>
                  <a:lnTo>
                    <a:pt x="553979" y="1090198"/>
                  </a:lnTo>
                  <a:lnTo>
                    <a:pt x="571340" y="1085028"/>
                  </a:lnTo>
                  <a:lnTo>
                    <a:pt x="593921" y="1070037"/>
                  </a:lnTo>
                  <a:lnTo>
                    <a:pt x="610276" y="1067153"/>
                  </a:lnTo>
                  <a:lnTo>
                    <a:pt x="613389" y="1063856"/>
                  </a:lnTo>
                  <a:lnTo>
                    <a:pt x="616130" y="1051421"/>
                  </a:lnTo>
                  <a:lnTo>
                    <a:pt x="617626" y="1046988"/>
                  </a:lnTo>
                  <a:lnTo>
                    <a:pt x="625263" y="1034777"/>
                  </a:lnTo>
                  <a:lnTo>
                    <a:pt x="634434" y="1024476"/>
                  </a:lnTo>
                  <a:lnTo>
                    <a:pt x="641835" y="1010231"/>
                  </a:lnTo>
                  <a:lnTo>
                    <a:pt x="655267" y="1001127"/>
                  </a:lnTo>
                  <a:lnTo>
                    <a:pt x="675578" y="993516"/>
                  </a:lnTo>
                  <a:lnTo>
                    <a:pt x="694366" y="976890"/>
                  </a:lnTo>
                  <a:lnTo>
                    <a:pt x="704662" y="971821"/>
                  </a:lnTo>
                  <a:lnTo>
                    <a:pt x="714642" y="968190"/>
                  </a:lnTo>
                  <a:lnTo>
                    <a:pt x="718833" y="961434"/>
                  </a:lnTo>
                  <a:lnTo>
                    <a:pt x="725004" y="957571"/>
                  </a:lnTo>
                  <a:lnTo>
                    <a:pt x="741503" y="949717"/>
                  </a:lnTo>
                  <a:lnTo>
                    <a:pt x="759687" y="947593"/>
                  </a:lnTo>
                  <a:lnTo>
                    <a:pt x="778065" y="941074"/>
                  </a:lnTo>
                  <a:lnTo>
                    <a:pt x="792162" y="937620"/>
                  </a:lnTo>
                  <a:lnTo>
                    <a:pt x="800808" y="931505"/>
                  </a:lnTo>
                  <a:lnTo>
                    <a:pt x="813378" y="928283"/>
                  </a:lnTo>
                  <a:lnTo>
                    <a:pt x="850895" y="910736"/>
                  </a:lnTo>
                  <a:lnTo>
                    <a:pt x="853050" y="909035"/>
                  </a:lnTo>
                  <a:lnTo>
                    <a:pt x="918829" y="90903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4051172" y="1129676"/>
              <a:ext cx="921274" cy="934750"/>
            </a:xfrm>
            <a:custGeom>
              <a:avLst/>
              <a:pathLst>
                <a:path w="921274" h="934750">
                  <a:moveTo>
                    <a:pt x="914400" y="914400"/>
                  </a:moveTo>
                  <a:lnTo>
                    <a:pt x="907649" y="913991"/>
                  </a:lnTo>
                  <a:lnTo>
                    <a:pt x="902672" y="914442"/>
                  </a:lnTo>
                  <a:lnTo>
                    <a:pt x="895175" y="920149"/>
                  </a:lnTo>
                  <a:lnTo>
                    <a:pt x="894011" y="931680"/>
                  </a:lnTo>
                  <a:lnTo>
                    <a:pt x="890701" y="930155"/>
                  </a:lnTo>
                  <a:lnTo>
                    <a:pt x="887341" y="930531"/>
                  </a:lnTo>
                  <a:lnTo>
                    <a:pt x="885605" y="934151"/>
                  </a:lnTo>
                  <a:lnTo>
                    <a:pt x="883131" y="934750"/>
                  </a:lnTo>
                  <a:lnTo>
                    <a:pt x="876577" y="931324"/>
                  </a:lnTo>
                  <a:lnTo>
                    <a:pt x="868859" y="933196"/>
                  </a:lnTo>
                  <a:lnTo>
                    <a:pt x="862824" y="930597"/>
                  </a:lnTo>
                  <a:lnTo>
                    <a:pt x="855129" y="913701"/>
                  </a:lnTo>
                  <a:lnTo>
                    <a:pt x="851042" y="907781"/>
                  </a:lnTo>
                  <a:lnTo>
                    <a:pt x="843796" y="905871"/>
                  </a:lnTo>
                  <a:lnTo>
                    <a:pt x="841917" y="909444"/>
                  </a:lnTo>
                  <a:lnTo>
                    <a:pt x="839106" y="912941"/>
                  </a:lnTo>
                  <a:lnTo>
                    <a:pt x="832131" y="905970"/>
                  </a:lnTo>
                  <a:lnTo>
                    <a:pt x="826841" y="880099"/>
                  </a:lnTo>
                  <a:lnTo>
                    <a:pt x="826799" y="873856"/>
                  </a:lnTo>
                  <a:lnTo>
                    <a:pt x="834203" y="852094"/>
                  </a:lnTo>
                  <a:lnTo>
                    <a:pt x="852539" y="832504"/>
                  </a:lnTo>
                  <a:lnTo>
                    <a:pt x="846685" y="831848"/>
                  </a:lnTo>
                  <a:lnTo>
                    <a:pt x="830495" y="845432"/>
                  </a:lnTo>
                  <a:lnTo>
                    <a:pt x="832166" y="842144"/>
                  </a:lnTo>
                  <a:lnTo>
                    <a:pt x="834911" y="838719"/>
                  </a:lnTo>
                  <a:lnTo>
                    <a:pt x="840371" y="833193"/>
                  </a:lnTo>
                  <a:lnTo>
                    <a:pt x="848657" y="827999"/>
                  </a:lnTo>
                  <a:lnTo>
                    <a:pt x="859692" y="824973"/>
                  </a:lnTo>
                  <a:lnTo>
                    <a:pt x="867282" y="824512"/>
                  </a:lnTo>
                  <a:lnTo>
                    <a:pt x="872513" y="821642"/>
                  </a:lnTo>
                  <a:lnTo>
                    <a:pt x="880095" y="816558"/>
                  </a:lnTo>
                  <a:lnTo>
                    <a:pt x="881503" y="813859"/>
                  </a:lnTo>
                  <a:lnTo>
                    <a:pt x="874779" y="816962"/>
                  </a:lnTo>
                  <a:lnTo>
                    <a:pt x="863609" y="820017"/>
                  </a:lnTo>
                  <a:lnTo>
                    <a:pt x="866474" y="816012"/>
                  </a:lnTo>
                  <a:lnTo>
                    <a:pt x="869269" y="813869"/>
                  </a:lnTo>
                  <a:lnTo>
                    <a:pt x="921274" y="783306"/>
                  </a:lnTo>
                  <a:lnTo>
                    <a:pt x="921274" y="90910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3953193" y="1078090"/>
              <a:ext cx="923409" cy="914400"/>
            </a:xfrm>
            <a:custGeom>
              <a:avLst/>
              <a:pathLst>
                <a:path w="923409" h="914400">
                  <a:moveTo>
                    <a:pt x="914400" y="914400"/>
                  </a:moveTo>
                  <a:lnTo>
                    <a:pt x="915366" y="911064"/>
                  </a:lnTo>
                  <a:lnTo>
                    <a:pt x="920230" y="902559"/>
                  </a:lnTo>
                  <a:lnTo>
                    <a:pt x="923409" y="901290"/>
                  </a:lnTo>
                  <a:lnTo>
                    <a:pt x="918386" y="91099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3907823" y="1041932"/>
              <a:ext cx="926409" cy="914400"/>
            </a:xfrm>
            <a:custGeom>
              <a:avLst/>
              <a:pathLst>
                <a:path w="926409" h="914400">
                  <a:moveTo>
                    <a:pt x="914400" y="914400"/>
                  </a:moveTo>
                  <a:lnTo>
                    <a:pt x="918544" y="901262"/>
                  </a:lnTo>
                  <a:lnTo>
                    <a:pt x="921916" y="897228"/>
                  </a:lnTo>
                  <a:lnTo>
                    <a:pt x="926409" y="898587"/>
                  </a:lnTo>
                  <a:lnTo>
                    <a:pt x="925779" y="906526"/>
                  </a:lnTo>
                  <a:lnTo>
                    <a:pt x="925056" y="90925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3373590" y="962117"/>
              <a:ext cx="927662" cy="915150"/>
            </a:xfrm>
            <a:custGeom>
              <a:avLst/>
              <a:pathLst>
                <a:path w="927662" h="915150">
                  <a:moveTo>
                    <a:pt x="914400" y="914400"/>
                  </a:moveTo>
                  <a:lnTo>
                    <a:pt x="903964" y="912599"/>
                  </a:lnTo>
                  <a:lnTo>
                    <a:pt x="892492" y="915098"/>
                  </a:lnTo>
                  <a:lnTo>
                    <a:pt x="889298" y="915150"/>
                  </a:lnTo>
                  <a:lnTo>
                    <a:pt x="897820" y="907919"/>
                  </a:lnTo>
                  <a:lnTo>
                    <a:pt x="910923" y="903471"/>
                  </a:lnTo>
                  <a:lnTo>
                    <a:pt x="923989" y="889873"/>
                  </a:lnTo>
                  <a:lnTo>
                    <a:pt x="927662" y="889526"/>
                  </a:lnTo>
                  <a:lnTo>
                    <a:pt x="922689" y="904930"/>
                  </a:lnTo>
                  <a:lnTo>
                    <a:pt x="921676" y="910437"/>
                  </a:lnTo>
                  <a:lnTo>
                    <a:pt x="920501" y="91245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3359941" y="950852"/>
              <a:ext cx="933686" cy="914400"/>
            </a:xfrm>
            <a:custGeom>
              <a:avLst/>
              <a:pathLst>
                <a:path w="933686" h="914400">
                  <a:moveTo>
                    <a:pt x="914400" y="914400"/>
                  </a:moveTo>
                  <a:lnTo>
                    <a:pt x="911090" y="913554"/>
                  </a:lnTo>
                  <a:lnTo>
                    <a:pt x="921626" y="903994"/>
                  </a:lnTo>
                  <a:lnTo>
                    <a:pt x="933686" y="901789"/>
                  </a:lnTo>
                  <a:lnTo>
                    <a:pt x="923950" y="91239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3573688" y="824354"/>
              <a:ext cx="937433" cy="914400"/>
            </a:xfrm>
            <a:custGeom>
              <a:avLst/>
              <a:pathLst>
                <a:path w="937433" h="914400">
                  <a:moveTo>
                    <a:pt x="914400" y="914400"/>
                  </a:moveTo>
                  <a:lnTo>
                    <a:pt x="916116" y="911021"/>
                  </a:lnTo>
                  <a:lnTo>
                    <a:pt x="925945" y="905001"/>
                  </a:lnTo>
                  <a:lnTo>
                    <a:pt x="933168" y="901628"/>
                  </a:lnTo>
                  <a:lnTo>
                    <a:pt x="937433" y="901699"/>
                  </a:lnTo>
                  <a:lnTo>
                    <a:pt x="930488" y="909078"/>
                  </a:lnTo>
                  <a:lnTo>
                    <a:pt x="921599" y="91361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3055844" y="3027270"/>
              <a:ext cx="924035" cy="936446"/>
            </a:xfrm>
            <a:custGeom>
              <a:avLst/>
              <a:pathLst>
                <a:path w="924035" h="936446">
                  <a:moveTo>
                    <a:pt x="914400" y="914399"/>
                  </a:moveTo>
                  <a:lnTo>
                    <a:pt x="906550" y="920538"/>
                  </a:lnTo>
                  <a:lnTo>
                    <a:pt x="912254" y="924919"/>
                  </a:lnTo>
                  <a:lnTo>
                    <a:pt x="917628" y="915393"/>
                  </a:lnTo>
                  <a:lnTo>
                    <a:pt x="921893" y="923133"/>
                  </a:lnTo>
                  <a:lnTo>
                    <a:pt x="924035" y="936446"/>
                  </a:lnTo>
                  <a:lnTo>
                    <a:pt x="899808" y="936446"/>
                  </a:lnTo>
                  <a:lnTo>
                    <a:pt x="898871" y="932517"/>
                  </a:lnTo>
                  <a:lnTo>
                    <a:pt x="893976" y="927599"/>
                  </a:lnTo>
                  <a:lnTo>
                    <a:pt x="887179" y="915055"/>
                  </a:lnTo>
                  <a:lnTo>
                    <a:pt x="891127" y="911819"/>
                  </a:lnTo>
                  <a:lnTo>
                    <a:pt x="896389" y="912898"/>
                  </a:lnTo>
                  <a:lnTo>
                    <a:pt x="899084" y="911387"/>
                  </a:lnTo>
                  <a:lnTo>
                    <a:pt x="906380" y="910180"/>
                  </a:lnTo>
                  <a:lnTo>
                    <a:pt x="910811" y="908465"/>
                  </a:lnTo>
                  <a:lnTo>
                    <a:pt x="914276" y="91217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3088289" y="2864871"/>
              <a:ext cx="930883" cy="914400"/>
            </a:xfrm>
            <a:custGeom>
              <a:avLst/>
              <a:pathLst>
                <a:path w="930883" h="914400">
                  <a:moveTo>
                    <a:pt x="914400" y="914400"/>
                  </a:moveTo>
                  <a:lnTo>
                    <a:pt x="907525" y="904654"/>
                  </a:lnTo>
                  <a:lnTo>
                    <a:pt x="901988" y="901822"/>
                  </a:lnTo>
                  <a:lnTo>
                    <a:pt x="910637" y="894933"/>
                  </a:lnTo>
                  <a:lnTo>
                    <a:pt x="914372" y="889013"/>
                  </a:lnTo>
                  <a:lnTo>
                    <a:pt x="914295" y="876098"/>
                  </a:lnTo>
                  <a:lnTo>
                    <a:pt x="916406" y="869023"/>
                  </a:lnTo>
                  <a:lnTo>
                    <a:pt x="915691" y="862899"/>
                  </a:lnTo>
                  <a:lnTo>
                    <a:pt x="917597" y="856646"/>
                  </a:lnTo>
                  <a:lnTo>
                    <a:pt x="915018" y="849623"/>
                  </a:lnTo>
                  <a:lnTo>
                    <a:pt x="907788" y="844055"/>
                  </a:lnTo>
                  <a:lnTo>
                    <a:pt x="893481" y="821903"/>
                  </a:lnTo>
                  <a:lnTo>
                    <a:pt x="870881" y="816525"/>
                  </a:lnTo>
                  <a:lnTo>
                    <a:pt x="859181" y="816301"/>
                  </a:lnTo>
                  <a:lnTo>
                    <a:pt x="865611" y="812747"/>
                  </a:lnTo>
                  <a:lnTo>
                    <a:pt x="871550" y="813180"/>
                  </a:lnTo>
                  <a:lnTo>
                    <a:pt x="880691" y="815294"/>
                  </a:lnTo>
                  <a:lnTo>
                    <a:pt x="891637" y="816316"/>
                  </a:lnTo>
                  <a:lnTo>
                    <a:pt x="898326" y="822835"/>
                  </a:lnTo>
                  <a:lnTo>
                    <a:pt x="904714" y="831478"/>
                  </a:lnTo>
                  <a:lnTo>
                    <a:pt x="910483" y="834975"/>
                  </a:lnTo>
                  <a:lnTo>
                    <a:pt x="912857" y="837198"/>
                  </a:lnTo>
                  <a:lnTo>
                    <a:pt x="912590" y="839707"/>
                  </a:lnTo>
                  <a:lnTo>
                    <a:pt x="913549" y="842064"/>
                  </a:lnTo>
                  <a:lnTo>
                    <a:pt x="921077" y="846107"/>
                  </a:lnTo>
                  <a:lnTo>
                    <a:pt x="928659" y="852636"/>
                  </a:lnTo>
                  <a:lnTo>
                    <a:pt x="930883" y="871779"/>
                  </a:lnTo>
                  <a:lnTo>
                    <a:pt x="920667" y="880840"/>
                  </a:lnTo>
                  <a:lnTo>
                    <a:pt x="918788" y="908560"/>
                  </a:lnTo>
                  <a:lnTo>
                    <a:pt x="916047" y="91354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3048726" y="2992262"/>
              <a:ext cx="915266" cy="943483"/>
            </a:xfrm>
            <a:custGeom>
              <a:avLst/>
              <a:pathLst>
                <a:path w="915266" h="943483">
                  <a:moveTo>
                    <a:pt x="914400" y="914400"/>
                  </a:moveTo>
                  <a:lnTo>
                    <a:pt x="915266" y="923213"/>
                  </a:lnTo>
                  <a:lnTo>
                    <a:pt x="914465" y="926354"/>
                  </a:lnTo>
                  <a:lnTo>
                    <a:pt x="905897" y="932246"/>
                  </a:lnTo>
                  <a:lnTo>
                    <a:pt x="903697" y="935539"/>
                  </a:lnTo>
                  <a:lnTo>
                    <a:pt x="895620" y="938860"/>
                  </a:lnTo>
                  <a:lnTo>
                    <a:pt x="890732" y="943483"/>
                  </a:lnTo>
                  <a:lnTo>
                    <a:pt x="888285" y="935971"/>
                  </a:lnTo>
                  <a:lnTo>
                    <a:pt x="883541" y="931329"/>
                  </a:lnTo>
                  <a:lnTo>
                    <a:pt x="882744" y="923437"/>
                  </a:lnTo>
                  <a:lnTo>
                    <a:pt x="879117" y="926102"/>
                  </a:lnTo>
                  <a:lnTo>
                    <a:pt x="873890" y="924477"/>
                  </a:lnTo>
                  <a:lnTo>
                    <a:pt x="865267" y="918500"/>
                  </a:lnTo>
                  <a:lnTo>
                    <a:pt x="859819" y="910385"/>
                  </a:lnTo>
                  <a:lnTo>
                    <a:pt x="867452" y="908978"/>
                  </a:lnTo>
                  <a:lnTo>
                    <a:pt x="869029" y="914019"/>
                  </a:lnTo>
                  <a:lnTo>
                    <a:pt x="875069" y="907833"/>
                  </a:lnTo>
                  <a:lnTo>
                    <a:pt x="873696" y="904574"/>
                  </a:lnTo>
                  <a:lnTo>
                    <a:pt x="872606" y="904155"/>
                  </a:lnTo>
                  <a:lnTo>
                    <a:pt x="870626" y="898093"/>
                  </a:lnTo>
                  <a:lnTo>
                    <a:pt x="879713" y="882213"/>
                  </a:lnTo>
                  <a:lnTo>
                    <a:pt x="881673" y="871969"/>
                  </a:lnTo>
                  <a:lnTo>
                    <a:pt x="877551" y="855534"/>
                  </a:lnTo>
                  <a:lnTo>
                    <a:pt x="881399" y="854455"/>
                  </a:lnTo>
                  <a:lnTo>
                    <a:pt x="891653" y="860219"/>
                  </a:lnTo>
                  <a:lnTo>
                    <a:pt x="896246" y="865892"/>
                  </a:lnTo>
                  <a:lnTo>
                    <a:pt x="896397" y="873680"/>
                  </a:lnTo>
                  <a:lnTo>
                    <a:pt x="900708" y="879709"/>
                  </a:lnTo>
                  <a:lnTo>
                    <a:pt x="906949" y="894154"/>
                  </a:lnTo>
                  <a:lnTo>
                    <a:pt x="914573" y="90261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2999180" y="2786781"/>
              <a:ext cx="949976" cy="933595"/>
            </a:xfrm>
            <a:custGeom>
              <a:avLst/>
              <a:pathLst>
                <a:path w="949976" h="933595">
                  <a:moveTo>
                    <a:pt x="914399" y="914400"/>
                  </a:moveTo>
                  <a:lnTo>
                    <a:pt x="919538" y="913986"/>
                  </a:lnTo>
                  <a:lnTo>
                    <a:pt x="922620" y="911995"/>
                  </a:lnTo>
                  <a:lnTo>
                    <a:pt x="936814" y="912808"/>
                  </a:lnTo>
                  <a:lnTo>
                    <a:pt x="948274" y="909895"/>
                  </a:lnTo>
                  <a:lnTo>
                    <a:pt x="949976" y="915065"/>
                  </a:lnTo>
                  <a:lnTo>
                    <a:pt x="949686" y="917764"/>
                  </a:lnTo>
                  <a:lnTo>
                    <a:pt x="925315" y="920296"/>
                  </a:lnTo>
                  <a:lnTo>
                    <a:pt x="902958" y="927884"/>
                  </a:lnTo>
                  <a:lnTo>
                    <a:pt x="890705" y="933025"/>
                  </a:lnTo>
                  <a:lnTo>
                    <a:pt x="884948" y="933595"/>
                  </a:lnTo>
                  <a:lnTo>
                    <a:pt x="880548" y="930892"/>
                  </a:lnTo>
                  <a:lnTo>
                    <a:pt x="865785" y="915221"/>
                  </a:lnTo>
                  <a:lnTo>
                    <a:pt x="869733" y="916785"/>
                  </a:lnTo>
                  <a:lnTo>
                    <a:pt x="880641" y="925641"/>
                  </a:lnTo>
                  <a:lnTo>
                    <a:pt x="887415" y="924026"/>
                  </a:lnTo>
                  <a:lnTo>
                    <a:pt x="893690" y="918172"/>
                  </a:lnTo>
                  <a:lnTo>
                    <a:pt x="894649" y="913749"/>
                  </a:lnTo>
                  <a:lnTo>
                    <a:pt x="893713" y="911653"/>
                  </a:lnTo>
                  <a:lnTo>
                    <a:pt x="896552" y="904669"/>
                  </a:lnTo>
                  <a:lnTo>
                    <a:pt x="904807" y="91137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3071338" y="2952677"/>
              <a:ext cx="929553" cy="914400"/>
            </a:xfrm>
            <a:custGeom>
              <a:avLst/>
              <a:pathLst>
                <a:path w="929553" h="914400">
                  <a:moveTo>
                    <a:pt x="914400" y="914400"/>
                  </a:moveTo>
                  <a:lnTo>
                    <a:pt x="908008" y="912409"/>
                  </a:lnTo>
                  <a:lnTo>
                    <a:pt x="906369" y="910807"/>
                  </a:lnTo>
                  <a:lnTo>
                    <a:pt x="909106" y="908118"/>
                  </a:lnTo>
                  <a:lnTo>
                    <a:pt x="915130" y="905875"/>
                  </a:lnTo>
                  <a:lnTo>
                    <a:pt x="924804" y="905652"/>
                  </a:lnTo>
                  <a:lnTo>
                    <a:pt x="929042" y="908303"/>
                  </a:lnTo>
                  <a:lnTo>
                    <a:pt x="929553" y="909463"/>
                  </a:lnTo>
                  <a:lnTo>
                    <a:pt x="923343" y="91238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3307415" y="3049317"/>
              <a:ext cx="918342" cy="914400"/>
            </a:xfrm>
            <a:custGeom>
              <a:avLst/>
              <a:pathLst>
                <a:path w="918342" h="914400">
                  <a:moveTo>
                    <a:pt x="914400" y="914400"/>
                  </a:moveTo>
                  <a:lnTo>
                    <a:pt x="909156" y="914400"/>
                  </a:lnTo>
                  <a:lnTo>
                    <a:pt x="910624" y="904174"/>
                  </a:lnTo>
                  <a:lnTo>
                    <a:pt x="914970" y="902074"/>
                  </a:lnTo>
                  <a:lnTo>
                    <a:pt x="916675" y="902188"/>
                  </a:lnTo>
                  <a:lnTo>
                    <a:pt x="918342" y="90777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3148645" y="2915554"/>
              <a:ext cx="943642" cy="984968"/>
            </a:xfrm>
            <a:custGeom>
              <a:avLst/>
              <a:pathLst>
                <a:path w="943642" h="984968">
                  <a:moveTo>
                    <a:pt x="914400" y="914399"/>
                  </a:moveTo>
                  <a:lnTo>
                    <a:pt x="925520" y="918543"/>
                  </a:lnTo>
                  <a:lnTo>
                    <a:pt x="937541" y="932284"/>
                  </a:lnTo>
                  <a:lnTo>
                    <a:pt x="942718" y="937178"/>
                  </a:lnTo>
                  <a:lnTo>
                    <a:pt x="943642" y="941635"/>
                  </a:lnTo>
                  <a:lnTo>
                    <a:pt x="941616" y="961980"/>
                  </a:lnTo>
                  <a:lnTo>
                    <a:pt x="938913" y="974230"/>
                  </a:lnTo>
                  <a:lnTo>
                    <a:pt x="939319" y="984968"/>
                  </a:lnTo>
                  <a:lnTo>
                    <a:pt x="936497" y="981789"/>
                  </a:lnTo>
                  <a:lnTo>
                    <a:pt x="933643" y="974757"/>
                  </a:lnTo>
                  <a:lnTo>
                    <a:pt x="928965" y="970713"/>
                  </a:lnTo>
                  <a:lnTo>
                    <a:pt x="927407" y="968594"/>
                  </a:lnTo>
                  <a:lnTo>
                    <a:pt x="935816" y="968129"/>
                  </a:lnTo>
                  <a:lnTo>
                    <a:pt x="936563" y="957058"/>
                  </a:lnTo>
                  <a:lnTo>
                    <a:pt x="940665" y="948325"/>
                  </a:lnTo>
                  <a:lnTo>
                    <a:pt x="940042" y="939240"/>
                  </a:lnTo>
                  <a:lnTo>
                    <a:pt x="930229" y="929238"/>
                  </a:lnTo>
                  <a:lnTo>
                    <a:pt x="923501" y="920434"/>
                  </a:lnTo>
                  <a:lnTo>
                    <a:pt x="913158" y="917616"/>
                  </a:lnTo>
                  <a:lnTo>
                    <a:pt x="903592" y="908850"/>
                  </a:lnTo>
                  <a:lnTo>
                    <a:pt x="897885" y="907771"/>
                  </a:lnTo>
                  <a:lnTo>
                    <a:pt x="890926" y="909315"/>
                  </a:lnTo>
                  <a:lnTo>
                    <a:pt x="893439" y="904089"/>
                  </a:lnTo>
                  <a:lnTo>
                    <a:pt x="895179" y="897176"/>
                  </a:lnTo>
                  <a:lnTo>
                    <a:pt x="896455" y="895883"/>
                  </a:lnTo>
                  <a:lnTo>
                    <a:pt x="901365" y="90342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3242282" y="3034801"/>
              <a:ext cx="914399" cy="915383"/>
            </a:xfrm>
            <a:custGeom>
              <a:avLst/>
              <a:pathLst>
                <a:path w="914399" h="915383">
                  <a:moveTo>
                    <a:pt x="914399" y="914400"/>
                  </a:moveTo>
                  <a:lnTo>
                    <a:pt x="909095" y="913397"/>
                  </a:lnTo>
                  <a:lnTo>
                    <a:pt x="901265" y="915331"/>
                  </a:lnTo>
                  <a:lnTo>
                    <a:pt x="898446" y="915383"/>
                  </a:lnTo>
                  <a:lnTo>
                    <a:pt x="900202" y="911995"/>
                  </a:lnTo>
                  <a:lnTo>
                    <a:pt x="905638" y="907415"/>
                  </a:lnTo>
                  <a:lnTo>
                    <a:pt x="905912" y="903053"/>
                  </a:lnTo>
                  <a:lnTo>
                    <a:pt x="899185" y="896762"/>
                  </a:lnTo>
                  <a:lnTo>
                    <a:pt x="891355" y="881111"/>
                  </a:lnTo>
                  <a:lnTo>
                    <a:pt x="887689" y="877400"/>
                  </a:lnTo>
                  <a:lnTo>
                    <a:pt x="885949" y="871518"/>
                  </a:lnTo>
                  <a:lnTo>
                    <a:pt x="879380" y="865208"/>
                  </a:lnTo>
                  <a:lnTo>
                    <a:pt x="880753" y="861834"/>
                  </a:lnTo>
                  <a:lnTo>
                    <a:pt x="882102" y="861041"/>
                  </a:lnTo>
                  <a:lnTo>
                    <a:pt x="886545" y="862661"/>
                  </a:lnTo>
                  <a:lnTo>
                    <a:pt x="896606" y="885173"/>
                  </a:lnTo>
                  <a:lnTo>
                    <a:pt x="897263" y="887331"/>
                  </a:lnTo>
                  <a:lnTo>
                    <a:pt x="913874" y="90945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t3925"/>
            <p:cNvSpPr/>
            <p:nvPr/>
          </p:nvSpPr>
          <p:spPr>
            <a:xfrm>
              <a:off x="4288681" y="2263608"/>
              <a:ext cx="63202" cy="63202"/>
            </a:xfrm>
            <a:prstGeom prst="ellipse">
              <a:avLst/>
            </a:prstGeom>
            <a:solidFill>
              <a:srgbClr val="3A75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t3926"/>
            <p:cNvSpPr/>
            <p:nvPr/>
          </p:nvSpPr>
          <p:spPr>
            <a:xfrm>
              <a:off x="2698437" y="3363343"/>
              <a:ext cx="63202" cy="63202"/>
            </a:xfrm>
            <a:prstGeom prst="ellipse">
              <a:avLst/>
            </a:prstGeom>
            <a:solidFill>
              <a:srgbClr val="3B70A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t3927"/>
            <p:cNvSpPr/>
            <p:nvPr/>
          </p:nvSpPr>
          <p:spPr>
            <a:xfrm>
              <a:off x="4096401" y="2607092"/>
              <a:ext cx="63202" cy="63202"/>
            </a:xfrm>
            <a:prstGeom prst="ellipse">
              <a:avLst/>
            </a:prstGeom>
            <a:solidFill>
              <a:srgbClr val="3A599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t3928"/>
            <p:cNvSpPr/>
            <p:nvPr/>
          </p:nvSpPr>
          <p:spPr>
            <a:xfrm>
              <a:off x="3094338" y="3311985"/>
              <a:ext cx="63202" cy="63202"/>
            </a:xfrm>
            <a:prstGeom prst="ellipse">
              <a:avLst/>
            </a:prstGeom>
            <a:solidFill>
              <a:srgbClr val="3A7AA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t3929"/>
            <p:cNvSpPr/>
            <p:nvPr/>
          </p:nvSpPr>
          <p:spPr>
            <a:xfrm>
              <a:off x="4155864" y="2465314"/>
              <a:ext cx="63202" cy="63202"/>
            </a:xfrm>
            <a:prstGeom prst="ellipse">
              <a:avLst/>
            </a:prstGeom>
            <a:solidFill>
              <a:srgbClr val="389B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t3930"/>
            <p:cNvSpPr/>
            <p:nvPr/>
          </p:nvSpPr>
          <p:spPr>
            <a:xfrm>
              <a:off x="2959656" y="3404347"/>
              <a:ext cx="63202" cy="63202"/>
            </a:xfrm>
            <a:prstGeom prst="ellipse">
              <a:avLst/>
            </a:prstGeom>
            <a:solidFill>
              <a:srgbClr val="3690A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t3931"/>
            <p:cNvSpPr/>
            <p:nvPr/>
          </p:nvSpPr>
          <p:spPr>
            <a:xfrm>
              <a:off x="4431049" y="2223464"/>
              <a:ext cx="63202" cy="63202"/>
            </a:xfrm>
            <a:prstGeom prst="ellipse">
              <a:avLst/>
            </a:prstGeom>
            <a:solidFill>
              <a:srgbClr val="3B3B6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t3932"/>
            <p:cNvSpPr/>
            <p:nvPr/>
          </p:nvSpPr>
          <p:spPr>
            <a:xfrm>
              <a:off x="3373790" y="3377872"/>
              <a:ext cx="63202" cy="63202"/>
            </a:xfrm>
            <a:prstGeom prst="ellipse">
              <a:avLst/>
            </a:prstGeom>
            <a:solidFill>
              <a:srgbClr val="3B508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t3933"/>
            <p:cNvSpPr/>
            <p:nvPr/>
          </p:nvSpPr>
          <p:spPr>
            <a:xfrm>
              <a:off x="3916021" y="2963042"/>
              <a:ext cx="63202" cy="63202"/>
            </a:xfrm>
            <a:prstGeom prst="ellipse">
              <a:avLst/>
            </a:prstGeom>
            <a:solidFill>
              <a:srgbClr val="3B528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t3934"/>
            <p:cNvSpPr/>
            <p:nvPr/>
          </p:nvSpPr>
          <p:spPr>
            <a:xfrm>
              <a:off x="3680028" y="3151966"/>
              <a:ext cx="63202" cy="63202"/>
            </a:xfrm>
            <a:prstGeom prst="ellipse">
              <a:avLst/>
            </a:prstGeom>
            <a:solidFill>
              <a:srgbClr val="35274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t3935"/>
            <p:cNvSpPr/>
            <p:nvPr/>
          </p:nvSpPr>
          <p:spPr>
            <a:xfrm>
              <a:off x="3761144" y="3080434"/>
              <a:ext cx="63202" cy="63202"/>
            </a:xfrm>
            <a:prstGeom prst="ellipse">
              <a:avLst/>
            </a:prstGeom>
            <a:solidFill>
              <a:srgbClr val="395B9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t3936"/>
            <p:cNvSpPr/>
            <p:nvPr/>
          </p:nvSpPr>
          <p:spPr>
            <a:xfrm>
              <a:off x="4108041" y="2430173"/>
              <a:ext cx="63202" cy="63202"/>
            </a:xfrm>
            <a:prstGeom prst="ellipse">
              <a:avLst/>
            </a:prstGeom>
            <a:solidFill>
              <a:srgbClr val="56BF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t3937"/>
            <p:cNvSpPr/>
            <p:nvPr/>
          </p:nvSpPr>
          <p:spPr>
            <a:xfrm>
              <a:off x="3339627" y="3378512"/>
              <a:ext cx="63202" cy="63202"/>
            </a:xfrm>
            <a:prstGeom prst="ellipse">
              <a:avLst/>
            </a:prstGeom>
            <a:solidFill>
              <a:srgbClr val="3B508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t3938"/>
            <p:cNvSpPr/>
            <p:nvPr/>
          </p:nvSpPr>
          <p:spPr>
            <a:xfrm>
              <a:off x="3000955" y="3382922"/>
              <a:ext cx="63202" cy="63202"/>
            </a:xfrm>
            <a:prstGeom prst="ellipse">
              <a:avLst/>
            </a:prstGeom>
            <a:solidFill>
              <a:srgbClr val="3C9F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t3939"/>
            <p:cNvSpPr/>
            <p:nvPr/>
          </p:nvSpPr>
          <p:spPr>
            <a:xfrm>
              <a:off x="3992448" y="2536996"/>
              <a:ext cx="63202" cy="63202"/>
            </a:xfrm>
            <a:prstGeom prst="ellipse">
              <a:avLst/>
            </a:prstGeom>
            <a:solidFill>
              <a:srgbClr val="57C0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t3940"/>
            <p:cNvSpPr/>
            <p:nvPr/>
          </p:nvSpPr>
          <p:spPr>
            <a:xfrm>
              <a:off x="3645096" y="3206819"/>
              <a:ext cx="63202" cy="63202"/>
            </a:xfrm>
            <a:prstGeom prst="ellipse">
              <a:avLst/>
            </a:prstGeom>
            <a:solidFill>
              <a:srgbClr val="3B538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t3941"/>
            <p:cNvSpPr/>
            <p:nvPr/>
          </p:nvSpPr>
          <p:spPr>
            <a:xfrm>
              <a:off x="2825987" y="3404738"/>
              <a:ext cx="63202" cy="63202"/>
            </a:xfrm>
            <a:prstGeom prst="ellipse">
              <a:avLst/>
            </a:prstGeom>
            <a:solidFill>
              <a:srgbClr val="399B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t3942"/>
            <p:cNvSpPr/>
            <p:nvPr/>
          </p:nvSpPr>
          <p:spPr>
            <a:xfrm>
              <a:off x="3827331" y="3005387"/>
              <a:ext cx="63202" cy="63202"/>
            </a:xfrm>
            <a:prstGeom prst="ellipse">
              <a:avLst/>
            </a:prstGeom>
            <a:solidFill>
              <a:srgbClr val="3C487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t3943"/>
            <p:cNvSpPr/>
            <p:nvPr/>
          </p:nvSpPr>
          <p:spPr>
            <a:xfrm>
              <a:off x="4551616" y="2002339"/>
              <a:ext cx="63202" cy="63202"/>
            </a:xfrm>
            <a:prstGeom prst="ellipse">
              <a:avLst/>
            </a:prstGeom>
            <a:solidFill>
              <a:srgbClr val="3A579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t3944"/>
            <p:cNvSpPr/>
            <p:nvPr/>
          </p:nvSpPr>
          <p:spPr>
            <a:xfrm>
              <a:off x="2650913" y="3369181"/>
              <a:ext cx="63202" cy="63202"/>
            </a:xfrm>
            <a:prstGeom prst="ellipse">
              <a:avLst/>
            </a:prstGeom>
            <a:solidFill>
              <a:srgbClr val="3A6A9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t3945"/>
            <p:cNvSpPr/>
            <p:nvPr/>
          </p:nvSpPr>
          <p:spPr>
            <a:xfrm>
              <a:off x="4868742" y="2004176"/>
              <a:ext cx="63202" cy="63202"/>
            </a:xfrm>
            <a:prstGeom prst="ellipse">
              <a:avLst/>
            </a:prstGeom>
            <a:solidFill>
              <a:srgbClr val="39619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t3946"/>
            <p:cNvSpPr/>
            <p:nvPr/>
          </p:nvSpPr>
          <p:spPr>
            <a:xfrm>
              <a:off x="3650433" y="3210297"/>
              <a:ext cx="63202" cy="63202"/>
            </a:xfrm>
            <a:prstGeom prst="ellipse">
              <a:avLst/>
            </a:prstGeom>
            <a:solidFill>
              <a:srgbClr val="3B508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t3947"/>
            <p:cNvSpPr/>
            <p:nvPr/>
          </p:nvSpPr>
          <p:spPr>
            <a:xfrm>
              <a:off x="4478665" y="2107397"/>
              <a:ext cx="63202" cy="63202"/>
            </a:xfrm>
            <a:prstGeom prst="ellipse">
              <a:avLst/>
            </a:prstGeom>
            <a:solidFill>
              <a:srgbClr val="39609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t3948"/>
            <p:cNvSpPr/>
            <p:nvPr/>
          </p:nvSpPr>
          <p:spPr>
            <a:xfrm>
              <a:off x="3672133" y="3154619"/>
              <a:ext cx="63202" cy="63202"/>
            </a:xfrm>
            <a:prstGeom prst="ellipse">
              <a:avLst/>
            </a:prstGeom>
            <a:solidFill>
              <a:srgbClr val="395E9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t3949"/>
            <p:cNvSpPr/>
            <p:nvPr/>
          </p:nvSpPr>
          <p:spPr>
            <a:xfrm>
              <a:off x="2468368" y="3475384"/>
              <a:ext cx="63202" cy="63202"/>
            </a:xfrm>
            <a:prstGeom prst="ellipse">
              <a:avLst/>
            </a:prstGeom>
            <a:solidFill>
              <a:srgbClr val="3B70A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t3950"/>
            <p:cNvSpPr/>
            <p:nvPr/>
          </p:nvSpPr>
          <p:spPr>
            <a:xfrm>
              <a:off x="3922214" y="2945376"/>
              <a:ext cx="63202" cy="63202"/>
            </a:xfrm>
            <a:prstGeom prst="ellipse">
              <a:avLst/>
            </a:prstGeom>
            <a:solidFill>
              <a:srgbClr val="2F234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t3951"/>
            <p:cNvSpPr/>
            <p:nvPr/>
          </p:nvSpPr>
          <p:spPr>
            <a:xfrm>
              <a:off x="2363853" y="3507593"/>
              <a:ext cx="117405" cy="117405"/>
            </a:xfrm>
            <a:prstGeom prst="ellipse">
              <a:avLst/>
            </a:prstGeom>
            <a:solidFill>
              <a:srgbClr val="3B559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t3952"/>
            <p:cNvSpPr/>
            <p:nvPr/>
          </p:nvSpPr>
          <p:spPr>
            <a:xfrm>
              <a:off x="2861131" y="3394221"/>
              <a:ext cx="117405" cy="117405"/>
            </a:xfrm>
            <a:prstGeom prst="ellipse">
              <a:avLst/>
            </a:prstGeom>
            <a:solidFill>
              <a:srgbClr val="379A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t3953"/>
            <p:cNvSpPr/>
            <p:nvPr/>
          </p:nvSpPr>
          <p:spPr>
            <a:xfrm>
              <a:off x="3611984" y="3278229"/>
              <a:ext cx="117405" cy="117405"/>
            </a:xfrm>
            <a:prstGeom prst="ellipse">
              <a:avLst/>
            </a:prstGeom>
            <a:solidFill>
              <a:srgbClr val="3A315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t3954"/>
            <p:cNvSpPr/>
            <p:nvPr/>
          </p:nvSpPr>
          <p:spPr>
            <a:xfrm>
              <a:off x="4445606" y="2051038"/>
              <a:ext cx="117405" cy="117405"/>
            </a:xfrm>
            <a:prstGeom prst="ellipse">
              <a:avLst/>
            </a:prstGeom>
            <a:solidFill>
              <a:srgbClr val="3B538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t3955"/>
            <p:cNvSpPr/>
            <p:nvPr/>
          </p:nvSpPr>
          <p:spPr>
            <a:xfrm>
              <a:off x="4553443" y="1960190"/>
              <a:ext cx="117405" cy="117405"/>
            </a:xfrm>
            <a:prstGeom prst="ellipse">
              <a:avLst/>
            </a:prstGeom>
            <a:solidFill>
              <a:srgbClr val="3B396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l3956"/>
            <p:cNvSpPr/>
            <p:nvPr/>
          </p:nvSpPr>
          <p:spPr>
            <a:xfrm>
              <a:off x="2801787" y="3224714"/>
              <a:ext cx="111820" cy="216173"/>
            </a:xfrm>
            <a:custGeom>
              <a:avLst/>
              <a:pathLst>
                <a:path w="111820" h="216173">
                  <a:moveTo>
                    <a:pt x="0" y="0"/>
                  </a:moveTo>
                  <a:lnTo>
                    <a:pt x="111820" y="216173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l3957"/>
            <p:cNvSpPr/>
            <p:nvPr/>
          </p:nvSpPr>
          <p:spPr>
            <a:xfrm>
              <a:off x="4532887" y="1910317"/>
              <a:ext cx="71269" cy="97630"/>
            </a:xfrm>
            <a:custGeom>
              <a:avLst/>
              <a:pathLst>
                <a:path w="71269" h="97630">
                  <a:moveTo>
                    <a:pt x="0" y="0"/>
                  </a:moveTo>
                  <a:lnTo>
                    <a:pt x="71269" y="97630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g3958"/>
            <p:cNvSpPr/>
            <p:nvPr/>
          </p:nvSpPr>
          <p:spPr>
            <a:xfrm>
              <a:off x="1940572" y="3315867"/>
              <a:ext cx="558515" cy="191749"/>
            </a:xfrm>
            <a:custGeom>
              <a:avLst/>
              <a:pathLst>
                <a:path w="558515" h="191749">
                  <a:moveTo>
                    <a:pt x="27432" y="191749"/>
                  </a:moveTo>
                  <a:lnTo>
                    <a:pt x="531083" y="191749"/>
                  </a:lnTo>
                  <a:lnTo>
                    <a:pt x="529978" y="191727"/>
                  </a:lnTo>
                  <a:lnTo>
                    <a:pt x="534390" y="191549"/>
                  </a:lnTo>
                  <a:lnTo>
                    <a:pt x="538715" y="190666"/>
                  </a:lnTo>
                  <a:lnTo>
                    <a:pt x="542843" y="189101"/>
                  </a:lnTo>
                  <a:lnTo>
                    <a:pt x="546666" y="186893"/>
                  </a:lnTo>
                  <a:lnTo>
                    <a:pt x="550086" y="184101"/>
                  </a:lnTo>
                  <a:lnTo>
                    <a:pt x="553013" y="180797"/>
                  </a:lnTo>
                  <a:lnTo>
                    <a:pt x="555373" y="177065"/>
                  </a:lnTo>
                  <a:lnTo>
                    <a:pt x="557103" y="173004"/>
                  </a:lnTo>
                  <a:lnTo>
                    <a:pt x="558160" y="168718"/>
                  </a:lnTo>
                  <a:lnTo>
                    <a:pt x="558515" y="164317"/>
                  </a:lnTo>
                  <a:lnTo>
                    <a:pt x="558515" y="27431"/>
                  </a:lnTo>
                  <a:lnTo>
                    <a:pt x="558160" y="23031"/>
                  </a:lnTo>
                  <a:lnTo>
                    <a:pt x="557103" y="18745"/>
                  </a:lnTo>
                  <a:lnTo>
                    <a:pt x="555373" y="14683"/>
                  </a:lnTo>
                  <a:lnTo>
                    <a:pt x="553013" y="10952"/>
                  </a:lnTo>
                  <a:lnTo>
                    <a:pt x="550086" y="7647"/>
                  </a:lnTo>
                  <a:lnTo>
                    <a:pt x="546666" y="4855"/>
                  </a:lnTo>
                  <a:lnTo>
                    <a:pt x="542843" y="2648"/>
                  </a:lnTo>
                  <a:lnTo>
                    <a:pt x="538715" y="1083"/>
                  </a:lnTo>
                  <a:lnTo>
                    <a:pt x="534390" y="200"/>
                  </a:lnTo>
                  <a:lnTo>
                    <a:pt x="531083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tx3959"/>
            <p:cNvSpPr/>
            <p:nvPr/>
          </p:nvSpPr>
          <p:spPr>
            <a:xfrm>
              <a:off x="1986292" y="3361587"/>
              <a:ext cx="46707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W1_TX</a:t>
              </a:r>
            </a:p>
          </p:txBody>
        </p:sp>
        <p:sp>
          <p:nvSpPr>
            <p:cNvPr id="3960" name="pg3960"/>
            <p:cNvSpPr/>
            <p:nvPr/>
          </p:nvSpPr>
          <p:spPr>
            <a:xfrm>
              <a:off x="2515555" y="3032964"/>
              <a:ext cx="550834" cy="191749"/>
            </a:xfrm>
            <a:custGeom>
              <a:avLst/>
              <a:pathLst>
                <a:path w="550834" h="191749">
                  <a:moveTo>
                    <a:pt x="27432" y="191749"/>
                  </a:moveTo>
                  <a:lnTo>
                    <a:pt x="523402" y="191749"/>
                  </a:lnTo>
                  <a:lnTo>
                    <a:pt x="522297" y="191727"/>
                  </a:lnTo>
                  <a:lnTo>
                    <a:pt x="526709" y="191549"/>
                  </a:lnTo>
                  <a:lnTo>
                    <a:pt x="531034" y="190666"/>
                  </a:lnTo>
                  <a:lnTo>
                    <a:pt x="535162" y="189101"/>
                  </a:lnTo>
                  <a:lnTo>
                    <a:pt x="538985" y="186893"/>
                  </a:lnTo>
                  <a:lnTo>
                    <a:pt x="542405" y="184101"/>
                  </a:lnTo>
                  <a:lnTo>
                    <a:pt x="545332" y="180797"/>
                  </a:lnTo>
                  <a:lnTo>
                    <a:pt x="547692" y="177065"/>
                  </a:lnTo>
                  <a:lnTo>
                    <a:pt x="549422" y="173004"/>
                  </a:lnTo>
                  <a:lnTo>
                    <a:pt x="550479" y="168718"/>
                  </a:lnTo>
                  <a:lnTo>
                    <a:pt x="550834" y="164317"/>
                  </a:lnTo>
                  <a:lnTo>
                    <a:pt x="550834" y="27432"/>
                  </a:lnTo>
                  <a:lnTo>
                    <a:pt x="550479" y="23031"/>
                  </a:lnTo>
                  <a:lnTo>
                    <a:pt x="549422" y="18745"/>
                  </a:lnTo>
                  <a:lnTo>
                    <a:pt x="547692" y="14683"/>
                  </a:lnTo>
                  <a:lnTo>
                    <a:pt x="545332" y="10952"/>
                  </a:lnTo>
                  <a:lnTo>
                    <a:pt x="542405" y="7647"/>
                  </a:lnTo>
                  <a:lnTo>
                    <a:pt x="538985" y="4855"/>
                  </a:lnTo>
                  <a:lnTo>
                    <a:pt x="535162" y="2648"/>
                  </a:lnTo>
                  <a:lnTo>
                    <a:pt x="531034" y="1083"/>
                  </a:lnTo>
                  <a:lnTo>
                    <a:pt x="526709" y="200"/>
                  </a:lnTo>
                  <a:lnTo>
                    <a:pt x="523402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tx3961"/>
            <p:cNvSpPr/>
            <p:nvPr/>
          </p:nvSpPr>
          <p:spPr>
            <a:xfrm>
              <a:off x="2561275" y="3078684"/>
              <a:ext cx="459394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W2_LA</a:t>
              </a:r>
            </a:p>
          </p:txBody>
        </p:sp>
        <p:sp>
          <p:nvSpPr>
            <p:cNvPr id="3962" name="pg3962"/>
            <p:cNvSpPr/>
            <p:nvPr/>
          </p:nvSpPr>
          <p:spPr>
            <a:xfrm>
              <a:off x="3157727" y="3086375"/>
              <a:ext cx="542970" cy="191749"/>
            </a:xfrm>
            <a:custGeom>
              <a:avLst/>
              <a:pathLst>
                <a:path w="542970" h="191749">
                  <a:moveTo>
                    <a:pt x="27431" y="191749"/>
                  </a:moveTo>
                  <a:lnTo>
                    <a:pt x="515538" y="191749"/>
                  </a:lnTo>
                  <a:lnTo>
                    <a:pt x="514434" y="191727"/>
                  </a:lnTo>
                  <a:lnTo>
                    <a:pt x="518845" y="191549"/>
                  </a:lnTo>
                  <a:lnTo>
                    <a:pt x="523170" y="190666"/>
                  </a:lnTo>
                  <a:lnTo>
                    <a:pt x="527298" y="189101"/>
                  </a:lnTo>
                  <a:lnTo>
                    <a:pt x="531121" y="186893"/>
                  </a:lnTo>
                  <a:lnTo>
                    <a:pt x="534541" y="184101"/>
                  </a:lnTo>
                  <a:lnTo>
                    <a:pt x="537469" y="180797"/>
                  </a:lnTo>
                  <a:lnTo>
                    <a:pt x="539828" y="177065"/>
                  </a:lnTo>
                  <a:lnTo>
                    <a:pt x="541558" y="173004"/>
                  </a:lnTo>
                  <a:lnTo>
                    <a:pt x="542615" y="168718"/>
                  </a:lnTo>
                  <a:lnTo>
                    <a:pt x="542970" y="164317"/>
                  </a:lnTo>
                  <a:lnTo>
                    <a:pt x="542970" y="27432"/>
                  </a:lnTo>
                  <a:lnTo>
                    <a:pt x="542615" y="23031"/>
                  </a:lnTo>
                  <a:lnTo>
                    <a:pt x="541558" y="18745"/>
                  </a:lnTo>
                  <a:lnTo>
                    <a:pt x="539828" y="14683"/>
                  </a:lnTo>
                  <a:lnTo>
                    <a:pt x="537469" y="10952"/>
                  </a:lnTo>
                  <a:lnTo>
                    <a:pt x="534541" y="7647"/>
                  </a:lnTo>
                  <a:lnTo>
                    <a:pt x="531121" y="4855"/>
                  </a:lnTo>
                  <a:lnTo>
                    <a:pt x="527298" y="2648"/>
                  </a:lnTo>
                  <a:lnTo>
                    <a:pt x="523170" y="1083"/>
                  </a:lnTo>
                  <a:lnTo>
                    <a:pt x="518845" y="200"/>
                  </a:lnTo>
                  <a:lnTo>
                    <a:pt x="51553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tx3963"/>
            <p:cNvSpPr/>
            <p:nvPr/>
          </p:nvSpPr>
          <p:spPr>
            <a:xfrm>
              <a:off x="3203447" y="3132095"/>
              <a:ext cx="451530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W3_FL</a:t>
              </a:r>
            </a:p>
          </p:txBody>
        </p:sp>
        <p:sp>
          <p:nvSpPr>
            <p:cNvPr id="3964" name="pg3964"/>
            <p:cNvSpPr/>
            <p:nvPr/>
          </p:nvSpPr>
          <p:spPr>
            <a:xfrm>
              <a:off x="3859743" y="2001810"/>
              <a:ext cx="581741" cy="191749"/>
            </a:xfrm>
            <a:custGeom>
              <a:avLst/>
              <a:pathLst>
                <a:path w="581741" h="191749">
                  <a:moveTo>
                    <a:pt x="27431" y="191749"/>
                  </a:moveTo>
                  <a:lnTo>
                    <a:pt x="554309" y="191749"/>
                  </a:lnTo>
                  <a:lnTo>
                    <a:pt x="553204" y="191727"/>
                  </a:lnTo>
                  <a:lnTo>
                    <a:pt x="557615" y="191549"/>
                  </a:lnTo>
                  <a:lnTo>
                    <a:pt x="561941" y="190666"/>
                  </a:lnTo>
                  <a:lnTo>
                    <a:pt x="566069" y="189101"/>
                  </a:lnTo>
                  <a:lnTo>
                    <a:pt x="569892" y="186893"/>
                  </a:lnTo>
                  <a:lnTo>
                    <a:pt x="573312" y="184101"/>
                  </a:lnTo>
                  <a:lnTo>
                    <a:pt x="576239" y="180797"/>
                  </a:lnTo>
                  <a:lnTo>
                    <a:pt x="578599" y="177065"/>
                  </a:lnTo>
                  <a:lnTo>
                    <a:pt x="580329" y="173004"/>
                  </a:lnTo>
                  <a:lnTo>
                    <a:pt x="581386" y="168718"/>
                  </a:lnTo>
                  <a:lnTo>
                    <a:pt x="581741" y="164317"/>
                  </a:lnTo>
                  <a:lnTo>
                    <a:pt x="581741" y="27431"/>
                  </a:lnTo>
                  <a:lnTo>
                    <a:pt x="581386" y="23031"/>
                  </a:lnTo>
                  <a:lnTo>
                    <a:pt x="580329" y="18745"/>
                  </a:lnTo>
                  <a:lnTo>
                    <a:pt x="578599" y="14683"/>
                  </a:lnTo>
                  <a:lnTo>
                    <a:pt x="576239" y="10952"/>
                  </a:lnTo>
                  <a:lnTo>
                    <a:pt x="573312" y="7647"/>
                  </a:lnTo>
                  <a:lnTo>
                    <a:pt x="569892" y="4855"/>
                  </a:lnTo>
                  <a:lnTo>
                    <a:pt x="566069" y="2648"/>
                  </a:lnTo>
                  <a:lnTo>
                    <a:pt x="561941" y="1083"/>
                  </a:lnTo>
                  <a:lnTo>
                    <a:pt x="557615" y="200"/>
                  </a:lnTo>
                  <a:lnTo>
                    <a:pt x="55430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tx3965"/>
            <p:cNvSpPr/>
            <p:nvPr/>
          </p:nvSpPr>
          <p:spPr>
            <a:xfrm>
              <a:off x="3905463" y="2047530"/>
              <a:ext cx="49030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W5_NH</a:t>
              </a:r>
            </a:p>
          </p:txBody>
        </p:sp>
        <p:sp>
          <p:nvSpPr>
            <p:cNvPr id="3966" name="pg3966"/>
            <p:cNvSpPr/>
            <p:nvPr/>
          </p:nvSpPr>
          <p:spPr>
            <a:xfrm>
              <a:off x="4221208" y="1718568"/>
              <a:ext cx="589605" cy="191749"/>
            </a:xfrm>
            <a:custGeom>
              <a:avLst/>
              <a:pathLst>
                <a:path w="589605" h="191749">
                  <a:moveTo>
                    <a:pt x="27432" y="191749"/>
                  </a:moveTo>
                  <a:lnTo>
                    <a:pt x="562173" y="191749"/>
                  </a:lnTo>
                  <a:lnTo>
                    <a:pt x="561068" y="191727"/>
                  </a:lnTo>
                  <a:lnTo>
                    <a:pt x="565479" y="191549"/>
                  </a:lnTo>
                  <a:lnTo>
                    <a:pt x="569805" y="190666"/>
                  </a:lnTo>
                  <a:lnTo>
                    <a:pt x="573933" y="189101"/>
                  </a:lnTo>
                  <a:lnTo>
                    <a:pt x="577756" y="186893"/>
                  </a:lnTo>
                  <a:lnTo>
                    <a:pt x="581175" y="184101"/>
                  </a:lnTo>
                  <a:lnTo>
                    <a:pt x="584103" y="180797"/>
                  </a:lnTo>
                  <a:lnTo>
                    <a:pt x="586462" y="177065"/>
                  </a:lnTo>
                  <a:lnTo>
                    <a:pt x="588193" y="173004"/>
                  </a:lnTo>
                  <a:lnTo>
                    <a:pt x="589249" y="168718"/>
                  </a:lnTo>
                  <a:lnTo>
                    <a:pt x="589605" y="164317"/>
                  </a:lnTo>
                  <a:lnTo>
                    <a:pt x="589605" y="27432"/>
                  </a:lnTo>
                  <a:lnTo>
                    <a:pt x="589249" y="23031"/>
                  </a:lnTo>
                  <a:lnTo>
                    <a:pt x="588193" y="18745"/>
                  </a:lnTo>
                  <a:lnTo>
                    <a:pt x="586462" y="14683"/>
                  </a:lnTo>
                  <a:lnTo>
                    <a:pt x="584103" y="10952"/>
                  </a:lnTo>
                  <a:lnTo>
                    <a:pt x="581175" y="7647"/>
                  </a:lnTo>
                  <a:lnTo>
                    <a:pt x="577756" y="4855"/>
                  </a:lnTo>
                  <a:lnTo>
                    <a:pt x="573933" y="2648"/>
                  </a:lnTo>
                  <a:lnTo>
                    <a:pt x="569805" y="1083"/>
                  </a:lnTo>
                  <a:lnTo>
                    <a:pt x="565479" y="200"/>
                  </a:lnTo>
                  <a:lnTo>
                    <a:pt x="562173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tx3967"/>
            <p:cNvSpPr/>
            <p:nvPr/>
          </p:nvSpPr>
          <p:spPr>
            <a:xfrm>
              <a:off x="4266928" y="1764288"/>
              <a:ext cx="49816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W6_ME</a:t>
              </a:r>
            </a:p>
          </p:txBody>
        </p:sp>
        <p:sp>
          <p:nvSpPr>
            <p:cNvPr id="3968" name="rc3968"/>
            <p:cNvSpPr/>
            <p:nvPr/>
          </p:nvSpPr>
          <p:spPr>
            <a:xfrm>
              <a:off x="3954381" y="2412688"/>
              <a:ext cx="403353" cy="381414"/>
            </a:xfrm>
            <a:prstGeom prst="rect">
              <a:avLst/>
            </a:prstGeom>
            <a:noFill/>
            <a:ln w="13550" cap="flat">
              <a:solidFill>
                <a:srgbClr val="000000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969" name="pl3969"/>
            <p:cNvSpPr/>
            <p:nvPr/>
          </p:nvSpPr>
          <p:spPr>
            <a:xfrm>
              <a:off x="3198659" y="1720737"/>
              <a:ext cx="755722" cy="691950"/>
            </a:xfrm>
            <a:custGeom>
              <a:avLst/>
              <a:pathLst>
                <a:path w="755722" h="691950">
                  <a:moveTo>
                    <a:pt x="0" y="0"/>
                  </a:moveTo>
                  <a:lnTo>
                    <a:pt x="755722" y="69195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pl3970"/>
            <p:cNvSpPr/>
            <p:nvPr/>
          </p:nvSpPr>
          <p:spPr>
            <a:xfrm>
              <a:off x="3198659" y="2794102"/>
              <a:ext cx="755722" cy="40826"/>
            </a:xfrm>
            <a:custGeom>
              <a:avLst/>
              <a:pathLst>
                <a:path w="755722" h="40826">
                  <a:moveTo>
                    <a:pt x="0" y="40826"/>
                  </a:moveTo>
                  <a:lnTo>
                    <a:pt x="755722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rc3971"/>
            <p:cNvSpPr/>
            <p:nvPr/>
          </p:nvSpPr>
          <p:spPr>
            <a:xfrm>
              <a:off x="1894852" y="1581921"/>
              <a:ext cx="3248917" cy="2518749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tx3972"/>
            <p:cNvSpPr/>
            <p:nvPr/>
          </p:nvSpPr>
          <p:spPr>
            <a:xfrm>
              <a:off x="1582499" y="382590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3973" name="tx3973"/>
            <p:cNvSpPr/>
            <p:nvPr/>
          </p:nvSpPr>
          <p:spPr>
            <a:xfrm>
              <a:off x="1706857" y="380742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74" name="tx3974"/>
            <p:cNvSpPr/>
            <p:nvPr/>
          </p:nvSpPr>
          <p:spPr>
            <a:xfrm>
              <a:off x="1751572" y="382590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75" name="tx3975"/>
            <p:cNvSpPr/>
            <p:nvPr/>
          </p:nvSpPr>
          <p:spPr>
            <a:xfrm>
              <a:off x="1582499" y="333935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3976" name="tx3976"/>
            <p:cNvSpPr/>
            <p:nvPr/>
          </p:nvSpPr>
          <p:spPr>
            <a:xfrm>
              <a:off x="1706857" y="332088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77" name="tx3977"/>
            <p:cNvSpPr/>
            <p:nvPr/>
          </p:nvSpPr>
          <p:spPr>
            <a:xfrm>
              <a:off x="1751572" y="333935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78" name="tx3978"/>
            <p:cNvSpPr/>
            <p:nvPr/>
          </p:nvSpPr>
          <p:spPr>
            <a:xfrm>
              <a:off x="1582499" y="285280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35</a:t>
              </a:r>
            </a:p>
          </p:txBody>
        </p:sp>
        <p:sp>
          <p:nvSpPr>
            <p:cNvPr id="3979" name="tx3979"/>
            <p:cNvSpPr/>
            <p:nvPr/>
          </p:nvSpPr>
          <p:spPr>
            <a:xfrm>
              <a:off x="1706857" y="283433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0" name="tx3980"/>
            <p:cNvSpPr/>
            <p:nvPr/>
          </p:nvSpPr>
          <p:spPr>
            <a:xfrm>
              <a:off x="1751572" y="2852806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1" name="tx3981"/>
            <p:cNvSpPr/>
            <p:nvPr/>
          </p:nvSpPr>
          <p:spPr>
            <a:xfrm>
              <a:off x="1582499" y="236626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3982" name="tx3982"/>
            <p:cNvSpPr/>
            <p:nvPr/>
          </p:nvSpPr>
          <p:spPr>
            <a:xfrm>
              <a:off x="1706857" y="234778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3" name="tx3983"/>
            <p:cNvSpPr/>
            <p:nvPr/>
          </p:nvSpPr>
          <p:spPr>
            <a:xfrm>
              <a:off x="1751572" y="236626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4" name="tx3984"/>
            <p:cNvSpPr/>
            <p:nvPr/>
          </p:nvSpPr>
          <p:spPr>
            <a:xfrm>
              <a:off x="1582499" y="187953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45</a:t>
              </a:r>
            </a:p>
          </p:txBody>
        </p:sp>
        <p:sp>
          <p:nvSpPr>
            <p:cNvPr id="3985" name="tx3985"/>
            <p:cNvSpPr/>
            <p:nvPr/>
          </p:nvSpPr>
          <p:spPr>
            <a:xfrm>
              <a:off x="1706857" y="186105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6" name="tx3986"/>
            <p:cNvSpPr/>
            <p:nvPr/>
          </p:nvSpPr>
          <p:spPr>
            <a:xfrm>
              <a:off x="1751572" y="187953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7" name="pl3987"/>
            <p:cNvSpPr/>
            <p:nvPr/>
          </p:nvSpPr>
          <p:spPr>
            <a:xfrm>
              <a:off x="1860057" y="386640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" name="pl3988"/>
            <p:cNvSpPr/>
            <p:nvPr/>
          </p:nvSpPr>
          <p:spPr>
            <a:xfrm>
              <a:off x="1860057" y="337986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" name="pl3989"/>
            <p:cNvSpPr/>
            <p:nvPr/>
          </p:nvSpPr>
          <p:spPr>
            <a:xfrm>
              <a:off x="1860057" y="289331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" name="pl3990"/>
            <p:cNvSpPr/>
            <p:nvPr/>
          </p:nvSpPr>
          <p:spPr>
            <a:xfrm>
              <a:off x="1860057" y="2406768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" name="pl3991"/>
            <p:cNvSpPr/>
            <p:nvPr/>
          </p:nvSpPr>
          <p:spPr>
            <a:xfrm>
              <a:off x="1860057" y="192022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" name="tx3992"/>
            <p:cNvSpPr/>
            <p:nvPr/>
          </p:nvSpPr>
          <p:spPr>
            <a:xfrm rot="-5400000">
              <a:off x="1219572" y="2791278"/>
              <a:ext cx="4973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3993" name="pl3993"/>
            <p:cNvSpPr/>
            <p:nvPr/>
          </p:nvSpPr>
          <p:spPr>
            <a:xfrm>
              <a:off x="2200904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l3994"/>
            <p:cNvSpPr/>
            <p:nvPr/>
          </p:nvSpPr>
          <p:spPr>
            <a:xfrm>
              <a:off x="2596838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l3995"/>
            <p:cNvSpPr/>
            <p:nvPr/>
          </p:nvSpPr>
          <p:spPr>
            <a:xfrm>
              <a:off x="2992773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l3996"/>
            <p:cNvSpPr/>
            <p:nvPr/>
          </p:nvSpPr>
          <p:spPr>
            <a:xfrm>
              <a:off x="3388708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l3997"/>
            <p:cNvSpPr/>
            <p:nvPr/>
          </p:nvSpPr>
          <p:spPr>
            <a:xfrm>
              <a:off x="3784642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pl3998"/>
            <p:cNvSpPr/>
            <p:nvPr/>
          </p:nvSpPr>
          <p:spPr>
            <a:xfrm>
              <a:off x="4180577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l3999"/>
            <p:cNvSpPr/>
            <p:nvPr/>
          </p:nvSpPr>
          <p:spPr>
            <a:xfrm>
              <a:off x="4576512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l4000"/>
            <p:cNvSpPr/>
            <p:nvPr/>
          </p:nvSpPr>
          <p:spPr>
            <a:xfrm>
              <a:off x="4972446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tx4001"/>
            <p:cNvSpPr/>
            <p:nvPr/>
          </p:nvSpPr>
          <p:spPr>
            <a:xfrm>
              <a:off x="2032563" y="4163666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4002" name="tx4002"/>
            <p:cNvSpPr/>
            <p:nvPr/>
          </p:nvSpPr>
          <p:spPr>
            <a:xfrm>
              <a:off x="2219100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3" name="tx4003"/>
            <p:cNvSpPr/>
            <p:nvPr/>
          </p:nvSpPr>
          <p:spPr>
            <a:xfrm>
              <a:off x="2263814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04" name="tx4004"/>
            <p:cNvSpPr/>
            <p:nvPr/>
          </p:nvSpPr>
          <p:spPr>
            <a:xfrm>
              <a:off x="2444042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95</a:t>
              </a:r>
            </a:p>
          </p:txBody>
        </p:sp>
        <p:sp>
          <p:nvSpPr>
            <p:cNvPr id="4005" name="tx4005"/>
            <p:cNvSpPr/>
            <p:nvPr/>
          </p:nvSpPr>
          <p:spPr>
            <a:xfrm>
              <a:off x="2599490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6" name="tx4006"/>
            <p:cNvSpPr/>
            <p:nvPr/>
          </p:nvSpPr>
          <p:spPr>
            <a:xfrm>
              <a:off x="2644204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07" name="tx4007"/>
            <p:cNvSpPr/>
            <p:nvPr/>
          </p:nvSpPr>
          <p:spPr>
            <a:xfrm>
              <a:off x="2839977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90</a:t>
              </a:r>
            </a:p>
          </p:txBody>
        </p:sp>
        <p:sp>
          <p:nvSpPr>
            <p:cNvPr id="4008" name="tx4008"/>
            <p:cNvSpPr/>
            <p:nvPr/>
          </p:nvSpPr>
          <p:spPr>
            <a:xfrm>
              <a:off x="2995425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9" name="tx4009"/>
            <p:cNvSpPr/>
            <p:nvPr/>
          </p:nvSpPr>
          <p:spPr>
            <a:xfrm>
              <a:off x="3040139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0" name="tx4010"/>
            <p:cNvSpPr/>
            <p:nvPr/>
          </p:nvSpPr>
          <p:spPr>
            <a:xfrm>
              <a:off x="3235911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85</a:t>
              </a:r>
            </a:p>
          </p:txBody>
        </p:sp>
        <p:sp>
          <p:nvSpPr>
            <p:cNvPr id="4011" name="tx4011"/>
            <p:cNvSpPr/>
            <p:nvPr/>
          </p:nvSpPr>
          <p:spPr>
            <a:xfrm>
              <a:off x="3391359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2" name="tx4012"/>
            <p:cNvSpPr/>
            <p:nvPr/>
          </p:nvSpPr>
          <p:spPr>
            <a:xfrm>
              <a:off x="3436074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3" name="tx4013"/>
            <p:cNvSpPr/>
            <p:nvPr/>
          </p:nvSpPr>
          <p:spPr>
            <a:xfrm>
              <a:off x="3631846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80</a:t>
              </a:r>
            </a:p>
          </p:txBody>
        </p:sp>
        <p:sp>
          <p:nvSpPr>
            <p:cNvPr id="4014" name="tx4014"/>
            <p:cNvSpPr/>
            <p:nvPr/>
          </p:nvSpPr>
          <p:spPr>
            <a:xfrm>
              <a:off x="3787294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5" name="tx4015"/>
            <p:cNvSpPr/>
            <p:nvPr/>
          </p:nvSpPr>
          <p:spPr>
            <a:xfrm>
              <a:off x="3832008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6" name="tx4016"/>
            <p:cNvSpPr/>
            <p:nvPr/>
          </p:nvSpPr>
          <p:spPr>
            <a:xfrm>
              <a:off x="4027781" y="4163300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75</a:t>
              </a:r>
            </a:p>
          </p:txBody>
        </p:sp>
        <p:sp>
          <p:nvSpPr>
            <p:cNvPr id="4017" name="tx4017"/>
            <p:cNvSpPr/>
            <p:nvPr/>
          </p:nvSpPr>
          <p:spPr>
            <a:xfrm>
              <a:off x="4183229" y="414483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8" name="tx4018"/>
            <p:cNvSpPr/>
            <p:nvPr/>
          </p:nvSpPr>
          <p:spPr>
            <a:xfrm>
              <a:off x="4227943" y="4163300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9" name="tx4019"/>
            <p:cNvSpPr/>
            <p:nvPr/>
          </p:nvSpPr>
          <p:spPr>
            <a:xfrm>
              <a:off x="4423715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70</a:t>
              </a:r>
            </a:p>
          </p:txBody>
        </p:sp>
        <p:sp>
          <p:nvSpPr>
            <p:cNvPr id="4020" name="tx4020"/>
            <p:cNvSpPr/>
            <p:nvPr/>
          </p:nvSpPr>
          <p:spPr>
            <a:xfrm>
              <a:off x="4579163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1" name="tx4021"/>
            <p:cNvSpPr/>
            <p:nvPr/>
          </p:nvSpPr>
          <p:spPr>
            <a:xfrm>
              <a:off x="4623878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2" name="tx4022"/>
            <p:cNvSpPr/>
            <p:nvPr/>
          </p:nvSpPr>
          <p:spPr>
            <a:xfrm>
              <a:off x="4819650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65</a:t>
              </a:r>
            </a:p>
          </p:txBody>
        </p:sp>
        <p:sp>
          <p:nvSpPr>
            <p:cNvPr id="4023" name="tx4023"/>
            <p:cNvSpPr/>
            <p:nvPr/>
          </p:nvSpPr>
          <p:spPr>
            <a:xfrm>
              <a:off x="4975098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4" name="tx4024"/>
            <p:cNvSpPr/>
            <p:nvPr/>
          </p:nvSpPr>
          <p:spPr>
            <a:xfrm>
              <a:off x="5019812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5" name="tx4025"/>
            <p:cNvSpPr/>
            <p:nvPr/>
          </p:nvSpPr>
          <p:spPr>
            <a:xfrm>
              <a:off x="3212347" y="4303342"/>
              <a:ext cx="6139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4026" name="rc4026"/>
            <p:cNvSpPr/>
            <p:nvPr/>
          </p:nvSpPr>
          <p:spPr>
            <a:xfrm>
              <a:off x="5282947" y="2048095"/>
              <a:ext cx="1071226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27" name="tx4027"/>
            <p:cNvSpPr/>
            <p:nvPr/>
          </p:nvSpPr>
          <p:spPr>
            <a:xfrm>
              <a:off x="5352537" y="2132405"/>
              <a:ext cx="9320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Environmental </a:t>
              </a:r>
            </a:p>
          </p:txBody>
        </p:sp>
        <p:sp>
          <p:nvSpPr>
            <p:cNvPr id="4028" name="tx4028"/>
            <p:cNvSpPr/>
            <p:nvPr/>
          </p:nvSpPr>
          <p:spPr>
            <a:xfrm>
              <a:off x="5352537" y="2283281"/>
              <a:ext cx="543610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Distance</a:t>
              </a:r>
            </a:p>
          </p:txBody>
        </p:sp>
        <p:pic>
          <p:nvPicPr>
            <p:cNvPr id="4029" name="pic402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352537" y="2467628"/>
              <a:ext cx="219455" cy="1097280"/>
            </a:xfrm>
            <a:prstGeom prst="rect">
              <a:avLst/>
            </a:prstGeom>
          </p:spPr>
        </p:pic>
        <p:sp>
          <p:nvSpPr>
            <p:cNvPr id="4030" name="pl4030"/>
            <p:cNvSpPr/>
            <p:nvPr/>
          </p:nvSpPr>
          <p:spPr>
            <a:xfrm>
              <a:off x="5528101" y="356307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" name="pl4031"/>
            <p:cNvSpPr/>
            <p:nvPr/>
          </p:nvSpPr>
          <p:spPr>
            <a:xfrm>
              <a:off x="5528101" y="338080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" name="pl4032"/>
            <p:cNvSpPr/>
            <p:nvPr/>
          </p:nvSpPr>
          <p:spPr>
            <a:xfrm>
              <a:off x="5528101" y="319853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" name="pl4033"/>
            <p:cNvSpPr/>
            <p:nvPr/>
          </p:nvSpPr>
          <p:spPr>
            <a:xfrm>
              <a:off x="5528101" y="301626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" name="pl4034"/>
            <p:cNvSpPr/>
            <p:nvPr/>
          </p:nvSpPr>
          <p:spPr>
            <a:xfrm>
              <a:off x="5528101" y="283399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" name="pl4035"/>
            <p:cNvSpPr/>
            <p:nvPr/>
          </p:nvSpPr>
          <p:spPr>
            <a:xfrm>
              <a:off x="5528101" y="265172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l4036"/>
            <p:cNvSpPr/>
            <p:nvPr/>
          </p:nvSpPr>
          <p:spPr>
            <a:xfrm>
              <a:off x="5528101" y="246945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l4037"/>
            <p:cNvSpPr/>
            <p:nvPr/>
          </p:nvSpPr>
          <p:spPr>
            <a:xfrm>
              <a:off x="5352537" y="356307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l4038"/>
            <p:cNvSpPr/>
            <p:nvPr/>
          </p:nvSpPr>
          <p:spPr>
            <a:xfrm>
              <a:off x="5352537" y="338080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l4039"/>
            <p:cNvSpPr/>
            <p:nvPr/>
          </p:nvSpPr>
          <p:spPr>
            <a:xfrm>
              <a:off x="5352537" y="319853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l4040"/>
            <p:cNvSpPr/>
            <p:nvPr/>
          </p:nvSpPr>
          <p:spPr>
            <a:xfrm>
              <a:off x="5352537" y="301626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l4041"/>
            <p:cNvSpPr/>
            <p:nvPr/>
          </p:nvSpPr>
          <p:spPr>
            <a:xfrm>
              <a:off x="5352537" y="283399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l4042"/>
            <p:cNvSpPr/>
            <p:nvPr/>
          </p:nvSpPr>
          <p:spPr>
            <a:xfrm>
              <a:off x="5352537" y="265172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l4043"/>
            <p:cNvSpPr/>
            <p:nvPr/>
          </p:nvSpPr>
          <p:spPr>
            <a:xfrm>
              <a:off x="5352537" y="246945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tx4044"/>
            <p:cNvSpPr/>
            <p:nvPr/>
          </p:nvSpPr>
          <p:spPr>
            <a:xfrm>
              <a:off x="5641582" y="3523074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4045" name="tx4045"/>
            <p:cNvSpPr/>
            <p:nvPr/>
          </p:nvSpPr>
          <p:spPr>
            <a:xfrm>
              <a:off x="5641582" y="3340804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</a:t>
              </a:r>
            </a:p>
          </p:txBody>
        </p:sp>
        <p:sp>
          <p:nvSpPr>
            <p:cNvPr id="4046" name="tx4046"/>
            <p:cNvSpPr/>
            <p:nvPr/>
          </p:nvSpPr>
          <p:spPr>
            <a:xfrm>
              <a:off x="5641582" y="3158533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4047" name="tx4047"/>
            <p:cNvSpPr/>
            <p:nvPr/>
          </p:nvSpPr>
          <p:spPr>
            <a:xfrm>
              <a:off x="5641582" y="2976263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</a:t>
              </a:r>
            </a:p>
          </p:txBody>
        </p:sp>
        <p:sp>
          <p:nvSpPr>
            <p:cNvPr id="4048" name="tx4048"/>
            <p:cNvSpPr/>
            <p:nvPr/>
          </p:nvSpPr>
          <p:spPr>
            <a:xfrm>
              <a:off x="5641582" y="2793992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4049" name="tx4049"/>
            <p:cNvSpPr/>
            <p:nvPr/>
          </p:nvSpPr>
          <p:spPr>
            <a:xfrm>
              <a:off x="5641582" y="2611722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4050" name="tx4050"/>
            <p:cNvSpPr/>
            <p:nvPr/>
          </p:nvSpPr>
          <p:spPr>
            <a:xfrm>
              <a:off x="5641582" y="2429452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</a:t>
              </a:r>
            </a:p>
          </p:txBody>
        </p:sp>
        <p:sp>
          <p:nvSpPr>
            <p:cNvPr id="4051" name="tx4051"/>
            <p:cNvSpPr/>
            <p:nvPr/>
          </p:nvSpPr>
          <p:spPr>
            <a:xfrm>
              <a:off x="1894852" y="1053578"/>
              <a:ext cx="3125327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(G) Environmental Distance to </a:t>
              </a:r>
            </a:p>
          </p:txBody>
        </p:sp>
        <p:sp>
          <p:nvSpPr>
            <p:cNvPr id="4052" name="tx4052"/>
            <p:cNvSpPr/>
            <p:nvPr/>
          </p:nvSpPr>
          <p:spPr>
            <a:xfrm>
              <a:off x="1894852" y="1300466"/>
              <a:ext cx="965606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Lewisetta</a:t>
              </a:r>
            </a:p>
          </p:txBody>
        </p:sp>
        <p:sp>
          <p:nvSpPr>
            <p:cNvPr id="4053" name="rc4053"/>
            <p:cNvSpPr/>
            <p:nvPr/>
          </p:nvSpPr>
          <p:spPr>
            <a:xfrm>
              <a:off x="2045346" y="1707859"/>
              <a:ext cx="1161025" cy="1133437"/>
            </a:xfrm>
            <a:prstGeom prst="rect">
              <a:avLst/>
            </a:prstGeom>
            <a:noFill/>
          </p:spPr>
          <p:txBody>
            <a:bodyPr/>
            <a:lstStyle/>
            <a:p/>
          </p:txBody>
        </p:sp>
        <p:sp>
          <p:nvSpPr>
            <p:cNvPr id="4054" name="rc4054"/>
            <p:cNvSpPr/>
            <p:nvPr/>
          </p:nvSpPr>
          <p:spPr>
            <a:xfrm>
              <a:off x="2045346" y="1707859"/>
              <a:ext cx="1161025" cy="1133437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55" name="pl4055"/>
            <p:cNvSpPr/>
            <p:nvPr/>
          </p:nvSpPr>
          <p:spPr>
            <a:xfrm>
              <a:off x="2068379" y="1707859"/>
              <a:ext cx="0" cy="1133437"/>
            </a:xfrm>
            <a:custGeom>
              <a:avLst/>
              <a:pathLst>
                <a:path w="0" h="1133437">
                  <a:moveTo>
                    <a:pt x="0" y="1133437"/>
                  </a:moveTo>
                  <a:lnTo>
                    <a:pt x="0" y="1126889"/>
                  </a:lnTo>
                  <a:lnTo>
                    <a:pt x="0" y="1110956"/>
                  </a:lnTo>
                  <a:lnTo>
                    <a:pt x="0" y="1095024"/>
                  </a:lnTo>
                  <a:lnTo>
                    <a:pt x="0" y="1079092"/>
                  </a:lnTo>
                  <a:lnTo>
                    <a:pt x="0" y="1063160"/>
                  </a:lnTo>
                  <a:lnTo>
                    <a:pt x="0" y="1047227"/>
                  </a:lnTo>
                  <a:lnTo>
                    <a:pt x="0" y="1031295"/>
                  </a:lnTo>
                  <a:lnTo>
                    <a:pt x="0" y="1015363"/>
                  </a:lnTo>
                  <a:lnTo>
                    <a:pt x="0" y="999430"/>
                  </a:lnTo>
                  <a:lnTo>
                    <a:pt x="0" y="983498"/>
                  </a:lnTo>
                  <a:lnTo>
                    <a:pt x="0" y="967566"/>
                  </a:lnTo>
                  <a:lnTo>
                    <a:pt x="0" y="951633"/>
                  </a:lnTo>
                  <a:lnTo>
                    <a:pt x="0" y="935701"/>
                  </a:lnTo>
                  <a:lnTo>
                    <a:pt x="0" y="919769"/>
                  </a:lnTo>
                  <a:lnTo>
                    <a:pt x="0" y="903837"/>
                  </a:lnTo>
                  <a:lnTo>
                    <a:pt x="0" y="887904"/>
                  </a:lnTo>
                  <a:lnTo>
                    <a:pt x="0" y="871972"/>
                  </a:lnTo>
                  <a:lnTo>
                    <a:pt x="0" y="856040"/>
                  </a:lnTo>
                  <a:lnTo>
                    <a:pt x="0" y="840107"/>
                  </a:lnTo>
                  <a:lnTo>
                    <a:pt x="0" y="824175"/>
                  </a:lnTo>
                  <a:lnTo>
                    <a:pt x="0" y="808243"/>
                  </a:lnTo>
                  <a:lnTo>
                    <a:pt x="0" y="792310"/>
                  </a:lnTo>
                  <a:lnTo>
                    <a:pt x="0" y="776378"/>
                  </a:lnTo>
                  <a:lnTo>
                    <a:pt x="0" y="760446"/>
                  </a:lnTo>
                  <a:lnTo>
                    <a:pt x="0" y="744514"/>
                  </a:lnTo>
                  <a:lnTo>
                    <a:pt x="0" y="728581"/>
                  </a:lnTo>
                  <a:lnTo>
                    <a:pt x="0" y="712649"/>
                  </a:lnTo>
                  <a:lnTo>
                    <a:pt x="0" y="696717"/>
                  </a:lnTo>
                  <a:lnTo>
                    <a:pt x="0" y="680784"/>
                  </a:lnTo>
                  <a:lnTo>
                    <a:pt x="0" y="664852"/>
                  </a:lnTo>
                  <a:lnTo>
                    <a:pt x="0" y="648920"/>
                  </a:lnTo>
                  <a:lnTo>
                    <a:pt x="0" y="632987"/>
                  </a:lnTo>
                  <a:lnTo>
                    <a:pt x="0" y="617055"/>
                  </a:lnTo>
                  <a:lnTo>
                    <a:pt x="0" y="601123"/>
                  </a:lnTo>
                  <a:lnTo>
                    <a:pt x="0" y="585191"/>
                  </a:lnTo>
                  <a:lnTo>
                    <a:pt x="0" y="569258"/>
                  </a:lnTo>
                  <a:lnTo>
                    <a:pt x="0" y="553326"/>
                  </a:lnTo>
                  <a:lnTo>
                    <a:pt x="0" y="537394"/>
                  </a:lnTo>
                  <a:lnTo>
                    <a:pt x="0" y="521461"/>
                  </a:lnTo>
                  <a:lnTo>
                    <a:pt x="0" y="505529"/>
                  </a:lnTo>
                  <a:lnTo>
                    <a:pt x="0" y="489597"/>
                  </a:lnTo>
                  <a:lnTo>
                    <a:pt x="0" y="473665"/>
                  </a:lnTo>
                  <a:lnTo>
                    <a:pt x="0" y="457732"/>
                  </a:lnTo>
                  <a:lnTo>
                    <a:pt x="0" y="441800"/>
                  </a:lnTo>
                  <a:lnTo>
                    <a:pt x="0" y="425868"/>
                  </a:lnTo>
                  <a:lnTo>
                    <a:pt x="0" y="409935"/>
                  </a:lnTo>
                  <a:lnTo>
                    <a:pt x="0" y="394003"/>
                  </a:lnTo>
                  <a:lnTo>
                    <a:pt x="0" y="378071"/>
                  </a:lnTo>
                  <a:lnTo>
                    <a:pt x="0" y="362138"/>
                  </a:lnTo>
                  <a:lnTo>
                    <a:pt x="0" y="346206"/>
                  </a:lnTo>
                  <a:lnTo>
                    <a:pt x="0" y="330274"/>
                  </a:lnTo>
                  <a:lnTo>
                    <a:pt x="0" y="314342"/>
                  </a:lnTo>
                  <a:lnTo>
                    <a:pt x="0" y="298409"/>
                  </a:lnTo>
                  <a:lnTo>
                    <a:pt x="0" y="282477"/>
                  </a:lnTo>
                  <a:lnTo>
                    <a:pt x="0" y="266545"/>
                  </a:lnTo>
                  <a:lnTo>
                    <a:pt x="0" y="250612"/>
                  </a:lnTo>
                  <a:lnTo>
                    <a:pt x="0" y="234680"/>
                  </a:lnTo>
                  <a:lnTo>
                    <a:pt x="0" y="218748"/>
                  </a:lnTo>
                  <a:lnTo>
                    <a:pt x="0" y="202815"/>
                  </a:lnTo>
                  <a:lnTo>
                    <a:pt x="0" y="186883"/>
                  </a:lnTo>
                  <a:lnTo>
                    <a:pt x="0" y="170951"/>
                  </a:lnTo>
                  <a:lnTo>
                    <a:pt x="0" y="155019"/>
                  </a:lnTo>
                  <a:lnTo>
                    <a:pt x="0" y="139086"/>
                  </a:lnTo>
                  <a:lnTo>
                    <a:pt x="0" y="123154"/>
                  </a:lnTo>
                  <a:lnTo>
                    <a:pt x="0" y="107222"/>
                  </a:lnTo>
                  <a:lnTo>
                    <a:pt x="0" y="91289"/>
                  </a:lnTo>
                  <a:lnTo>
                    <a:pt x="0" y="75357"/>
                  </a:lnTo>
                  <a:lnTo>
                    <a:pt x="0" y="59425"/>
                  </a:lnTo>
                  <a:lnTo>
                    <a:pt x="0" y="43493"/>
                  </a:lnTo>
                  <a:lnTo>
                    <a:pt x="0" y="27560"/>
                  </a:lnTo>
                  <a:lnTo>
                    <a:pt x="0" y="1162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" name="pl4056"/>
            <p:cNvSpPr/>
            <p:nvPr/>
          </p:nvSpPr>
          <p:spPr>
            <a:xfrm>
              <a:off x="2275592" y="1707859"/>
              <a:ext cx="0" cy="1133437"/>
            </a:xfrm>
            <a:custGeom>
              <a:avLst/>
              <a:pathLst>
                <a:path w="0" h="1133437">
                  <a:moveTo>
                    <a:pt x="0" y="1133437"/>
                  </a:moveTo>
                  <a:lnTo>
                    <a:pt x="0" y="1126889"/>
                  </a:lnTo>
                  <a:lnTo>
                    <a:pt x="0" y="1110956"/>
                  </a:lnTo>
                  <a:lnTo>
                    <a:pt x="0" y="1095024"/>
                  </a:lnTo>
                  <a:lnTo>
                    <a:pt x="0" y="1079092"/>
                  </a:lnTo>
                  <a:lnTo>
                    <a:pt x="0" y="1063160"/>
                  </a:lnTo>
                  <a:lnTo>
                    <a:pt x="0" y="1047227"/>
                  </a:lnTo>
                  <a:lnTo>
                    <a:pt x="0" y="1031295"/>
                  </a:lnTo>
                  <a:lnTo>
                    <a:pt x="0" y="1015363"/>
                  </a:lnTo>
                  <a:lnTo>
                    <a:pt x="0" y="999430"/>
                  </a:lnTo>
                  <a:lnTo>
                    <a:pt x="0" y="983498"/>
                  </a:lnTo>
                  <a:lnTo>
                    <a:pt x="0" y="967566"/>
                  </a:lnTo>
                  <a:lnTo>
                    <a:pt x="0" y="951633"/>
                  </a:lnTo>
                  <a:lnTo>
                    <a:pt x="0" y="935701"/>
                  </a:lnTo>
                  <a:lnTo>
                    <a:pt x="0" y="919769"/>
                  </a:lnTo>
                  <a:lnTo>
                    <a:pt x="0" y="903837"/>
                  </a:lnTo>
                  <a:lnTo>
                    <a:pt x="0" y="887904"/>
                  </a:lnTo>
                  <a:lnTo>
                    <a:pt x="0" y="871972"/>
                  </a:lnTo>
                  <a:lnTo>
                    <a:pt x="0" y="856040"/>
                  </a:lnTo>
                  <a:lnTo>
                    <a:pt x="0" y="840107"/>
                  </a:lnTo>
                  <a:lnTo>
                    <a:pt x="0" y="824175"/>
                  </a:lnTo>
                  <a:lnTo>
                    <a:pt x="0" y="808243"/>
                  </a:lnTo>
                  <a:lnTo>
                    <a:pt x="0" y="792310"/>
                  </a:lnTo>
                  <a:lnTo>
                    <a:pt x="0" y="776378"/>
                  </a:lnTo>
                  <a:lnTo>
                    <a:pt x="0" y="760446"/>
                  </a:lnTo>
                  <a:lnTo>
                    <a:pt x="0" y="744514"/>
                  </a:lnTo>
                  <a:lnTo>
                    <a:pt x="0" y="728581"/>
                  </a:lnTo>
                  <a:lnTo>
                    <a:pt x="0" y="712649"/>
                  </a:lnTo>
                  <a:lnTo>
                    <a:pt x="0" y="696717"/>
                  </a:lnTo>
                  <a:lnTo>
                    <a:pt x="0" y="680784"/>
                  </a:lnTo>
                  <a:lnTo>
                    <a:pt x="0" y="664852"/>
                  </a:lnTo>
                  <a:lnTo>
                    <a:pt x="0" y="648920"/>
                  </a:lnTo>
                  <a:lnTo>
                    <a:pt x="0" y="632987"/>
                  </a:lnTo>
                  <a:lnTo>
                    <a:pt x="0" y="617055"/>
                  </a:lnTo>
                  <a:lnTo>
                    <a:pt x="0" y="601123"/>
                  </a:lnTo>
                  <a:lnTo>
                    <a:pt x="0" y="585191"/>
                  </a:lnTo>
                  <a:lnTo>
                    <a:pt x="0" y="569258"/>
                  </a:lnTo>
                  <a:lnTo>
                    <a:pt x="0" y="553326"/>
                  </a:lnTo>
                  <a:lnTo>
                    <a:pt x="0" y="537394"/>
                  </a:lnTo>
                  <a:lnTo>
                    <a:pt x="0" y="521461"/>
                  </a:lnTo>
                  <a:lnTo>
                    <a:pt x="0" y="505529"/>
                  </a:lnTo>
                  <a:lnTo>
                    <a:pt x="0" y="489597"/>
                  </a:lnTo>
                  <a:lnTo>
                    <a:pt x="0" y="473665"/>
                  </a:lnTo>
                  <a:lnTo>
                    <a:pt x="0" y="457732"/>
                  </a:lnTo>
                  <a:lnTo>
                    <a:pt x="0" y="441800"/>
                  </a:lnTo>
                  <a:lnTo>
                    <a:pt x="0" y="425868"/>
                  </a:lnTo>
                  <a:lnTo>
                    <a:pt x="0" y="409935"/>
                  </a:lnTo>
                  <a:lnTo>
                    <a:pt x="0" y="394003"/>
                  </a:lnTo>
                  <a:lnTo>
                    <a:pt x="0" y="378071"/>
                  </a:lnTo>
                  <a:lnTo>
                    <a:pt x="0" y="362138"/>
                  </a:lnTo>
                  <a:lnTo>
                    <a:pt x="0" y="346206"/>
                  </a:lnTo>
                  <a:lnTo>
                    <a:pt x="0" y="330274"/>
                  </a:lnTo>
                  <a:lnTo>
                    <a:pt x="0" y="314342"/>
                  </a:lnTo>
                  <a:lnTo>
                    <a:pt x="0" y="298409"/>
                  </a:lnTo>
                  <a:lnTo>
                    <a:pt x="0" y="282477"/>
                  </a:lnTo>
                  <a:lnTo>
                    <a:pt x="0" y="266545"/>
                  </a:lnTo>
                  <a:lnTo>
                    <a:pt x="0" y="250612"/>
                  </a:lnTo>
                  <a:lnTo>
                    <a:pt x="0" y="234680"/>
                  </a:lnTo>
                  <a:lnTo>
                    <a:pt x="0" y="218748"/>
                  </a:lnTo>
                  <a:lnTo>
                    <a:pt x="0" y="202815"/>
                  </a:lnTo>
                  <a:lnTo>
                    <a:pt x="0" y="186883"/>
                  </a:lnTo>
                  <a:lnTo>
                    <a:pt x="0" y="170951"/>
                  </a:lnTo>
                  <a:lnTo>
                    <a:pt x="0" y="155019"/>
                  </a:lnTo>
                  <a:lnTo>
                    <a:pt x="0" y="139086"/>
                  </a:lnTo>
                  <a:lnTo>
                    <a:pt x="0" y="123154"/>
                  </a:lnTo>
                  <a:lnTo>
                    <a:pt x="0" y="107222"/>
                  </a:lnTo>
                  <a:lnTo>
                    <a:pt x="0" y="91289"/>
                  </a:lnTo>
                  <a:lnTo>
                    <a:pt x="0" y="75357"/>
                  </a:lnTo>
                  <a:lnTo>
                    <a:pt x="0" y="59425"/>
                  </a:lnTo>
                  <a:lnTo>
                    <a:pt x="0" y="43493"/>
                  </a:lnTo>
                  <a:lnTo>
                    <a:pt x="0" y="27560"/>
                  </a:lnTo>
                  <a:lnTo>
                    <a:pt x="0" y="1162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" name="pl4057"/>
            <p:cNvSpPr/>
            <p:nvPr/>
          </p:nvSpPr>
          <p:spPr>
            <a:xfrm>
              <a:off x="2482805" y="1707859"/>
              <a:ext cx="0" cy="1133437"/>
            </a:xfrm>
            <a:custGeom>
              <a:avLst/>
              <a:pathLst>
                <a:path w="0" h="1133437">
                  <a:moveTo>
                    <a:pt x="0" y="1133437"/>
                  </a:moveTo>
                  <a:lnTo>
                    <a:pt x="0" y="1126889"/>
                  </a:lnTo>
                  <a:lnTo>
                    <a:pt x="0" y="1110956"/>
                  </a:lnTo>
                  <a:lnTo>
                    <a:pt x="0" y="1095024"/>
                  </a:lnTo>
                  <a:lnTo>
                    <a:pt x="0" y="1079092"/>
                  </a:lnTo>
                  <a:lnTo>
                    <a:pt x="0" y="1063160"/>
                  </a:lnTo>
                  <a:lnTo>
                    <a:pt x="0" y="1047227"/>
                  </a:lnTo>
                  <a:lnTo>
                    <a:pt x="0" y="1031295"/>
                  </a:lnTo>
                  <a:lnTo>
                    <a:pt x="0" y="1015363"/>
                  </a:lnTo>
                  <a:lnTo>
                    <a:pt x="0" y="999430"/>
                  </a:lnTo>
                  <a:lnTo>
                    <a:pt x="0" y="983498"/>
                  </a:lnTo>
                  <a:lnTo>
                    <a:pt x="0" y="967566"/>
                  </a:lnTo>
                  <a:lnTo>
                    <a:pt x="0" y="951633"/>
                  </a:lnTo>
                  <a:lnTo>
                    <a:pt x="0" y="935701"/>
                  </a:lnTo>
                  <a:lnTo>
                    <a:pt x="0" y="919769"/>
                  </a:lnTo>
                  <a:lnTo>
                    <a:pt x="0" y="903837"/>
                  </a:lnTo>
                  <a:lnTo>
                    <a:pt x="0" y="887904"/>
                  </a:lnTo>
                  <a:lnTo>
                    <a:pt x="0" y="871972"/>
                  </a:lnTo>
                  <a:lnTo>
                    <a:pt x="0" y="856040"/>
                  </a:lnTo>
                  <a:lnTo>
                    <a:pt x="0" y="840107"/>
                  </a:lnTo>
                  <a:lnTo>
                    <a:pt x="0" y="824175"/>
                  </a:lnTo>
                  <a:lnTo>
                    <a:pt x="0" y="808243"/>
                  </a:lnTo>
                  <a:lnTo>
                    <a:pt x="0" y="792310"/>
                  </a:lnTo>
                  <a:lnTo>
                    <a:pt x="0" y="776378"/>
                  </a:lnTo>
                  <a:lnTo>
                    <a:pt x="0" y="760446"/>
                  </a:lnTo>
                  <a:lnTo>
                    <a:pt x="0" y="744514"/>
                  </a:lnTo>
                  <a:lnTo>
                    <a:pt x="0" y="728581"/>
                  </a:lnTo>
                  <a:lnTo>
                    <a:pt x="0" y="712649"/>
                  </a:lnTo>
                  <a:lnTo>
                    <a:pt x="0" y="696717"/>
                  </a:lnTo>
                  <a:lnTo>
                    <a:pt x="0" y="680784"/>
                  </a:lnTo>
                  <a:lnTo>
                    <a:pt x="0" y="664852"/>
                  </a:lnTo>
                  <a:lnTo>
                    <a:pt x="0" y="648920"/>
                  </a:lnTo>
                  <a:lnTo>
                    <a:pt x="0" y="632987"/>
                  </a:lnTo>
                  <a:lnTo>
                    <a:pt x="0" y="617055"/>
                  </a:lnTo>
                  <a:lnTo>
                    <a:pt x="0" y="601123"/>
                  </a:lnTo>
                  <a:lnTo>
                    <a:pt x="0" y="585191"/>
                  </a:lnTo>
                  <a:lnTo>
                    <a:pt x="0" y="569258"/>
                  </a:lnTo>
                  <a:lnTo>
                    <a:pt x="0" y="553326"/>
                  </a:lnTo>
                  <a:lnTo>
                    <a:pt x="0" y="537394"/>
                  </a:lnTo>
                  <a:lnTo>
                    <a:pt x="0" y="521461"/>
                  </a:lnTo>
                  <a:lnTo>
                    <a:pt x="0" y="505529"/>
                  </a:lnTo>
                  <a:lnTo>
                    <a:pt x="0" y="489597"/>
                  </a:lnTo>
                  <a:lnTo>
                    <a:pt x="0" y="473665"/>
                  </a:lnTo>
                  <a:lnTo>
                    <a:pt x="0" y="457732"/>
                  </a:lnTo>
                  <a:lnTo>
                    <a:pt x="0" y="441800"/>
                  </a:lnTo>
                  <a:lnTo>
                    <a:pt x="0" y="425868"/>
                  </a:lnTo>
                  <a:lnTo>
                    <a:pt x="0" y="409935"/>
                  </a:lnTo>
                  <a:lnTo>
                    <a:pt x="0" y="394003"/>
                  </a:lnTo>
                  <a:lnTo>
                    <a:pt x="0" y="378071"/>
                  </a:lnTo>
                  <a:lnTo>
                    <a:pt x="0" y="362138"/>
                  </a:lnTo>
                  <a:lnTo>
                    <a:pt x="0" y="346206"/>
                  </a:lnTo>
                  <a:lnTo>
                    <a:pt x="0" y="330274"/>
                  </a:lnTo>
                  <a:lnTo>
                    <a:pt x="0" y="314342"/>
                  </a:lnTo>
                  <a:lnTo>
                    <a:pt x="0" y="298409"/>
                  </a:lnTo>
                  <a:lnTo>
                    <a:pt x="0" y="282477"/>
                  </a:lnTo>
                  <a:lnTo>
                    <a:pt x="0" y="266545"/>
                  </a:lnTo>
                  <a:lnTo>
                    <a:pt x="0" y="250612"/>
                  </a:lnTo>
                  <a:lnTo>
                    <a:pt x="0" y="234680"/>
                  </a:lnTo>
                  <a:lnTo>
                    <a:pt x="0" y="218748"/>
                  </a:lnTo>
                  <a:lnTo>
                    <a:pt x="0" y="202815"/>
                  </a:lnTo>
                  <a:lnTo>
                    <a:pt x="0" y="186883"/>
                  </a:lnTo>
                  <a:lnTo>
                    <a:pt x="0" y="170951"/>
                  </a:lnTo>
                  <a:lnTo>
                    <a:pt x="0" y="155019"/>
                  </a:lnTo>
                  <a:lnTo>
                    <a:pt x="0" y="139086"/>
                  </a:lnTo>
                  <a:lnTo>
                    <a:pt x="0" y="123154"/>
                  </a:lnTo>
                  <a:lnTo>
                    <a:pt x="0" y="107222"/>
                  </a:lnTo>
                  <a:lnTo>
                    <a:pt x="0" y="91289"/>
                  </a:lnTo>
                  <a:lnTo>
                    <a:pt x="0" y="75357"/>
                  </a:lnTo>
                  <a:lnTo>
                    <a:pt x="0" y="59425"/>
                  </a:lnTo>
                  <a:lnTo>
                    <a:pt x="0" y="43493"/>
                  </a:lnTo>
                  <a:lnTo>
                    <a:pt x="0" y="27560"/>
                  </a:lnTo>
                  <a:lnTo>
                    <a:pt x="0" y="1162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" name="pl4058"/>
            <p:cNvSpPr/>
            <p:nvPr/>
          </p:nvSpPr>
          <p:spPr>
            <a:xfrm>
              <a:off x="2690018" y="1707859"/>
              <a:ext cx="0" cy="1133437"/>
            </a:xfrm>
            <a:custGeom>
              <a:avLst/>
              <a:pathLst>
                <a:path w="0" h="1133437">
                  <a:moveTo>
                    <a:pt x="0" y="1133437"/>
                  </a:moveTo>
                  <a:lnTo>
                    <a:pt x="0" y="1126889"/>
                  </a:lnTo>
                  <a:lnTo>
                    <a:pt x="0" y="1110956"/>
                  </a:lnTo>
                  <a:lnTo>
                    <a:pt x="0" y="1095024"/>
                  </a:lnTo>
                  <a:lnTo>
                    <a:pt x="0" y="1079092"/>
                  </a:lnTo>
                  <a:lnTo>
                    <a:pt x="0" y="1063160"/>
                  </a:lnTo>
                  <a:lnTo>
                    <a:pt x="0" y="1047227"/>
                  </a:lnTo>
                  <a:lnTo>
                    <a:pt x="0" y="1031295"/>
                  </a:lnTo>
                  <a:lnTo>
                    <a:pt x="0" y="1015363"/>
                  </a:lnTo>
                  <a:lnTo>
                    <a:pt x="0" y="999430"/>
                  </a:lnTo>
                  <a:lnTo>
                    <a:pt x="0" y="983498"/>
                  </a:lnTo>
                  <a:lnTo>
                    <a:pt x="0" y="967566"/>
                  </a:lnTo>
                  <a:lnTo>
                    <a:pt x="0" y="951633"/>
                  </a:lnTo>
                  <a:lnTo>
                    <a:pt x="0" y="935701"/>
                  </a:lnTo>
                  <a:lnTo>
                    <a:pt x="0" y="919769"/>
                  </a:lnTo>
                  <a:lnTo>
                    <a:pt x="0" y="903837"/>
                  </a:lnTo>
                  <a:lnTo>
                    <a:pt x="0" y="887904"/>
                  </a:lnTo>
                  <a:lnTo>
                    <a:pt x="0" y="871972"/>
                  </a:lnTo>
                  <a:lnTo>
                    <a:pt x="0" y="856040"/>
                  </a:lnTo>
                  <a:lnTo>
                    <a:pt x="0" y="840107"/>
                  </a:lnTo>
                  <a:lnTo>
                    <a:pt x="0" y="824175"/>
                  </a:lnTo>
                  <a:lnTo>
                    <a:pt x="0" y="808243"/>
                  </a:lnTo>
                  <a:lnTo>
                    <a:pt x="0" y="792310"/>
                  </a:lnTo>
                  <a:lnTo>
                    <a:pt x="0" y="776378"/>
                  </a:lnTo>
                  <a:lnTo>
                    <a:pt x="0" y="760446"/>
                  </a:lnTo>
                  <a:lnTo>
                    <a:pt x="0" y="744514"/>
                  </a:lnTo>
                  <a:lnTo>
                    <a:pt x="0" y="728581"/>
                  </a:lnTo>
                  <a:lnTo>
                    <a:pt x="0" y="712649"/>
                  </a:lnTo>
                  <a:lnTo>
                    <a:pt x="0" y="696717"/>
                  </a:lnTo>
                  <a:lnTo>
                    <a:pt x="0" y="680784"/>
                  </a:lnTo>
                  <a:lnTo>
                    <a:pt x="0" y="664852"/>
                  </a:lnTo>
                  <a:lnTo>
                    <a:pt x="0" y="648920"/>
                  </a:lnTo>
                  <a:lnTo>
                    <a:pt x="0" y="632987"/>
                  </a:lnTo>
                  <a:lnTo>
                    <a:pt x="0" y="617055"/>
                  </a:lnTo>
                  <a:lnTo>
                    <a:pt x="0" y="601123"/>
                  </a:lnTo>
                  <a:lnTo>
                    <a:pt x="0" y="585191"/>
                  </a:lnTo>
                  <a:lnTo>
                    <a:pt x="0" y="569258"/>
                  </a:lnTo>
                  <a:lnTo>
                    <a:pt x="0" y="553326"/>
                  </a:lnTo>
                  <a:lnTo>
                    <a:pt x="0" y="537394"/>
                  </a:lnTo>
                  <a:lnTo>
                    <a:pt x="0" y="521461"/>
                  </a:lnTo>
                  <a:lnTo>
                    <a:pt x="0" y="505529"/>
                  </a:lnTo>
                  <a:lnTo>
                    <a:pt x="0" y="489597"/>
                  </a:lnTo>
                  <a:lnTo>
                    <a:pt x="0" y="473665"/>
                  </a:lnTo>
                  <a:lnTo>
                    <a:pt x="0" y="457732"/>
                  </a:lnTo>
                  <a:lnTo>
                    <a:pt x="0" y="441800"/>
                  </a:lnTo>
                  <a:lnTo>
                    <a:pt x="0" y="425868"/>
                  </a:lnTo>
                  <a:lnTo>
                    <a:pt x="0" y="409935"/>
                  </a:lnTo>
                  <a:lnTo>
                    <a:pt x="0" y="394003"/>
                  </a:lnTo>
                  <a:lnTo>
                    <a:pt x="0" y="378071"/>
                  </a:lnTo>
                  <a:lnTo>
                    <a:pt x="0" y="362138"/>
                  </a:lnTo>
                  <a:lnTo>
                    <a:pt x="0" y="346206"/>
                  </a:lnTo>
                  <a:lnTo>
                    <a:pt x="0" y="330274"/>
                  </a:lnTo>
                  <a:lnTo>
                    <a:pt x="0" y="314342"/>
                  </a:lnTo>
                  <a:lnTo>
                    <a:pt x="0" y="298409"/>
                  </a:lnTo>
                  <a:lnTo>
                    <a:pt x="0" y="282477"/>
                  </a:lnTo>
                  <a:lnTo>
                    <a:pt x="0" y="266545"/>
                  </a:lnTo>
                  <a:lnTo>
                    <a:pt x="0" y="250612"/>
                  </a:lnTo>
                  <a:lnTo>
                    <a:pt x="0" y="234680"/>
                  </a:lnTo>
                  <a:lnTo>
                    <a:pt x="0" y="218748"/>
                  </a:lnTo>
                  <a:lnTo>
                    <a:pt x="0" y="202815"/>
                  </a:lnTo>
                  <a:lnTo>
                    <a:pt x="0" y="186883"/>
                  </a:lnTo>
                  <a:lnTo>
                    <a:pt x="0" y="170951"/>
                  </a:lnTo>
                  <a:lnTo>
                    <a:pt x="0" y="155019"/>
                  </a:lnTo>
                  <a:lnTo>
                    <a:pt x="0" y="139086"/>
                  </a:lnTo>
                  <a:lnTo>
                    <a:pt x="0" y="123154"/>
                  </a:lnTo>
                  <a:lnTo>
                    <a:pt x="0" y="107222"/>
                  </a:lnTo>
                  <a:lnTo>
                    <a:pt x="0" y="91289"/>
                  </a:lnTo>
                  <a:lnTo>
                    <a:pt x="0" y="75357"/>
                  </a:lnTo>
                  <a:lnTo>
                    <a:pt x="0" y="59425"/>
                  </a:lnTo>
                  <a:lnTo>
                    <a:pt x="0" y="43493"/>
                  </a:lnTo>
                  <a:lnTo>
                    <a:pt x="0" y="27560"/>
                  </a:lnTo>
                  <a:lnTo>
                    <a:pt x="0" y="1162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" name="pl4059"/>
            <p:cNvSpPr/>
            <p:nvPr/>
          </p:nvSpPr>
          <p:spPr>
            <a:xfrm>
              <a:off x="2897231" y="1707859"/>
              <a:ext cx="0" cy="1133437"/>
            </a:xfrm>
            <a:custGeom>
              <a:avLst/>
              <a:pathLst>
                <a:path w="0" h="1133437">
                  <a:moveTo>
                    <a:pt x="0" y="1133437"/>
                  </a:moveTo>
                  <a:lnTo>
                    <a:pt x="0" y="1126889"/>
                  </a:lnTo>
                  <a:lnTo>
                    <a:pt x="0" y="1110956"/>
                  </a:lnTo>
                  <a:lnTo>
                    <a:pt x="0" y="1095024"/>
                  </a:lnTo>
                  <a:lnTo>
                    <a:pt x="0" y="1079092"/>
                  </a:lnTo>
                  <a:lnTo>
                    <a:pt x="0" y="1063160"/>
                  </a:lnTo>
                  <a:lnTo>
                    <a:pt x="0" y="1047227"/>
                  </a:lnTo>
                  <a:lnTo>
                    <a:pt x="0" y="1031295"/>
                  </a:lnTo>
                  <a:lnTo>
                    <a:pt x="0" y="1015363"/>
                  </a:lnTo>
                  <a:lnTo>
                    <a:pt x="0" y="999430"/>
                  </a:lnTo>
                  <a:lnTo>
                    <a:pt x="0" y="983498"/>
                  </a:lnTo>
                  <a:lnTo>
                    <a:pt x="0" y="967566"/>
                  </a:lnTo>
                  <a:lnTo>
                    <a:pt x="0" y="951633"/>
                  </a:lnTo>
                  <a:lnTo>
                    <a:pt x="0" y="935701"/>
                  </a:lnTo>
                  <a:lnTo>
                    <a:pt x="0" y="919769"/>
                  </a:lnTo>
                  <a:lnTo>
                    <a:pt x="0" y="903837"/>
                  </a:lnTo>
                  <a:lnTo>
                    <a:pt x="0" y="887904"/>
                  </a:lnTo>
                  <a:lnTo>
                    <a:pt x="0" y="871972"/>
                  </a:lnTo>
                  <a:lnTo>
                    <a:pt x="0" y="856040"/>
                  </a:lnTo>
                  <a:lnTo>
                    <a:pt x="0" y="840107"/>
                  </a:lnTo>
                  <a:lnTo>
                    <a:pt x="0" y="824175"/>
                  </a:lnTo>
                  <a:lnTo>
                    <a:pt x="0" y="808243"/>
                  </a:lnTo>
                  <a:lnTo>
                    <a:pt x="0" y="792310"/>
                  </a:lnTo>
                  <a:lnTo>
                    <a:pt x="0" y="776378"/>
                  </a:lnTo>
                  <a:lnTo>
                    <a:pt x="0" y="760446"/>
                  </a:lnTo>
                  <a:lnTo>
                    <a:pt x="0" y="744514"/>
                  </a:lnTo>
                  <a:lnTo>
                    <a:pt x="0" y="728581"/>
                  </a:lnTo>
                  <a:lnTo>
                    <a:pt x="0" y="712649"/>
                  </a:lnTo>
                  <a:lnTo>
                    <a:pt x="0" y="696717"/>
                  </a:lnTo>
                  <a:lnTo>
                    <a:pt x="0" y="680784"/>
                  </a:lnTo>
                  <a:lnTo>
                    <a:pt x="0" y="664852"/>
                  </a:lnTo>
                  <a:lnTo>
                    <a:pt x="0" y="648920"/>
                  </a:lnTo>
                  <a:lnTo>
                    <a:pt x="0" y="632987"/>
                  </a:lnTo>
                  <a:lnTo>
                    <a:pt x="0" y="617055"/>
                  </a:lnTo>
                  <a:lnTo>
                    <a:pt x="0" y="601123"/>
                  </a:lnTo>
                  <a:lnTo>
                    <a:pt x="0" y="585191"/>
                  </a:lnTo>
                  <a:lnTo>
                    <a:pt x="0" y="569258"/>
                  </a:lnTo>
                  <a:lnTo>
                    <a:pt x="0" y="553326"/>
                  </a:lnTo>
                  <a:lnTo>
                    <a:pt x="0" y="537394"/>
                  </a:lnTo>
                  <a:lnTo>
                    <a:pt x="0" y="521461"/>
                  </a:lnTo>
                  <a:lnTo>
                    <a:pt x="0" y="505529"/>
                  </a:lnTo>
                  <a:lnTo>
                    <a:pt x="0" y="489597"/>
                  </a:lnTo>
                  <a:lnTo>
                    <a:pt x="0" y="473665"/>
                  </a:lnTo>
                  <a:lnTo>
                    <a:pt x="0" y="457732"/>
                  </a:lnTo>
                  <a:lnTo>
                    <a:pt x="0" y="441800"/>
                  </a:lnTo>
                  <a:lnTo>
                    <a:pt x="0" y="425868"/>
                  </a:lnTo>
                  <a:lnTo>
                    <a:pt x="0" y="409935"/>
                  </a:lnTo>
                  <a:lnTo>
                    <a:pt x="0" y="394003"/>
                  </a:lnTo>
                  <a:lnTo>
                    <a:pt x="0" y="378071"/>
                  </a:lnTo>
                  <a:lnTo>
                    <a:pt x="0" y="362138"/>
                  </a:lnTo>
                  <a:lnTo>
                    <a:pt x="0" y="346206"/>
                  </a:lnTo>
                  <a:lnTo>
                    <a:pt x="0" y="330274"/>
                  </a:lnTo>
                  <a:lnTo>
                    <a:pt x="0" y="314342"/>
                  </a:lnTo>
                  <a:lnTo>
                    <a:pt x="0" y="298409"/>
                  </a:lnTo>
                  <a:lnTo>
                    <a:pt x="0" y="282477"/>
                  </a:lnTo>
                  <a:lnTo>
                    <a:pt x="0" y="266545"/>
                  </a:lnTo>
                  <a:lnTo>
                    <a:pt x="0" y="250612"/>
                  </a:lnTo>
                  <a:lnTo>
                    <a:pt x="0" y="234680"/>
                  </a:lnTo>
                  <a:lnTo>
                    <a:pt x="0" y="218748"/>
                  </a:lnTo>
                  <a:lnTo>
                    <a:pt x="0" y="202815"/>
                  </a:lnTo>
                  <a:lnTo>
                    <a:pt x="0" y="186883"/>
                  </a:lnTo>
                  <a:lnTo>
                    <a:pt x="0" y="170951"/>
                  </a:lnTo>
                  <a:lnTo>
                    <a:pt x="0" y="155019"/>
                  </a:lnTo>
                  <a:lnTo>
                    <a:pt x="0" y="139086"/>
                  </a:lnTo>
                  <a:lnTo>
                    <a:pt x="0" y="123154"/>
                  </a:lnTo>
                  <a:lnTo>
                    <a:pt x="0" y="107222"/>
                  </a:lnTo>
                  <a:lnTo>
                    <a:pt x="0" y="91289"/>
                  </a:lnTo>
                  <a:lnTo>
                    <a:pt x="0" y="75357"/>
                  </a:lnTo>
                  <a:lnTo>
                    <a:pt x="0" y="59425"/>
                  </a:lnTo>
                  <a:lnTo>
                    <a:pt x="0" y="43493"/>
                  </a:lnTo>
                  <a:lnTo>
                    <a:pt x="0" y="27560"/>
                  </a:lnTo>
                  <a:lnTo>
                    <a:pt x="0" y="1162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" name="pl4060"/>
            <p:cNvSpPr/>
            <p:nvPr/>
          </p:nvSpPr>
          <p:spPr>
            <a:xfrm>
              <a:off x="3104444" y="1707859"/>
              <a:ext cx="0" cy="1133437"/>
            </a:xfrm>
            <a:custGeom>
              <a:avLst/>
              <a:pathLst>
                <a:path w="0" h="1133437">
                  <a:moveTo>
                    <a:pt x="0" y="1133437"/>
                  </a:moveTo>
                  <a:lnTo>
                    <a:pt x="0" y="1126889"/>
                  </a:lnTo>
                  <a:lnTo>
                    <a:pt x="0" y="1110956"/>
                  </a:lnTo>
                  <a:lnTo>
                    <a:pt x="0" y="1095024"/>
                  </a:lnTo>
                  <a:lnTo>
                    <a:pt x="0" y="1079092"/>
                  </a:lnTo>
                  <a:lnTo>
                    <a:pt x="0" y="1063160"/>
                  </a:lnTo>
                  <a:lnTo>
                    <a:pt x="0" y="1047227"/>
                  </a:lnTo>
                  <a:lnTo>
                    <a:pt x="0" y="1031295"/>
                  </a:lnTo>
                  <a:lnTo>
                    <a:pt x="0" y="1015363"/>
                  </a:lnTo>
                  <a:lnTo>
                    <a:pt x="0" y="999430"/>
                  </a:lnTo>
                  <a:lnTo>
                    <a:pt x="0" y="983498"/>
                  </a:lnTo>
                  <a:lnTo>
                    <a:pt x="0" y="967566"/>
                  </a:lnTo>
                  <a:lnTo>
                    <a:pt x="0" y="951633"/>
                  </a:lnTo>
                  <a:lnTo>
                    <a:pt x="0" y="935701"/>
                  </a:lnTo>
                  <a:lnTo>
                    <a:pt x="0" y="919769"/>
                  </a:lnTo>
                  <a:lnTo>
                    <a:pt x="0" y="903837"/>
                  </a:lnTo>
                  <a:lnTo>
                    <a:pt x="0" y="887904"/>
                  </a:lnTo>
                  <a:lnTo>
                    <a:pt x="0" y="871972"/>
                  </a:lnTo>
                  <a:lnTo>
                    <a:pt x="0" y="856040"/>
                  </a:lnTo>
                  <a:lnTo>
                    <a:pt x="0" y="840107"/>
                  </a:lnTo>
                  <a:lnTo>
                    <a:pt x="0" y="824175"/>
                  </a:lnTo>
                  <a:lnTo>
                    <a:pt x="0" y="808243"/>
                  </a:lnTo>
                  <a:lnTo>
                    <a:pt x="0" y="792310"/>
                  </a:lnTo>
                  <a:lnTo>
                    <a:pt x="0" y="776378"/>
                  </a:lnTo>
                  <a:lnTo>
                    <a:pt x="0" y="760446"/>
                  </a:lnTo>
                  <a:lnTo>
                    <a:pt x="0" y="744514"/>
                  </a:lnTo>
                  <a:lnTo>
                    <a:pt x="0" y="728581"/>
                  </a:lnTo>
                  <a:lnTo>
                    <a:pt x="0" y="712649"/>
                  </a:lnTo>
                  <a:lnTo>
                    <a:pt x="0" y="696717"/>
                  </a:lnTo>
                  <a:lnTo>
                    <a:pt x="0" y="680784"/>
                  </a:lnTo>
                  <a:lnTo>
                    <a:pt x="0" y="664852"/>
                  </a:lnTo>
                  <a:lnTo>
                    <a:pt x="0" y="648920"/>
                  </a:lnTo>
                  <a:lnTo>
                    <a:pt x="0" y="632987"/>
                  </a:lnTo>
                  <a:lnTo>
                    <a:pt x="0" y="617055"/>
                  </a:lnTo>
                  <a:lnTo>
                    <a:pt x="0" y="601123"/>
                  </a:lnTo>
                  <a:lnTo>
                    <a:pt x="0" y="585191"/>
                  </a:lnTo>
                  <a:lnTo>
                    <a:pt x="0" y="569258"/>
                  </a:lnTo>
                  <a:lnTo>
                    <a:pt x="0" y="553326"/>
                  </a:lnTo>
                  <a:lnTo>
                    <a:pt x="0" y="537394"/>
                  </a:lnTo>
                  <a:lnTo>
                    <a:pt x="0" y="521461"/>
                  </a:lnTo>
                  <a:lnTo>
                    <a:pt x="0" y="505529"/>
                  </a:lnTo>
                  <a:lnTo>
                    <a:pt x="0" y="489597"/>
                  </a:lnTo>
                  <a:lnTo>
                    <a:pt x="0" y="473665"/>
                  </a:lnTo>
                  <a:lnTo>
                    <a:pt x="0" y="457732"/>
                  </a:lnTo>
                  <a:lnTo>
                    <a:pt x="0" y="441800"/>
                  </a:lnTo>
                  <a:lnTo>
                    <a:pt x="0" y="425868"/>
                  </a:lnTo>
                  <a:lnTo>
                    <a:pt x="0" y="409935"/>
                  </a:lnTo>
                  <a:lnTo>
                    <a:pt x="0" y="394003"/>
                  </a:lnTo>
                  <a:lnTo>
                    <a:pt x="0" y="378071"/>
                  </a:lnTo>
                  <a:lnTo>
                    <a:pt x="0" y="362138"/>
                  </a:lnTo>
                  <a:lnTo>
                    <a:pt x="0" y="346206"/>
                  </a:lnTo>
                  <a:lnTo>
                    <a:pt x="0" y="330274"/>
                  </a:lnTo>
                  <a:lnTo>
                    <a:pt x="0" y="314342"/>
                  </a:lnTo>
                  <a:lnTo>
                    <a:pt x="0" y="298409"/>
                  </a:lnTo>
                  <a:lnTo>
                    <a:pt x="0" y="282477"/>
                  </a:lnTo>
                  <a:lnTo>
                    <a:pt x="0" y="266545"/>
                  </a:lnTo>
                  <a:lnTo>
                    <a:pt x="0" y="250612"/>
                  </a:lnTo>
                  <a:lnTo>
                    <a:pt x="0" y="234680"/>
                  </a:lnTo>
                  <a:lnTo>
                    <a:pt x="0" y="218748"/>
                  </a:lnTo>
                  <a:lnTo>
                    <a:pt x="0" y="202815"/>
                  </a:lnTo>
                  <a:lnTo>
                    <a:pt x="0" y="186883"/>
                  </a:lnTo>
                  <a:lnTo>
                    <a:pt x="0" y="170951"/>
                  </a:lnTo>
                  <a:lnTo>
                    <a:pt x="0" y="155019"/>
                  </a:lnTo>
                  <a:lnTo>
                    <a:pt x="0" y="139086"/>
                  </a:lnTo>
                  <a:lnTo>
                    <a:pt x="0" y="123154"/>
                  </a:lnTo>
                  <a:lnTo>
                    <a:pt x="0" y="107222"/>
                  </a:lnTo>
                  <a:lnTo>
                    <a:pt x="0" y="91289"/>
                  </a:lnTo>
                  <a:lnTo>
                    <a:pt x="0" y="75357"/>
                  </a:lnTo>
                  <a:lnTo>
                    <a:pt x="0" y="59425"/>
                  </a:lnTo>
                  <a:lnTo>
                    <a:pt x="0" y="43493"/>
                  </a:lnTo>
                  <a:lnTo>
                    <a:pt x="0" y="27560"/>
                  </a:lnTo>
                  <a:lnTo>
                    <a:pt x="0" y="1162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" name="pl4061"/>
            <p:cNvSpPr/>
            <p:nvPr/>
          </p:nvSpPr>
          <p:spPr>
            <a:xfrm>
              <a:off x="2045346" y="2794917"/>
              <a:ext cx="1161025" cy="0"/>
            </a:xfrm>
            <a:custGeom>
              <a:avLst/>
              <a:pathLst>
                <a:path w="1161025" h="0">
                  <a:moveTo>
                    <a:pt x="0" y="0"/>
                  </a:moveTo>
                  <a:lnTo>
                    <a:pt x="6289" y="0"/>
                  </a:lnTo>
                  <a:lnTo>
                    <a:pt x="20940" y="0"/>
                  </a:lnTo>
                  <a:lnTo>
                    <a:pt x="35592" y="0"/>
                  </a:lnTo>
                  <a:lnTo>
                    <a:pt x="50243" y="0"/>
                  </a:lnTo>
                  <a:lnTo>
                    <a:pt x="64895" y="0"/>
                  </a:lnTo>
                  <a:lnTo>
                    <a:pt x="79546" y="0"/>
                  </a:lnTo>
                  <a:lnTo>
                    <a:pt x="94197" y="0"/>
                  </a:lnTo>
                  <a:lnTo>
                    <a:pt x="108849" y="0"/>
                  </a:lnTo>
                  <a:lnTo>
                    <a:pt x="123500" y="0"/>
                  </a:lnTo>
                  <a:lnTo>
                    <a:pt x="138152" y="0"/>
                  </a:lnTo>
                  <a:lnTo>
                    <a:pt x="152803" y="0"/>
                  </a:lnTo>
                  <a:lnTo>
                    <a:pt x="167454" y="0"/>
                  </a:lnTo>
                  <a:lnTo>
                    <a:pt x="182106" y="0"/>
                  </a:lnTo>
                  <a:lnTo>
                    <a:pt x="196757" y="0"/>
                  </a:lnTo>
                  <a:lnTo>
                    <a:pt x="211409" y="0"/>
                  </a:lnTo>
                  <a:lnTo>
                    <a:pt x="226060" y="0"/>
                  </a:lnTo>
                  <a:lnTo>
                    <a:pt x="240712" y="0"/>
                  </a:lnTo>
                  <a:lnTo>
                    <a:pt x="255363" y="0"/>
                  </a:lnTo>
                  <a:lnTo>
                    <a:pt x="270014" y="0"/>
                  </a:lnTo>
                  <a:lnTo>
                    <a:pt x="284666" y="0"/>
                  </a:lnTo>
                  <a:lnTo>
                    <a:pt x="299317" y="0"/>
                  </a:lnTo>
                  <a:lnTo>
                    <a:pt x="313969" y="0"/>
                  </a:lnTo>
                  <a:lnTo>
                    <a:pt x="328620" y="0"/>
                  </a:lnTo>
                  <a:lnTo>
                    <a:pt x="343271" y="0"/>
                  </a:lnTo>
                  <a:lnTo>
                    <a:pt x="357923" y="0"/>
                  </a:lnTo>
                  <a:lnTo>
                    <a:pt x="372574" y="0"/>
                  </a:lnTo>
                  <a:lnTo>
                    <a:pt x="387226" y="0"/>
                  </a:lnTo>
                  <a:lnTo>
                    <a:pt x="401877" y="0"/>
                  </a:lnTo>
                  <a:lnTo>
                    <a:pt x="416528" y="0"/>
                  </a:lnTo>
                  <a:lnTo>
                    <a:pt x="431180" y="0"/>
                  </a:lnTo>
                  <a:lnTo>
                    <a:pt x="445831" y="0"/>
                  </a:lnTo>
                  <a:lnTo>
                    <a:pt x="460483" y="0"/>
                  </a:lnTo>
                  <a:lnTo>
                    <a:pt x="475134" y="0"/>
                  </a:lnTo>
                  <a:lnTo>
                    <a:pt x="489786" y="0"/>
                  </a:lnTo>
                  <a:lnTo>
                    <a:pt x="504437" y="0"/>
                  </a:lnTo>
                  <a:lnTo>
                    <a:pt x="519088" y="0"/>
                  </a:lnTo>
                  <a:lnTo>
                    <a:pt x="533740" y="0"/>
                  </a:lnTo>
                  <a:lnTo>
                    <a:pt x="548391" y="0"/>
                  </a:lnTo>
                  <a:lnTo>
                    <a:pt x="563043" y="0"/>
                  </a:lnTo>
                  <a:lnTo>
                    <a:pt x="577694" y="0"/>
                  </a:lnTo>
                  <a:lnTo>
                    <a:pt x="592345" y="0"/>
                  </a:lnTo>
                  <a:lnTo>
                    <a:pt x="606997" y="0"/>
                  </a:lnTo>
                  <a:lnTo>
                    <a:pt x="621648" y="0"/>
                  </a:lnTo>
                  <a:lnTo>
                    <a:pt x="636300" y="0"/>
                  </a:lnTo>
                  <a:lnTo>
                    <a:pt x="650951" y="0"/>
                  </a:lnTo>
                  <a:lnTo>
                    <a:pt x="665602" y="0"/>
                  </a:lnTo>
                  <a:lnTo>
                    <a:pt x="680254" y="0"/>
                  </a:lnTo>
                  <a:lnTo>
                    <a:pt x="694905" y="0"/>
                  </a:lnTo>
                  <a:lnTo>
                    <a:pt x="709557" y="0"/>
                  </a:lnTo>
                  <a:lnTo>
                    <a:pt x="724208" y="0"/>
                  </a:lnTo>
                  <a:lnTo>
                    <a:pt x="738860" y="0"/>
                  </a:lnTo>
                  <a:lnTo>
                    <a:pt x="753511" y="0"/>
                  </a:lnTo>
                  <a:lnTo>
                    <a:pt x="768162" y="0"/>
                  </a:lnTo>
                  <a:lnTo>
                    <a:pt x="782814" y="0"/>
                  </a:lnTo>
                  <a:lnTo>
                    <a:pt x="797465" y="0"/>
                  </a:lnTo>
                  <a:lnTo>
                    <a:pt x="812117" y="0"/>
                  </a:lnTo>
                  <a:lnTo>
                    <a:pt x="826768" y="0"/>
                  </a:lnTo>
                  <a:lnTo>
                    <a:pt x="841419" y="0"/>
                  </a:lnTo>
                  <a:lnTo>
                    <a:pt x="856071" y="0"/>
                  </a:lnTo>
                  <a:lnTo>
                    <a:pt x="870722" y="0"/>
                  </a:lnTo>
                  <a:lnTo>
                    <a:pt x="885374" y="0"/>
                  </a:lnTo>
                  <a:lnTo>
                    <a:pt x="900025" y="0"/>
                  </a:lnTo>
                  <a:lnTo>
                    <a:pt x="914677" y="0"/>
                  </a:lnTo>
                  <a:lnTo>
                    <a:pt x="929328" y="0"/>
                  </a:lnTo>
                  <a:lnTo>
                    <a:pt x="943979" y="0"/>
                  </a:lnTo>
                  <a:lnTo>
                    <a:pt x="958631" y="0"/>
                  </a:lnTo>
                  <a:lnTo>
                    <a:pt x="973282" y="0"/>
                  </a:lnTo>
                  <a:lnTo>
                    <a:pt x="987934" y="0"/>
                  </a:lnTo>
                  <a:lnTo>
                    <a:pt x="1002585" y="0"/>
                  </a:lnTo>
                  <a:lnTo>
                    <a:pt x="1017236" y="0"/>
                  </a:lnTo>
                  <a:lnTo>
                    <a:pt x="1031888" y="0"/>
                  </a:lnTo>
                  <a:lnTo>
                    <a:pt x="1046539" y="0"/>
                  </a:lnTo>
                  <a:lnTo>
                    <a:pt x="1061191" y="0"/>
                  </a:lnTo>
                  <a:lnTo>
                    <a:pt x="1075842" y="0"/>
                  </a:lnTo>
                  <a:lnTo>
                    <a:pt x="1090493" y="0"/>
                  </a:lnTo>
                  <a:lnTo>
                    <a:pt x="1105145" y="0"/>
                  </a:lnTo>
                  <a:lnTo>
                    <a:pt x="1119796" y="0"/>
                  </a:lnTo>
                  <a:lnTo>
                    <a:pt x="1134448" y="0"/>
                  </a:lnTo>
                  <a:lnTo>
                    <a:pt x="1149099" y="0"/>
                  </a:lnTo>
                  <a:lnTo>
                    <a:pt x="1161025" y="0"/>
                  </a:lnTo>
                  <a:lnTo>
                    <a:pt x="1161025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" name="pl4062"/>
            <p:cNvSpPr/>
            <p:nvPr/>
          </p:nvSpPr>
          <p:spPr>
            <a:xfrm>
              <a:off x="2045346" y="2532034"/>
              <a:ext cx="1161025" cy="0"/>
            </a:xfrm>
            <a:custGeom>
              <a:avLst/>
              <a:pathLst>
                <a:path w="1161025" h="0">
                  <a:moveTo>
                    <a:pt x="0" y="0"/>
                  </a:moveTo>
                  <a:lnTo>
                    <a:pt x="6289" y="0"/>
                  </a:lnTo>
                  <a:lnTo>
                    <a:pt x="20940" y="0"/>
                  </a:lnTo>
                  <a:lnTo>
                    <a:pt x="35592" y="0"/>
                  </a:lnTo>
                  <a:lnTo>
                    <a:pt x="50243" y="0"/>
                  </a:lnTo>
                  <a:lnTo>
                    <a:pt x="64895" y="0"/>
                  </a:lnTo>
                  <a:lnTo>
                    <a:pt x="79546" y="0"/>
                  </a:lnTo>
                  <a:lnTo>
                    <a:pt x="94197" y="0"/>
                  </a:lnTo>
                  <a:lnTo>
                    <a:pt x="108849" y="0"/>
                  </a:lnTo>
                  <a:lnTo>
                    <a:pt x="123500" y="0"/>
                  </a:lnTo>
                  <a:lnTo>
                    <a:pt x="138152" y="0"/>
                  </a:lnTo>
                  <a:lnTo>
                    <a:pt x="152803" y="0"/>
                  </a:lnTo>
                  <a:lnTo>
                    <a:pt x="167454" y="0"/>
                  </a:lnTo>
                  <a:lnTo>
                    <a:pt x="182106" y="0"/>
                  </a:lnTo>
                  <a:lnTo>
                    <a:pt x="196757" y="0"/>
                  </a:lnTo>
                  <a:lnTo>
                    <a:pt x="211409" y="0"/>
                  </a:lnTo>
                  <a:lnTo>
                    <a:pt x="226060" y="0"/>
                  </a:lnTo>
                  <a:lnTo>
                    <a:pt x="240712" y="0"/>
                  </a:lnTo>
                  <a:lnTo>
                    <a:pt x="255363" y="0"/>
                  </a:lnTo>
                  <a:lnTo>
                    <a:pt x="270014" y="0"/>
                  </a:lnTo>
                  <a:lnTo>
                    <a:pt x="284666" y="0"/>
                  </a:lnTo>
                  <a:lnTo>
                    <a:pt x="299317" y="0"/>
                  </a:lnTo>
                  <a:lnTo>
                    <a:pt x="313969" y="0"/>
                  </a:lnTo>
                  <a:lnTo>
                    <a:pt x="328620" y="0"/>
                  </a:lnTo>
                  <a:lnTo>
                    <a:pt x="343271" y="0"/>
                  </a:lnTo>
                  <a:lnTo>
                    <a:pt x="357923" y="0"/>
                  </a:lnTo>
                  <a:lnTo>
                    <a:pt x="372574" y="0"/>
                  </a:lnTo>
                  <a:lnTo>
                    <a:pt x="387226" y="0"/>
                  </a:lnTo>
                  <a:lnTo>
                    <a:pt x="401877" y="0"/>
                  </a:lnTo>
                  <a:lnTo>
                    <a:pt x="416528" y="0"/>
                  </a:lnTo>
                  <a:lnTo>
                    <a:pt x="431180" y="0"/>
                  </a:lnTo>
                  <a:lnTo>
                    <a:pt x="445831" y="0"/>
                  </a:lnTo>
                  <a:lnTo>
                    <a:pt x="460483" y="0"/>
                  </a:lnTo>
                  <a:lnTo>
                    <a:pt x="475134" y="0"/>
                  </a:lnTo>
                  <a:lnTo>
                    <a:pt x="489786" y="0"/>
                  </a:lnTo>
                  <a:lnTo>
                    <a:pt x="504437" y="0"/>
                  </a:lnTo>
                  <a:lnTo>
                    <a:pt x="519088" y="0"/>
                  </a:lnTo>
                  <a:lnTo>
                    <a:pt x="533740" y="0"/>
                  </a:lnTo>
                  <a:lnTo>
                    <a:pt x="548391" y="0"/>
                  </a:lnTo>
                  <a:lnTo>
                    <a:pt x="563043" y="0"/>
                  </a:lnTo>
                  <a:lnTo>
                    <a:pt x="577694" y="0"/>
                  </a:lnTo>
                  <a:lnTo>
                    <a:pt x="592345" y="0"/>
                  </a:lnTo>
                  <a:lnTo>
                    <a:pt x="606997" y="0"/>
                  </a:lnTo>
                  <a:lnTo>
                    <a:pt x="621648" y="0"/>
                  </a:lnTo>
                  <a:lnTo>
                    <a:pt x="636300" y="0"/>
                  </a:lnTo>
                  <a:lnTo>
                    <a:pt x="650951" y="0"/>
                  </a:lnTo>
                  <a:lnTo>
                    <a:pt x="665602" y="0"/>
                  </a:lnTo>
                  <a:lnTo>
                    <a:pt x="680254" y="0"/>
                  </a:lnTo>
                  <a:lnTo>
                    <a:pt x="694905" y="0"/>
                  </a:lnTo>
                  <a:lnTo>
                    <a:pt x="709557" y="0"/>
                  </a:lnTo>
                  <a:lnTo>
                    <a:pt x="724208" y="0"/>
                  </a:lnTo>
                  <a:lnTo>
                    <a:pt x="738860" y="0"/>
                  </a:lnTo>
                  <a:lnTo>
                    <a:pt x="753511" y="0"/>
                  </a:lnTo>
                  <a:lnTo>
                    <a:pt x="768162" y="0"/>
                  </a:lnTo>
                  <a:lnTo>
                    <a:pt x="782814" y="0"/>
                  </a:lnTo>
                  <a:lnTo>
                    <a:pt x="797465" y="0"/>
                  </a:lnTo>
                  <a:lnTo>
                    <a:pt x="812117" y="0"/>
                  </a:lnTo>
                  <a:lnTo>
                    <a:pt x="826768" y="0"/>
                  </a:lnTo>
                  <a:lnTo>
                    <a:pt x="841419" y="0"/>
                  </a:lnTo>
                  <a:lnTo>
                    <a:pt x="856071" y="0"/>
                  </a:lnTo>
                  <a:lnTo>
                    <a:pt x="870722" y="0"/>
                  </a:lnTo>
                  <a:lnTo>
                    <a:pt x="885374" y="0"/>
                  </a:lnTo>
                  <a:lnTo>
                    <a:pt x="900025" y="0"/>
                  </a:lnTo>
                  <a:lnTo>
                    <a:pt x="914677" y="0"/>
                  </a:lnTo>
                  <a:lnTo>
                    <a:pt x="929328" y="0"/>
                  </a:lnTo>
                  <a:lnTo>
                    <a:pt x="943979" y="0"/>
                  </a:lnTo>
                  <a:lnTo>
                    <a:pt x="958631" y="0"/>
                  </a:lnTo>
                  <a:lnTo>
                    <a:pt x="973282" y="0"/>
                  </a:lnTo>
                  <a:lnTo>
                    <a:pt x="987934" y="0"/>
                  </a:lnTo>
                  <a:lnTo>
                    <a:pt x="1002585" y="0"/>
                  </a:lnTo>
                  <a:lnTo>
                    <a:pt x="1017236" y="0"/>
                  </a:lnTo>
                  <a:lnTo>
                    <a:pt x="1031888" y="0"/>
                  </a:lnTo>
                  <a:lnTo>
                    <a:pt x="1046539" y="0"/>
                  </a:lnTo>
                  <a:lnTo>
                    <a:pt x="1061191" y="0"/>
                  </a:lnTo>
                  <a:lnTo>
                    <a:pt x="1075842" y="0"/>
                  </a:lnTo>
                  <a:lnTo>
                    <a:pt x="1090493" y="0"/>
                  </a:lnTo>
                  <a:lnTo>
                    <a:pt x="1105145" y="0"/>
                  </a:lnTo>
                  <a:lnTo>
                    <a:pt x="1119796" y="0"/>
                  </a:lnTo>
                  <a:lnTo>
                    <a:pt x="1134448" y="0"/>
                  </a:lnTo>
                  <a:lnTo>
                    <a:pt x="1149099" y="0"/>
                  </a:lnTo>
                  <a:lnTo>
                    <a:pt x="1161025" y="0"/>
                  </a:lnTo>
                  <a:lnTo>
                    <a:pt x="1161025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" name="pl4063"/>
            <p:cNvSpPr/>
            <p:nvPr/>
          </p:nvSpPr>
          <p:spPr>
            <a:xfrm>
              <a:off x="2045346" y="2269151"/>
              <a:ext cx="1161025" cy="0"/>
            </a:xfrm>
            <a:custGeom>
              <a:avLst/>
              <a:pathLst>
                <a:path w="1161025" h="0">
                  <a:moveTo>
                    <a:pt x="0" y="0"/>
                  </a:moveTo>
                  <a:lnTo>
                    <a:pt x="6289" y="0"/>
                  </a:lnTo>
                  <a:lnTo>
                    <a:pt x="20940" y="0"/>
                  </a:lnTo>
                  <a:lnTo>
                    <a:pt x="35592" y="0"/>
                  </a:lnTo>
                  <a:lnTo>
                    <a:pt x="50243" y="0"/>
                  </a:lnTo>
                  <a:lnTo>
                    <a:pt x="64895" y="0"/>
                  </a:lnTo>
                  <a:lnTo>
                    <a:pt x="79546" y="0"/>
                  </a:lnTo>
                  <a:lnTo>
                    <a:pt x="94197" y="0"/>
                  </a:lnTo>
                  <a:lnTo>
                    <a:pt x="108849" y="0"/>
                  </a:lnTo>
                  <a:lnTo>
                    <a:pt x="123500" y="0"/>
                  </a:lnTo>
                  <a:lnTo>
                    <a:pt x="138152" y="0"/>
                  </a:lnTo>
                  <a:lnTo>
                    <a:pt x="152803" y="0"/>
                  </a:lnTo>
                  <a:lnTo>
                    <a:pt x="167454" y="0"/>
                  </a:lnTo>
                  <a:lnTo>
                    <a:pt x="182106" y="0"/>
                  </a:lnTo>
                  <a:lnTo>
                    <a:pt x="196757" y="0"/>
                  </a:lnTo>
                  <a:lnTo>
                    <a:pt x="211409" y="0"/>
                  </a:lnTo>
                  <a:lnTo>
                    <a:pt x="226060" y="0"/>
                  </a:lnTo>
                  <a:lnTo>
                    <a:pt x="240712" y="0"/>
                  </a:lnTo>
                  <a:lnTo>
                    <a:pt x="255363" y="0"/>
                  </a:lnTo>
                  <a:lnTo>
                    <a:pt x="270014" y="0"/>
                  </a:lnTo>
                  <a:lnTo>
                    <a:pt x="284666" y="0"/>
                  </a:lnTo>
                  <a:lnTo>
                    <a:pt x="299317" y="0"/>
                  </a:lnTo>
                  <a:lnTo>
                    <a:pt x="313969" y="0"/>
                  </a:lnTo>
                  <a:lnTo>
                    <a:pt x="328620" y="0"/>
                  </a:lnTo>
                  <a:lnTo>
                    <a:pt x="343271" y="0"/>
                  </a:lnTo>
                  <a:lnTo>
                    <a:pt x="357923" y="0"/>
                  </a:lnTo>
                  <a:lnTo>
                    <a:pt x="372574" y="0"/>
                  </a:lnTo>
                  <a:lnTo>
                    <a:pt x="387226" y="0"/>
                  </a:lnTo>
                  <a:lnTo>
                    <a:pt x="401877" y="0"/>
                  </a:lnTo>
                  <a:lnTo>
                    <a:pt x="416528" y="0"/>
                  </a:lnTo>
                  <a:lnTo>
                    <a:pt x="431180" y="0"/>
                  </a:lnTo>
                  <a:lnTo>
                    <a:pt x="445831" y="0"/>
                  </a:lnTo>
                  <a:lnTo>
                    <a:pt x="460483" y="0"/>
                  </a:lnTo>
                  <a:lnTo>
                    <a:pt x="475134" y="0"/>
                  </a:lnTo>
                  <a:lnTo>
                    <a:pt x="489786" y="0"/>
                  </a:lnTo>
                  <a:lnTo>
                    <a:pt x="504437" y="0"/>
                  </a:lnTo>
                  <a:lnTo>
                    <a:pt x="519088" y="0"/>
                  </a:lnTo>
                  <a:lnTo>
                    <a:pt x="533740" y="0"/>
                  </a:lnTo>
                  <a:lnTo>
                    <a:pt x="548391" y="0"/>
                  </a:lnTo>
                  <a:lnTo>
                    <a:pt x="563043" y="0"/>
                  </a:lnTo>
                  <a:lnTo>
                    <a:pt x="577694" y="0"/>
                  </a:lnTo>
                  <a:lnTo>
                    <a:pt x="592345" y="0"/>
                  </a:lnTo>
                  <a:lnTo>
                    <a:pt x="606997" y="0"/>
                  </a:lnTo>
                  <a:lnTo>
                    <a:pt x="621648" y="0"/>
                  </a:lnTo>
                  <a:lnTo>
                    <a:pt x="636300" y="0"/>
                  </a:lnTo>
                  <a:lnTo>
                    <a:pt x="650951" y="0"/>
                  </a:lnTo>
                  <a:lnTo>
                    <a:pt x="665602" y="0"/>
                  </a:lnTo>
                  <a:lnTo>
                    <a:pt x="680254" y="0"/>
                  </a:lnTo>
                  <a:lnTo>
                    <a:pt x="694905" y="0"/>
                  </a:lnTo>
                  <a:lnTo>
                    <a:pt x="709557" y="0"/>
                  </a:lnTo>
                  <a:lnTo>
                    <a:pt x="724208" y="0"/>
                  </a:lnTo>
                  <a:lnTo>
                    <a:pt x="738860" y="0"/>
                  </a:lnTo>
                  <a:lnTo>
                    <a:pt x="753511" y="0"/>
                  </a:lnTo>
                  <a:lnTo>
                    <a:pt x="768162" y="0"/>
                  </a:lnTo>
                  <a:lnTo>
                    <a:pt x="782814" y="0"/>
                  </a:lnTo>
                  <a:lnTo>
                    <a:pt x="797465" y="0"/>
                  </a:lnTo>
                  <a:lnTo>
                    <a:pt x="812117" y="0"/>
                  </a:lnTo>
                  <a:lnTo>
                    <a:pt x="826768" y="0"/>
                  </a:lnTo>
                  <a:lnTo>
                    <a:pt x="841419" y="0"/>
                  </a:lnTo>
                  <a:lnTo>
                    <a:pt x="856071" y="0"/>
                  </a:lnTo>
                  <a:lnTo>
                    <a:pt x="870722" y="0"/>
                  </a:lnTo>
                  <a:lnTo>
                    <a:pt x="885374" y="0"/>
                  </a:lnTo>
                  <a:lnTo>
                    <a:pt x="900025" y="0"/>
                  </a:lnTo>
                  <a:lnTo>
                    <a:pt x="914677" y="0"/>
                  </a:lnTo>
                  <a:lnTo>
                    <a:pt x="929328" y="0"/>
                  </a:lnTo>
                  <a:lnTo>
                    <a:pt x="943979" y="0"/>
                  </a:lnTo>
                  <a:lnTo>
                    <a:pt x="958631" y="0"/>
                  </a:lnTo>
                  <a:lnTo>
                    <a:pt x="973282" y="0"/>
                  </a:lnTo>
                  <a:lnTo>
                    <a:pt x="987934" y="0"/>
                  </a:lnTo>
                  <a:lnTo>
                    <a:pt x="1002585" y="0"/>
                  </a:lnTo>
                  <a:lnTo>
                    <a:pt x="1017236" y="0"/>
                  </a:lnTo>
                  <a:lnTo>
                    <a:pt x="1031888" y="0"/>
                  </a:lnTo>
                  <a:lnTo>
                    <a:pt x="1046539" y="0"/>
                  </a:lnTo>
                  <a:lnTo>
                    <a:pt x="1061191" y="0"/>
                  </a:lnTo>
                  <a:lnTo>
                    <a:pt x="1075842" y="0"/>
                  </a:lnTo>
                  <a:lnTo>
                    <a:pt x="1090493" y="0"/>
                  </a:lnTo>
                  <a:lnTo>
                    <a:pt x="1105145" y="0"/>
                  </a:lnTo>
                  <a:lnTo>
                    <a:pt x="1119796" y="0"/>
                  </a:lnTo>
                  <a:lnTo>
                    <a:pt x="1134448" y="0"/>
                  </a:lnTo>
                  <a:lnTo>
                    <a:pt x="1149099" y="0"/>
                  </a:lnTo>
                  <a:lnTo>
                    <a:pt x="1161025" y="0"/>
                  </a:lnTo>
                  <a:lnTo>
                    <a:pt x="1161025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l4064"/>
            <p:cNvSpPr/>
            <p:nvPr/>
          </p:nvSpPr>
          <p:spPr>
            <a:xfrm>
              <a:off x="2045346" y="2006268"/>
              <a:ext cx="1161025" cy="0"/>
            </a:xfrm>
            <a:custGeom>
              <a:avLst/>
              <a:pathLst>
                <a:path w="1161025" h="0">
                  <a:moveTo>
                    <a:pt x="0" y="0"/>
                  </a:moveTo>
                  <a:lnTo>
                    <a:pt x="6289" y="0"/>
                  </a:lnTo>
                  <a:lnTo>
                    <a:pt x="20940" y="0"/>
                  </a:lnTo>
                  <a:lnTo>
                    <a:pt x="35592" y="0"/>
                  </a:lnTo>
                  <a:lnTo>
                    <a:pt x="50243" y="0"/>
                  </a:lnTo>
                  <a:lnTo>
                    <a:pt x="64895" y="0"/>
                  </a:lnTo>
                  <a:lnTo>
                    <a:pt x="79546" y="0"/>
                  </a:lnTo>
                  <a:lnTo>
                    <a:pt x="94197" y="0"/>
                  </a:lnTo>
                  <a:lnTo>
                    <a:pt x="108849" y="0"/>
                  </a:lnTo>
                  <a:lnTo>
                    <a:pt x="123500" y="0"/>
                  </a:lnTo>
                  <a:lnTo>
                    <a:pt x="138152" y="0"/>
                  </a:lnTo>
                  <a:lnTo>
                    <a:pt x="152803" y="0"/>
                  </a:lnTo>
                  <a:lnTo>
                    <a:pt x="167454" y="0"/>
                  </a:lnTo>
                  <a:lnTo>
                    <a:pt x="182106" y="0"/>
                  </a:lnTo>
                  <a:lnTo>
                    <a:pt x="196757" y="0"/>
                  </a:lnTo>
                  <a:lnTo>
                    <a:pt x="211409" y="0"/>
                  </a:lnTo>
                  <a:lnTo>
                    <a:pt x="226060" y="0"/>
                  </a:lnTo>
                  <a:lnTo>
                    <a:pt x="240712" y="0"/>
                  </a:lnTo>
                  <a:lnTo>
                    <a:pt x="255363" y="0"/>
                  </a:lnTo>
                  <a:lnTo>
                    <a:pt x="270014" y="0"/>
                  </a:lnTo>
                  <a:lnTo>
                    <a:pt x="284666" y="0"/>
                  </a:lnTo>
                  <a:lnTo>
                    <a:pt x="299317" y="0"/>
                  </a:lnTo>
                  <a:lnTo>
                    <a:pt x="313969" y="0"/>
                  </a:lnTo>
                  <a:lnTo>
                    <a:pt x="328620" y="0"/>
                  </a:lnTo>
                  <a:lnTo>
                    <a:pt x="343271" y="0"/>
                  </a:lnTo>
                  <a:lnTo>
                    <a:pt x="357923" y="0"/>
                  </a:lnTo>
                  <a:lnTo>
                    <a:pt x="372574" y="0"/>
                  </a:lnTo>
                  <a:lnTo>
                    <a:pt x="387226" y="0"/>
                  </a:lnTo>
                  <a:lnTo>
                    <a:pt x="401877" y="0"/>
                  </a:lnTo>
                  <a:lnTo>
                    <a:pt x="416528" y="0"/>
                  </a:lnTo>
                  <a:lnTo>
                    <a:pt x="431180" y="0"/>
                  </a:lnTo>
                  <a:lnTo>
                    <a:pt x="445831" y="0"/>
                  </a:lnTo>
                  <a:lnTo>
                    <a:pt x="460483" y="0"/>
                  </a:lnTo>
                  <a:lnTo>
                    <a:pt x="475134" y="0"/>
                  </a:lnTo>
                  <a:lnTo>
                    <a:pt x="489786" y="0"/>
                  </a:lnTo>
                  <a:lnTo>
                    <a:pt x="504437" y="0"/>
                  </a:lnTo>
                  <a:lnTo>
                    <a:pt x="519088" y="0"/>
                  </a:lnTo>
                  <a:lnTo>
                    <a:pt x="533740" y="0"/>
                  </a:lnTo>
                  <a:lnTo>
                    <a:pt x="548391" y="0"/>
                  </a:lnTo>
                  <a:lnTo>
                    <a:pt x="563043" y="0"/>
                  </a:lnTo>
                  <a:lnTo>
                    <a:pt x="577694" y="0"/>
                  </a:lnTo>
                  <a:lnTo>
                    <a:pt x="592345" y="0"/>
                  </a:lnTo>
                  <a:lnTo>
                    <a:pt x="606997" y="0"/>
                  </a:lnTo>
                  <a:lnTo>
                    <a:pt x="621648" y="0"/>
                  </a:lnTo>
                  <a:lnTo>
                    <a:pt x="636300" y="0"/>
                  </a:lnTo>
                  <a:lnTo>
                    <a:pt x="650951" y="0"/>
                  </a:lnTo>
                  <a:lnTo>
                    <a:pt x="665602" y="0"/>
                  </a:lnTo>
                  <a:lnTo>
                    <a:pt x="680254" y="0"/>
                  </a:lnTo>
                  <a:lnTo>
                    <a:pt x="694905" y="0"/>
                  </a:lnTo>
                  <a:lnTo>
                    <a:pt x="709557" y="0"/>
                  </a:lnTo>
                  <a:lnTo>
                    <a:pt x="724208" y="0"/>
                  </a:lnTo>
                  <a:lnTo>
                    <a:pt x="738860" y="0"/>
                  </a:lnTo>
                  <a:lnTo>
                    <a:pt x="753511" y="0"/>
                  </a:lnTo>
                  <a:lnTo>
                    <a:pt x="768162" y="0"/>
                  </a:lnTo>
                  <a:lnTo>
                    <a:pt x="782814" y="0"/>
                  </a:lnTo>
                  <a:lnTo>
                    <a:pt x="797465" y="0"/>
                  </a:lnTo>
                  <a:lnTo>
                    <a:pt x="812117" y="0"/>
                  </a:lnTo>
                  <a:lnTo>
                    <a:pt x="826768" y="0"/>
                  </a:lnTo>
                  <a:lnTo>
                    <a:pt x="841419" y="0"/>
                  </a:lnTo>
                  <a:lnTo>
                    <a:pt x="856071" y="0"/>
                  </a:lnTo>
                  <a:lnTo>
                    <a:pt x="870722" y="0"/>
                  </a:lnTo>
                  <a:lnTo>
                    <a:pt x="885374" y="0"/>
                  </a:lnTo>
                  <a:lnTo>
                    <a:pt x="900025" y="0"/>
                  </a:lnTo>
                  <a:lnTo>
                    <a:pt x="914677" y="0"/>
                  </a:lnTo>
                  <a:lnTo>
                    <a:pt x="929328" y="0"/>
                  </a:lnTo>
                  <a:lnTo>
                    <a:pt x="943979" y="0"/>
                  </a:lnTo>
                  <a:lnTo>
                    <a:pt x="958631" y="0"/>
                  </a:lnTo>
                  <a:lnTo>
                    <a:pt x="973282" y="0"/>
                  </a:lnTo>
                  <a:lnTo>
                    <a:pt x="987934" y="0"/>
                  </a:lnTo>
                  <a:lnTo>
                    <a:pt x="1002585" y="0"/>
                  </a:lnTo>
                  <a:lnTo>
                    <a:pt x="1017236" y="0"/>
                  </a:lnTo>
                  <a:lnTo>
                    <a:pt x="1031888" y="0"/>
                  </a:lnTo>
                  <a:lnTo>
                    <a:pt x="1046539" y="0"/>
                  </a:lnTo>
                  <a:lnTo>
                    <a:pt x="1061191" y="0"/>
                  </a:lnTo>
                  <a:lnTo>
                    <a:pt x="1075842" y="0"/>
                  </a:lnTo>
                  <a:lnTo>
                    <a:pt x="1090493" y="0"/>
                  </a:lnTo>
                  <a:lnTo>
                    <a:pt x="1105145" y="0"/>
                  </a:lnTo>
                  <a:lnTo>
                    <a:pt x="1119796" y="0"/>
                  </a:lnTo>
                  <a:lnTo>
                    <a:pt x="1134448" y="0"/>
                  </a:lnTo>
                  <a:lnTo>
                    <a:pt x="1149099" y="0"/>
                  </a:lnTo>
                  <a:lnTo>
                    <a:pt x="1161025" y="0"/>
                  </a:lnTo>
                  <a:lnTo>
                    <a:pt x="1161025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l4065"/>
            <p:cNvSpPr/>
            <p:nvPr/>
          </p:nvSpPr>
          <p:spPr>
            <a:xfrm>
              <a:off x="2045346" y="1743385"/>
              <a:ext cx="1161025" cy="0"/>
            </a:xfrm>
            <a:custGeom>
              <a:avLst/>
              <a:pathLst>
                <a:path w="1161025" h="0">
                  <a:moveTo>
                    <a:pt x="0" y="0"/>
                  </a:moveTo>
                  <a:lnTo>
                    <a:pt x="6289" y="0"/>
                  </a:lnTo>
                  <a:lnTo>
                    <a:pt x="20940" y="0"/>
                  </a:lnTo>
                  <a:lnTo>
                    <a:pt x="35592" y="0"/>
                  </a:lnTo>
                  <a:lnTo>
                    <a:pt x="50243" y="0"/>
                  </a:lnTo>
                  <a:lnTo>
                    <a:pt x="64895" y="0"/>
                  </a:lnTo>
                  <a:lnTo>
                    <a:pt x="79546" y="0"/>
                  </a:lnTo>
                  <a:lnTo>
                    <a:pt x="94197" y="0"/>
                  </a:lnTo>
                  <a:lnTo>
                    <a:pt x="108849" y="0"/>
                  </a:lnTo>
                  <a:lnTo>
                    <a:pt x="123500" y="0"/>
                  </a:lnTo>
                  <a:lnTo>
                    <a:pt x="138152" y="0"/>
                  </a:lnTo>
                  <a:lnTo>
                    <a:pt x="152803" y="0"/>
                  </a:lnTo>
                  <a:lnTo>
                    <a:pt x="167454" y="0"/>
                  </a:lnTo>
                  <a:lnTo>
                    <a:pt x="182106" y="0"/>
                  </a:lnTo>
                  <a:lnTo>
                    <a:pt x="196757" y="0"/>
                  </a:lnTo>
                  <a:lnTo>
                    <a:pt x="211409" y="0"/>
                  </a:lnTo>
                  <a:lnTo>
                    <a:pt x="226060" y="0"/>
                  </a:lnTo>
                  <a:lnTo>
                    <a:pt x="240712" y="0"/>
                  </a:lnTo>
                  <a:lnTo>
                    <a:pt x="255363" y="0"/>
                  </a:lnTo>
                  <a:lnTo>
                    <a:pt x="270014" y="0"/>
                  </a:lnTo>
                  <a:lnTo>
                    <a:pt x="284666" y="0"/>
                  </a:lnTo>
                  <a:lnTo>
                    <a:pt x="299317" y="0"/>
                  </a:lnTo>
                  <a:lnTo>
                    <a:pt x="313969" y="0"/>
                  </a:lnTo>
                  <a:lnTo>
                    <a:pt x="328620" y="0"/>
                  </a:lnTo>
                  <a:lnTo>
                    <a:pt x="343271" y="0"/>
                  </a:lnTo>
                  <a:lnTo>
                    <a:pt x="357923" y="0"/>
                  </a:lnTo>
                  <a:lnTo>
                    <a:pt x="372574" y="0"/>
                  </a:lnTo>
                  <a:lnTo>
                    <a:pt x="387226" y="0"/>
                  </a:lnTo>
                  <a:lnTo>
                    <a:pt x="401877" y="0"/>
                  </a:lnTo>
                  <a:lnTo>
                    <a:pt x="416528" y="0"/>
                  </a:lnTo>
                  <a:lnTo>
                    <a:pt x="431180" y="0"/>
                  </a:lnTo>
                  <a:lnTo>
                    <a:pt x="445831" y="0"/>
                  </a:lnTo>
                  <a:lnTo>
                    <a:pt x="460483" y="0"/>
                  </a:lnTo>
                  <a:lnTo>
                    <a:pt x="475134" y="0"/>
                  </a:lnTo>
                  <a:lnTo>
                    <a:pt x="489786" y="0"/>
                  </a:lnTo>
                  <a:lnTo>
                    <a:pt x="504437" y="0"/>
                  </a:lnTo>
                  <a:lnTo>
                    <a:pt x="519088" y="0"/>
                  </a:lnTo>
                  <a:lnTo>
                    <a:pt x="533740" y="0"/>
                  </a:lnTo>
                  <a:lnTo>
                    <a:pt x="548391" y="0"/>
                  </a:lnTo>
                  <a:lnTo>
                    <a:pt x="563043" y="0"/>
                  </a:lnTo>
                  <a:lnTo>
                    <a:pt x="577694" y="0"/>
                  </a:lnTo>
                  <a:lnTo>
                    <a:pt x="592345" y="0"/>
                  </a:lnTo>
                  <a:lnTo>
                    <a:pt x="606997" y="0"/>
                  </a:lnTo>
                  <a:lnTo>
                    <a:pt x="621648" y="0"/>
                  </a:lnTo>
                  <a:lnTo>
                    <a:pt x="636300" y="0"/>
                  </a:lnTo>
                  <a:lnTo>
                    <a:pt x="650951" y="0"/>
                  </a:lnTo>
                  <a:lnTo>
                    <a:pt x="665602" y="0"/>
                  </a:lnTo>
                  <a:lnTo>
                    <a:pt x="680254" y="0"/>
                  </a:lnTo>
                  <a:lnTo>
                    <a:pt x="694905" y="0"/>
                  </a:lnTo>
                  <a:lnTo>
                    <a:pt x="709557" y="0"/>
                  </a:lnTo>
                  <a:lnTo>
                    <a:pt x="724208" y="0"/>
                  </a:lnTo>
                  <a:lnTo>
                    <a:pt x="738860" y="0"/>
                  </a:lnTo>
                  <a:lnTo>
                    <a:pt x="753511" y="0"/>
                  </a:lnTo>
                  <a:lnTo>
                    <a:pt x="768162" y="0"/>
                  </a:lnTo>
                  <a:lnTo>
                    <a:pt x="782814" y="0"/>
                  </a:lnTo>
                  <a:lnTo>
                    <a:pt x="797465" y="0"/>
                  </a:lnTo>
                  <a:lnTo>
                    <a:pt x="812117" y="0"/>
                  </a:lnTo>
                  <a:lnTo>
                    <a:pt x="826768" y="0"/>
                  </a:lnTo>
                  <a:lnTo>
                    <a:pt x="841419" y="0"/>
                  </a:lnTo>
                  <a:lnTo>
                    <a:pt x="856071" y="0"/>
                  </a:lnTo>
                  <a:lnTo>
                    <a:pt x="870722" y="0"/>
                  </a:lnTo>
                  <a:lnTo>
                    <a:pt x="885374" y="0"/>
                  </a:lnTo>
                  <a:lnTo>
                    <a:pt x="900025" y="0"/>
                  </a:lnTo>
                  <a:lnTo>
                    <a:pt x="914677" y="0"/>
                  </a:lnTo>
                  <a:lnTo>
                    <a:pt x="929328" y="0"/>
                  </a:lnTo>
                  <a:lnTo>
                    <a:pt x="943979" y="0"/>
                  </a:lnTo>
                  <a:lnTo>
                    <a:pt x="958631" y="0"/>
                  </a:lnTo>
                  <a:lnTo>
                    <a:pt x="973282" y="0"/>
                  </a:lnTo>
                  <a:lnTo>
                    <a:pt x="987934" y="0"/>
                  </a:lnTo>
                  <a:lnTo>
                    <a:pt x="1002585" y="0"/>
                  </a:lnTo>
                  <a:lnTo>
                    <a:pt x="1017236" y="0"/>
                  </a:lnTo>
                  <a:lnTo>
                    <a:pt x="1031888" y="0"/>
                  </a:lnTo>
                  <a:lnTo>
                    <a:pt x="1046539" y="0"/>
                  </a:lnTo>
                  <a:lnTo>
                    <a:pt x="1061191" y="0"/>
                  </a:lnTo>
                  <a:lnTo>
                    <a:pt x="1075842" y="0"/>
                  </a:lnTo>
                  <a:lnTo>
                    <a:pt x="1090493" y="0"/>
                  </a:lnTo>
                  <a:lnTo>
                    <a:pt x="1105145" y="0"/>
                  </a:lnTo>
                  <a:lnTo>
                    <a:pt x="1119796" y="0"/>
                  </a:lnTo>
                  <a:lnTo>
                    <a:pt x="1134448" y="0"/>
                  </a:lnTo>
                  <a:lnTo>
                    <a:pt x="1149099" y="0"/>
                  </a:lnTo>
                  <a:lnTo>
                    <a:pt x="1161025" y="0"/>
                  </a:lnTo>
                  <a:lnTo>
                    <a:pt x="1161025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h4066"/>
            <p:cNvSpPr/>
            <p:nvPr/>
          </p:nvSpPr>
          <p:spPr>
            <a:xfrm>
              <a:off x="1653948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h4067"/>
            <p:cNvSpPr/>
            <p:nvPr/>
          </p:nvSpPr>
          <p:spPr>
            <a:xfrm>
              <a:off x="1676733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h4068"/>
            <p:cNvSpPr/>
            <p:nvPr/>
          </p:nvSpPr>
          <p:spPr>
            <a:xfrm>
              <a:off x="1699517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h4069"/>
            <p:cNvSpPr/>
            <p:nvPr/>
          </p:nvSpPr>
          <p:spPr>
            <a:xfrm>
              <a:off x="1722302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h4070"/>
            <p:cNvSpPr/>
            <p:nvPr/>
          </p:nvSpPr>
          <p:spPr>
            <a:xfrm>
              <a:off x="1745087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h4071"/>
            <p:cNvSpPr/>
            <p:nvPr/>
          </p:nvSpPr>
          <p:spPr>
            <a:xfrm>
              <a:off x="1767871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h4072"/>
            <p:cNvSpPr/>
            <p:nvPr/>
          </p:nvSpPr>
          <p:spPr>
            <a:xfrm>
              <a:off x="1790656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h4073"/>
            <p:cNvSpPr/>
            <p:nvPr/>
          </p:nvSpPr>
          <p:spPr>
            <a:xfrm>
              <a:off x="1904578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1927363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1950148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1972932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1995717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1631164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1653948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1676733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1699517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1722302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1745087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1767871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1790656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1904578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1927363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1950148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1972932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1995717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1517241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1540025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1562810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1585595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1608379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1631164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1653948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1676733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1699517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1722302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1745087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1767871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1881794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1904578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1927363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1950148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1972932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1995717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1494456" y="904447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1517241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1540025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1562810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1585595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1608379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1631164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1653948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1676733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1699517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1722302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1745087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1859009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1881794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1904578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1927363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1950148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1972932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1995717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1448887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1471672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1494456" y="933353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1517241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1540025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1562810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1585595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1608379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1631164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1653948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1676733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1699517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1836225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1859009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1881794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1904578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1927363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1950148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1403318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1426103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1448887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1471672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1494456" y="962259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1517241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1540025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1562810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1585595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1608379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1631164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1653948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1676733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1699517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1722302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1745087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1767871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1813440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1836225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1859009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1881794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1904578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1927363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1950148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1403318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1426103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1448887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1471672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1494456" y="991165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1517241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1540025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1562810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1585595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1608379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1631164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1653948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1676733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1699517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1722302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1745087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1767871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1790656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1813440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1836225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1859009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1881794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1904578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1927363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1403318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1426103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1448887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1471672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1494456" y="1020071"/>
              <a:ext cx="937184" cy="943305"/>
            </a:xfrm>
            <a:custGeom>
              <a:avLst/>
              <a:pathLst>
                <a:path w="937184" h="943305">
                  <a:moveTo>
                    <a:pt x="914399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1517241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1540025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1562810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1585595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1608379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1631164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1653948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1676733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1699517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1722302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1745087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1767871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1790656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1813440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1836225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1859009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1881794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1904578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1334964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1357749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1403318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1426103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1448887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1471672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1494456" y="1048977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1517241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1540025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1562810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1631164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1653948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1676733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1699517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1722302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1745087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1767871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1790656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1813440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1836225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1859009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1881794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1312180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1334964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1357749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1380534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1403318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1426103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1448887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1471672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1494456" y="1077883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1517241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1540025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1562810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1653948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1676733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1699517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1722302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1745087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1767871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1790656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1813440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1836225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1859009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1289395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1312180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1334964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1357749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1380534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1403318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1426103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1448887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1471672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1494456" y="1106789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1517241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1540025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1562810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1653948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1676733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1699517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1722302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1745087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1767871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1790656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1813440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1836225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1266611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1289395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1312180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1334964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1357749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1380534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1403318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1426103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1448887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1471672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1494456" y="1135694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1517241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1540025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1562810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1585595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1676733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1699517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1722302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1745087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1767871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1790656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1813440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1266611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1289395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1312180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1334964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1357749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1380534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1403318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1426103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1448887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1471672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1494456" y="1164600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1517241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1540025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1562810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1585595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1676733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1699517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1722302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1745087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1767871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1790656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1243826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1266611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1289395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1312180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1334964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1357749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1380534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1403318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1426103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1448887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1471672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1494456" y="1193506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1517241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1540025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1562810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1585595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1608379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1676733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1699517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1722302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1745087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1767871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1790656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1243826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1266611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1289395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1312180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1334964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1357749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1380534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1403318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1426103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2CFAD">
                <a:alpha val="100000"/>
              </a:srgbClr>
            </a:solidFill>
            <a:ln w="5420" cap="flat">
              <a:solidFill>
                <a:srgbClr val="62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1448887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1D3B2">
                <a:alpha val="100000"/>
              </a:srgbClr>
            </a:solidFill>
            <a:ln w="5420" cap="flat">
              <a:solidFill>
                <a:srgbClr val="71D3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1471672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1494456" y="1222412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1517241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1540025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1CEAD">
                <a:alpha val="100000"/>
              </a:srgbClr>
            </a:solidFill>
            <a:ln w="5420" cap="flat">
              <a:solidFill>
                <a:srgbClr val="61CE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1562810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1585595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1608379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1631164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1699517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1722302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1745087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1767871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1790656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1243826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1266611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1289395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1312180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1334964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1357749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1380534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1403318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1426103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1448887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86D9BB">
                <a:alpha val="100000"/>
              </a:srgbClr>
            </a:solidFill>
            <a:ln w="5420" cap="flat">
              <a:solidFill>
                <a:srgbClr val="86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1471672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1494456" y="1251318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1517241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FD6B8">
                <a:alpha val="100000"/>
              </a:srgbClr>
            </a:solidFill>
            <a:ln w="5420" cap="flat">
              <a:solidFill>
                <a:srgbClr val="7FD6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1540025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FD2B1">
                <a:alpha val="100000"/>
              </a:srgbClr>
            </a:solidFill>
            <a:ln w="5420" cap="flat">
              <a:solidFill>
                <a:srgbClr val="6F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1562810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1585595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1608379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1631164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1676733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1699517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1722302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1745087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1767871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1790656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1266611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1289395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1312180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1334964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1357749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1380534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1403318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1426103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8FDCBF">
                <a:alpha val="100000"/>
              </a:srgbClr>
            </a:solidFill>
            <a:ln w="5420" cap="flat">
              <a:solidFill>
                <a:srgbClr val="8F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1448887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A2E1C7">
                <a:alpha val="100000"/>
              </a:srgbClr>
            </a:solidFill>
            <a:ln w="5420" cap="flat">
              <a:solidFill>
                <a:srgbClr val="A2E1C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1471672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1494456" y="1280224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9FE0C6">
                <a:alpha val="100000"/>
              </a:srgbClr>
            </a:solidFill>
            <a:ln w="5420" cap="flat">
              <a:solidFill>
                <a:srgbClr val="9F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1517241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8EDBBF">
                <a:alpha val="100000"/>
              </a:srgbClr>
            </a:solidFill>
            <a:ln w="5420" cap="flat">
              <a:solidFill>
                <a:srgbClr val="8EDB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1540025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1562810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1585595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1608379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1631164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1653948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1676733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1699517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1722302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1745087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1767871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1790656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1289395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1312180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1334964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1357749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1380534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7D4B5">
                <a:alpha val="100000"/>
              </a:srgbClr>
            </a:solidFill>
            <a:ln w="5420" cap="flat">
              <a:solidFill>
                <a:srgbClr val="77D4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1403318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1426103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A9E4CB">
                <a:alpha val="100000"/>
              </a:srgbClr>
            </a:solidFill>
            <a:ln w="5420" cap="flat">
              <a:solidFill>
                <a:srgbClr val="A9E4C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1448887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BBEAD4">
                <a:alpha val="100000"/>
              </a:srgbClr>
            </a:solidFill>
            <a:ln w="5420" cap="flat">
              <a:solidFill>
                <a:srgbClr val="BBEAD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1471672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BFEBD5">
                <a:alpha val="100000"/>
              </a:srgbClr>
            </a:solidFill>
            <a:ln w="5420" cap="flat">
              <a:solidFill>
                <a:srgbClr val="BFEBD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1494456" y="1309130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1517241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9BDFC4">
                <a:alpha val="100000"/>
              </a:srgbClr>
            </a:solidFill>
            <a:ln w="5420" cap="flat">
              <a:solidFill>
                <a:srgbClr val="9B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1540025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FD7B8">
                <a:alpha val="100000"/>
              </a:srgbClr>
            </a:solidFill>
            <a:ln w="5420" cap="flat">
              <a:solidFill>
                <a:srgbClr val="7FD7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1562810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1585595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1608379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1631164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1653948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1676733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1699517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1722302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1745087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1767871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1289395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1312180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FCCAC">
                <a:alpha val="100000"/>
              </a:srgbClr>
            </a:solidFill>
            <a:ln w="5420" cap="flat">
              <a:solidFill>
                <a:srgbClr val="5FCC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1334964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1357749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4D3B3">
                <a:alpha val="100000"/>
              </a:srgbClr>
            </a:solidFill>
            <a:ln w="5420" cap="flat">
              <a:solidFill>
                <a:srgbClr val="74D3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1380534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1403318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9EE0C6">
                <a:alpha val="100000"/>
              </a:srgbClr>
            </a:solidFill>
            <a:ln w="5420" cap="flat">
              <a:solidFill>
                <a:srgbClr val="9EE0C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1426103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B6E8D1">
                <a:alpha val="100000"/>
              </a:srgbClr>
            </a:solidFill>
            <a:ln w="5420" cap="flat">
              <a:solidFill>
                <a:srgbClr val="B6E8D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1448887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C8EEDA">
                <a:alpha val="100000"/>
              </a:srgbClr>
            </a:solidFill>
            <a:ln w="5420" cap="flat">
              <a:solidFill>
                <a:srgbClr val="C8EED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1471672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CAEEDB">
                <a:alpha val="100000"/>
              </a:srgbClr>
            </a:solidFill>
            <a:ln w="5420" cap="flat">
              <a:solidFill>
                <a:srgbClr val="CAEED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1494456" y="1338036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B8E9D2">
                <a:alpha val="100000"/>
              </a:srgbClr>
            </a:solidFill>
            <a:ln w="5420" cap="flat">
              <a:solidFill>
                <a:srgbClr val="B8E9D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1517241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9DE0C5">
                <a:alpha val="100000"/>
              </a:srgbClr>
            </a:solidFill>
            <a:ln w="5420" cap="flat">
              <a:solidFill>
                <a:srgbClr val="9D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1540025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1562810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1585595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1608379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1631164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1653948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1676733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1699517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1722302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1745087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1334964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8D0AF">
                <a:alpha val="100000"/>
              </a:srgbClr>
            </a:solidFill>
            <a:ln w="5420" cap="flat">
              <a:solidFill>
                <a:srgbClr val="68D0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1357749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1380534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87D9BB">
                <a:alpha val="100000"/>
              </a:srgbClr>
            </a:solidFill>
            <a:ln w="5420" cap="flat">
              <a:solidFill>
                <a:srgbClr val="87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1403318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9CDFC4">
                <a:alpha val="100000"/>
              </a:srgbClr>
            </a:solidFill>
            <a:ln w="5420" cap="flat">
              <a:solidFill>
                <a:srgbClr val="9C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1426103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B0E6CE">
                <a:alpha val="100000"/>
              </a:srgbClr>
            </a:solidFill>
            <a:ln w="5420" cap="flat">
              <a:solidFill>
                <a:srgbClr val="B0E6C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1448887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C1ECD6">
                <a:alpha val="100000"/>
              </a:srgbClr>
            </a:solidFill>
            <a:ln w="5420" cap="flat">
              <a:solidFill>
                <a:srgbClr val="C1ECD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1471672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C2ECD7">
                <a:alpha val="100000"/>
              </a:srgbClr>
            </a:solidFill>
            <a:ln w="5420" cap="flat">
              <a:solidFill>
                <a:srgbClr val="C2ECD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1494456" y="1366942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AEE5CD">
                <a:alpha val="100000"/>
              </a:srgbClr>
            </a:solidFill>
            <a:ln w="5420" cap="flat">
              <a:solidFill>
                <a:srgbClr val="AEE5C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1517241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1540025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1562810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1585595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1608379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1631164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1653948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1676733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1699517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1722302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1357749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DD2B1">
                <a:alpha val="100000"/>
              </a:srgbClr>
            </a:solidFill>
            <a:ln w="5420" cap="flat">
              <a:solidFill>
                <a:srgbClr val="6D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1380534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BD5B6">
                <a:alpha val="100000"/>
              </a:srgbClr>
            </a:solidFill>
            <a:ln w="5420" cap="flat">
              <a:solidFill>
                <a:srgbClr val="7B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1403318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8ADABD">
                <a:alpha val="100000"/>
              </a:srgbClr>
            </a:solidFill>
            <a:ln w="5420" cap="flat">
              <a:solidFill>
                <a:srgbClr val="8ADA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1426103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9ADFC4">
                <a:alpha val="100000"/>
              </a:srgbClr>
            </a:solidFill>
            <a:ln w="5420" cap="flat">
              <a:solidFill>
                <a:srgbClr val="9AD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1448887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A6E3C9">
                <a:alpha val="100000"/>
              </a:srgbClr>
            </a:solidFill>
            <a:ln w="5420" cap="flat">
              <a:solidFill>
                <a:srgbClr val="A6E3C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1471672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A4E2C8">
                <a:alpha val="100000"/>
              </a:srgbClr>
            </a:solidFill>
            <a:ln w="5420" cap="flat">
              <a:solidFill>
                <a:srgbClr val="A4E2C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1494456" y="1395847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90DCBF">
                <a:alpha val="100000"/>
              </a:srgbClr>
            </a:solidFill>
            <a:ln w="5420" cap="flat">
              <a:solidFill>
                <a:srgbClr val="90DC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1517241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1540025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1562810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1585595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1608379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1631164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1653948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1676733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1699517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1380534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5CFAE">
                <a:alpha val="100000"/>
              </a:srgbClr>
            </a:solidFill>
            <a:ln w="5420" cap="flat">
              <a:solidFill>
                <a:srgbClr val="65CF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1403318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ED2B1">
                <a:alpha val="100000"/>
              </a:srgbClr>
            </a:solidFill>
            <a:ln w="5420" cap="flat">
              <a:solidFill>
                <a:srgbClr val="6ED2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1426103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6D4B4">
                <a:alpha val="100000"/>
              </a:srgbClr>
            </a:solidFill>
            <a:ln w="5420" cap="flat">
              <a:solidFill>
                <a:srgbClr val="76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1448887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CD6B7">
                <a:alpha val="100000"/>
              </a:srgbClr>
            </a:solidFill>
            <a:ln w="5420" cap="flat">
              <a:solidFill>
                <a:srgbClr val="7CD6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1471672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5D4B4">
                <a:alpha val="100000"/>
              </a:srgbClr>
            </a:solidFill>
            <a:ln w="5420" cap="flat">
              <a:solidFill>
                <a:srgbClr val="75D4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1494456" y="1424753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1517241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1540025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1562810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1585595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1608379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1631164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1653948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1676733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1699517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1289395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1312180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1334964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1357749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1380534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1403318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1426103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1448887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1471672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1494456" y="1453659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1517241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1540025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1562810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1585595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1608379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1631164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1653948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1676733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1266611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1289395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1312180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1334964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1357749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1380534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C0AC">
                <a:alpha val="100000"/>
              </a:srgbClr>
            </a:solidFill>
            <a:ln w="5420" cap="flat">
              <a:solidFill>
                <a:srgbClr val="57C0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1403318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1426103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1448887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1471672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1494456" y="1482565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1517241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1540025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1562810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1585595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1608379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1631164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1653948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1676733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1266611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1289395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1312180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1334964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1357749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1380534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1403318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1426103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1448887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1471672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1494456" y="1511471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1517241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1540025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1562810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1585595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1608379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1631164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1653948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1266611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1289395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1312180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1334964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1357749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1380534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1403318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1426103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6D0AE">
                <a:alpha val="100000"/>
              </a:srgbClr>
            </a:solidFill>
            <a:ln w="5420" cap="flat">
              <a:solidFill>
                <a:srgbClr val="66D0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1448887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1471672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1494456" y="1540377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1517241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1540025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1562810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1585595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1608379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1631164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1289395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1312180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1334964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1357749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1380534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1403318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1426103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1448887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1471672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1494456" y="1569283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1517241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1540025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1562810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1585595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1608379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1357749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1380534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1403318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1426103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1448887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1471672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1494456" y="1598189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1517241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1540025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1562810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1585595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1608379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1403318" y="162709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1426103" y="162709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1448887" y="162709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1471672" y="162709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1494456" y="1627095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1517241" y="162709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1540025" y="162709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1562810" y="162709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1585595" y="162709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1608379" y="162709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1426103" y="16560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1448887" y="16560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1471672" y="16560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1494456" y="1656000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1517241" y="16560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CB2AB">
                <a:alpha val="100000"/>
              </a:srgbClr>
            </a:solidFill>
            <a:ln w="5420" cap="flat">
              <a:solidFill>
                <a:srgbClr val="4C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1540025" y="16560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1562810" y="16560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1585595" y="16560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1608379" y="16560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1448887" y="16849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1471672" y="16849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1494456" y="1684906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1517241" y="16849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1540025" y="16849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1562810" y="16849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1585595" y="16849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1608379" y="16849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1631164" y="16849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1517241" y="17138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1540025" y="17138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1562810" y="17138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1585595" y="17138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1608379" y="17138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1631164" y="17138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1403318" y="17427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1494456" y="1742718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1517241" y="17427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1540025" y="17427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1562810" y="17427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1585595" y="17427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1608379" y="17427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1631164" y="17427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1380534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1403318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1426103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1448887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1471672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1494456" y="1771624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1517241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1540025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1562810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1585595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1608379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1631164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1357749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1380534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1403318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1426103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1448887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1471672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1494456" y="1800530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1517241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1540025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1562810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1585595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1608379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1631164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1653948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1357749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1380534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1403318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1426103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1448887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1471672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1494456" y="1829436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1517241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1540025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1562810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1585595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1608379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1631164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1653948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1676733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1357749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1380534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1403318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1426103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1448887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1471672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1494456" y="1858342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1517241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1540025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1562810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1585595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1608379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1631164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1653948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1676733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1972693" y="849215"/>
              <a:ext cx="914858" cy="949866"/>
            </a:xfrm>
            <a:custGeom>
              <a:avLst/>
              <a:pathLst>
                <a:path w="914858" h="949866">
                  <a:moveTo>
                    <a:pt x="914400" y="914400"/>
                  </a:moveTo>
                  <a:lnTo>
                    <a:pt x="907975" y="949866"/>
                  </a:lnTo>
                  <a:lnTo>
                    <a:pt x="907135" y="939096"/>
                  </a:lnTo>
                  <a:lnTo>
                    <a:pt x="909830" y="910163"/>
                  </a:lnTo>
                  <a:lnTo>
                    <a:pt x="914858" y="91016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1958457" y="845249"/>
              <a:ext cx="914521" cy="1176499"/>
            </a:xfrm>
            <a:custGeom>
              <a:avLst/>
              <a:pathLst>
                <a:path w="914521" h="1176499">
                  <a:moveTo>
                    <a:pt x="914400" y="914400"/>
                  </a:moveTo>
                  <a:lnTo>
                    <a:pt x="902278" y="970005"/>
                  </a:lnTo>
                  <a:lnTo>
                    <a:pt x="885614" y="999644"/>
                  </a:lnTo>
                  <a:lnTo>
                    <a:pt x="870266" y="1020143"/>
                  </a:lnTo>
                  <a:lnTo>
                    <a:pt x="854431" y="1016754"/>
                  </a:lnTo>
                  <a:lnTo>
                    <a:pt x="857993" y="1033043"/>
                  </a:lnTo>
                  <a:lnTo>
                    <a:pt x="853642" y="1041528"/>
                  </a:lnTo>
                  <a:lnTo>
                    <a:pt x="849919" y="1059229"/>
                  </a:lnTo>
                  <a:lnTo>
                    <a:pt x="840479" y="1070961"/>
                  </a:lnTo>
                  <a:lnTo>
                    <a:pt x="831605" y="1069832"/>
                  </a:lnTo>
                  <a:lnTo>
                    <a:pt x="818857" y="1077918"/>
                  </a:lnTo>
                  <a:lnTo>
                    <a:pt x="813828" y="1084105"/>
                  </a:lnTo>
                  <a:lnTo>
                    <a:pt x="813454" y="1095953"/>
                  </a:lnTo>
                  <a:lnTo>
                    <a:pt x="804925" y="1106376"/>
                  </a:lnTo>
                  <a:lnTo>
                    <a:pt x="774146" y="1160518"/>
                  </a:lnTo>
                  <a:lnTo>
                    <a:pt x="747425" y="1176499"/>
                  </a:lnTo>
                  <a:lnTo>
                    <a:pt x="741031" y="1174176"/>
                  </a:lnTo>
                  <a:lnTo>
                    <a:pt x="748073" y="1148619"/>
                  </a:lnTo>
                  <a:lnTo>
                    <a:pt x="752899" y="1122780"/>
                  </a:lnTo>
                  <a:lnTo>
                    <a:pt x="736680" y="1111536"/>
                  </a:lnTo>
                  <a:lnTo>
                    <a:pt x="721159" y="1105593"/>
                  </a:lnTo>
                  <a:lnTo>
                    <a:pt x="703352" y="1106376"/>
                  </a:lnTo>
                  <a:lnTo>
                    <a:pt x="683683" y="1086287"/>
                  </a:lnTo>
                  <a:lnTo>
                    <a:pt x="658328" y="1071680"/>
                  </a:lnTo>
                  <a:lnTo>
                    <a:pt x="622936" y="1032158"/>
                  </a:lnTo>
                  <a:lnTo>
                    <a:pt x="623968" y="1021196"/>
                  </a:lnTo>
                  <a:lnTo>
                    <a:pt x="623077" y="1002802"/>
                  </a:lnTo>
                  <a:lnTo>
                    <a:pt x="633833" y="973741"/>
                  </a:lnTo>
                  <a:lnTo>
                    <a:pt x="644143" y="953421"/>
                  </a:lnTo>
                  <a:lnTo>
                    <a:pt x="658378" y="942896"/>
                  </a:lnTo>
                  <a:lnTo>
                    <a:pt x="699689" y="932177"/>
                  </a:lnTo>
                  <a:lnTo>
                    <a:pt x="710050" y="916055"/>
                  </a:lnTo>
                  <a:lnTo>
                    <a:pt x="710921" y="914129"/>
                  </a:lnTo>
                  <a:lnTo>
                    <a:pt x="914521" y="91412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1739781" y="856647"/>
              <a:ext cx="942800" cy="1933128"/>
            </a:xfrm>
            <a:custGeom>
              <a:avLst/>
              <a:pathLst>
                <a:path w="942800" h="1933128">
                  <a:moveTo>
                    <a:pt x="914400" y="914400"/>
                  </a:moveTo>
                  <a:lnTo>
                    <a:pt x="883743" y="922307"/>
                  </a:lnTo>
                  <a:lnTo>
                    <a:pt x="867220" y="931009"/>
                  </a:lnTo>
                  <a:lnTo>
                    <a:pt x="854006" y="944320"/>
                  </a:lnTo>
                  <a:lnTo>
                    <a:pt x="846185" y="961033"/>
                  </a:lnTo>
                  <a:lnTo>
                    <a:pt x="828479" y="981173"/>
                  </a:lnTo>
                  <a:lnTo>
                    <a:pt x="829724" y="994664"/>
                  </a:lnTo>
                  <a:lnTo>
                    <a:pt x="832688" y="1004252"/>
                  </a:lnTo>
                  <a:lnTo>
                    <a:pt x="831322" y="1024238"/>
                  </a:lnTo>
                  <a:lnTo>
                    <a:pt x="842523" y="1043723"/>
                  </a:lnTo>
                  <a:lnTo>
                    <a:pt x="864731" y="1075646"/>
                  </a:lnTo>
                  <a:lnTo>
                    <a:pt x="868971" y="1125232"/>
                  </a:lnTo>
                  <a:lnTo>
                    <a:pt x="885918" y="1158413"/>
                  </a:lnTo>
                  <a:lnTo>
                    <a:pt x="911890" y="1197101"/>
                  </a:lnTo>
                  <a:lnTo>
                    <a:pt x="931863" y="1208102"/>
                  </a:lnTo>
                  <a:lnTo>
                    <a:pt x="932834" y="1222491"/>
                  </a:lnTo>
                  <a:lnTo>
                    <a:pt x="923617" y="1246251"/>
                  </a:lnTo>
                  <a:lnTo>
                    <a:pt x="911465" y="1257110"/>
                  </a:lnTo>
                  <a:lnTo>
                    <a:pt x="927269" y="1254941"/>
                  </a:lnTo>
                  <a:lnTo>
                    <a:pt x="935141" y="1260370"/>
                  </a:lnTo>
                  <a:lnTo>
                    <a:pt x="942800" y="1280189"/>
                  </a:lnTo>
                  <a:lnTo>
                    <a:pt x="942203" y="1300419"/>
                  </a:lnTo>
                  <a:lnTo>
                    <a:pt x="939613" y="1311817"/>
                  </a:lnTo>
                  <a:lnTo>
                    <a:pt x="934827" y="1316361"/>
                  </a:lnTo>
                  <a:lnTo>
                    <a:pt x="935030" y="1304719"/>
                  </a:lnTo>
                  <a:lnTo>
                    <a:pt x="931640" y="1300676"/>
                  </a:lnTo>
                  <a:lnTo>
                    <a:pt x="926045" y="1305720"/>
                  </a:lnTo>
                  <a:lnTo>
                    <a:pt x="922423" y="1311471"/>
                  </a:lnTo>
                  <a:lnTo>
                    <a:pt x="920915" y="1334126"/>
                  </a:lnTo>
                  <a:lnTo>
                    <a:pt x="917081" y="1345448"/>
                  </a:lnTo>
                  <a:lnTo>
                    <a:pt x="903523" y="1348811"/>
                  </a:lnTo>
                  <a:lnTo>
                    <a:pt x="889773" y="1378539"/>
                  </a:lnTo>
                  <a:lnTo>
                    <a:pt x="876984" y="1395406"/>
                  </a:lnTo>
                  <a:lnTo>
                    <a:pt x="826658" y="1509454"/>
                  </a:lnTo>
                  <a:lnTo>
                    <a:pt x="828580" y="1528516"/>
                  </a:lnTo>
                  <a:lnTo>
                    <a:pt x="819373" y="1534652"/>
                  </a:lnTo>
                  <a:lnTo>
                    <a:pt x="805431" y="1539645"/>
                  </a:lnTo>
                  <a:lnTo>
                    <a:pt x="791326" y="1551043"/>
                  </a:lnTo>
                  <a:lnTo>
                    <a:pt x="781967" y="1563610"/>
                  </a:lnTo>
                  <a:lnTo>
                    <a:pt x="773276" y="1597407"/>
                  </a:lnTo>
                  <a:lnTo>
                    <a:pt x="756622" y="1635453"/>
                  </a:lnTo>
                  <a:lnTo>
                    <a:pt x="746231" y="1619601"/>
                  </a:lnTo>
                  <a:lnTo>
                    <a:pt x="743570" y="1606033"/>
                  </a:lnTo>
                  <a:lnTo>
                    <a:pt x="748194" y="1570644"/>
                  </a:lnTo>
                  <a:lnTo>
                    <a:pt x="766204" y="1512625"/>
                  </a:lnTo>
                  <a:lnTo>
                    <a:pt x="786045" y="1476556"/>
                  </a:lnTo>
                  <a:lnTo>
                    <a:pt x="801181" y="1459458"/>
                  </a:lnTo>
                  <a:lnTo>
                    <a:pt x="813626" y="1424608"/>
                  </a:lnTo>
                  <a:lnTo>
                    <a:pt x="797903" y="1419409"/>
                  </a:lnTo>
                  <a:lnTo>
                    <a:pt x="773934" y="1419974"/>
                  </a:lnTo>
                  <a:lnTo>
                    <a:pt x="778446" y="1403891"/>
                  </a:lnTo>
                  <a:lnTo>
                    <a:pt x="785438" y="1389720"/>
                  </a:lnTo>
                  <a:lnTo>
                    <a:pt x="772942" y="1375600"/>
                  </a:lnTo>
                  <a:lnTo>
                    <a:pt x="765546" y="1373803"/>
                  </a:lnTo>
                  <a:lnTo>
                    <a:pt x="757927" y="1368014"/>
                  </a:lnTo>
                  <a:lnTo>
                    <a:pt x="766862" y="1356256"/>
                  </a:lnTo>
                  <a:lnTo>
                    <a:pt x="771222" y="1343831"/>
                  </a:lnTo>
                  <a:lnTo>
                    <a:pt x="768561" y="1328710"/>
                  </a:lnTo>
                  <a:lnTo>
                    <a:pt x="772305" y="1317324"/>
                  </a:lnTo>
                  <a:lnTo>
                    <a:pt x="766062" y="1319044"/>
                  </a:lnTo>
                  <a:lnTo>
                    <a:pt x="756025" y="1331097"/>
                  </a:lnTo>
                  <a:lnTo>
                    <a:pt x="749783" y="1335911"/>
                  </a:lnTo>
                  <a:lnTo>
                    <a:pt x="745978" y="1325244"/>
                  </a:lnTo>
                  <a:lnTo>
                    <a:pt x="741638" y="1327657"/>
                  </a:lnTo>
                  <a:lnTo>
                    <a:pt x="738815" y="1334986"/>
                  </a:lnTo>
                  <a:lnTo>
                    <a:pt x="732410" y="1339017"/>
                  </a:lnTo>
                  <a:lnTo>
                    <a:pt x="718883" y="1328992"/>
                  </a:lnTo>
                  <a:lnTo>
                    <a:pt x="699163" y="1317517"/>
                  </a:lnTo>
                  <a:lnTo>
                    <a:pt x="688185" y="1297775"/>
                  </a:lnTo>
                  <a:lnTo>
                    <a:pt x="681922" y="1282474"/>
                  </a:lnTo>
                  <a:lnTo>
                    <a:pt x="688287" y="1254787"/>
                  </a:lnTo>
                  <a:lnTo>
                    <a:pt x="701915" y="1249870"/>
                  </a:lnTo>
                  <a:lnTo>
                    <a:pt x="719621" y="1254363"/>
                  </a:lnTo>
                  <a:lnTo>
                    <a:pt x="742832" y="1254325"/>
                  </a:lnTo>
                  <a:lnTo>
                    <a:pt x="739513" y="1248176"/>
                  </a:lnTo>
                  <a:lnTo>
                    <a:pt x="731227" y="1249190"/>
                  </a:lnTo>
                  <a:lnTo>
                    <a:pt x="706762" y="1226727"/>
                  </a:lnTo>
                  <a:lnTo>
                    <a:pt x="698890" y="1213159"/>
                  </a:lnTo>
                  <a:lnTo>
                    <a:pt x="685352" y="1209437"/>
                  </a:lnTo>
                  <a:lnTo>
                    <a:pt x="679181" y="1222478"/>
                  </a:lnTo>
                  <a:lnTo>
                    <a:pt x="672331" y="1225944"/>
                  </a:lnTo>
                  <a:lnTo>
                    <a:pt x="680789" y="1197409"/>
                  </a:lnTo>
                  <a:lnTo>
                    <a:pt x="691848" y="1196241"/>
                  </a:lnTo>
                  <a:lnTo>
                    <a:pt x="708178" y="1188334"/>
                  </a:lnTo>
                  <a:lnTo>
                    <a:pt x="703433" y="1171814"/>
                  </a:lnTo>
                  <a:lnTo>
                    <a:pt x="693123" y="1164588"/>
                  </a:lnTo>
                  <a:lnTo>
                    <a:pt x="674506" y="1173650"/>
                  </a:lnTo>
                  <a:lnTo>
                    <a:pt x="674729" y="1162033"/>
                  </a:lnTo>
                  <a:lnTo>
                    <a:pt x="678219" y="1147156"/>
                  </a:lnTo>
                  <a:lnTo>
                    <a:pt x="692253" y="1147207"/>
                  </a:lnTo>
                  <a:lnTo>
                    <a:pt x="704546" y="1152060"/>
                  </a:lnTo>
                  <a:lnTo>
                    <a:pt x="715008" y="1128030"/>
                  </a:lnTo>
                  <a:lnTo>
                    <a:pt x="715473" y="1117299"/>
                  </a:lnTo>
                  <a:lnTo>
                    <a:pt x="698091" y="1132895"/>
                  </a:lnTo>
                  <a:lnTo>
                    <a:pt x="694185" y="1099252"/>
                  </a:lnTo>
                  <a:lnTo>
                    <a:pt x="711294" y="1066802"/>
                  </a:lnTo>
                  <a:lnTo>
                    <a:pt x="727615" y="1052657"/>
                  </a:lnTo>
                  <a:lnTo>
                    <a:pt x="748002" y="1053068"/>
                  </a:lnTo>
                  <a:lnTo>
                    <a:pt x="768723" y="1050783"/>
                  </a:lnTo>
                  <a:lnTo>
                    <a:pt x="755722" y="1044840"/>
                  </a:lnTo>
                  <a:lnTo>
                    <a:pt x="742376" y="1041618"/>
                  </a:lnTo>
                  <a:lnTo>
                    <a:pt x="752403" y="1028795"/>
                  </a:lnTo>
                  <a:lnTo>
                    <a:pt x="760953" y="1026497"/>
                  </a:lnTo>
                  <a:lnTo>
                    <a:pt x="769351" y="1015317"/>
                  </a:lnTo>
                  <a:lnTo>
                    <a:pt x="749155" y="1016973"/>
                  </a:lnTo>
                  <a:lnTo>
                    <a:pt x="751533" y="995819"/>
                  </a:lnTo>
                  <a:lnTo>
                    <a:pt x="741719" y="1000119"/>
                  </a:lnTo>
                  <a:lnTo>
                    <a:pt x="729972" y="1002108"/>
                  </a:lnTo>
                  <a:lnTo>
                    <a:pt x="725399" y="1011081"/>
                  </a:lnTo>
                  <a:lnTo>
                    <a:pt x="726299" y="1025984"/>
                  </a:lnTo>
                  <a:lnTo>
                    <a:pt x="722869" y="1035765"/>
                  </a:lnTo>
                  <a:lnTo>
                    <a:pt x="713733" y="1043620"/>
                  </a:lnTo>
                  <a:lnTo>
                    <a:pt x="698303" y="1049743"/>
                  </a:lnTo>
                  <a:lnTo>
                    <a:pt x="696806" y="1039128"/>
                  </a:lnTo>
                  <a:lnTo>
                    <a:pt x="691706" y="1034314"/>
                  </a:lnTo>
                  <a:lnTo>
                    <a:pt x="689804" y="1057047"/>
                  </a:lnTo>
                  <a:lnTo>
                    <a:pt x="685757" y="1064774"/>
                  </a:lnTo>
                  <a:lnTo>
                    <a:pt x="674476" y="1043441"/>
                  </a:lnTo>
                  <a:lnTo>
                    <a:pt x="671086" y="1047741"/>
                  </a:lnTo>
                  <a:lnTo>
                    <a:pt x="671521" y="1053799"/>
                  </a:lnTo>
                  <a:lnTo>
                    <a:pt x="668638" y="1064274"/>
                  </a:lnTo>
                  <a:lnTo>
                    <a:pt x="658965" y="1069729"/>
                  </a:lnTo>
                  <a:lnTo>
                    <a:pt x="659562" y="1083155"/>
                  </a:lnTo>
                  <a:lnTo>
                    <a:pt x="655808" y="1090472"/>
                  </a:lnTo>
                  <a:lnTo>
                    <a:pt x="624828" y="1078817"/>
                  </a:lnTo>
                  <a:lnTo>
                    <a:pt x="624099" y="1082770"/>
                  </a:lnTo>
                  <a:lnTo>
                    <a:pt x="641623" y="1107903"/>
                  </a:lnTo>
                  <a:lnTo>
                    <a:pt x="654422" y="1116491"/>
                  </a:lnTo>
                  <a:lnTo>
                    <a:pt x="655980" y="1130200"/>
                  </a:lnTo>
                  <a:lnTo>
                    <a:pt x="644992" y="1141572"/>
                  </a:lnTo>
                  <a:lnTo>
                    <a:pt x="629836" y="1131753"/>
                  </a:lnTo>
                  <a:lnTo>
                    <a:pt x="627286" y="1132472"/>
                  </a:lnTo>
                  <a:lnTo>
                    <a:pt x="635522" y="1149313"/>
                  </a:lnTo>
                  <a:lnTo>
                    <a:pt x="640713" y="1164023"/>
                  </a:lnTo>
                  <a:lnTo>
                    <a:pt x="635370" y="1176345"/>
                  </a:lnTo>
                  <a:lnTo>
                    <a:pt x="636200" y="1191518"/>
                  </a:lnTo>
                  <a:lnTo>
                    <a:pt x="635047" y="1205278"/>
                  </a:lnTo>
                  <a:lnTo>
                    <a:pt x="631779" y="1217280"/>
                  </a:lnTo>
                  <a:lnTo>
                    <a:pt x="639144" y="1272603"/>
                  </a:lnTo>
                  <a:lnTo>
                    <a:pt x="648018" y="1287647"/>
                  </a:lnTo>
                  <a:lnTo>
                    <a:pt x="656739" y="1302036"/>
                  </a:lnTo>
                  <a:lnTo>
                    <a:pt x="661363" y="1315501"/>
                  </a:lnTo>
                  <a:lnTo>
                    <a:pt x="652105" y="1317465"/>
                  </a:lnTo>
                  <a:lnTo>
                    <a:pt x="637364" y="1306388"/>
                  </a:lnTo>
                  <a:lnTo>
                    <a:pt x="624413" y="1297942"/>
                  </a:lnTo>
                  <a:lnTo>
                    <a:pt x="608983" y="1270934"/>
                  </a:lnTo>
                  <a:lnTo>
                    <a:pt x="606433" y="1260152"/>
                  </a:lnTo>
                  <a:lnTo>
                    <a:pt x="602670" y="1251629"/>
                  </a:lnTo>
                  <a:lnTo>
                    <a:pt x="604491" y="1271204"/>
                  </a:lnTo>
                  <a:lnTo>
                    <a:pt x="609995" y="1293064"/>
                  </a:lnTo>
                  <a:lnTo>
                    <a:pt x="658318" y="1341982"/>
                  </a:lnTo>
                  <a:lnTo>
                    <a:pt x="667242" y="1360748"/>
                  </a:lnTo>
                  <a:lnTo>
                    <a:pt x="674041" y="1375497"/>
                  </a:lnTo>
                  <a:lnTo>
                    <a:pt x="672331" y="1389630"/>
                  </a:lnTo>
                  <a:lnTo>
                    <a:pt x="659734" y="1379630"/>
                  </a:lnTo>
                  <a:lnTo>
                    <a:pt x="648868" y="1366884"/>
                  </a:lnTo>
                  <a:lnTo>
                    <a:pt x="620022" y="1352482"/>
                  </a:lnTo>
                  <a:lnTo>
                    <a:pt x="583648" y="1343381"/>
                  </a:lnTo>
                  <a:lnTo>
                    <a:pt x="563139" y="1309905"/>
                  </a:lnTo>
                  <a:lnTo>
                    <a:pt x="563210" y="1323870"/>
                  </a:lnTo>
                  <a:lnTo>
                    <a:pt x="558657" y="1335718"/>
                  </a:lnTo>
                  <a:lnTo>
                    <a:pt x="546121" y="1321278"/>
                  </a:lnTo>
                  <a:lnTo>
                    <a:pt x="538219" y="1308955"/>
                  </a:lnTo>
                  <a:lnTo>
                    <a:pt x="535568" y="1295451"/>
                  </a:lnTo>
                  <a:lnTo>
                    <a:pt x="519916" y="1296376"/>
                  </a:lnTo>
                  <a:lnTo>
                    <a:pt x="503505" y="1308108"/>
                  </a:lnTo>
                  <a:lnTo>
                    <a:pt x="487630" y="1305322"/>
                  </a:lnTo>
                  <a:lnTo>
                    <a:pt x="485748" y="1282423"/>
                  </a:lnTo>
                  <a:lnTo>
                    <a:pt x="490038" y="1270293"/>
                  </a:lnTo>
                  <a:lnTo>
                    <a:pt x="507856" y="1241604"/>
                  </a:lnTo>
                  <a:lnTo>
                    <a:pt x="524641" y="1226958"/>
                  </a:lnTo>
                  <a:lnTo>
                    <a:pt x="532047" y="1208050"/>
                  </a:lnTo>
                  <a:lnTo>
                    <a:pt x="529518" y="1178733"/>
                  </a:lnTo>
                  <a:lnTo>
                    <a:pt x="526361" y="1208564"/>
                  </a:lnTo>
                  <a:lnTo>
                    <a:pt x="516769" y="1223351"/>
                  </a:lnTo>
                  <a:lnTo>
                    <a:pt x="501694" y="1234647"/>
                  </a:lnTo>
                  <a:lnTo>
                    <a:pt x="481853" y="1254774"/>
                  </a:lnTo>
                  <a:lnTo>
                    <a:pt x="477006" y="1273386"/>
                  </a:lnTo>
                  <a:lnTo>
                    <a:pt x="470814" y="1308236"/>
                  </a:lnTo>
                  <a:lnTo>
                    <a:pt x="479192" y="1320032"/>
                  </a:lnTo>
                  <a:lnTo>
                    <a:pt x="487751" y="1323113"/>
                  </a:lnTo>
                  <a:lnTo>
                    <a:pt x="513036" y="1315206"/>
                  </a:lnTo>
                  <a:lnTo>
                    <a:pt x="526118" y="1318736"/>
                  </a:lnTo>
                  <a:lnTo>
                    <a:pt x="555217" y="1360697"/>
                  </a:lnTo>
                  <a:lnTo>
                    <a:pt x="609398" y="1377294"/>
                  </a:lnTo>
                  <a:lnTo>
                    <a:pt x="629158" y="1387666"/>
                  </a:lnTo>
                  <a:lnTo>
                    <a:pt x="645266" y="1409564"/>
                  </a:lnTo>
                  <a:lnTo>
                    <a:pt x="669478" y="1422169"/>
                  </a:lnTo>
                  <a:lnTo>
                    <a:pt x="688266" y="1440486"/>
                  </a:lnTo>
                  <a:lnTo>
                    <a:pt x="688772" y="1452437"/>
                  </a:lnTo>
                  <a:lnTo>
                    <a:pt x="682266" y="1466569"/>
                  </a:lnTo>
                  <a:lnTo>
                    <a:pt x="679697" y="1485695"/>
                  </a:lnTo>
                  <a:lnTo>
                    <a:pt x="671714" y="1497761"/>
                  </a:lnTo>
                  <a:lnTo>
                    <a:pt x="652550" y="1499147"/>
                  </a:lnTo>
                  <a:lnTo>
                    <a:pt x="640976" y="1496041"/>
                  </a:lnTo>
                  <a:lnTo>
                    <a:pt x="578751" y="1428805"/>
                  </a:lnTo>
                  <a:lnTo>
                    <a:pt x="571325" y="1422618"/>
                  </a:lnTo>
                  <a:lnTo>
                    <a:pt x="548246" y="1387409"/>
                  </a:lnTo>
                  <a:lnTo>
                    <a:pt x="521171" y="1368553"/>
                  </a:lnTo>
                  <a:lnTo>
                    <a:pt x="512793" y="1368951"/>
                  </a:lnTo>
                  <a:lnTo>
                    <a:pt x="551332" y="1403826"/>
                  </a:lnTo>
                  <a:lnTo>
                    <a:pt x="567065" y="1428215"/>
                  </a:lnTo>
                  <a:lnTo>
                    <a:pt x="594778" y="1462410"/>
                  </a:lnTo>
                  <a:lnTo>
                    <a:pt x="614588" y="1476889"/>
                  </a:lnTo>
                  <a:lnTo>
                    <a:pt x="629168" y="1499481"/>
                  </a:lnTo>
                  <a:lnTo>
                    <a:pt x="642716" y="1510071"/>
                  </a:lnTo>
                  <a:lnTo>
                    <a:pt x="679707" y="1525153"/>
                  </a:lnTo>
                  <a:lnTo>
                    <a:pt x="666847" y="1535987"/>
                  </a:lnTo>
                  <a:lnTo>
                    <a:pt x="687376" y="1545216"/>
                  </a:lnTo>
                  <a:lnTo>
                    <a:pt x="690310" y="1562185"/>
                  </a:lnTo>
                  <a:lnTo>
                    <a:pt x="688428" y="1581529"/>
                  </a:lnTo>
                  <a:lnTo>
                    <a:pt x="659936" y="1573879"/>
                  </a:lnTo>
                  <a:lnTo>
                    <a:pt x="659006" y="1588127"/>
                  </a:lnTo>
                  <a:lnTo>
                    <a:pt x="661555" y="1596534"/>
                  </a:lnTo>
                  <a:lnTo>
                    <a:pt x="648969" y="1603479"/>
                  </a:lnTo>
                  <a:lnTo>
                    <a:pt x="631465" y="1594057"/>
                  </a:lnTo>
                  <a:lnTo>
                    <a:pt x="586016" y="1542520"/>
                  </a:lnTo>
                  <a:lnTo>
                    <a:pt x="586400" y="1549413"/>
                  </a:lnTo>
                  <a:lnTo>
                    <a:pt x="590083" y="1557410"/>
                  </a:lnTo>
                  <a:lnTo>
                    <a:pt x="616440" y="1590591"/>
                  </a:lnTo>
                  <a:lnTo>
                    <a:pt x="639964" y="1610487"/>
                  </a:lnTo>
                  <a:lnTo>
                    <a:pt x="659906" y="1619472"/>
                  </a:lnTo>
                  <a:lnTo>
                    <a:pt x="675275" y="1636147"/>
                  </a:lnTo>
                  <a:lnTo>
                    <a:pt x="680698" y="1646236"/>
                  </a:lnTo>
                  <a:lnTo>
                    <a:pt x="684320" y="1661536"/>
                  </a:lnTo>
                  <a:lnTo>
                    <a:pt x="672928" y="1671934"/>
                  </a:lnTo>
                  <a:lnTo>
                    <a:pt x="659957" y="1677671"/>
                  </a:lnTo>
                  <a:lnTo>
                    <a:pt x="647289" y="1667300"/>
                  </a:lnTo>
                  <a:lnTo>
                    <a:pt x="638001" y="1656376"/>
                  </a:lnTo>
                  <a:lnTo>
                    <a:pt x="618221" y="1637828"/>
                  </a:lnTo>
                  <a:lnTo>
                    <a:pt x="612292" y="1617098"/>
                  </a:lnTo>
                  <a:lnTo>
                    <a:pt x="597246" y="1618163"/>
                  </a:lnTo>
                  <a:lnTo>
                    <a:pt x="534364" y="1591875"/>
                  </a:lnTo>
                  <a:lnTo>
                    <a:pt x="483826" y="1588846"/>
                  </a:lnTo>
                  <a:lnTo>
                    <a:pt x="488763" y="1594134"/>
                  </a:lnTo>
                  <a:lnTo>
                    <a:pt x="495158" y="1597651"/>
                  </a:lnTo>
                  <a:lnTo>
                    <a:pt x="535406" y="1604133"/>
                  </a:lnTo>
                  <a:lnTo>
                    <a:pt x="551312" y="1616238"/>
                  </a:lnTo>
                  <a:lnTo>
                    <a:pt x="584417" y="1626982"/>
                  </a:lnTo>
                  <a:lnTo>
                    <a:pt x="603803" y="1629921"/>
                  </a:lnTo>
                  <a:lnTo>
                    <a:pt x="611664" y="1662923"/>
                  </a:lnTo>
                  <a:lnTo>
                    <a:pt x="638456" y="1685630"/>
                  </a:lnTo>
                  <a:lnTo>
                    <a:pt x="641937" y="1702458"/>
                  </a:lnTo>
                  <a:lnTo>
                    <a:pt x="660230" y="1704345"/>
                  </a:lnTo>
                  <a:lnTo>
                    <a:pt x="692415" y="1687837"/>
                  </a:lnTo>
                  <a:lnTo>
                    <a:pt x="713187" y="1693627"/>
                  </a:lnTo>
                  <a:lnTo>
                    <a:pt x="743145" y="1698350"/>
                  </a:lnTo>
                  <a:lnTo>
                    <a:pt x="749995" y="1711674"/>
                  </a:lnTo>
                  <a:lnTo>
                    <a:pt x="755135" y="1737025"/>
                  </a:lnTo>
                  <a:lnTo>
                    <a:pt x="765728" y="1765547"/>
                  </a:lnTo>
                  <a:lnTo>
                    <a:pt x="793198" y="1878004"/>
                  </a:lnTo>
                  <a:lnTo>
                    <a:pt x="817931" y="1933128"/>
                  </a:lnTo>
                  <a:lnTo>
                    <a:pt x="810458" y="1933128"/>
                  </a:lnTo>
                  <a:lnTo>
                    <a:pt x="799340" y="1911006"/>
                  </a:lnTo>
                  <a:lnTo>
                    <a:pt x="782443" y="1867016"/>
                  </a:lnTo>
                  <a:lnTo>
                    <a:pt x="765081" y="1789345"/>
                  </a:lnTo>
                  <a:lnTo>
                    <a:pt x="760042" y="1771952"/>
                  </a:lnTo>
                  <a:lnTo>
                    <a:pt x="754113" y="1765008"/>
                  </a:lnTo>
                  <a:lnTo>
                    <a:pt x="750208" y="1770656"/>
                  </a:lnTo>
                  <a:lnTo>
                    <a:pt x="748528" y="1780552"/>
                  </a:lnTo>
                  <a:lnTo>
                    <a:pt x="751361" y="1788151"/>
                  </a:lnTo>
                  <a:lnTo>
                    <a:pt x="744521" y="1813721"/>
                  </a:lnTo>
                  <a:lnTo>
                    <a:pt x="747486" y="1825453"/>
                  </a:lnTo>
                  <a:lnTo>
                    <a:pt x="758595" y="1837583"/>
                  </a:lnTo>
                  <a:lnTo>
                    <a:pt x="770666" y="1867851"/>
                  </a:lnTo>
                  <a:lnTo>
                    <a:pt x="780308" y="1908605"/>
                  </a:lnTo>
                  <a:lnTo>
                    <a:pt x="767266" y="1892085"/>
                  </a:lnTo>
                  <a:lnTo>
                    <a:pt x="753344" y="1883331"/>
                  </a:lnTo>
                  <a:lnTo>
                    <a:pt x="731682" y="1876618"/>
                  </a:lnTo>
                  <a:lnTo>
                    <a:pt x="712387" y="1864847"/>
                  </a:lnTo>
                  <a:lnTo>
                    <a:pt x="713794" y="1881726"/>
                  </a:lnTo>
                  <a:lnTo>
                    <a:pt x="711942" y="1899954"/>
                  </a:lnTo>
                  <a:lnTo>
                    <a:pt x="697069" y="1894396"/>
                  </a:lnTo>
                  <a:lnTo>
                    <a:pt x="686951" y="1888350"/>
                  </a:lnTo>
                  <a:lnTo>
                    <a:pt x="695905" y="1907771"/>
                  </a:lnTo>
                  <a:lnTo>
                    <a:pt x="676469" y="1901943"/>
                  </a:lnTo>
                  <a:lnTo>
                    <a:pt x="663518" y="1903163"/>
                  </a:lnTo>
                  <a:lnTo>
                    <a:pt x="655100" y="1920402"/>
                  </a:lnTo>
                  <a:lnTo>
                    <a:pt x="643809" y="1930863"/>
                  </a:lnTo>
                  <a:lnTo>
                    <a:pt x="632607" y="1933128"/>
                  </a:lnTo>
                  <a:lnTo>
                    <a:pt x="625369" y="1933128"/>
                  </a:lnTo>
                  <a:lnTo>
                    <a:pt x="602346" y="1918476"/>
                  </a:lnTo>
                  <a:lnTo>
                    <a:pt x="594322" y="1899338"/>
                  </a:lnTo>
                  <a:lnTo>
                    <a:pt x="591004" y="1878030"/>
                  </a:lnTo>
                  <a:lnTo>
                    <a:pt x="589678" y="1903227"/>
                  </a:lnTo>
                  <a:lnTo>
                    <a:pt x="594090" y="1929464"/>
                  </a:lnTo>
                  <a:lnTo>
                    <a:pt x="593805" y="1933128"/>
                  </a:lnTo>
                  <a:lnTo>
                    <a:pt x="358338" y="1933128"/>
                  </a:lnTo>
                  <a:lnTo>
                    <a:pt x="358338" y="902731"/>
                  </a:lnTo>
                  <a:lnTo>
                    <a:pt x="924640" y="90273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1930926" y="952700"/>
              <a:ext cx="944186" cy="914400"/>
            </a:xfrm>
            <a:custGeom>
              <a:avLst/>
              <a:pathLst>
                <a:path w="944186" h="914400">
                  <a:moveTo>
                    <a:pt x="914400" y="914400"/>
                  </a:moveTo>
                  <a:lnTo>
                    <a:pt x="913843" y="906749"/>
                  </a:lnTo>
                  <a:lnTo>
                    <a:pt x="944186" y="857343"/>
                  </a:lnTo>
                  <a:lnTo>
                    <a:pt x="938702" y="87460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1697185" y="1388382"/>
              <a:ext cx="972547" cy="914400"/>
            </a:xfrm>
            <a:custGeom>
              <a:avLst/>
              <a:pathLst>
                <a:path w="972547" h="914400">
                  <a:moveTo>
                    <a:pt x="914400" y="914400"/>
                  </a:moveTo>
                  <a:lnTo>
                    <a:pt x="946008" y="861759"/>
                  </a:lnTo>
                  <a:lnTo>
                    <a:pt x="964361" y="817654"/>
                  </a:lnTo>
                  <a:lnTo>
                    <a:pt x="972547" y="802405"/>
                  </a:lnTo>
                  <a:lnTo>
                    <a:pt x="964604" y="833314"/>
                  </a:lnTo>
                  <a:lnTo>
                    <a:pt x="950722" y="861733"/>
                  </a:lnTo>
                  <a:lnTo>
                    <a:pt x="923819" y="91013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t4714"/>
            <p:cNvSpPr/>
            <p:nvPr/>
          </p:nvSpPr>
          <p:spPr>
            <a:xfrm>
              <a:off x="2520841" y="2338335"/>
              <a:ext cx="63202" cy="63202"/>
            </a:xfrm>
            <a:prstGeom prst="ellipse">
              <a:avLst/>
            </a:prstGeom>
            <a:solidFill>
              <a:srgbClr val="3A599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t4715"/>
            <p:cNvSpPr/>
            <p:nvPr/>
          </p:nvSpPr>
          <p:spPr>
            <a:xfrm>
              <a:off x="2676441" y="1955321"/>
              <a:ext cx="63202" cy="63202"/>
            </a:xfrm>
            <a:prstGeom prst="ellipse">
              <a:avLst/>
            </a:prstGeom>
            <a:solidFill>
              <a:srgbClr val="389BA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t4716"/>
            <p:cNvSpPr/>
            <p:nvPr/>
          </p:nvSpPr>
          <p:spPr>
            <a:xfrm>
              <a:off x="2551299" y="1860386"/>
              <a:ext cx="63202" cy="63202"/>
            </a:xfrm>
            <a:prstGeom prst="ellipse">
              <a:avLst/>
            </a:prstGeom>
            <a:solidFill>
              <a:srgbClr val="56BF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t4717"/>
            <p:cNvSpPr/>
            <p:nvPr/>
          </p:nvSpPr>
          <p:spPr>
            <a:xfrm>
              <a:off x="2248821" y="2148969"/>
              <a:ext cx="63202" cy="63202"/>
            </a:xfrm>
            <a:prstGeom prst="ellipse">
              <a:avLst/>
            </a:prstGeom>
            <a:solidFill>
              <a:srgbClr val="57C0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t4718"/>
            <p:cNvSpPr/>
            <p:nvPr/>
          </p:nvSpPr>
          <p:spPr>
            <a:xfrm>
              <a:off x="2328391" y="2215628"/>
              <a:ext cx="117405" cy="117405"/>
            </a:xfrm>
            <a:prstGeom prst="ellipse">
              <a:avLst/>
            </a:prstGeom>
            <a:solidFill>
              <a:srgbClr val="C5EDD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t4719"/>
            <p:cNvSpPr/>
            <p:nvPr/>
          </p:nvSpPr>
          <p:spPr>
            <a:xfrm>
              <a:off x="2320627" y="2408325"/>
              <a:ext cx="117405" cy="117405"/>
            </a:xfrm>
            <a:prstGeom prst="ellipse">
              <a:avLst/>
            </a:prstGeom>
            <a:solidFill>
              <a:srgbClr val="4BB0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t4720"/>
            <p:cNvSpPr/>
            <p:nvPr/>
          </p:nvSpPr>
          <p:spPr>
            <a:xfrm>
              <a:off x="2261026" y="2417863"/>
              <a:ext cx="117405" cy="117405"/>
            </a:xfrm>
            <a:prstGeom prst="ellipse">
              <a:avLst/>
            </a:prstGeom>
            <a:solidFill>
              <a:srgbClr val="94DDC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g4721"/>
            <p:cNvSpPr/>
            <p:nvPr/>
          </p:nvSpPr>
          <p:spPr>
            <a:xfrm>
              <a:off x="2266592" y="2183041"/>
              <a:ext cx="158117" cy="136934"/>
            </a:xfrm>
            <a:custGeom>
              <a:avLst/>
              <a:pathLst>
                <a:path w="158117" h="136934">
                  <a:moveTo>
                    <a:pt x="79058" y="0"/>
                  </a:moveTo>
                  <a:lnTo>
                    <a:pt x="158117" y="136934"/>
                  </a:lnTo>
                  <a:lnTo>
                    <a:pt x="0" y="136934"/>
                  </a:lnTo>
                  <a:close/>
                </a:path>
              </a:pathLst>
            </a:custGeom>
            <a:solidFill>
              <a:srgbClr val="FF149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l4722"/>
            <p:cNvSpPr/>
            <p:nvPr/>
          </p:nvSpPr>
          <p:spPr>
            <a:xfrm>
              <a:off x="2389712" y="1895538"/>
              <a:ext cx="71972" cy="365496"/>
            </a:xfrm>
            <a:custGeom>
              <a:avLst/>
              <a:pathLst>
                <a:path w="71972" h="365496">
                  <a:moveTo>
                    <a:pt x="71972" y="0"/>
                  </a:moveTo>
                  <a:lnTo>
                    <a:pt x="0" y="365496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l4723"/>
            <p:cNvSpPr/>
            <p:nvPr/>
          </p:nvSpPr>
          <p:spPr>
            <a:xfrm>
              <a:off x="2322334" y="2176167"/>
              <a:ext cx="56242" cy="287100"/>
            </a:xfrm>
            <a:custGeom>
              <a:avLst/>
              <a:pathLst>
                <a:path w="56242" h="287100">
                  <a:moveTo>
                    <a:pt x="56242" y="0"/>
                  </a:moveTo>
                  <a:lnTo>
                    <a:pt x="0" y="287100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g4724"/>
            <p:cNvSpPr/>
            <p:nvPr/>
          </p:nvSpPr>
          <p:spPr>
            <a:xfrm>
              <a:off x="2461684" y="1777576"/>
              <a:ext cx="698967" cy="191749"/>
            </a:xfrm>
            <a:custGeom>
              <a:avLst/>
              <a:pathLst>
                <a:path w="698967" h="191749">
                  <a:moveTo>
                    <a:pt x="27431" y="191749"/>
                  </a:moveTo>
                  <a:lnTo>
                    <a:pt x="671535" y="191749"/>
                  </a:lnTo>
                  <a:lnTo>
                    <a:pt x="670430" y="191727"/>
                  </a:lnTo>
                  <a:lnTo>
                    <a:pt x="674841" y="191549"/>
                  </a:lnTo>
                  <a:lnTo>
                    <a:pt x="679167" y="190666"/>
                  </a:lnTo>
                  <a:lnTo>
                    <a:pt x="683295" y="189101"/>
                  </a:lnTo>
                  <a:lnTo>
                    <a:pt x="687118" y="186893"/>
                  </a:lnTo>
                  <a:lnTo>
                    <a:pt x="690538" y="184101"/>
                  </a:lnTo>
                  <a:lnTo>
                    <a:pt x="693465" y="180797"/>
                  </a:lnTo>
                  <a:lnTo>
                    <a:pt x="695825" y="177065"/>
                  </a:lnTo>
                  <a:lnTo>
                    <a:pt x="697555" y="173004"/>
                  </a:lnTo>
                  <a:lnTo>
                    <a:pt x="698612" y="168718"/>
                  </a:lnTo>
                  <a:lnTo>
                    <a:pt x="698967" y="164317"/>
                  </a:lnTo>
                  <a:lnTo>
                    <a:pt x="698967" y="27431"/>
                  </a:lnTo>
                  <a:lnTo>
                    <a:pt x="698612" y="23031"/>
                  </a:lnTo>
                  <a:lnTo>
                    <a:pt x="697555" y="18745"/>
                  </a:lnTo>
                  <a:lnTo>
                    <a:pt x="695825" y="14683"/>
                  </a:lnTo>
                  <a:lnTo>
                    <a:pt x="693465" y="10952"/>
                  </a:lnTo>
                  <a:lnTo>
                    <a:pt x="690538" y="7647"/>
                  </a:lnTo>
                  <a:lnTo>
                    <a:pt x="687118" y="4855"/>
                  </a:lnTo>
                  <a:lnTo>
                    <a:pt x="683295" y="2648"/>
                  </a:lnTo>
                  <a:lnTo>
                    <a:pt x="679167" y="1083"/>
                  </a:lnTo>
                  <a:lnTo>
                    <a:pt x="674841" y="200"/>
                  </a:lnTo>
                  <a:lnTo>
                    <a:pt x="671535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tx4725"/>
            <p:cNvSpPr/>
            <p:nvPr/>
          </p:nvSpPr>
          <p:spPr>
            <a:xfrm>
              <a:off x="2507404" y="1823296"/>
              <a:ext cx="607527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S1_LOLA</a:t>
              </a:r>
            </a:p>
          </p:txBody>
        </p:sp>
        <p:sp>
          <p:nvSpPr>
            <p:cNvPr id="4726" name="pg4726"/>
            <p:cNvSpPr/>
            <p:nvPr/>
          </p:nvSpPr>
          <p:spPr>
            <a:xfrm>
              <a:off x="2438458" y="2363895"/>
              <a:ext cx="722193" cy="191749"/>
            </a:xfrm>
            <a:custGeom>
              <a:avLst/>
              <a:pathLst>
                <a:path w="722193" h="191749">
                  <a:moveTo>
                    <a:pt x="27431" y="191749"/>
                  </a:moveTo>
                  <a:lnTo>
                    <a:pt x="694761" y="191749"/>
                  </a:lnTo>
                  <a:lnTo>
                    <a:pt x="693656" y="191727"/>
                  </a:lnTo>
                  <a:lnTo>
                    <a:pt x="698067" y="191549"/>
                  </a:lnTo>
                  <a:lnTo>
                    <a:pt x="702393" y="190666"/>
                  </a:lnTo>
                  <a:lnTo>
                    <a:pt x="706521" y="189101"/>
                  </a:lnTo>
                  <a:lnTo>
                    <a:pt x="710344" y="186893"/>
                  </a:lnTo>
                  <a:lnTo>
                    <a:pt x="713763" y="184101"/>
                  </a:lnTo>
                  <a:lnTo>
                    <a:pt x="716691" y="180797"/>
                  </a:lnTo>
                  <a:lnTo>
                    <a:pt x="719050" y="177065"/>
                  </a:lnTo>
                  <a:lnTo>
                    <a:pt x="720781" y="173004"/>
                  </a:lnTo>
                  <a:lnTo>
                    <a:pt x="721837" y="168718"/>
                  </a:lnTo>
                  <a:lnTo>
                    <a:pt x="722193" y="164317"/>
                  </a:lnTo>
                  <a:lnTo>
                    <a:pt x="722193" y="27432"/>
                  </a:lnTo>
                  <a:lnTo>
                    <a:pt x="721837" y="23031"/>
                  </a:lnTo>
                  <a:lnTo>
                    <a:pt x="720781" y="18745"/>
                  </a:lnTo>
                  <a:lnTo>
                    <a:pt x="719050" y="14683"/>
                  </a:lnTo>
                  <a:lnTo>
                    <a:pt x="716691" y="10952"/>
                  </a:lnTo>
                  <a:lnTo>
                    <a:pt x="713763" y="7647"/>
                  </a:lnTo>
                  <a:lnTo>
                    <a:pt x="710344" y="4855"/>
                  </a:lnTo>
                  <a:lnTo>
                    <a:pt x="706521" y="2648"/>
                  </a:lnTo>
                  <a:lnTo>
                    <a:pt x="702393" y="1083"/>
                  </a:lnTo>
                  <a:lnTo>
                    <a:pt x="698067" y="200"/>
                  </a:lnTo>
                  <a:lnTo>
                    <a:pt x="694761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tx4727"/>
            <p:cNvSpPr/>
            <p:nvPr/>
          </p:nvSpPr>
          <p:spPr>
            <a:xfrm>
              <a:off x="2484178" y="2409615"/>
              <a:ext cx="630753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S2_DEBY</a:t>
              </a:r>
            </a:p>
          </p:txBody>
        </p:sp>
        <p:sp>
          <p:nvSpPr>
            <p:cNvPr id="4728" name="pg4728"/>
            <p:cNvSpPr/>
            <p:nvPr/>
          </p:nvSpPr>
          <p:spPr>
            <a:xfrm>
              <a:off x="2378576" y="2053226"/>
              <a:ext cx="555955" cy="191749"/>
            </a:xfrm>
            <a:custGeom>
              <a:avLst/>
              <a:pathLst>
                <a:path w="555955" h="191749">
                  <a:moveTo>
                    <a:pt x="27431" y="191749"/>
                  </a:moveTo>
                  <a:lnTo>
                    <a:pt x="528523" y="191749"/>
                  </a:lnTo>
                  <a:lnTo>
                    <a:pt x="527418" y="191727"/>
                  </a:lnTo>
                  <a:lnTo>
                    <a:pt x="531829" y="191549"/>
                  </a:lnTo>
                  <a:lnTo>
                    <a:pt x="536155" y="190666"/>
                  </a:lnTo>
                  <a:lnTo>
                    <a:pt x="540283" y="189101"/>
                  </a:lnTo>
                  <a:lnTo>
                    <a:pt x="544106" y="186893"/>
                  </a:lnTo>
                  <a:lnTo>
                    <a:pt x="547526" y="184101"/>
                  </a:lnTo>
                  <a:lnTo>
                    <a:pt x="550453" y="180797"/>
                  </a:lnTo>
                  <a:lnTo>
                    <a:pt x="552813" y="177065"/>
                  </a:lnTo>
                  <a:lnTo>
                    <a:pt x="554543" y="173004"/>
                  </a:lnTo>
                  <a:lnTo>
                    <a:pt x="555599" y="168718"/>
                  </a:lnTo>
                  <a:lnTo>
                    <a:pt x="555955" y="164317"/>
                  </a:lnTo>
                  <a:lnTo>
                    <a:pt x="555955" y="27431"/>
                  </a:lnTo>
                  <a:lnTo>
                    <a:pt x="555599" y="23031"/>
                  </a:lnTo>
                  <a:lnTo>
                    <a:pt x="554543" y="18745"/>
                  </a:lnTo>
                  <a:lnTo>
                    <a:pt x="552813" y="14683"/>
                  </a:lnTo>
                  <a:lnTo>
                    <a:pt x="550453" y="10952"/>
                  </a:lnTo>
                  <a:lnTo>
                    <a:pt x="547526" y="7647"/>
                  </a:lnTo>
                  <a:lnTo>
                    <a:pt x="544106" y="4855"/>
                  </a:lnTo>
                  <a:lnTo>
                    <a:pt x="540283" y="2648"/>
                  </a:lnTo>
                  <a:lnTo>
                    <a:pt x="536155" y="1083"/>
                  </a:lnTo>
                  <a:lnTo>
                    <a:pt x="531829" y="200"/>
                  </a:lnTo>
                  <a:lnTo>
                    <a:pt x="52852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tx4729"/>
            <p:cNvSpPr/>
            <p:nvPr/>
          </p:nvSpPr>
          <p:spPr>
            <a:xfrm>
              <a:off x="2424296" y="2098946"/>
              <a:ext cx="46451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W4_VA</a:t>
              </a:r>
            </a:p>
          </p:txBody>
        </p:sp>
        <p:sp>
          <p:nvSpPr>
            <p:cNvPr id="4730" name="rc4730"/>
            <p:cNvSpPr/>
            <p:nvPr/>
          </p:nvSpPr>
          <p:spPr>
            <a:xfrm>
              <a:off x="2045346" y="1707859"/>
              <a:ext cx="1161025" cy="1133437"/>
            </a:xfrm>
            <a:prstGeom prst="rect">
              <a:avLst/>
            </a:prstGeom>
            <a:noFill/>
            <a:ln w="2710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914400" y="914400"/>
            <a:ext cx="5943600" cy="3657600"/>
            <a:chOff x="914400" y="914400"/>
            <a:chExt cx="5943600" cy="365760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1279047" y="914400"/>
              <a:ext cx="5214304" cy="36575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1348636" y="983989"/>
              <a:ext cx="5075126" cy="351842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1894852" y="1581921"/>
              <a:ext cx="3248917" cy="2518749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2200904" y="1581921"/>
              <a:ext cx="0" cy="2518749"/>
            </a:xfrm>
            <a:custGeom>
              <a:avLst/>
              <a:pathLst>
                <a:path w="0" h="2518749">
                  <a:moveTo>
                    <a:pt x="0" y="2518749"/>
                  </a:moveTo>
                  <a:lnTo>
                    <a:pt x="0" y="2505643"/>
                  </a:lnTo>
                  <a:lnTo>
                    <a:pt x="0" y="2476156"/>
                  </a:lnTo>
                  <a:lnTo>
                    <a:pt x="0" y="2446668"/>
                  </a:lnTo>
                  <a:lnTo>
                    <a:pt x="0" y="2417180"/>
                  </a:lnTo>
                  <a:lnTo>
                    <a:pt x="0" y="2387693"/>
                  </a:lnTo>
                  <a:lnTo>
                    <a:pt x="0" y="2358205"/>
                  </a:lnTo>
                  <a:lnTo>
                    <a:pt x="0" y="2328717"/>
                  </a:lnTo>
                  <a:lnTo>
                    <a:pt x="0" y="2299230"/>
                  </a:lnTo>
                  <a:lnTo>
                    <a:pt x="0" y="2269742"/>
                  </a:lnTo>
                  <a:lnTo>
                    <a:pt x="0" y="2240254"/>
                  </a:lnTo>
                  <a:lnTo>
                    <a:pt x="0" y="2210767"/>
                  </a:lnTo>
                  <a:lnTo>
                    <a:pt x="0" y="2181279"/>
                  </a:lnTo>
                  <a:lnTo>
                    <a:pt x="0" y="2151791"/>
                  </a:lnTo>
                  <a:lnTo>
                    <a:pt x="0" y="2122304"/>
                  </a:lnTo>
                  <a:lnTo>
                    <a:pt x="0" y="2092816"/>
                  </a:lnTo>
                  <a:lnTo>
                    <a:pt x="0" y="2063328"/>
                  </a:lnTo>
                  <a:lnTo>
                    <a:pt x="0" y="2033841"/>
                  </a:lnTo>
                  <a:lnTo>
                    <a:pt x="0" y="2004353"/>
                  </a:lnTo>
                  <a:lnTo>
                    <a:pt x="0" y="1974865"/>
                  </a:lnTo>
                  <a:lnTo>
                    <a:pt x="0" y="1945378"/>
                  </a:lnTo>
                  <a:lnTo>
                    <a:pt x="0" y="1915890"/>
                  </a:lnTo>
                  <a:lnTo>
                    <a:pt x="0" y="1886402"/>
                  </a:lnTo>
                  <a:lnTo>
                    <a:pt x="0" y="1856915"/>
                  </a:lnTo>
                  <a:lnTo>
                    <a:pt x="0" y="1827427"/>
                  </a:lnTo>
                  <a:lnTo>
                    <a:pt x="0" y="1797939"/>
                  </a:lnTo>
                  <a:lnTo>
                    <a:pt x="0" y="1768452"/>
                  </a:lnTo>
                  <a:lnTo>
                    <a:pt x="0" y="1738964"/>
                  </a:lnTo>
                  <a:lnTo>
                    <a:pt x="0" y="1709476"/>
                  </a:lnTo>
                  <a:lnTo>
                    <a:pt x="0" y="1679989"/>
                  </a:lnTo>
                  <a:lnTo>
                    <a:pt x="0" y="1650501"/>
                  </a:lnTo>
                  <a:lnTo>
                    <a:pt x="0" y="1621013"/>
                  </a:lnTo>
                  <a:lnTo>
                    <a:pt x="0" y="1591525"/>
                  </a:lnTo>
                  <a:lnTo>
                    <a:pt x="0" y="1562038"/>
                  </a:lnTo>
                  <a:lnTo>
                    <a:pt x="0" y="1532550"/>
                  </a:lnTo>
                  <a:lnTo>
                    <a:pt x="0" y="1503062"/>
                  </a:lnTo>
                  <a:lnTo>
                    <a:pt x="0" y="1473575"/>
                  </a:lnTo>
                  <a:lnTo>
                    <a:pt x="0" y="1444087"/>
                  </a:lnTo>
                  <a:lnTo>
                    <a:pt x="0" y="1414599"/>
                  </a:lnTo>
                  <a:lnTo>
                    <a:pt x="0" y="1385112"/>
                  </a:lnTo>
                  <a:lnTo>
                    <a:pt x="0" y="1355624"/>
                  </a:lnTo>
                  <a:lnTo>
                    <a:pt x="0" y="1326136"/>
                  </a:lnTo>
                  <a:lnTo>
                    <a:pt x="0" y="1296649"/>
                  </a:lnTo>
                  <a:lnTo>
                    <a:pt x="0" y="1267161"/>
                  </a:lnTo>
                  <a:lnTo>
                    <a:pt x="0" y="1237673"/>
                  </a:lnTo>
                  <a:lnTo>
                    <a:pt x="0" y="1208186"/>
                  </a:lnTo>
                  <a:lnTo>
                    <a:pt x="0" y="1178698"/>
                  </a:lnTo>
                  <a:lnTo>
                    <a:pt x="0" y="1149210"/>
                  </a:lnTo>
                  <a:lnTo>
                    <a:pt x="0" y="1119723"/>
                  </a:lnTo>
                  <a:lnTo>
                    <a:pt x="0" y="1090235"/>
                  </a:lnTo>
                  <a:lnTo>
                    <a:pt x="0" y="1060747"/>
                  </a:lnTo>
                  <a:lnTo>
                    <a:pt x="0" y="1031260"/>
                  </a:lnTo>
                  <a:lnTo>
                    <a:pt x="0" y="1001772"/>
                  </a:lnTo>
                  <a:lnTo>
                    <a:pt x="0" y="972284"/>
                  </a:lnTo>
                  <a:lnTo>
                    <a:pt x="0" y="942797"/>
                  </a:lnTo>
                  <a:lnTo>
                    <a:pt x="0" y="913309"/>
                  </a:lnTo>
                  <a:lnTo>
                    <a:pt x="0" y="883821"/>
                  </a:lnTo>
                  <a:lnTo>
                    <a:pt x="0" y="854334"/>
                  </a:lnTo>
                  <a:lnTo>
                    <a:pt x="0" y="824846"/>
                  </a:lnTo>
                  <a:lnTo>
                    <a:pt x="0" y="795358"/>
                  </a:lnTo>
                  <a:lnTo>
                    <a:pt x="0" y="765871"/>
                  </a:lnTo>
                  <a:lnTo>
                    <a:pt x="0" y="736383"/>
                  </a:lnTo>
                  <a:lnTo>
                    <a:pt x="0" y="706895"/>
                  </a:lnTo>
                  <a:lnTo>
                    <a:pt x="0" y="677408"/>
                  </a:lnTo>
                  <a:lnTo>
                    <a:pt x="0" y="647920"/>
                  </a:lnTo>
                  <a:lnTo>
                    <a:pt x="0" y="618432"/>
                  </a:lnTo>
                  <a:lnTo>
                    <a:pt x="0" y="588945"/>
                  </a:lnTo>
                  <a:lnTo>
                    <a:pt x="0" y="559457"/>
                  </a:lnTo>
                  <a:lnTo>
                    <a:pt x="0" y="529969"/>
                  </a:lnTo>
                  <a:lnTo>
                    <a:pt x="0" y="500481"/>
                  </a:lnTo>
                  <a:lnTo>
                    <a:pt x="0" y="470994"/>
                  </a:lnTo>
                  <a:lnTo>
                    <a:pt x="0" y="441506"/>
                  </a:lnTo>
                  <a:lnTo>
                    <a:pt x="0" y="412018"/>
                  </a:lnTo>
                  <a:lnTo>
                    <a:pt x="0" y="382531"/>
                  </a:lnTo>
                  <a:lnTo>
                    <a:pt x="0" y="353043"/>
                  </a:lnTo>
                  <a:lnTo>
                    <a:pt x="0" y="323555"/>
                  </a:lnTo>
                  <a:lnTo>
                    <a:pt x="0" y="294068"/>
                  </a:lnTo>
                  <a:lnTo>
                    <a:pt x="0" y="264580"/>
                  </a:lnTo>
                  <a:lnTo>
                    <a:pt x="0" y="235092"/>
                  </a:lnTo>
                  <a:lnTo>
                    <a:pt x="0" y="205605"/>
                  </a:lnTo>
                  <a:lnTo>
                    <a:pt x="0" y="176117"/>
                  </a:lnTo>
                  <a:lnTo>
                    <a:pt x="0" y="146629"/>
                  </a:lnTo>
                  <a:lnTo>
                    <a:pt x="0" y="117142"/>
                  </a:lnTo>
                  <a:lnTo>
                    <a:pt x="0" y="87654"/>
                  </a:lnTo>
                  <a:lnTo>
                    <a:pt x="0" y="58166"/>
                  </a:lnTo>
                  <a:lnTo>
                    <a:pt x="0" y="2867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8"/>
            <p:cNvSpPr/>
            <p:nvPr/>
          </p:nvSpPr>
          <p:spPr>
            <a:xfrm>
              <a:off x="2596838" y="1581921"/>
              <a:ext cx="0" cy="2518749"/>
            </a:xfrm>
            <a:custGeom>
              <a:avLst/>
              <a:pathLst>
                <a:path w="0" h="2518749">
                  <a:moveTo>
                    <a:pt x="0" y="2518749"/>
                  </a:moveTo>
                  <a:lnTo>
                    <a:pt x="0" y="2505643"/>
                  </a:lnTo>
                  <a:lnTo>
                    <a:pt x="0" y="2476156"/>
                  </a:lnTo>
                  <a:lnTo>
                    <a:pt x="0" y="2446668"/>
                  </a:lnTo>
                  <a:lnTo>
                    <a:pt x="0" y="2417180"/>
                  </a:lnTo>
                  <a:lnTo>
                    <a:pt x="0" y="2387693"/>
                  </a:lnTo>
                  <a:lnTo>
                    <a:pt x="0" y="2358205"/>
                  </a:lnTo>
                  <a:lnTo>
                    <a:pt x="0" y="2328717"/>
                  </a:lnTo>
                  <a:lnTo>
                    <a:pt x="0" y="2299230"/>
                  </a:lnTo>
                  <a:lnTo>
                    <a:pt x="0" y="2269742"/>
                  </a:lnTo>
                  <a:lnTo>
                    <a:pt x="0" y="2240254"/>
                  </a:lnTo>
                  <a:lnTo>
                    <a:pt x="0" y="2210767"/>
                  </a:lnTo>
                  <a:lnTo>
                    <a:pt x="0" y="2181279"/>
                  </a:lnTo>
                  <a:lnTo>
                    <a:pt x="0" y="2151791"/>
                  </a:lnTo>
                  <a:lnTo>
                    <a:pt x="0" y="2122304"/>
                  </a:lnTo>
                  <a:lnTo>
                    <a:pt x="0" y="2092816"/>
                  </a:lnTo>
                  <a:lnTo>
                    <a:pt x="0" y="2063328"/>
                  </a:lnTo>
                  <a:lnTo>
                    <a:pt x="0" y="2033841"/>
                  </a:lnTo>
                  <a:lnTo>
                    <a:pt x="0" y="2004353"/>
                  </a:lnTo>
                  <a:lnTo>
                    <a:pt x="0" y="1974865"/>
                  </a:lnTo>
                  <a:lnTo>
                    <a:pt x="0" y="1945378"/>
                  </a:lnTo>
                  <a:lnTo>
                    <a:pt x="0" y="1915890"/>
                  </a:lnTo>
                  <a:lnTo>
                    <a:pt x="0" y="1886402"/>
                  </a:lnTo>
                  <a:lnTo>
                    <a:pt x="0" y="1856915"/>
                  </a:lnTo>
                  <a:lnTo>
                    <a:pt x="0" y="1827427"/>
                  </a:lnTo>
                  <a:lnTo>
                    <a:pt x="0" y="1797939"/>
                  </a:lnTo>
                  <a:lnTo>
                    <a:pt x="0" y="1768452"/>
                  </a:lnTo>
                  <a:lnTo>
                    <a:pt x="0" y="1738964"/>
                  </a:lnTo>
                  <a:lnTo>
                    <a:pt x="0" y="1709476"/>
                  </a:lnTo>
                  <a:lnTo>
                    <a:pt x="0" y="1679989"/>
                  </a:lnTo>
                  <a:lnTo>
                    <a:pt x="0" y="1650501"/>
                  </a:lnTo>
                  <a:lnTo>
                    <a:pt x="0" y="1621013"/>
                  </a:lnTo>
                  <a:lnTo>
                    <a:pt x="0" y="1591525"/>
                  </a:lnTo>
                  <a:lnTo>
                    <a:pt x="0" y="1562038"/>
                  </a:lnTo>
                  <a:lnTo>
                    <a:pt x="0" y="1532550"/>
                  </a:lnTo>
                  <a:lnTo>
                    <a:pt x="0" y="1503062"/>
                  </a:lnTo>
                  <a:lnTo>
                    <a:pt x="0" y="1473575"/>
                  </a:lnTo>
                  <a:lnTo>
                    <a:pt x="0" y="1444087"/>
                  </a:lnTo>
                  <a:lnTo>
                    <a:pt x="0" y="1414599"/>
                  </a:lnTo>
                  <a:lnTo>
                    <a:pt x="0" y="1385112"/>
                  </a:lnTo>
                  <a:lnTo>
                    <a:pt x="0" y="1355624"/>
                  </a:lnTo>
                  <a:lnTo>
                    <a:pt x="0" y="1326136"/>
                  </a:lnTo>
                  <a:lnTo>
                    <a:pt x="0" y="1296649"/>
                  </a:lnTo>
                  <a:lnTo>
                    <a:pt x="0" y="1267161"/>
                  </a:lnTo>
                  <a:lnTo>
                    <a:pt x="0" y="1237673"/>
                  </a:lnTo>
                  <a:lnTo>
                    <a:pt x="0" y="1208186"/>
                  </a:lnTo>
                  <a:lnTo>
                    <a:pt x="0" y="1178698"/>
                  </a:lnTo>
                  <a:lnTo>
                    <a:pt x="0" y="1149210"/>
                  </a:lnTo>
                  <a:lnTo>
                    <a:pt x="0" y="1119723"/>
                  </a:lnTo>
                  <a:lnTo>
                    <a:pt x="0" y="1090235"/>
                  </a:lnTo>
                  <a:lnTo>
                    <a:pt x="0" y="1060747"/>
                  </a:lnTo>
                  <a:lnTo>
                    <a:pt x="0" y="1031260"/>
                  </a:lnTo>
                  <a:lnTo>
                    <a:pt x="0" y="1001772"/>
                  </a:lnTo>
                  <a:lnTo>
                    <a:pt x="0" y="972284"/>
                  </a:lnTo>
                  <a:lnTo>
                    <a:pt x="0" y="942797"/>
                  </a:lnTo>
                  <a:lnTo>
                    <a:pt x="0" y="913309"/>
                  </a:lnTo>
                  <a:lnTo>
                    <a:pt x="0" y="883821"/>
                  </a:lnTo>
                  <a:lnTo>
                    <a:pt x="0" y="854334"/>
                  </a:lnTo>
                  <a:lnTo>
                    <a:pt x="0" y="824846"/>
                  </a:lnTo>
                  <a:lnTo>
                    <a:pt x="0" y="795358"/>
                  </a:lnTo>
                  <a:lnTo>
                    <a:pt x="0" y="765871"/>
                  </a:lnTo>
                  <a:lnTo>
                    <a:pt x="0" y="736383"/>
                  </a:lnTo>
                  <a:lnTo>
                    <a:pt x="0" y="706895"/>
                  </a:lnTo>
                  <a:lnTo>
                    <a:pt x="0" y="677408"/>
                  </a:lnTo>
                  <a:lnTo>
                    <a:pt x="0" y="647920"/>
                  </a:lnTo>
                  <a:lnTo>
                    <a:pt x="0" y="618432"/>
                  </a:lnTo>
                  <a:lnTo>
                    <a:pt x="0" y="588945"/>
                  </a:lnTo>
                  <a:lnTo>
                    <a:pt x="0" y="559457"/>
                  </a:lnTo>
                  <a:lnTo>
                    <a:pt x="0" y="529969"/>
                  </a:lnTo>
                  <a:lnTo>
                    <a:pt x="0" y="500481"/>
                  </a:lnTo>
                  <a:lnTo>
                    <a:pt x="0" y="470994"/>
                  </a:lnTo>
                  <a:lnTo>
                    <a:pt x="0" y="441506"/>
                  </a:lnTo>
                  <a:lnTo>
                    <a:pt x="0" y="412018"/>
                  </a:lnTo>
                  <a:lnTo>
                    <a:pt x="0" y="382531"/>
                  </a:lnTo>
                  <a:lnTo>
                    <a:pt x="0" y="353043"/>
                  </a:lnTo>
                  <a:lnTo>
                    <a:pt x="0" y="323555"/>
                  </a:lnTo>
                  <a:lnTo>
                    <a:pt x="0" y="294068"/>
                  </a:lnTo>
                  <a:lnTo>
                    <a:pt x="0" y="264580"/>
                  </a:lnTo>
                  <a:lnTo>
                    <a:pt x="0" y="235092"/>
                  </a:lnTo>
                  <a:lnTo>
                    <a:pt x="0" y="205605"/>
                  </a:lnTo>
                  <a:lnTo>
                    <a:pt x="0" y="176117"/>
                  </a:lnTo>
                  <a:lnTo>
                    <a:pt x="0" y="146629"/>
                  </a:lnTo>
                  <a:lnTo>
                    <a:pt x="0" y="117142"/>
                  </a:lnTo>
                  <a:lnTo>
                    <a:pt x="0" y="87654"/>
                  </a:lnTo>
                  <a:lnTo>
                    <a:pt x="0" y="58166"/>
                  </a:lnTo>
                  <a:lnTo>
                    <a:pt x="0" y="2867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2992773" y="1581921"/>
              <a:ext cx="0" cy="2518749"/>
            </a:xfrm>
            <a:custGeom>
              <a:avLst/>
              <a:pathLst>
                <a:path w="0" h="2518749">
                  <a:moveTo>
                    <a:pt x="0" y="2518749"/>
                  </a:moveTo>
                  <a:lnTo>
                    <a:pt x="0" y="2505643"/>
                  </a:lnTo>
                  <a:lnTo>
                    <a:pt x="0" y="2476156"/>
                  </a:lnTo>
                  <a:lnTo>
                    <a:pt x="0" y="2446668"/>
                  </a:lnTo>
                  <a:lnTo>
                    <a:pt x="0" y="2417180"/>
                  </a:lnTo>
                  <a:lnTo>
                    <a:pt x="0" y="2387693"/>
                  </a:lnTo>
                  <a:lnTo>
                    <a:pt x="0" y="2358205"/>
                  </a:lnTo>
                  <a:lnTo>
                    <a:pt x="0" y="2328717"/>
                  </a:lnTo>
                  <a:lnTo>
                    <a:pt x="0" y="2299230"/>
                  </a:lnTo>
                  <a:lnTo>
                    <a:pt x="0" y="2269742"/>
                  </a:lnTo>
                  <a:lnTo>
                    <a:pt x="0" y="2240254"/>
                  </a:lnTo>
                  <a:lnTo>
                    <a:pt x="0" y="2210767"/>
                  </a:lnTo>
                  <a:lnTo>
                    <a:pt x="0" y="2181279"/>
                  </a:lnTo>
                  <a:lnTo>
                    <a:pt x="0" y="2151791"/>
                  </a:lnTo>
                  <a:lnTo>
                    <a:pt x="0" y="2122304"/>
                  </a:lnTo>
                  <a:lnTo>
                    <a:pt x="0" y="2092816"/>
                  </a:lnTo>
                  <a:lnTo>
                    <a:pt x="0" y="2063328"/>
                  </a:lnTo>
                  <a:lnTo>
                    <a:pt x="0" y="2033841"/>
                  </a:lnTo>
                  <a:lnTo>
                    <a:pt x="0" y="2004353"/>
                  </a:lnTo>
                  <a:lnTo>
                    <a:pt x="0" y="1974865"/>
                  </a:lnTo>
                  <a:lnTo>
                    <a:pt x="0" y="1945378"/>
                  </a:lnTo>
                  <a:lnTo>
                    <a:pt x="0" y="1915890"/>
                  </a:lnTo>
                  <a:lnTo>
                    <a:pt x="0" y="1886402"/>
                  </a:lnTo>
                  <a:lnTo>
                    <a:pt x="0" y="1856915"/>
                  </a:lnTo>
                  <a:lnTo>
                    <a:pt x="0" y="1827427"/>
                  </a:lnTo>
                  <a:lnTo>
                    <a:pt x="0" y="1797939"/>
                  </a:lnTo>
                  <a:lnTo>
                    <a:pt x="0" y="1768452"/>
                  </a:lnTo>
                  <a:lnTo>
                    <a:pt x="0" y="1738964"/>
                  </a:lnTo>
                  <a:lnTo>
                    <a:pt x="0" y="1709476"/>
                  </a:lnTo>
                  <a:lnTo>
                    <a:pt x="0" y="1679989"/>
                  </a:lnTo>
                  <a:lnTo>
                    <a:pt x="0" y="1650501"/>
                  </a:lnTo>
                  <a:lnTo>
                    <a:pt x="0" y="1621013"/>
                  </a:lnTo>
                  <a:lnTo>
                    <a:pt x="0" y="1591525"/>
                  </a:lnTo>
                  <a:lnTo>
                    <a:pt x="0" y="1562038"/>
                  </a:lnTo>
                  <a:lnTo>
                    <a:pt x="0" y="1532550"/>
                  </a:lnTo>
                  <a:lnTo>
                    <a:pt x="0" y="1503062"/>
                  </a:lnTo>
                  <a:lnTo>
                    <a:pt x="0" y="1473575"/>
                  </a:lnTo>
                  <a:lnTo>
                    <a:pt x="0" y="1444087"/>
                  </a:lnTo>
                  <a:lnTo>
                    <a:pt x="0" y="1414599"/>
                  </a:lnTo>
                  <a:lnTo>
                    <a:pt x="0" y="1385112"/>
                  </a:lnTo>
                  <a:lnTo>
                    <a:pt x="0" y="1355624"/>
                  </a:lnTo>
                  <a:lnTo>
                    <a:pt x="0" y="1326136"/>
                  </a:lnTo>
                  <a:lnTo>
                    <a:pt x="0" y="1296649"/>
                  </a:lnTo>
                  <a:lnTo>
                    <a:pt x="0" y="1267161"/>
                  </a:lnTo>
                  <a:lnTo>
                    <a:pt x="0" y="1237673"/>
                  </a:lnTo>
                  <a:lnTo>
                    <a:pt x="0" y="1208186"/>
                  </a:lnTo>
                  <a:lnTo>
                    <a:pt x="0" y="1178698"/>
                  </a:lnTo>
                  <a:lnTo>
                    <a:pt x="0" y="1149210"/>
                  </a:lnTo>
                  <a:lnTo>
                    <a:pt x="0" y="1119723"/>
                  </a:lnTo>
                  <a:lnTo>
                    <a:pt x="0" y="1090235"/>
                  </a:lnTo>
                  <a:lnTo>
                    <a:pt x="0" y="1060747"/>
                  </a:lnTo>
                  <a:lnTo>
                    <a:pt x="0" y="1031260"/>
                  </a:lnTo>
                  <a:lnTo>
                    <a:pt x="0" y="1001772"/>
                  </a:lnTo>
                  <a:lnTo>
                    <a:pt x="0" y="972284"/>
                  </a:lnTo>
                  <a:lnTo>
                    <a:pt x="0" y="942797"/>
                  </a:lnTo>
                  <a:lnTo>
                    <a:pt x="0" y="913309"/>
                  </a:lnTo>
                  <a:lnTo>
                    <a:pt x="0" y="883821"/>
                  </a:lnTo>
                  <a:lnTo>
                    <a:pt x="0" y="854334"/>
                  </a:lnTo>
                  <a:lnTo>
                    <a:pt x="0" y="824846"/>
                  </a:lnTo>
                  <a:lnTo>
                    <a:pt x="0" y="795358"/>
                  </a:lnTo>
                  <a:lnTo>
                    <a:pt x="0" y="765871"/>
                  </a:lnTo>
                  <a:lnTo>
                    <a:pt x="0" y="736383"/>
                  </a:lnTo>
                  <a:lnTo>
                    <a:pt x="0" y="706895"/>
                  </a:lnTo>
                  <a:lnTo>
                    <a:pt x="0" y="677408"/>
                  </a:lnTo>
                  <a:lnTo>
                    <a:pt x="0" y="647920"/>
                  </a:lnTo>
                  <a:lnTo>
                    <a:pt x="0" y="618432"/>
                  </a:lnTo>
                  <a:lnTo>
                    <a:pt x="0" y="588945"/>
                  </a:lnTo>
                  <a:lnTo>
                    <a:pt x="0" y="559457"/>
                  </a:lnTo>
                  <a:lnTo>
                    <a:pt x="0" y="529969"/>
                  </a:lnTo>
                  <a:lnTo>
                    <a:pt x="0" y="500481"/>
                  </a:lnTo>
                  <a:lnTo>
                    <a:pt x="0" y="470994"/>
                  </a:lnTo>
                  <a:lnTo>
                    <a:pt x="0" y="441506"/>
                  </a:lnTo>
                  <a:lnTo>
                    <a:pt x="0" y="412018"/>
                  </a:lnTo>
                  <a:lnTo>
                    <a:pt x="0" y="382531"/>
                  </a:lnTo>
                  <a:lnTo>
                    <a:pt x="0" y="353043"/>
                  </a:lnTo>
                  <a:lnTo>
                    <a:pt x="0" y="323555"/>
                  </a:lnTo>
                  <a:lnTo>
                    <a:pt x="0" y="294068"/>
                  </a:lnTo>
                  <a:lnTo>
                    <a:pt x="0" y="264580"/>
                  </a:lnTo>
                  <a:lnTo>
                    <a:pt x="0" y="235092"/>
                  </a:lnTo>
                  <a:lnTo>
                    <a:pt x="0" y="205605"/>
                  </a:lnTo>
                  <a:lnTo>
                    <a:pt x="0" y="176117"/>
                  </a:lnTo>
                  <a:lnTo>
                    <a:pt x="0" y="146629"/>
                  </a:lnTo>
                  <a:lnTo>
                    <a:pt x="0" y="117142"/>
                  </a:lnTo>
                  <a:lnTo>
                    <a:pt x="0" y="87654"/>
                  </a:lnTo>
                  <a:lnTo>
                    <a:pt x="0" y="58166"/>
                  </a:lnTo>
                  <a:lnTo>
                    <a:pt x="0" y="2867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3388708" y="1581921"/>
              <a:ext cx="0" cy="2518749"/>
            </a:xfrm>
            <a:custGeom>
              <a:avLst/>
              <a:pathLst>
                <a:path w="0" h="2518749">
                  <a:moveTo>
                    <a:pt x="0" y="2518749"/>
                  </a:moveTo>
                  <a:lnTo>
                    <a:pt x="0" y="2505643"/>
                  </a:lnTo>
                  <a:lnTo>
                    <a:pt x="0" y="2476156"/>
                  </a:lnTo>
                  <a:lnTo>
                    <a:pt x="0" y="2446668"/>
                  </a:lnTo>
                  <a:lnTo>
                    <a:pt x="0" y="2417180"/>
                  </a:lnTo>
                  <a:lnTo>
                    <a:pt x="0" y="2387693"/>
                  </a:lnTo>
                  <a:lnTo>
                    <a:pt x="0" y="2358205"/>
                  </a:lnTo>
                  <a:lnTo>
                    <a:pt x="0" y="2328717"/>
                  </a:lnTo>
                  <a:lnTo>
                    <a:pt x="0" y="2299230"/>
                  </a:lnTo>
                  <a:lnTo>
                    <a:pt x="0" y="2269742"/>
                  </a:lnTo>
                  <a:lnTo>
                    <a:pt x="0" y="2240254"/>
                  </a:lnTo>
                  <a:lnTo>
                    <a:pt x="0" y="2210767"/>
                  </a:lnTo>
                  <a:lnTo>
                    <a:pt x="0" y="2181279"/>
                  </a:lnTo>
                  <a:lnTo>
                    <a:pt x="0" y="2151791"/>
                  </a:lnTo>
                  <a:lnTo>
                    <a:pt x="0" y="2122304"/>
                  </a:lnTo>
                  <a:lnTo>
                    <a:pt x="0" y="2092816"/>
                  </a:lnTo>
                  <a:lnTo>
                    <a:pt x="0" y="2063328"/>
                  </a:lnTo>
                  <a:lnTo>
                    <a:pt x="0" y="2033841"/>
                  </a:lnTo>
                  <a:lnTo>
                    <a:pt x="0" y="2004353"/>
                  </a:lnTo>
                  <a:lnTo>
                    <a:pt x="0" y="1974865"/>
                  </a:lnTo>
                  <a:lnTo>
                    <a:pt x="0" y="1945378"/>
                  </a:lnTo>
                  <a:lnTo>
                    <a:pt x="0" y="1915890"/>
                  </a:lnTo>
                  <a:lnTo>
                    <a:pt x="0" y="1886402"/>
                  </a:lnTo>
                  <a:lnTo>
                    <a:pt x="0" y="1856915"/>
                  </a:lnTo>
                  <a:lnTo>
                    <a:pt x="0" y="1827427"/>
                  </a:lnTo>
                  <a:lnTo>
                    <a:pt x="0" y="1797939"/>
                  </a:lnTo>
                  <a:lnTo>
                    <a:pt x="0" y="1768452"/>
                  </a:lnTo>
                  <a:lnTo>
                    <a:pt x="0" y="1738964"/>
                  </a:lnTo>
                  <a:lnTo>
                    <a:pt x="0" y="1709476"/>
                  </a:lnTo>
                  <a:lnTo>
                    <a:pt x="0" y="1679989"/>
                  </a:lnTo>
                  <a:lnTo>
                    <a:pt x="0" y="1650501"/>
                  </a:lnTo>
                  <a:lnTo>
                    <a:pt x="0" y="1621013"/>
                  </a:lnTo>
                  <a:lnTo>
                    <a:pt x="0" y="1591525"/>
                  </a:lnTo>
                  <a:lnTo>
                    <a:pt x="0" y="1562038"/>
                  </a:lnTo>
                  <a:lnTo>
                    <a:pt x="0" y="1532550"/>
                  </a:lnTo>
                  <a:lnTo>
                    <a:pt x="0" y="1503062"/>
                  </a:lnTo>
                  <a:lnTo>
                    <a:pt x="0" y="1473575"/>
                  </a:lnTo>
                  <a:lnTo>
                    <a:pt x="0" y="1444087"/>
                  </a:lnTo>
                  <a:lnTo>
                    <a:pt x="0" y="1414599"/>
                  </a:lnTo>
                  <a:lnTo>
                    <a:pt x="0" y="1385112"/>
                  </a:lnTo>
                  <a:lnTo>
                    <a:pt x="0" y="1355624"/>
                  </a:lnTo>
                  <a:lnTo>
                    <a:pt x="0" y="1326136"/>
                  </a:lnTo>
                  <a:lnTo>
                    <a:pt x="0" y="1296649"/>
                  </a:lnTo>
                  <a:lnTo>
                    <a:pt x="0" y="1267161"/>
                  </a:lnTo>
                  <a:lnTo>
                    <a:pt x="0" y="1237673"/>
                  </a:lnTo>
                  <a:lnTo>
                    <a:pt x="0" y="1208186"/>
                  </a:lnTo>
                  <a:lnTo>
                    <a:pt x="0" y="1178698"/>
                  </a:lnTo>
                  <a:lnTo>
                    <a:pt x="0" y="1149210"/>
                  </a:lnTo>
                  <a:lnTo>
                    <a:pt x="0" y="1119723"/>
                  </a:lnTo>
                  <a:lnTo>
                    <a:pt x="0" y="1090235"/>
                  </a:lnTo>
                  <a:lnTo>
                    <a:pt x="0" y="1060747"/>
                  </a:lnTo>
                  <a:lnTo>
                    <a:pt x="0" y="1031260"/>
                  </a:lnTo>
                  <a:lnTo>
                    <a:pt x="0" y="1001772"/>
                  </a:lnTo>
                  <a:lnTo>
                    <a:pt x="0" y="972284"/>
                  </a:lnTo>
                  <a:lnTo>
                    <a:pt x="0" y="942797"/>
                  </a:lnTo>
                  <a:lnTo>
                    <a:pt x="0" y="913309"/>
                  </a:lnTo>
                  <a:lnTo>
                    <a:pt x="0" y="883821"/>
                  </a:lnTo>
                  <a:lnTo>
                    <a:pt x="0" y="854334"/>
                  </a:lnTo>
                  <a:lnTo>
                    <a:pt x="0" y="824846"/>
                  </a:lnTo>
                  <a:lnTo>
                    <a:pt x="0" y="795358"/>
                  </a:lnTo>
                  <a:lnTo>
                    <a:pt x="0" y="765871"/>
                  </a:lnTo>
                  <a:lnTo>
                    <a:pt x="0" y="736383"/>
                  </a:lnTo>
                  <a:lnTo>
                    <a:pt x="0" y="706895"/>
                  </a:lnTo>
                  <a:lnTo>
                    <a:pt x="0" y="677408"/>
                  </a:lnTo>
                  <a:lnTo>
                    <a:pt x="0" y="647920"/>
                  </a:lnTo>
                  <a:lnTo>
                    <a:pt x="0" y="618432"/>
                  </a:lnTo>
                  <a:lnTo>
                    <a:pt x="0" y="588945"/>
                  </a:lnTo>
                  <a:lnTo>
                    <a:pt x="0" y="559457"/>
                  </a:lnTo>
                  <a:lnTo>
                    <a:pt x="0" y="529969"/>
                  </a:lnTo>
                  <a:lnTo>
                    <a:pt x="0" y="500481"/>
                  </a:lnTo>
                  <a:lnTo>
                    <a:pt x="0" y="470994"/>
                  </a:lnTo>
                  <a:lnTo>
                    <a:pt x="0" y="441506"/>
                  </a:lnTo>
                  <a:lnTo>
                    <a:pt x="0" y="412018"/>
                  </a:lnTo>
                  <a:lnTo>
                    <a:pt x="0" y="382531"/>
                  </a:lnTo>
                  <a:lnTo>
                    <a:pt x="0" y="353043"/>
                  </a:lnTo>
                  <a:lnTo>
                    <a:pt x="0" y="323555"/>
                  </a:lnTo>
                  <a:lnTo>
                    <a:pt x="0" y="294068"/>
                  </a:lnTo>
                  <a:lnTo>
                    <a:pt x="0" y="264580"/>
                  </a:lnTo>
                  <a:lnTo>
                    <a:pt x="0" y="235092"/>
                  </a:lnTo>
                  <a:lnTo>
                    <a:pt x="0" y="205605"/>
                  </a:lnTo>
                  <a:lnTo>
                    <a:pt x="0" y="176117"/>
                  </a:lnTo>
                  <a:lnTo>
                    <a:pt x="0" y="146629"/>
                  </a:lnTo>
                  <a:lnTo>
                    <a:pt x="0" y="117142"/>
                  </a:lnTo>
                  <a:lnTo>
                    <a:pt x="0" y="87654"/>
                  </a:lnTo>
                  <a:lnTo>
                    <a:pt x="0" y="58166"/>
                  </a:lnTo>
                  <a:lnTo>
                    <a:pt x="0" y="2867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11"/>
            <p:cNvSpPr/>
            <p:nvPr/>
          </p:nvSpPr>
          <p:spPr>
            <a:xfrm>
              <a:off x="3784642" y="1581921"/>
              <a:ext cx="0" cy="2518749"/>
            </a:xfrm>
            <a:custGeom>
              <a:avLst/>
              <a:pathLst>
                <a:path w="0" h="2518749">
                  <a:moveTo>
                    <a:pt x="0" y="2518749"/>
                  </a:moveTo>
                  <a:lnTo>
                    <a:pt x="0" y="2505643"/>
                  </a:lnTo>
                  <a:lnTo>
                    <a:pt x="0" y="2476156"/>
                  </a:lnTo>
                  <a:lnTo>
                    <a:pt x="0" y="2446668"/>
                  </a:lnTo>
                  <a:lnTo>
                    <a:pt x="0" y="2417180"/>
                  </a:lnTo>
                  <a:lnTo>
                    <a:pt x="0" y="2387693"/>
                  </a:lnTo>
                  <a:lnTo>
                    <a:pt x="0" y="2358205"/>
                  </a:lnTo>
                  <a:lnTo>
                    <a:pt x="0" y="2328717"/>
                  </a:lnTo>
                  <a:lnTo>
                    <a:pt x="0" y="2299230"/>
                  </a:lnTo>
                  <a:lnTo>
                    <a:pt x="0" y="2269742"/>
                  </a:lnTo>
                  <a:lnTo>
                    <a:pt x="0" y="2240254"/>
                  </a:lnTo>
                  <a:lnTo>
                    <a:pt x="0" y="2210767"/>
                  </a:lnTo>
                  <a:lnTo>
                    <a:pt x="0" y="2181279"/>
                  </a:lnTo>
                  <a:lnTo>
                    <a:pt x="0" y="2151791"/>
                  </a:lnTo>
                  <a:lnTo>
                    <a:pt x="0" y="2122304"/>
                  </a:lnTo>
                  <a:lnTo>
                    <a:pt x="0" y="2092816"/>
                  </a:lnTo>
                  <a:lnTo>
                    <a:pt x="0" y="2063328"/>
                  </a:lnTo>
                  <a:lnTo>
                    <a:pt x="0" y="2033841"/>
                  </a:lnTo>
                  <a:lnTo>
                    <a:pt x="0" y="2004353"/>
                  </a:lnTo>
                  <a:lnTo>
                    <a:pt x="0" y="1974865"/>
                  </a:lnTo>
                  <a:lnTo>
                    <a:pt x="0" y="1945378"/>
                  </a:lnTo>
                  <a:lnTo>
                    <a:pt x="0" y="1915890"/>
                  </a:lnTo>
                  <a:lnTo>
                    <a:pt x="0" y="1886402"/>
                  </a:lnTo>
                  <a:lnTo>
                    <a:pt x="0" y="1856915"/>
                  </a:lnTo>
                  <a:lnTo>
                    <a:pt x="0" y="1827427"/>
                  </a:lnTo>
                  <a:lnTo>
                    <a:pt x="0" y="1797939"/>
                  </a:lnTo>
                  <a:lnTo>
                    <a:pt x="0" y="1768452"/>
                  </a:lnTo>
                  <a:lnTo>
                    <a:pt x="0" y="1738964"/>
                  </a:lnTo>
                  <a:lnTo>
                    <a:pt x="0" y="1709476"/>
                  </a:lnTo>
                  <a:lnTo>
                    <a:pt x="0" y="1679989"/>
                  </a:lnTo>
                  <a:lnTo>
                    <a:pt x="0" y="1650501"/>
                  </a:lnTo>
                  <a:lnTo>
                    <a:pt x="0" y="1621013"/>
                  </a:lnTo>
                  <a:lnTo>
                    <a:pt x="0" y="1591525"/>
                  </a:lnTo>
                  <a:lnTo>
                    <a:pt x="0" y="1562038"/>
                  </a:lnTo>
                  <a:lnTo>
                    <a:pt x="0" y="1532550"/>
                  </a:lnTo>
                  <a:lnTo>
                    <a:pt x="0" y="1503062"/>
                  </a:lnTo>
                  <a:lnTo>
                    <a:pt x="0" y="1473575"/>
                  </a:lnTo>
                  <a:lnTo>
                    <a:pt x="0" y="1444087"/>
                  </a:lnTo>
                  <a:lnTo>
                    <a:pt x="0" y="1414599"/>
                  </a:lnTo>
                  <a:lnTo>
                    <a:pt x="0" y="1385112"/>
                  </a:lnTo>
                  <a:lnTo>
                    <a:pt x="0" y="1355624"/>
                  </a:lnTo>
                  <a:lnTo>
                    <a:pt x="0" y="1326136"/>
                  </a:lnTo>
                  <a:lnTo>
                    <a:pt x="0" y="1296649"/>
                  </a:lnTo>
                  <a:lnTo>
                    <a:pt x="0" y="1267161"/>
                  </a:lnTo>
                  <a:lnTo>
                    <a:pt x="0" y="1237673"/>
                  </a:lnTo>
                  <a:lnTo>
                    <a:pt x="0" y="1208186"/>
                  </a:lnTo>
                  <a:lnTo>
                    <a:pt x="0" y="1178698"/>
                  </a:lnTo>
                  <a:lnTo>
                    <a:pt x="0" y="1149210"/>
                  </a:lnTo>
                  <a:lnTo>
                    <a:pt x="0" y="1119723"/>
                  </a:lnTo>
                  <a:lnTo>
                    <a:pt x="0" y="1090235"/>
                  </a:lnTo>
                  <a:lnTo>
                    <a:pt x="0" y="1060747"/>
                  </a:lnTo>
                  <a:lnTo>
                    <a:pt x="0" y="1031260"/>
                  </a:lnTo>
                  <a:lnTo>
                    <a:pt x="0" y="1001772"/>
                  </a:lnTo>
                  <a:lnTo>
                    <a:pt x="0" y="972284"/>
                  </a:lnTo>
                  <a:lnTo>
                    <a:pt x="0" y="942797"/>
                  </a:lnTo>
                  <a:lnTo>
                    <a:pt x="0" y="913309"/>
                  </a:lnTo>
                  <a:lnTo>
                    <a:pt x="0" y="883821"/>
                  </a:lnTo>
                  <a:lnTo>
                    <a:pt x="0" y="854334"/>
                  </a:lnTo>
                  <a:lnTo>
                    <a:pt x="0" y="824846"/>
                  </a:lnTo>
                  <a:lnTo>
                    <a:pt x="0" y="795358"/>
                  </a:lnTo>
                  <a:lnTo>
                    <a:pt x="0" y="765871"/>
                  </a:lnTo>
                  <a:lnTo>
                    <a:pt x="0" y="736383"/>
                  </a:lnTo>
                  <a:lnTo>
                    <a:pt x="0" y="706895"/>
                  </a:lnTo>
                  <a:lnTo>
                    <a:pt x="0" y="677408"/>
                  </a:lnTo>
                  <a:lnTo>
                    <a:pt x="0" y="647920"/>
                  </a:lnTo>
                  <a:lnTo>
                    <a:pt x="0" y="618432"/>
                  </a:lnTo>
                  <a:lnTo>
                    <a:pt x="0" y="588945"/>
                  </a:lnTo>
                  <a:lnTo>
                    <a:pt x="0" y="559457"/>
                  </a:lnTo>
                  <a:lnTo>
                    <a:pt x="0" y="529969"/>
                  </a:lnTo>
                  <a:lnTo>
                    <a:pt x="0" y="500481"/>
                  </a:lnTo>
                  <a:lnTo>
                    <a:pt x="0" y="470994"/>
                  </a:lnTo>
                  <a:lnTo>
                    <a:pt x="0" y="441506"/>
                  </a:lnTo>
                  <a:lnTo>
                    <a:pt x="0" y="412018"/>
                  </a:lnTo>
                  <a:lnTo>
                    <a:pt x="0" y="382531"/>
                  </a:lnTo>
                  <a:lnTo>
                    <a:pt x="0" y="353043"/>
                  </a:lnTo>
                  <a:lnTo>
                    <a:pt x="0" y="323555"/>
                  </a:lnTo>
                  <a:lnTo>
                    <a:pt x="0" y="294068"/>
                  </a:lnTo>
                  <a:lnTo>
                    <a:pt x="0" y="264580"/>
                  </a:lnTo>
                  <a:lnTo>
                    <a:pt x="0" y="235092"/>
                  </a:lnTo>
                  <a:lnTo>
                    <a:pt x="0" y="205605"/>
                  </a:lnTo>
                  <a:lnTo>
                    <a:pt x="0" y="176117"/>
                  </a:lnTo>
                  <a:lnTo>
                    <a:pt x="0" y="146629"/>
                  </a:lnTo>
                  <a:lnTo>
                    <a:pt x="0" y="117142"/>
                  </a:lnTo>
                  <a:lnTo>
                    <a:pt x="0" y="87654"/>
                  </a:lnTo>
                  <a:lnTo>
                    <a:pt x="0" y="58166"/>
                  </a:lnTo>
                  <a:lnTo>
                    <a:pt x="0" y="2867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180577" y="1581921"/>
              <a:ext cx="0" cy="2518749"/>
            </a:xfrm>
            <a:custGeom>
              <a:avLst/>
              <a:pathLst>
                <a:path w="0" h="2518749">
                  <a:moveTo>
                    <a:pt x="0" y="2518749"/>
                  </a:moveTo>
                  <a:lnTo>
                    <a:pt x="0" y="2505643"/>
                  </a:lnTo>
                  <a:lnTo>
                    <a:pt x="0" y="2476156"/>
                  </a:lnTo>
                  <a:lnTo>
                    <a:pt x="0" y="2446668"/>
                  </a:lnTo>
                  <a:lnTo>
                    <a:pt x="0" y="2417180"/>
                  </a:lnTo>
                  <a:lnTo>
                    <a:pt x="0" y="2387693"/>
                  </a:lnTo>
                  <a:lnTo>
                    <a:pt x="0" y="2358205"/>
                  </a:lnTo>
                  <a:lnTo>
                    <a:pt x="0" y="2328717"/>
                  </a:lnTo>
                  <a:lnTo>
                    <a:pt x="0" y="2299230"/>
                  </a:lnTo>
                  <a:lnTo>
                    <a:pt x="0" y="2269742"/>
                  </a:lnTo>
                  <a:lnTo>
                    <a:pt x="0" y="2240254"/>
                  </a:lnTo>
                  <a:lnTo>
                    <a:pt x="0" y="2210767"/>
                  </a:lnTo>
                  <a:lnTo>
                    <a:pt x="0" y="2181279"/>
                  </a:lnTo>
                  <a:lnTo>
                    <a:pt x="0" y="2151791"/>
                  </a:lnTo>
                  <a:lnTo>
                    <a:pt x="0" y="2122304"/>
                  </a:lnTo>
                  <a:lnTo>
                    <a:pt x="0" y="2092816"/>
                  </a:lnTo>
                  <a:lnTo>
                    <a:pt x="0" y="2063328"/>
                  </a:lnTo>
                  <a:lnTo>
                    <a:pt x="0" y="2033841"/>
                  </a:lnTo>
                  <a:lnTo>
                    <a:pt x="0" y="2004353"/>
                  </a:lnTo>
                  <a:lnTo>
                    <a:pt x="0" y="1974865"/>
                  </a:lnTo>
                  <a:lnTo>
                    <a:pt x="0" y="1945378"/>
                  </a:lnTo>
                  <a:lnTo>
                    <a:pt x="0" y="1915890"/>
                  </a:lnTo>
                  <a:lnTo>
                    <a:pt x="0" y="1886402"/>
                  </a:lnTo>
                  <a:lnTo>
                    <a:pt x="0" y="1856915"/>
                  </a:lnTo>
                  <a:lnTo>
                    <a:pt x="0" y="1827427"/>
                  </a:lnTo>
                  <a:lnTo>
                    <a:pt x="0" y="1797939"/>
                  </a:lnTo>
                  <a:lnTo>
                    <a:pt x="0" y="1768452"/>
                  </a:lnTo>
                  <a:lnTo>
                    <a:pt x="0" y="1738964"/>
                  </a:lnTo>
                  <a:lnTo>
                    <a:pt x="0" y="1709476"/>
                  </a:lnTo>
                  <a:lnTo>
                    <a:pt x="0" y="1679989"/>
                  </a:lnTo>
                  <a:lnTo>
                    <a:pt x="0" y="1650501"/>
                  </a:lnTo>
                  <a:lnTo>
                    <a:pt x="0" y="1621013"/>
                  </a:lnTo>
                  <a:lnTo>
                    <a:pt x="0" y="1591525"/>
                  </a:lnTo>
                  <a:lnTo>
                    <a:pt x="0" y="1562038"/>
                  </a:lnTo>
                  <a:lnTo>
                    <a:pt x="0" y="1532550"/>
                  </a:lnTo>
                  <a:lnTo>
                    <a:pt x="0" y="1503062"/>
                  </a:lnTo>
                  <a:lnTo>
                    <a:pt x="0" y="1473575"/>
                  </a:lnTo>
                  <a:lnTo>
                    <a:pt x="0" y="1444087"/>
                  </a:lnTo>
                  <a:lnTo>
                    <a:pt x="0" y="1414599"/>
                  </a:lnTo>
                  <a:lnTo>
                    <a:pt x="0" y="1385112"/>
                  </a:lnTo>
                  <a:lnTo>
                    <a:pt x="0" y="1355624"/>
                  </a:lnTo>
                  <a:lnTo>
                    <a:pt x="0" y="1326136"/>
                  </a:lnTo>
                  <a:lnTo>
                    <a:pt x="0" y="1296649"/>
                  </a:lnTo>
                  <a:lnTo>
                    <a:pt x="0" y="1267161"/>
                  </a:lnTo>
                  <a:lnTo>
                    <a:pt x="0" y="1237673"/>
                  </a:lnTo>
                  <a:lnTo>
                    <a:pt x="0" y="1208186"/>
                  </a:lnTo>
                  <a:lnTo>
                    <a:pt x="0" y="1178698"/>
                  </a:lnTo>
                  <a:lnTo>
                    <a:pt x="0" y="1149210"/>
                  </a:lnTo>
                  <a:lnTo>
                    <a:pt x="0" y="1119723"/>
                  </a:lnTo>
                  <a:lnTo>
                    <a:pt x="0" y="1090235"/>
                  </a:lnTo>
                  <a:lnTo>
                    <a:pt x="0" y="1060747"/>
                  </a:lnTo>
                  <a:lnTo>
                    <a:pt x="0" y="1031260"/>
                  </a:lnTo>
                  <a:lnTo>
                    <a:pt x="0" y="1001772"/>
                  </a:lnTo>
                  <a:lnTo>
                    <a:pt x="0" y="972284"/>
                  </a:lnTo>
                  <a:lnTo>
                    <a:pt x="0" y="942797"/>
                  </a:lnTo>
                  <a:lnTo>
                    <a:pt x="0" y="913309"/>
                  </a:lnTo>
                  <a:lnTo>
                    <a:pt x="0" y="883821"/>
                  </a:lnTo>
                  <a:lnTo>
                    <a:pt x="0" y="854334"/>
                  </a:lnTo>
                  <a:lnTo>
                    <a:pt x="0" y="824846"/>
                  </a:lnTo>
                  <a:lnTo>
                    <a:pt x="0" y="795358"/>
                  </a:lnTo>
                  <a:lnTo>
                    <a:pt x="0" y="765871"/>
                  </a:lnTo>
                  <a:lnTo>
                    <a:pt x="0" y="736383"/>
                  </a:lnTo>
                  <a:lnTo>
                    <a:pt x="0" y="706895"/>
                  </a:lnTo>
                  <a:lnTo>
                    <a:pt x="0" y="677408"/>
                  </a:lnTo>
                  <a:lnTo>
                    <a:pt x="0" y="647920"/>
                  </a:lnTo>
                  <a:lnTo>
                    <a:pt x="0" y="618432"/>
                  </a:lnTo>
                  <a:lnTo>
                    <a:pt x="0" y="588945"/>
                  </a:lnTo>
                  <a:lnTo>
                    <a:pt x="0" y="559457"/>
                  </a:lnTo>
                  <a:lnTo>
                    <a:pt x="0" y="529969"/>
                  </a:lnTo>
                  <a:lnTo>
                    <a:pt x="0" y="500481"/>
                  </a:lnTo>
                  <a:lnTo>
                    <a:pt x="0" y="470994"/>
                  </a:lnTo>
                  <a:lnTo>
                    <a:pt x="0" y="441506"/>
                  </a:lnTo>
                  <a:lnTo>
                    <a:pt x="0" y="412018"/>
                  </a:lnTo>
                  <a:lnTo>
                    <a:pt x="0" y="382531"/>
                  </a:lnTo>
                  <a:lnTo>
                    <a:pt x="0" y="353043"/>
                  </a:lnTo>
                  <a:lnTo>
                    <a:pt x="0" y="323555"/>
                  </a:lnTo>
                  <a:lnTo>
                    <a:pt x="0" y="294068"/>
                  </a:lnTo>
                  <a:lnTo>
                    <a:pt x="0" y="264580"/>
                  </a:lnTo>
                  <a:lnTo>
                    <a:pt x="0" y="235092"/>
                  </a:lnTo>
                  <a:lnTo>
                    <a:pt x="0" y="205605"/>
                  </a:lnTo>
                  <a:lnTo>
                    <a:pt x="0" y="176117"/>
                  </a:lnTo>
                  <a:lnTo>
                    <a:pt x="0" y="146629"/>
                  </a:lnTo>
                  <a:lnTo>
                    <a:pt x="0" y="117142"/>
                  </a:lnTo>
                  <a:lnTo>
                    <a:pt x="0" y="87654"/>
                  </a:lnTo>
                  <a:lnTo>
                    <a:pt x="0" y="58166"/>
                  </a:lnTo>
                  <a:lnTo>
                    <a:pt x="0" y="2867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576512" y="1581921"/>
              <a:ext cx="0" cy="2518749"/>
            </a:xfrm>
            <a:custGeom>
              <a:avLst/>
              <a:pathLst>
                <a:path w="0" h="2518749">
                  <a:moveTo>
                    <a:pt x="0" y="2518749"/>
                  </a:moveTo>
                  <a:lnTo>
                    <a:pt x="0" y="2505643"/>
                  </a:lnTo>
                  <a:lnTo>
                    <a:pt x="0" y="2476156"/>
                  </a:lnTo>
                  <a:lnTo>
                    <a:pt x="0" y="2446668"/>
                  </a:lnTo>
                  <a:lnTo>
                    <a:pt x="0" y="2417180"/>
                  </a:lnTo>
                  <a:lnTo>
                    <a:pt x="0" y="2387693"/>
                  </a:lnTo>
                  <a:lnTo>
                    <a:pt x="0" y="2358205"/>
                  </a:lnTo>
                  <a:lnTo>
                    <a:pt x="0" y="2328717"/>
                  </a:lnTo>
                  <a:lnTo>
                    <a:pt x="0" y="2299230"/>
                  </a:lnTo>
                  <a:lnTo>
                    <a:pt x="0" y="2269742"/>
                  </a:lnTo>
                  <a:lnTo>
                    <a:pt x="0" y="2240254"/>
                  </a:lnTo>
                  <a:lnTo>
                    <a:pt x="0" y="2210767"/>
                  </a:lnTo>
                  <a:lnTo>
                    <a:pt x="0" y="2181279"/>
                  </a:lnTo>
                  <a:lnTo>
                    <a:pt x="0" y="2151791"/>
                  </a:lnTo>
                  <a:lnTo>
                    <a:pt x="0" y="2122304"/>
                  </a:lnTo>
                  <a:lnTo>
                    <a:pt x="0" y="2092816"/>
                  </a:lnTo>
                  <a:lnTo>
                    <a:pt x="0" y="2063328"/>
                  </a:lnTo>
                  <a:lnTo>
                    <a:pt x="0" y="2033841"/>
                  </a:lnTo>
                  <a:lnTo>
                    <a:pt x="0" y="2004353"/>
                  </a:lnTo>
                  <a:lnTo>
                    <a:pt x="0" y="1974865"/>
                  </a:lnTo>
                  <a:lnTo>
                    <a:pt x="0" y="1945378"/>
                  </a:lnTo>
                  <a:lnTo>
                    <a:pt x="0" y="1915890"/>
                  </a:lnTo>
                  <a:lnTo>
                    <a:pt x="0" y="1886402"/>
                  </a:lnTo>
                  <a:lnTo>
                    <a:pt x="0" y="1856915"/>
                  </a:lnTo>
                  <a:lnTo>
                    <a:pt x="0" y="1827427"/>
                  </a:lnTo>
                  <a:lnTo>
                    <a:pt x="0" y="1797939"/>
                  </a:lnTo>
                  <a:lnTo>
                    <a:pt x="0" y="1768452"/>
                  </a:lnTo>
                  <a:lnTo>
                    <a:pt x="0" y="1738964"/>
                  </a:lnTo>
                  <a:lnTo>
                    <a:pt x="0" y="1709476"/>
                  </a:lnTo>
                  <a:lnTo>
                    <a:pt x="0" y="1679989"/>
                  </a:lnTo>
                  <a:lnTo>
                    <a:pt x="0" y="1650501"/>
                  </a:lnTo>
                  <a:lnTo>
                    <a:pt x="0" y="1621013"/>
                  </a:lnTo>
                  <a:lnTo>
                    <a:pt x="0" y="1591525"/>
                  </a:lnTo>
                  <a:lnTo>
                    <a:pt x="0" y="1562038"/>
                  </a:lnTo>
                  <a:lnTo>
                    <a:pt x="0" y="1532550"/>
                  </a:lnTo>
                  <a:lnTo>
                    <a:pt x="0" y="1503062"/>
                  </a:lnTo>
                  <a:lnTo>
                    <a:pt x="0" y="1473575"/>
                  </a:lnTo>
                  <a:lnTo>
                    <a:pt x="0" y="1444087"/>
                  </a:lnTo>
                  <a:lnTo>
                    <a:pt x="0" y="1414599"/>
                  </a:lnTo>
                  <a:lnTo>
                    <a:pt x="0" y="1385112"/>
                  </a:lnTo>
                  <a:lnTo>
                    <a:pt x="0" y="1355624"/>
                  </a:lnTo>
                  <a:lnTo>
                    <a:pt x="0" y="1326136"/>
                  </a:lnTo>
                  <a:lnTo>
                    <a:pt x="0" y="1296649"/>
                  </a:lnTo>
                  <a:lnTo>
                    <a:pt x="0" y="1267161"/>
                  </a:lnTo>
                  <a:lnTo>
                    <a:pt x="0" y="1237673"/>
                  </a:lnTo>
                  <a:lnTo>
                    <a:pt x="0" y="1208186"/>
                  </a:lnTo>
                  <a:lnTo>
                    <a:pt x="0" y="1178698"/>
                  </a:lnTo>
                  <a:lnTo>
                    <a:pt x="0" y="1149210"/>
                  </a:lnTo>
                  <a:lnTo>
                    <a:pt x="0" y="1119723"/>
                  </a:lnTo>
                  <a:lnTo>
                    <a:pt x="0" y="1090235"/>
                  </a:lnTo>
                  <a:lnTo>
                    <a:pt x="0" y="1060747"/>
                  </a:lnTo>
                  <a:lnTo>
                    <a:pt x="0" y="1031260"/>
                  </a:lnTo>
                  <a:lnTo>
                    <a:pt x="0" y="1001772"/>
                  </a:lnTo>
                  <a:lnTo>
                    <a:pt x="0" y="972284"/>
                  </a:lnTo>
                  <a:lnTo>
                    <a:pt x="0" y="942797"/>
                  </a:lnTo>
                  <a:lnTo>
                    <a:pt x="0" y="913309"/>
                  </a:lnTo>
                  <a:lnTo>
                    <a:pt x="0" y="883821"/>
                  </a:lnTo>
                  <a:lnTo>
                    <a:pt x="0" y="854334"/>
                  </a:lnTo>
                  <a:lnTo>
                    <a:pt x="0" y="824846"/>
                  </a:lnTo>
                  <a:lnTo>
                    <a:pt x="0" y="795358"/>
                  </a:lnTo>
                  <a:lnTo>
                    <a:pt x="0" y="765871"/>
                  </a:lnTo>
                  <a:lnTo>
                    <a:pt x="0" y="736383"/>
                  </a:lnTo>
                  <a:lnTo>
                    <a:pt x="0" y="706895"/>
                  </a:lnTo>
                  <a:lnTo>
                    <a:pt x="0" y="677408"/>
                  </a:lnTo>
                  <a:lnTo>
                    <a:pt x="0" y="647920"/>
                  </a:lnTo>
                  <a:lnTo>
                    <a:pt x="0" y="618432"/>
                  </a:lnTo>
                  <a:lnTo>
                    <a:pt x="0" y="588945"/>
                  </a:lnTo>
                  <a:lnTo>
                    <a:pt x="0" y="559457"/>
                  </a:lnTo>
                  <a:lnTo>
                    <a:pt x="0" y="529969"/>
                  </a:lnTo>
                  <a:lnTo>
                    <a:pt x="0" y="500481"/>
                  </a:lnTo>
                  <a:lnTo>
                    <a:pt x="0" y="470994"/>
                  </a:lnTo>
                  <a:lnTo>
                    <a:pt x="0" y="441506"/>
                  </a:lnTo>
                  <a:lnTo>
                    <a:pt x="0" y="412018"/>
                  </a:lnTo>
                  <a:lnTo>
                    <a:pt x="0" y="382531"/>
                  </a:lnTo>
                  <a:lnTo>
                    <a:pt x="0" y="353043"/>
                  </a:lnTo>
                  <a:lnTo>
                    <a:pt x="0" y="323555"/>
                  </a:lnTo>
                  <a:lnTo>
                    <a:pt x="0" y="294068"/>
                  </a:lnTo>
                  <a:lnTo>
                    <a:pt x="0" y="264580"/>
                  </a:lnTo>
                  <a:lnTo>
                    <a:pt x="0" y="235092"/>
                  </a:lnTo>
                  <a:lnTo>
                    <a:pt x="0" y="205605"/>
                  </a:lnTo>
                  <a:lnTo>
                    <a:pt x="0" y="176117"/>
                  </a:lnTo>
                  <a:lnTo>
                    <a:pt x="0" y="146629"/>
                  </a:lnTo>
                  <a:lnTo>
                    <a:pt x="0" y="117142"/>
                  </a:lnTo>
                  <a:lnTo>
                    <a:pt x="0" y="87654"/>
                  </a:lnTo>
                  <a:lnTo>
                    <a:pt x="0" y="58166"/>
                  </a:lnTo>
                  <a:lnTo>
                    <a:pt x="0" y="2867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l14"/>
            <p:cNvSpPr/>
            <p:nvPr/>
          </p:nvSpPr>
          <p:spPr>
            <a:xfrm>
              <a:off x="4972446" y="1581921"/>
              <a:ext cx="0" cy="2518749"/>
            </a:xfrm>
            <a:custGeom>
              <a:avLst/>
              <a:pathLst>
                <a:path w="0" h="2518749">
                  <a:moveTo>
                    <a:pt x="0" y="2518749"/>
                  </a:moveTo>
                  <a:lnTo>
                    <a:pt x="0" y="2505643"/>
                  </a:lnTo>
                  <a:lnTo>
                    <a:pt x="0" y="2476156"/>
                  </a:lnTo>
                  <a:lnTo>
                    <a:pt x="0" y="2446668"/>
                  </a:lnTo>
                  <a:lnTo>
                    <a:pt x="0" y="2417180"/>
                  </a:lnTo>
                  <a:lnTo>
                    <a:pt x="0" y="2387693"/>
                  </a:lnTo>
                  <a:lnTo>
                    <a:pt x="0" y="2358205"/>
                  </a:lnTo>
                  <a:lnTo>
                    <a:pt x="0" y="2328717"/>
                  </a:lnTo>
                  <a:lnTo>
                    <a:pt x="0" y="2299230"/>
                  </a:lnTo>
                  <a:lnTo>
                    <a:pt x="0" y="2269742"/>
                  </a:lnTo>
                  <a:lnTo>
                    <a:pt x="0" y="2240254"/>
                  </a:lnTo>
                  <a:lnTo>
                    <a:pt x="0" y="2210767"/>
                  </a:lnTo>
                  <a:lnTo>
                    <a:pt x="0" y="2181279"/>
                  </a:lnTo>
                  <a:lnTo>
                    <a:pt x="0" y="2151791"/>
                  </a:lnTo>
                  <a:lnTo>
                    <a:pt x="0" y="2122304"/>
                  </a:lnTo>
                  <a:lnTo>
                    <a:pt x="0" y="2092816"/>
                  </a:lnTo>
                  <a:lnTo>
                    <a:pt x="0" y="2063328"/>
                  </a:lnTo>
                  <a:lnTo>
                    <a:pt x="0" y="2033841"/>
                  </a:lnTo>
                  <a:lnTo>
                    <a:pt x="0" y="2004353"/>
                  </a:lnTo>
                  <a:lnTo>
                    <a:pt x="0" y="1974865"/>
                  </a:lnTo>
                  <a:lnTo>
                    <a:pt x="0" y="1945378"/>
                  </a:lnTo>
                  <a:lnTo>
                    <a:pt x="0" y="1915890"/>
                  </a:lnTo>
                  <a:lnTo>
                    <a:pt x="0" y="1886402"/>
                  </a:lnTo>
                  <a:lnTo>
                    <a:pt x="0" y="1856915"/>
                  </a:lnTo>
                  <a:lnTo>
                    <a:pt x="0" y="1827427"/>
                  </a:lnTo>
                  <a:lnTo>
                    <a:pt x="0" y="1797939"/>
                  </a:lnTo>
                  <a:lnTo>
                    <a:pt x="0" y="1768452"/>
                  </a:lnTo>
                  <a:lnTo>
                    <a:pt x="0" y="1738964"/>
                  </a:lnTo>
                  <a:lnTo>
                    <a:pt x="0" y="1709476"/>
                  </a:lnTo>
                  <a:lnTo>
                    <a:pt x="0" y="1679989"/>
                  </a:lnTo>
                  <a:lnTo>
                    <a:pt x="0" y="1650501"/>
                  </a:lnTo>
                  <a:lnTo>
                    <a:pt x="0" y="1621013"/>
                  </a:lnTo>
                  <a:lnTo>
                    <a:pt x="0" y="1591525"/>
                  </a:lnTo>
                  <a:lnTo>
                    <a:pt x="0" y="1562038"/>
                  </a:lnTo>
                  <a:lnTo>
                    <a:pt x="0" y="1532550"/>
                  </a:lnTo>
                  <a:lnTo>
                    <a:pt x="0" y="1503062"/>
                  </a:lnTo>
                  <a:lnTo>
                    <a:pt x="0" y="1473575"/>
                  </a:lnTo>
                  <a:lnTo>
                    <a:pt x="0" y="1444087"/>
                  </a:lnTo>
                  <a:lnTo>
                    <a:pt x="0" y="1414599"/>
                  </a:lnTo>
                  <a:lnTo>
                    <a:pt x="0" y="1385112"/>
                  </a:lnTo>
                  <a:lnTo>
                    <a:pt x="0" y="1355624"/>
                  </a:lnTo>
                  <a:lnTo>
                    <a:pt x="0" y="1326136"/>
                  </a:lnTo>
                  <a:lnTo>
                    <a:pt x="0" y="1296649"/>
                  </a:lnTo>
                  <a:lnTo>
                    <a:pt x="0" y="1267161"/>
                  </a:lnTo>
                  <a:lnTo>
                    <a:pt x="0" y="1237673"/>
                  </a:lnTo>
                  <a:lnTo>
                    <a:pt x="0" y="1208186"/>
                  </a:lnTo>
                  <a:lnTo>
                    <a:pt x="0" y="1178698"/>
                  </a:lnTo>
                  <a:lnTo>
                    <a:pt x="0" y="1149210"/>
                  </a:lnTo>
                  <a:lnTo>
                    <a:pt x="0" y="1119723"/>
                  </a:lnTo>
                  <a:lnTo>
                    <a:pt x="0" y="1090235"/>
                  </a:lnTo>
                  <a:lnTo>
                    <a:pt x="0" y="1060747"/>
                  </a:lnTo>
                  <a:lnTo>
                    <a:pt x="0" y="1031260"/>
                  </a:lnTo>
                  <a:lnTo>
                    <a:pt x="0" y="1001772"/>
                  </a:lnTo>
                  <a:lnTo>
                    <a:pt x="0" y="972284"/>
                  </a:lnTo>
                  <a:lnTo>
                    <a:pt x="0" y="942797"/>
                  </a:lnTo>
                  <a:lnTo>
                    <a:pt x="0" y="913309"/>
                  </a:lnTo>
                  <a:lnTo>
                    <a:pt x="0" y="883821"/>
                  </a:lnTo>
                  <a:lnTo>
                    <a:pt x="0" y="854334"/>
                  </a:lnTo>
                  <a:lnTo>
                    <a:pt x="0" y="824846"/>
                  </a:lnTo>
                  <a:lnTo>
                    <a:pt x="0" y="795358"/>
                  </a:lnTo>
                  <a:lnTo>
                    <a:pt x="0" y="765871"/>
                  </a:lnTo>
                  <a:lnTo>
                    <a:pt x="0" y="736383"/>
                  </a:lnTo>
                  <a:lnTo>
                    <a:pt x="0" y="706895"/>
                  </a:lnTo>
                  <a:lnTo>
                    <a:pt x="0" y="677408"/>
                  </a:lnTo>
                  <a:lnTo>
                    <a:pt x="0" y="647920"/>
                  </a:lnTo>
                  <a:lnTo>
                    <a:pt x="0" y="618432"/>
                  </a:lnTo>
                  <a:lnTo>
                    <a:pt x="0" y="588945"/>
                  </a:lnTo>
                  <a:lnTo>
                    <a:pt x="0" y="559457"/>
                  </a:lnTo>
                  <a:lnTo>
                    <a:pt x="0" y="529969"/>
                  </a:lnTo>
                  <a:lnTo>
                    <a:pt x="0" y="500481"/>
                  </a:lnTo>
                  <a:lnTo>
                    <a:pt x="0" y="470994"/>
                  </a:lnTo>
                  <a:lnTo>
                    <a:pt x="0" y="441506"/>
                  </a:lnTo>
                  <a:lnTo>
                    <a:pt x="0" y="412018"/>
                  </a:lnTo>
                  <a:lnTo>
                    <a:pt x="0" y="382531"/>
                  </a:lnTo>
                  <a:lnTo>
                    <a:pt x="0" y="353043"/>
                  </a:lnTo>
                  <a:lnTo>
                    <a:pt x="0" y="323555"/>
                  </a:lnTo>
                  <a:lnTo>
                    <a:pt x="0" y="294068"/>
                  </a:lnTo>
                  <a:lnTo>
                    <a:pt x="0" y="264580"/>
                  </a:lnTo>
                  <a:lnTo>
                    <a:pt x="0" y="235092"/>
                  </a:lnTo>
                  <a:lnTo>
                    <a:pt x="0" y="205605"/>
                  </a:lnTo>
                  <a:lnTo>
                    <a:pt x="0" y="176117"/>
                  </a:lnTo>
                  <a:lnTo>
                    <a:pt x="0" y="146629"/>
                  </a:lnTo>
                  <a:lnTo>
                    <a:pt x="0" y="117142"/>
                  </a:lnTo>
                  <a:lnTo>
                    <a:pt x="0" y="87654"/>
                  </a:lnTo>
                  <a:lnTo>
                    <a:pt x="0" y="58166"/>
                  </a:lnTo>
                  <a:lnTo>
                    <a:pt x="0" y="28679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1894852" y="3866407"/>
              <a:ext cx="3248917" cy="0"/>
            </a:xfrm>
            <a:custGeom>
              <a:avLst/>
              <a:pathLst>
                <a:path w="3248917" h="0">
                  <a:moveTo>
                    <a:pt x="0" y="0"/>
                  </a:moveTo>
                  <a:lnTo>
                    <a:pt x="18099" y="0"/>
                  </a:lnTo>
                  <a:lnTo>
                    <a:pt x="54093" y="0"/>
                  </a:lnTo>
                  <a:lnTo>
                    <a:pt x="90087" y="0"/>
                  </a:lnTo>
                  <a:lnTo>
                    <a:pt x="126081" y="0"/>
                  </a:lnTo>
                  <a:lnTo>
                    <a:pt x="162075" y="0"/>
                  </a:lnTo>
                  <a:lnTo>
                    <a:pt x="198069" y="0"/>
                  </a:lnTo>
                  <a:lnTo>
                    <a:pt x="234063" y="0"/>
                  </a:lnTo>
                  <a:lnTo>
                    <a:pt x="270057" y="0"/>
                  </a:lnTo>
                  <a:lnTo>
                    <a:pt x="306051" y="0"/>
                  </a:lnTo>
                  <a:lnTo>
                    <a:pt x="342045" y="0"/>
                  </a:lnTo>
                  <a:lnTo>
                    <a:pt x="378040" y="0"/>
                  </a:lnTo>
                  <a:lnTo>
                    <a:pt x="414034" y="0"/>
                  </a:lnTo>
                  <a:lnTo>
                    <a:pt x="450028" y="0"/>
                  </a:lnTo>
                  <a:lnTo>
                    <a:pt x="486022" y="0"/>
                  </a:lnTo>
                  <a:lnTo>
                    <a:pt x="522016" y="0"/>
                  </a:lnTo>
                  <a:lnTo>
                    <a:pt x="558010" y="0"/>
                  </a:lnTo>
                  <a:lnTo>
                    <a:pt x="594004" y="0"/>
                  </a:lnTo>
                  <a:lnTo>
                    <a:pt x="629998" y="0"/>
                  </a:lnTo>
                  <a:lnTo>
                    <a:pt x="665992" y="0"/>
                  </a:lnTo>
                  <a:lnTo>
                    <a:pt x="701986" y="0"/>
                  </a:lnTo>
                  <a:lnTo>
                    <a:pt x="737980" y="0"/>
                  </a:lnTo>
                  <a:lnTo>
                    <a:pt x="773974" y="0"/>
                  </a:lnTo>
                  <a:lnTo>
                    <a:pt x="809968" y="0"/>
                  </a:lnTo>
                  <a:lnTo>
                    <a:pt x="845962" y="0"/>
                  </a:lnTo>
                  <a:lnTo>
                    <a:pt x="881956" y="0"/>
                  </a:lnTo>
                  <a:lnTo>
                    <a:pt x="917950" y="0"/>
                  </a:lnTo>
                  <a:lnTo>
                    <a:pt x="953944" y="0"/>
                  </a:lnTo>
                  <a:lnTo>
                    <a:pt x="989939" y="0"/>
                  </a:lnTo>
                  <a:lnTo>
                    <a:pt x="1025933" y="0"/>
                  </a:lnTo>
                  <a:lnTo>
                    <a:pt x="1061927" y="0"/>
                  </a:lnTo>
                  <a:lnTo>
                    <a:pt x="1097921" y="0"/>
                  </a:lnTo>
                  <a:lnTo>
                    <a:pt x="1133915" y="0"/>
                  </a:lnTo>
                  <a:lnTo>
                    <a:pt x="1169909" y="0"/>
                  </a:lnTo>
                  <a:lnTo>
                    <a:pt x="1205903" y="0"/>
                  </a:lnTo>
                  <a:lnTo>
                    <a:pt x="1241897" y="0"/>
                  </a:lnTo>
                  <a:lnTo>
                    <a:pt x="1277891" y="0"/>
                  </a:lnTo>
                  <a:lnTo>
                    <a:pt x="1313885" y="0"/>
                  </a:lnTo>
                  <a:lnTo>
                    <a:pt x="1349879" y="0"/>
                  </a:lnTo>
                  <a:lnTo>
                    <a:pt x="1385873" y="0"/>
                  </a:lnTo>
                  <a:lnTo>
                    <a:pt x="1421867" y="0"/>
                  </a:lnTo>
                  <a:lnTo>
                    <a:pt x="1457861" y="0"/>
                  </a:lnTo>
                  <a:lnTo>
                    <a:pt x="1493855" y="0"/>
                  </a:lnTo>
                  <a:lnTo>
                    <a:pt x="1529849" y="0"/>
                  </a:lnTo>
                  <a:lnTo>
                    <a:pt x="1565843" y="0"/>
                  </a:lnTo>
                  <a:lnTo>
                    <a:pt x="1601838" y="0"/>
                  </a:lnTo>
                  <a:lnTo>
                    <a:pt x="1637832" y="0"/>
                  </a:lnTo>
                  <a:lnTo>
                    <a:pt x="1673826" y="0"/>
                  </a:lnTo>
                  <a:lnTo>
                    <a:pt x="1709820" y="0"/>
                  </a:lnTo>
                  <a:lnTo>
                    <a:pt x="1745814" y="0"/>
                  </a:lnTo>
                  <a:lnTo>
                    <a:pt x="1781808" y="0"/>
                  </a:lnTo>
                  <a:lnTo>
                    <a:pt x="1817802" y="0"/>
                  </a:lnTo>
                  <a:lnTo>
                    <a:pt x="1853796" y="0"/>
                  </a:lnTo>
                  <a:lnTo>
                    <a:pt x="1889790" y="0"/>
                  </a:lnTo>
                  <a:lnTo>
                    <a:pt x="1925784" y="0"/>
                  </a:lnTo>
                  <a:lnTo>
                    <a:pt x="1961778" y="0"/>
                  </a:lnTo>
                  <a:lnTo>
                    <a:pt x="1997772" y="0"/>
                  </a:lnTo>
                  <a:lnTo>
                    <a:pt x="2033766" y="0"/>
                  </a:lnTo>
                  <a:lnTo>
                    <a:pt x="2069760" y="0"/>
                  </a:lnTo>
                  <a:lnTo>
                    <a:pt x="2105754" y="0"/>
                  </a:lnTo>
                  <a:lnTo>
                    <a:pt x="2141748" y="0"/>
                  </a:lnTo>
                  <a:lnTo>
                    <a:pt x="2177742" y="0"/>
                  </a:lnTo>
                  <a:lnTo>
                    <a:pt x="2213737" y="0"/>
                  </a:lnTo>
                  <a:lnTo>
                    <a:pt x="2249731" y="0"/>
                  </a:lnTo>
                  <a:lnTo>
                    <a:pt x="2285725" y="0"/>
                  </a:lnTo>
                  <a:lnTo>
                    <a:pt x="2321719" y="0"/>
                  </a:lnTo>
                  <a:lnTo>
                    <a:pt x="2357713" y="0"/>
                  </a:lnTo>
                  <a:lnTo>
                    <a:pt x="2393707" y="0"/>
                  </a:lnTo>
                  <a:lnTo>
                    <a:pt x="2429701" y="0"/>
                  </a:lnTo>
                  <a:lnTo>
                    <a:pt x="2465695" y="0"/>
                  </a:lnTo>
                  <a:lnTo>
                    <a:pt x="2501689" y="0"/>
                  </a:lnTo>
                  <a:lnTo>
                    <a:pt x="2537683" y="0"/>
                  </a:lnTo>
                  <a:lnTo>
                    <a:pt x="2573677" y="0"/>
                  </a:lnTo>
                  <a:lnTo>
                    <a:pt x="2609671" y="0"/>
                  </a:lnTo>
                  <a:lnTo>
                    <a:pt x="2645665" y="0"/>
                  </a:lnTo>
                  <a:lnTo>
                    <a:pt x="2681659" y="0"/>
                  </a:lnTo>
                  <a:lnTo>
                    <a:pt x="2717653" y="0"/>
                  </a:lnTo>
                  <a:lnTo>
                    <a:pt x="2753647" y="0"/>
                  </a:lnTo>
                  <a:lnTo>
                    <a:pt x="2789641" y="0"/>
                  </a:lnTo>
                  <a:lnTo>
                    <a:pt x="2825636" y="0"/>
                  </a:lnTo>
                  <a:lnTo>
                    <a:pt x="2861630" y="0"/>
                  </a:lnTo>
                  <a:lnTo>
                    <a:pt x="2897624" y="0"/>
                  </a:lnTo>
                  <a:lnTo>
                    <a:pt x="2933618" y="0"/>
                  </a:lnTo>
                  <a:lnTo>
                    <a:pt x="2969612" y="0"/>
                  </a:lnTo>
                  <a:lnTo>
                    <a:pt x="3005606" y="0"/>
                  </a:lnTo>
                  <a:lnTo>
                    <a:pt x="3041600" y="0"/>
                  </a:lnTo>
                  <a:lnTo>
                    <a:pt x="3077594" y="0"/>
                  </a:lnTo>
                  <a:lnTo>
                    <a:pt x="3113588" y="0"/>
                  </a:lnTo>
                  <a:lnTo>
                    <a:pt x="3149582" y="0"/>
                  </a:lnTo>
                  <a:lnTo>
                    <a:pt x="3185576" y="0"/>
                  </a:lnTo>
                  <a:lnTo>
                    <a:pt x="3221570" y="0"/>
                  </a:lnTo>
                  <a:lnTo>
                    <a:pt x="3248917" y="0"/>
                  </a:lnTo>
                  <a:lnTo>
                    <a:pt x="324891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1894852" y="3379861"/>
              <a:ext cx="3248917" cy="0"/>
            </a:xfrm>
            <a:custGeom>
              <a:avLst/>
              <a:pathLst>
                <a:path w="3248917" h="0">
                  <a:moveTo>
                    <a:pt x="0" y="0"/>
                  </a:moveTo>
                  <a:lnTo>
                    <a:pt x="18099" y="0"/>
                  </a:lnTo>
                  <a:lnTo>
                    <a:pt x="54093" y="0"/>
                  </a:lnTo>
                  <a:lnTo>
                    <a:pt x="90087" y="0"/>
                  </a:lnTo>
                  <a:lnTo>
                    <a:pt x="126081" y="0"/>
                  </a:lnTo>
                  <a:lnTo>
                    <a:pt x="162075" y="0"/>
                  </a:lnTo>
                  <a:lnTo>
                    <a:pt x="198069" y="0"/>
                  </a:lnTo>
                  <a:lnTo>
                    <a:pt x="234063" y="0"/>
                  </a:lnTo>
                  <a:lnTo>
                    <a:pt x="270057" y="0"/>
                  </a:lnTo>
                  <a:lnTo>
                    <a:pt x="306051" y="0"/>
                  </a:lnTo>
                  <a:lnTo>
                    <a:pt x="342045" y="0"/>
                  </a:lnTo>
                  <a:lnTo>
                    <a:pt x="378040" y="0"/>
                  </a:lnTo>
                  <a:lnTo>
                    <a:pt x="414034" y="0"/>
                  </a:lnTo>
                  <a:lnTo>
                    <a:pt x="450028" y="0"/>
                  </a:lnTo>
                  <a:lnTo>
                    <a:pt x="486022" y="0"/>
                  </a:lnTo>
                  <a:lnTo>
                    <a:pt x="522016" y="0"/>
                  </a:lnTo>
                  <a:lnTo>
                    <a:pt x="558010" y="0"/>
                  </a:lnTo>
                  <a:lnTo>
                    <a:pt x="594004" y="0"/>
                  </a:lnTo>
                  <a:lnTo>
                    <a:pt x="629998" y="0"/>
                  </a:lnTo>
                  <a:lnTo>
                    <a:pt x="665992" y="0"/>
                  </a:lnTo>
                  <a:lnTo>
                    <a:pt x="701986" y="0"/>
                  </a:lnTo>
                  <a:lnTo>
                    <a:pt x="737980" y="0"/>
                  </a:lnTo>
                  <a:lnTo>
                    <a:pt x="773974" y="0"/>
                  </a:lnTo>
                  <a:lnTo>
                    <a:pt x="809968" y="0"/>
                  </a:lnTo>
                  <a:lnTo>
                    <a:pt x="845962" y="0"/>
                  </a:lnTo>
                  <a:lnTo>
                    <a:pt x="881956" y="0"/>
                  </a:lnTo>
                  <a:lnTo>
                    <a:pt x="917950" y="0"/>
                  </a:lnTo>
                  <a:lnTo>
                    <a:pt x="953944" y="0"/>
                  </a:lnTo>
                  <a:lnTo>
                    <a:pt x="989939" y="0"/>
                  </a:lnTo>
                  <a:lnTo>
                    <a:pt x="1025933" y="0"/>
                  </a:lnTo>
                  <a:lnTo>
                    <a:pt x="1061927" y="0"/>
                  </a:lnTo>
                  <a:lnTo>
                    <a:pt x="1097921" y="0"/>
                  </a:lnTo>
                  <a:lnTo>
                    <a:pt x="1133915" y="0"/>
                  </a:lnTo>
                  <a:lnTo>
                    <a:pt x="1169909" y="0"/>
                  </a:lnTo>
                  <a:lnTo>
                    <a:pt x="1205903" y="0"/>
                  </a:lnTo>
                  <a:lnTo>
                    <a:pt x="1241897" y="0"/>
                  </a:lnTo>
                  <a:lnTo>
                    <a:pt x="1277891" y="0"/>
                  </a:lnTo>
                  <a:lnTo>
                    <a:pt x="1313885" y="0"/>
                  </a:lnTo>
                  <a:lnTo>
                    <a:pt x="1349879" y="0"/>
                  </a:lnTo>
                  <a:lnTo>
                    <a:pt x="1385873" y="0"/>
                  </a:lnTo>
                  <a:lnTo>
                    <a:pt x="1421867" y="0"/>
                  </a:lnTo>
                  <a:lnTo>
                    <a:pt x="1457861" y="0"/>
                  </a:lnTo>
                  <a:lnTo>
                    <a:pt x="1493855" y="0"/>
                  </a:lnTo>
                  <a:lnTo>
                    <a:pt x="1529849" y="0"/>
                  </a:lnTo>
                  <a:lnTo>
                    <a:pt x="1565843" y="0"/>
                  </a:lnTo>
                  <a:lnTo>
                    <a:pt x="1601838" y="0"/>
                  </a:lnTo>
                  <a:lnTo>
                    <a:pt x="1637832" y="0"/>
                  </a:lnTo>
                  <a:lnTo>
                    <a:pt x="1673826" y="0"/>
                  </a:lnTo>
                  <a:lnTo>
                    <a:pt x="1709820" y="0"/>
                  </a:lnTo>
                  <a:lnTo>
                    <a:pt x="1745814" y="0"/>
                  </a:lnTo>
                  <a:lnTo>
                    <a:pt x="1781808" y="0"/>
                  </a:lnTo>
                  <a:lnTo>
                    <a:pt x="1817802" y="0"/>
                  </a:lnTo>
                  <a:lnTo>
                    <a:pt x="1853796" y="0"/>
                  </a:lnTo>
                  <a:lnTo>
                    <a:pt x="1889790" y="0"/>
                  </a:lnTo>
                  <a:lnTo>
                    <a:pt x="1925784" y="0"/>
                  </a:lnTo>
                  <a:lnTo>
                    <a:pt x="1961778" y="0"/>
                  </a:lnTo>
                  <a:lnTo>
                    <a:pt x="1997772" y="0"/>
                  </a:lnTo>
                  <a:lnTo>
                    <a:pt x="2033766" y="0"/>
                  </a:lnTo>
                  <a:lnTo>
                    <a:pt x="2069760" y="0"/>
                  </a:lnTo>
                  <a:lnTo>
                    <a:pt x="2105754" y="0"/>
                  </a:lnTo>
                  <a:lnTo>
                    <a:pt x="2141748" y="0"/>
                  </a:lnTo>
                  <a:lnTo>
                    <a:pt x="2177742" y="0"/>
                  </a:lnTo>
                  <a:lnTo>
                    <a:pt x="2213737" y="0"/>
                  </a:lnTo>
                  <a:lnTo>
                    <a:pt x="2249731" y="0"/>
                  </a:lnTo>
                  <a:lnTo>
                    <a:pt x="2285725" y="0"/>
                  </a:lnTo>
                  <a:lnTo>
                    <a:pt x="2321719" y="0"/>
                  </a:lnTo>
                  <a:lnTo>
                    <a:pt x="2357713" y="0"/>
                  </a:lnTo>
                  <a:lnTo>
                    <a:pt x="2393707" y="0"/>
                  </a:lnTo>
                  <a:lnTo>
                    <a:pt x="2429701" y="0"/>
                  </a:lnTo>
                  <a:lnTo>
                    <a:pt x="2465695" y="0"/>
                  </a:lnTo>
                  <a:lnTo>
                    <a:pt x="2501689" y="0"/>
                  </a:lnTo>
                  <a:lnTo>
                    <a:pt x="2537683" y="0"/>
                  </a:lnTo>
                  <a:lnTo>
                    <a:pt x="2573677" y="0"/>
                  </a:lnTo>
                  <a:lnTo>
                    <a:pt x="2609671" y="0"/>
                  </a:lnTo>
                  <a:lnTo>
                    <a:pt x="2645665" y="0"/>
                  </a:lnTo>
                  <a:lnTo>
                    <a:pt x="2681659" y="0"/>
                  </a:lnTo>
                  <a:lnTo>
                    <a:pt x="2717653" y="0"/>
                  </a:lnTo>
                  <a:lnTo>
                    <a:pt x="2753647" y="0"/>
                  </a:lnTo>
                  <a:lnTo>
                    <a:pt x="2789641" y="0"/>
                  </a:lnTo>
                  <a:lnTo>
                    <a:pt x="2825636" y="0"/>
                  </a:lnTo>
                  <a:lnTo>
                    <a:pt x="2861630" y="0"/>
                  </a:lnTo>
                  <a:lnTo>
                    <a:pt x="2897624" y="0"/>
                  </a:lnTo>
                  <a:lnTo>
                    <a:pt x="2933618" y="0"/>
                  </a:lnTo>
                  <a:lnTo>
                    <a:pt x="2969612" y="0"/>
                  </a:lnTo>
                  <a:lnTo>
                    <a:pt x="3005606" y="0"/>
                  </a:lnTo>
                  <a:lnTo>
                    <a:pt x="3041600" y="0"/>
                  </a:lnTo>
                  <a:lnTo>
                    <a:pt x="3077594" y="0"/>
                  </a:lnTo>
                  <a:lnTo>
                    <a:pt x="3113588" y="0"/>
                  </a:lnTo>
                  <a:lnTo>
                    <a:pt x="3149582" y="0"/>
                  </a:lnTo>
                  <a:lnTo>
                    <a:pt x="3185576" y="0"/>
                  </a:lnTo>
                  <a:lnTo>
                    <a:pt x="3221570" y="0"/>
                  </a:lnTo>
                  <a:lnTo>
                    <a:pt x="3248917" y="0"/>
                  </a:lnTo>
                  <a:lnTo>
                    <a:pt x="324891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l17"/>
            <p:cNvSpPr/>
            <p:nvPr/>
          </p:nvSpPr>
          <p:spPr>
            <a:xfrm>
              <a:off x="1894852" y="2893314"/>
              <a:ext cx="3248917" cy="0"/>
            </a:xfrm>
            <a:custGeom>
              <a:avLst/>
              <a:pathLst>
                <a:path w="3248917" h="0">
                  <a:moveTo>
                    <a:pt x="0" y="0"/>
                  </a:moveTo>
                  <a:lnTo>
                    <a:pt x="18099" y="0"/>
                  </a:lnTo>
                  <a:lnTo>
                    <a:pt x="54093" y="0"/>
                  </a:lnTo>
                  <a:lnTo>
                    <a:pt x="90087" y="0"/>
                  </a:lnTo>
                  <a:lnTo>
                    <a:pt x="126081" y="0"/>
                  </a:lnTo>
                  <a:lnTo>
                    <a:pt x="162075" y="0"/>
                  </a:lnTo>
                  <a:lnTo>
                    <a:pt x="198069" y="0"/>
                  </a:lnTo>
                  <a:lnTo>
                    <a:pt x="234063" y="0"/>
                  </a:lnTo>
                  <a:lnTo>
                    <a:pt x="270057" y="0"/>
                  </a:lnTo>
                  <a:lnTo>
                    <a:pt x="306051" y="0"/>
                  </a:lnTo>
                  <a:lnTo>
                    <a:pt x="342045" y="0"/>
                  </a:lnTo>
                  <a:lnTo>
                    <a:pt x="378040" y="0"/>
                  </a:lnTo>
                  <a:lnTo>
                    <a:pt x="414034" y="0"/>
                  </a:lnTo>
                  <a:lnTo>
                    <a:pt x="450028" y="0"/>
                  </a:lnTo>
                  <a:lnTo>
                    <a:pt x="486022" y="0"/>
                  </a:lnTo>
                  <a:lnTo>
                    <a:pt x="522016" y="0"/>
                  </a:lnTo>
                  <a:lnTo>
                    <a:pt x="558010" y="0"/>
                  </a:lnTo>
                  <a:lnTo>
                    <a:pt x="594004" y="0"/>
                  </a:lnTo>
                  <a:lnTo>
                    <a:pt x="629998" y="0"/>
                  </a:lnTo>
                  <a:lnTo>
                    <a:pt x="665992" y="0"/>
                  </a:lnTo>
                  <a:lnTo>
                    <a:pt x="701986" y="0"/>
                  </a:lnTo>
                  <a:lnTo>
                    <a:pt x="737980" y="0"/>
                  </a:lnTo>
                  <a:lnTo>
                    <a:pt x="773974" y="0"/>
                  </a:lnTo>
                  <a:lnTo>
                    <a:pt x="809968" y="0"/>
                  </a:lnTo>
                  <a:lnTo>
                    <a:pt x="845962" y="0"/>
                  </a:lnTo>
                  <a:lnTo>
                    <a:pt x="881956" y="0"/>
                  </a:lnTo>
                  <a:lnTo>
                    <a:pt x="917950" y="0"/>
                  </a:lnTo>
                  <a:lnTo>
                    <a:pt x="953944" y="0"/>
                  </a:lnTo>
                  <a:lnTo>
                    <a:pt x="989939" y="0"/>
                  </a:lnTo>
                  <a:lnTo>
                    <a:pt x="1025933" y="0"/>
                  </a:lnTo>
                  <a:lnTo>
                    <a:pt x="1061927" y="0"/>
                  </a:lnTo>
                  <a:lnTo>
                    <a:pt x="1097921" y="0"/>
                  </a:lnTo>
                  <a:lnTo>
                    <a:pt x="1133915" y="0"/>
                  </a:lnTo>
                  <a:lnTo>
                    <a:pt x="1169909" y="0"/>
                  </a:lnTo>
                  <a:lnTo>
                    <a:pt x="1205903" y="0"/>
                  </a:lnTo>
                  <a:lnTo>
                    <a:pt x="1241897" y="0"/>
                  </a:lnTo>
                  <a:lnTo>
                    <a:pt x="1277891" y="0"/>
                  </a:lnTo>
                  <a:lnTo>
                    <a:pt x="1313885" y="0"/>
                  </a:lnTo>
                  <a:lnTo>
                    <a:pt x="1349879" y="0"/>
                  </a:lnTo>
                  <a:lnTo>
                    <a:pt x="1385873" y="0"/>
                  </a:lnTo>
                  <a:lnTo>
                    <a:pt x="1421867" y="0"/>
                  </a:lnTo>
                  <a:lnTo>
                    <a:pt x="1457861" y="0"/>
                  </a:lnTo>
                  <a:lnTo>
                    <a:pt x="1493855" y="0"/>
                  </a:lnTo>
                  <a:lnTo>
                    <a:pt x="1529849" y="0"/>
                  </a:lnTo>
                  <a:lnTo>
                    <a:pt x="1565843" y="0"/>
                  </a:lnTo>
                  <a:lnTo>
                    <a:pt x="1601838" y="0"/>
                  </a:lnTo>
                  <a:lnTo>
                    <a:pt x="1637832" y="0"/>
                  </a:lnTo>
                  <a:lnTo>
                    <a:pt x="1673826" y="0"/>
                  </a:lnTo>
                  <a:lnTo>
                    <a:pt x="1709820" y="0"/>
                  </a:lnTo>
                  <a:lnTo>
                    <a:pt x="1745814" y="0"/>
                  </a:lnTo>
                  <a:lnTo>
                    <a:pt x="1781808" y="0"/>
                  </a:lnTo>
                  <a:lnTo>
                    <a:pt x="1817802" y="0"/>
                  </a:lnTo>
                  <a:lnTo>
                    <a:pt x="1853796" y="0"/>
                  </a:lnTo>
                  <a:lnTo>
                    <a:pt x="1889790" y="0"/>
                  </a:lnTo>
                  <a:lnTo>
                    <a:pt x="1925784" y="0"/>
                  </a:lnTo>
                  <a:lnTo>
                    <a:pt x="1961778" y="0"/>
                  </a:lnTo>
                  <a:lnTo>
                    <a:pt x="1997772" y="0"/>
                  </a:lnTo>
                  <a:lnTo>
                    <a:pt x="2033766" y="0"/>
                  </a:lnTo>
                  <a:lnTo>
                    <a:pt x="2069760" y="0"/>
                  </a:lnTo>
                  <a:lnTo>
                    <a:pt x="2105754" y="0"/>
                  </a:lnTo>
                  <a:lnTo>
                    <a:pt x="2141748" y="0"/>
                  </a:lnTo>
                  <a:lnTo>
                    <a:pt x="2177742" y="0"/>
                  </a:lnTo>
                  <a:lnTo>
                    <a:pt x="2213737" y="0"/>
                  </a:lnTo>
                  <a:lnTo>
                    <a:pt x="2249731" y="0"/>
                  </a:lnTo>
                  <a:lnTo>
                    <a:pt x="2285725" y="0"/>
                  </a:lnTo>
                  <a:lnTo>
                    <a:pt x="2321719" y="0"/>
                  </a:lnTo>
                  <a:lnTo>
                    <a:pt x="2357713" y="0"/>
                  </a:lnTo>
                  <a:lnTo>
                    <a:pt x="2393707" y="0"/>
                  </a:lnTo>
                  <a:lnTo>
                    <a:pt x="2429701" y="0"/>
                  </a:lnTo>
                  <a:lnTo>
                    <a:pt x="2465695" y="0"/>
                  </a:lnTo>
                  <a:lnTo>
                    <a:pt x="2501689" y="0"/>
                  </a:lnTo>
                  <a:lnTo>
                    <a:pt x="2537683" y="0"/>
                  </a:lnTo>
                  <a:lnTo>
                    <a:pt x="2573677" y="0"/>
                  </a:lnTo>
                  <a:lnTo>
                    <a:pt x="2609671" y="0"/>
                  </a:lnTo>
                  <a:lnTo>
                    <a:pt x="2645665" y="0"/>
                  </a:lnTo>
                  <a:lnTo>
                    <a:pt x="2681659" y="0"/>
                  </a:lnTo>
                  <a:lnTo>
                    <a:pt x="2717653" y="0"/>
                  </a:lnTo>
                  <a:lnTo>
                    <a:pt x="2753647" y="0"/>
                  </a:lnTo>
                  <a:lnTo>
                    <a:pt x="2789641" y="0"/>
                  </a:lnTo>
                  <a:lnTo>
                    <a:pt x="2825636" y="0"/>
                  </a:lnTo>
                  <a:lnTo>
                    <a:pt x="2861630" y="0"/>
                  </a:lnTo>
                  <a:lnTo>
                    <a:pt x="2897624" y="0"/>
                  </a:lnTo>
                  <a:lnTo>
                    <a:pt x="2933618" y="0"/>
                  </a:lnTo>
                  <a:lnTo>
                    <a:pt x="2969612" y="0"/>
                  </a:lnTo>
                  <a:lnTo>
                    <a:pt x="3005606" y="0"/>
                  </a:lnTo>
                  <a:lnTo>
                    <a:pt x="3041600" y="0"/>
                  </a:lnTo>
                  <a:lnTo>
                    <a:pt x="3077594" y="0"/>
                  </a:lnTo>
                  <a:lnTo>
                    <a:pt x="3113588" y="0"/>
                  </a:lnTo>
                  <a:lnTo>
                    <a:pt x="3149582" y="0"/>
                  </a:lnTo>
                  <a:lnTo>
                    <a:pt x="3185576" y="0"/>
                  </a:lnTo>
                  <a:lnTo>
                    <a:pt x="3221570" y="0"/>
                  </a:lnTo>
                  <a:lnTo>
                    <a:pt x="3248917" y="0"/>
                  </a:lnTo>
                  <a:lnTo>
                    <a:pt x="324891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1894852" y="2406768"/>
              <a:ext cx="3248917" cy="0"/>
            </a:xfrm>
            <a:custGeom>
              <a:avLst/>
              <a:pathLst>
                <a:path w="3248917" h="0">
                  <a:moveTo>
                    <a:pt x="0" y="0"/>
                  </a:moveTo>
                  <a:lnTo>
                    <a:pt x="18099" y="0"/>
                  </a:lnTo>
                  <a:lnTo>
                    <a:pt x="54093" y="0"/>
                  </a:lnTo>
                  <a:lnTo>
                    <a:pt x="90087" y="0"/>
                  </a:lnTo>
                  <a:lnTo>
                    <a:pt x="126081" y="0"/>
                  </a:lnTo>
                  <a:lnTo>
                    <a:pt x="162075" y="0"/>
                  </a:lnTo>
                  <a:lnTo>
                    <a:pt x="198069" y="0"/>
                  </a:lnTo>
                  <a:lnTo>
                    <a:pt x="234063" y="0"/>
                  </a:lnTo>
                  <a:lnTo>
                    <a:pt x="270057" y="0"/>
                  </a:lnTo>
                  <a:lnTo>
                    <a:pt x="306051" y="0"/>
                  </a:lnTo>
                  <a:lnTo>
                    <a:pt x="342045" y="0"/>
                  </a:lnTo>
                  <a:lnTo>
                    <a:pt x="378040" y="0"/>
                  </a:lnTo>
                  <a:lnTo>
                    <a:pt x="414034" y="0"/>
                  </a:lnTo>
                  <a:lnTo>
                    <a:pt x="450028" y="0"/>
                  </a:lnTo>
                  <a:lnTo>
                    <a:pt x="486022" y="0"/>
                  </a:lnTo>
                  <a:lnTo>
                    <a:pt x="522016" y="0"/>
                  </a:lnTo>
                  <a:lnTo>
                    <a:pt x="558010" y="0"/>
                  </a:lnTo>
                  <a:lnTo>
                    <a:pt x="594004" y="0"/>
                  </a:lnTo>
                  <a:lnTo>
                    <a:pt x="629998" y="0"/>
                  </a:lnTo>
                  <a:lnTo>
                    <a:pt x="665992" y="0"/>
                  </a:lnTo>
                  <a:lnTo>
                    <a:pt x="701986" y="0"/>
                  </a:lnTo>
                  <a:lnTo>
                    <a:pt x="737980" y="0"/>
                  </a:lnTo>
                  <a:lnTo>
                    <a:pt x="773974" y="0"/>
                  </a:lnTo>
                  <a:lnTo>
                    <a:pt x="809968" y="0"/>
                  </a:lnTo>
                  <a:lnTo>
                    <a:pt x="845962" y="0"/>
                  </a:lnTo>
                  <a:lnTo>
                    <a:pt x="881956" y="0"/>
                  </a:lnTo>
                  <a:lnTo>
                    <a:pt x="917950" y="0"/>
                  </a:lnTo>
                  <a:lnTo>
                    <a:pt x="953944" y="0"/>
                  </a:lnTo>
                  <a:lnTo>
                    <a:pt x="989939" y="0"/>
                  </a:lnTo>
                  <a:lnTo>
                    <a:pt x="1025933" y="0"/>
                  </a:lnTo>
                  <a:lnTo>
                    <a:pt x="1061927" y="0"/>
                  </a:lnTo>
                  <a:lnTo>
                    <a:pt x="1097921" y="0"/>
                  </a:lnTo>
                  <a:lnTo>
                    <a:pt x="1133915" y="0"/>
                  </a:lnTo>
                  <a:lnTo>
                    <a:pt x="1169909" y="0"/>
                  </a:lnTo>
                  <a:lnTo>
                    <a:pt x="1205903" y="0"/>
                  </a:lnTo>
                  <a:lnTo>
                    <a:pt x="1241897" y="0"/>
                  </a:lnTo>
                  <a:lnTo>
                    <a:pt x="1277891" y="0"/>
                  </a:lnTo>
                  <a:lnTo>
                    <a:pt x="1313885" y="0"/>
                  </a:lnTo>
                  <a:lnTo>
                    <a:pt x="1349879" y="0"/>
                  </a:lnTo>
                  <a:lnTo>
                    <a:pt x="1385873" y="0"/>
                  </a:lnTo>
                  <a:lnTo>
                    <a:pt x="1421867" y="0"/>
                  </a:lnTo>
                  <a:lnTo>
                    <a:pt x="1457861" y="0"/>
                  </a:lnTo>
                  <a:lnTo>
                    <a:pt x="1493855" y="0"/>
                  </a:lnTo>
                  <a:lnTo>
                    <a:pt x="1529849" y="0"/>
                  </a:lnTo>
                  <a:lnTo>
                    <a:pt x="1565843" y="0"/>
                  </a:lnTo>
                  <a:lnTo>
                    <a:pt x="1601838" y="0"/>
                  </a:lnTo>
                  <a:lnTo>
                    <a:pt x="1637832" y="0"/>
                  </a:lnTo>
                  <a:lnTo>
                    <a:pt x="1673826" y="0"/>
                  </a:lnTo>
                  <a:lnTo>
                    <a:pt x="1709820" y="0"/>
                  </a:lnTo>
                  <a:lnTo>
                    <a:pt x="1745814" y="0"/>
                  </a:lnTo>
                  <a:lnTo>
                    <a:pt x="1781808" y="0"/>
                  </a:lnTo>
                  <a:lnTo>
                    <a:pt x="1817802" y="0"/>
                  </a:lnTo>
                  <a:lnTo>
                    <a:pt x="1853796" y="0"/>
                  </a:lnTo>
                  <a:lnTo>
                    <a:pt x="1889790" y="0"/>
                  </a:lnTo>
                  <a:lnTo>
                    <a:pt x="1925784" y="0"/>
                  </a:lnTo>
                  <a:lnTo>
                    <a:pt x="1961778" y="0"/>
                  </a:lnTo>
                  <a:lnTo>
                    <a:pt x="1997772" y="0"/>
                  </a:lnTo>
                  <a:lnTo>
                    <a:pt x="2033766" y="0"/>
                  </a:lnTo>
                  <a:lnTo>
                    <a:pt x="2069760" y="0"/>
                  </a:lnTo>
                  <a:lnTo>
                    <a:pt x="2105754" y="0"/>
                  </a:lnTo>
                  <a:lnTo>
                    <a:pt x="2141748" y="0"/>
                  </a:lnTo>
                  <a:lnTo>
                    <a:pt x="2177742" y="0"/>
                  </a:lnTo>
                  <a:lnTo>
                    <a:pt x="2213737" y="0"/>
                  </a:lnTo>
                  <a:lnTo>
                    <a:pt x="2249731" y="0"/>
                  </a:lnTo>
                  <a:lnTo>
                    <a:pt x="2285725" y="0"/>
                  </a:lnTo>
                  <a:lnTo>
                    <a:pt x="2321719" y="0"/>
                  </a:lnTo>
                  <a:lnTo>
                    <a:pt x="2357713" y="0"/>
                  </a:lnTo>
                  <a:lnTo>
                    <a:pt x="2393707" y="0"/>
                  </a:lnTo>
                  <a:lnTo>
                    <a:pt x="2429701" y="0"/>
                  </a:lnTo>
                  <a:lnTo>
                    <a:pt x="2465695" y="0"/>
                  </a:lnTo>
                  <a:lnTo>
                    <a:pt x="2501689" y="0"/>
                  </a:lnTo>
                  <a:lnTo>
                    <a:pt x="2537683" y="0"/>
                  </a:lnTo>
                  <a:lnTo>
                    <a:pt x="2573677" y="0"/>
                  </a:lnTo>
                  <a:lnTo>
                    <a:pt x="2609671" y="0"/>
                  </a:lnTo>
                  <a:lnTo>
                    <a:pt x="2645665" y="0"/>
                  </a:lnTo>
                  <a:lnTo>
                    <a:pt x="2681659" y="0"/>
                  </a:lnTo>
                  <a:lnTo>
                    <a:pt x="2717653" y="0"/>
                  </a:lnTo>
                  <a:lnTo>
                    <a:pt x="2753647" y="0"/>
                  </a:lnTo>
                  <a:lnTo>
                    <a:pt x="2789641" y="0"/>
                  </a:lnTo>
                  <a:lnTo>
                    <a:pt x="2825636" y="0"/>
                  </a:lnTo>
                  <a:lnTo>
                    <a:pt x="2861630" y="0"/>
                  </a:lnTo>
                  <a:lnTo>
                    <a:pt x="2897624" y="0"/>
                  </a:lnTo>
                  <a:lnTo>
                    <a:pt x="2933618" y="0"/>
                  </a:lnTo>
                  <a:lnTo>
                    <a:pt x="2969612" y="0"/>
                  </a:lnTo>
                  <a:lnTo>
                    <a:pt x="3005606" y="0"/>
                  </a:lnTo>
                  <a:lnTo>
                    <a:pt x="3041600" y="0"/>
                  </a:lnTo>
                  <a:lnTo>
                    <a:pt x="3077594" y="0"/>
                  </a:lnTo>
                  <a:lnTo>
                    <a:pt x="3113588" y="0"/>
                  </a:lnTo>
                  <a:lnTo>
                    <a:pt x="3149582" y="0"/>
                  </a:lnTo>
                  <a:lnTo>
                    <a:pt x="3185576" y="0"/>
                  </a:lnTo>
                  <a:lnTo>
                    <a:pt x="3221570" y="0"/>
                  </a:lnTo>
                  <a:lnTo>
                    <a:pt x="3248917" y="0"/>
                  </a:lnTo>
                  <a:lnTo>
                    <a:pt x="324891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1894852" y="1920221"/>
              <a:ext cx="3248917" cy="0"/>
            </a:xfrm>
            <a:custGeom>
              <a:avLst/>
              <a:pathLst>
                <a:path w="3248917" h="0">
                  <a:moveTo>
                    <a:pt x="0" y="0"/>
                  </a:moveTo>
                  <a:lnTo>
                    <a:pt x="18099" y="0"/>
                  </a:lnTo>
                  <a:lnTo>
                    <a:pt x="54093" y="0"/>
                  </a:lnTo>
                  <a:lnTo>
                    <a:pt x="90087" y="0"/>
                  </a:lnTo>
                  <a:lnTo>
                    <a:pt x="126081" y="0"/>
                  </a:lnTo>
                  <a:lnTo>
                    <a:pt x="162075" y="0"/>
                  </a:lnTo>
                  <a:lnTo>
                    <a:pt x="198069" y="0"/>
                  </a:lnTo>
                  <a:lnTo>
                    <a:pt x="234063" y="0"/>
                  </a:lnTo>
                  <a:lnTo>
                    <a:pt x="270057" y="0"/>
                  </a:lnTo>
                  <a:lnTo>
                    <a:pt x="306051" y="0"/>
                  </a:lnTo>
                  <a:lnTo>
                    <a:pt x="342045" y="0"/>
                  </a:lnTo>
                  <a:lnTo>
                    <a:pt x="378040" y="0"/>
                  </a:lnTo>
                  <a:lnTo>
                    <a:pt x="414034" y="0"/>
                  </a:lnTo>
                  <a:lnTo>
                    <a:pt x="450028" y="0"/>
                  </a:lnTo>
                  <a:lnTo>
                    <a:pt x="486022" y="0"/>
                  </a:lnTo>
                  <a:lnTo>
                    <a:pt x="522016" y="0"/>
                  </a:lnTo>
                  <a:lnTo>
                    <a:pt x="558010" y="0"/>
                  </a:lnTo>
                  <a:lnTo>
                    <a:pt x="594004" y="0"/>
                  </a:lnTo>
                  <a:lnTo>
                    <a:pt x="629998" y="0"/>
                  </a:lnTo>
                  <a:lnTo>
                    <a:pt x="665992" y="0"/>
                  </a:lnTo>
                  <a:lnTo>
                    <a:pt x="701986" y="0"/>
                  </a:lnTo>
                  <a:lnTo>
                    <a:pt x="737980" y="0"/>
                  </a:lnTo>
                  <a:lnTo>
                    <a:pt x="773974" y="0"/>
                  </a:lnTo>
                  <a:lnTo>
                    <a:pt x="809968" y="0"/>
                  </a:lnTo>
                  <a:lnTo>
                    <a:pt x="845962" y="0"/>
                  </a:lnTo>
                  <a:lnTo>
                    <a:pt x="881956" y="0"/>
                  </a:lnTo>
                  <a:lnTo>
                    <a:pt x="917950" y="0"/>
                  </a:lnTo>
                  <a:lnTo>
                    <a:pt x="953944" y="0"/>
                  </a:lnTo>
                  <a:lnTo>
                    <a:pt x="989939" y="0"/>
                  </a:lnTo>
                  <a:lnTo>
                    <a:pt x="1025933" y="0"/>
                  </a:lnTo>
                  <a:lnTo>
                    <a:pt x="1061927" y="0"/>
                  </a:lnTo>
                  <a:lnTo>
                    <a:pt x="1097921" y="0"/>
                  </a:lnTo>
                  <a:lnTo>
                    <a:pt x="1133915" y="0"/>
                  </a:lnTo>
                  <a:lnTo>
                    <a:pt x="1169909" y="0"/>
                  </a:lnTo>
                  <a:lnTo>
                    <a:pt x="1205903" y="0"/>
                  </a:lnTo>
                  <a:lnTo>
                    <a:pt x="1241897" y="0"/>
                  </a:lnTo>
                  <a:lnTo>
                    <a:pt x="1277891" y="0"/>
                  </a:lnTo>
                  <a:lnTo>
                    <a:pt x="1313885" y="0"/>
                  </a:lnTo>
                  <a:lnTo>
                    <a:pt x="1349879" y="0"/>
                  </a:lnTo>
                  <a:lnTo>
                    <a:pt x="1385873" y="0"/>
                  </a:lnTo>
                  <a:lnTo>
                    <a:pt x="1421867" y="0"/>
                  </a:lnTo>
                  <a:lnTo>
                    <a:pt x="1457861" y="0"/>
                  </a:lnTo>
                  <a:lnTo>
                    <a:pt x="1493855" y="0"/>
                  </a:lnTo>
                  <a:lnTo>
                    <a:pt x="1529849" y="0"/>
                  </a:lnTo>
                  <a:lnTo>
                    <a:pt x="1565843" y="0"/>
                  </a:lnTo>
                  <a:lnTo>
                    <a:pt x="1601838" y="0"/>
                  </a:lnTo>
                  <a:lnTo>
                    <a:pt x="1637832" y="0"/>
                  </a:lnTo>
                  <a:lnTo>
                    <a:pt x="1673826" y="0"/>
                  </a:lnTo>
                  <a:lnTo>
                    <a:pt x="1709820" y="0"/>
                  </a:lnTo>
                  <a:lnTo>
                    <a:pt x="1745814" y="0"/>
                  </a:lnTo>
                  <a:lnTo>
                    <a:pt x="1781808" y="0"/>
                  </a:lnTo>
                  <a:lnTo>
                    <a:pt x="1817802" y="0"/>
                  </a:lnTo>
                  <a:lnTo>
                    <a:pt x="1853796" y="0"/>
                  </a:lnTo>
                  <a:lnTo>
                    <a:pt x="1889790" y="0"/>
                  </a:lnTo>
                  <a:lnTo>
                    <a:pt x="1925784" y="0"/>
                  </a:lnTo>
                  <a:lnTo>
                    <a:pt x="1961778" y="0"/>
                  </a:lnTo>
                  <a:lnTo>
                    <a:pt x="1997772" y="0"/>
                  </a:lnTo>
                  <a:lnTo>
                    <a:pt x="2033766" y="0"/>
                  </a:lnTo>
                  <a:lnTo>
                    <a:pt x="2069760" y="0"/>
                  </a:lnTo>
                  <a:lnTo>
                    <a:pt x="2105754" y="0"/>
                  </a:lnTo>
                  <a:lnTo>
                    <a:pt x="2141748" y="0"/>
                  </a:lnTo>
                  <a:lnTo>
                    <a:pt x="2177742" y="0"/>
                  </a:lnTo>
                  <a:lnTo>
                    <a:pt x="2213737" y="0"/>
                  </a:lnTo>
                  <a:lnTo>
                    <a:pt x="2249731" y="0"/>
                  </a:lnTo>
                  <a:lnTo>
                    <a:pt x="2285725" y="0"/>
                  </a:lnTo>
                  <a:lnTo>
                    <a:pt x="2321719" y="0"/>
                  </a:lnTo>
                  <a:lnTo>
                    <a:pt x="2357713" y="0"/>
                  </a:lnTo>
                  <a:lnTo>
                    <a:pt x="2393707" y="0"/>
                  </a:lnTo>
                  <a:lnTo>
                    <a:pt x="2429701" y="0"/>
                  </a:lnTo>
                  <a:lnTo>
                    <a:pt x="2465695" y="0"/>
                  </a:lnTo>
                  <a:lnTo>
                    <a:pt x="2501689" y="0"/>
                  </a:lnTo>
                  <a:lnTo>
                    <a:pt x="2537683" y="0"/>
                  </a:lnTo>
                  <a:lnTo>
                    <a:pt x="2573677" y="0"/>
                  </a:lnTo>
                  <a:lnTo>
                    <a:pt x="2609671" y="0"/>
                  </a:lnTo>
                  <a:lnTo>
                    <a:pt x="2645665" y="0"/>
                  </a:lnTo>
                  <a:lnTo>
                    <a:pt x="2681659" y="0"/>
                  </a:lnTo>
                  <a:lnTo>
                    <a:pt x="2717653" y="0"/>
                  </a:lnTo>
                  <a:lnTo>
                    <a:pt x="2753647" y="0"/>
                  </a:lnTo>
                  <a:lnTo>
                    <a:pt x="2789641" y="0"/>
                  </a:lnTo>
                  <a:lnTo>
                    <a:pt x="2825636" y="0"/>
                  </a:lnTo>
                  <a:lnTo>
                    <a:pt x="2861630" y="0"/>
                  </a:lnTo>
                  <a:lnTo>
                    <a:pt x="2897624" y="0"/>
                  </a:lnTo>
                  <a:lnTo>
                    <a:pt x="2933618" y="0"/>
                  </a:lnTo>
                  <a:lnTo>
                    <a:pt x="2969612" y="0"/>
                  </a:lnTo>
                  <a:lnTo>
                    <a:pt x="3005606" y="0"/>
                  </a:lnTo>
                  <a:lnTo>
                    <a:pt x="3041600" y="0"/>
                  </a:lnTo>
                  <a:lnTo>
                    <a:pt x="3077594" y="0"/>
                  </a:lnTo>
                  <a:lnTo>
                    <a:pt x="3113588" y="0"/>
                  </a:lnTo>
                  <a:lnTo>
                    <a:pt x="3149582" y="0"/>
                  </a:lnTo>
                  <a:lnTo>
                    <a:pt x="3185576" y="0"/>
                  </a:lnTo>
                  <a:lnTo>
                    <a:pt x="3221570" y="0"/>
                  </a:lnTo>
                  <a:lnTo>
                    <a:pt x="3248917" y="0"/>
                  </a:lnTo>
                  <a:lnTo>
                    <a:pt x="3248917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h20"/>
            <p:cNvSpPr/>
            <p:nvPr/>
          </p:nvSpPr>
          <p:spPr>
            <a:xfrm>
              <a:off x="3576675" y="7820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3585382" y="7820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3594089" y="7820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3611504" y="7820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3620211" y="7820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3628918" y="7820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4029448" y="7820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4038155" y="7820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4046863" y="7820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3559261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3567968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3576675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3585382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3594089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3602796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3611504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3620211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3628918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4020741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4029448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4038155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4046863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4055570" y="79271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3550553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3559261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3567968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3576675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3585382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3594089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3602796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3611504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3620211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3628918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3637625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4020741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4029448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4038155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4046863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4055570" y="8034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3507018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3515725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3524432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3533139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3541846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3550553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3559261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3567968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3576675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3585382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3594089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3602796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3611504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3620211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3628918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4029448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4038155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4046863" y="8141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3480896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3489603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3498310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3507018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3515725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3524432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3533139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3541846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3550553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3559261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3567968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3576675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3585382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3594089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3602796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3611504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3620211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4038155" y="8248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3472189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3480896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3489603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3498310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3507018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3515725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3524432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3533139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3541846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3550553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3559261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3567968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3576675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3585382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3594089" y="8355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3454774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3463482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3472189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3480896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3489603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3498310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3507018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3515725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3524432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3533139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3541846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3550553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3559261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3567968" y="8462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3428653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3437360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3446067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3454774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3463482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3472189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3480896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3489603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3498310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3507018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3515725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3524432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3533139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3541846" y="8569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3411239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3419946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3428653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3437360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3446067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3454774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3463482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3472189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3480896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3489603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3498310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3507018" y="8676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3402531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3411239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3419946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3428653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3437360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3446067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3454774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3463482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3472189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3480896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3489603" y="87830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3393824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3402531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3411239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3419946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3428653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3437360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3446067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3454774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3463482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3472189" y="8890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3385117" y="8997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3393824" y="8997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3402531" y="8997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3411239" y="8997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3419946" y="8997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3428653" y="8997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3437360" y="8997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3446067" y="8997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3454774" y="8997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3358995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3367703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3376410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3385117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3393824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3402531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3411239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3419946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3428653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3437360" y="9104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3350288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3358995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3367703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3376410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3385117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3393824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6">
                <a:alpha val="100000"/>
              </a:srgbClr>
            </a:solidFill>
            <a:ln w="5420" cap="flat">
              <a:solidFill>
                <a:srgbClr val="3986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3402531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3411239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3419946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4055570" y="9211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2">
                <a:alpha val="100000"/>
              </a:srgbClr>
            </a:solidFill>
            <a:ln w="5420" cap="flat">
              <a:solidFill>
                <a:srgbClr val="3A74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3306752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3315460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3324167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3332874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3341581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3350288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3358995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3367703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3376410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3385117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3393824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3402531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3411239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4029448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4038155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4046863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4055570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4064277" y="9318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3298045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3306752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3315460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3324167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3332874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3341581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3350288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3358995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3367703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3376410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3385117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3393824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3402531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3959791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3968498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3977205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3985912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4012034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4020741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4029448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4038155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4046863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4055570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4064277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4072984" y="94250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3298045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3306752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3315460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3324167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3332874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3341581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3350288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3358995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3367703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3376410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3385117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3393824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3951084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3959791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3968498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3977205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3985912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3994620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4003327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4012034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4020741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4029448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4038155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4046863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4055570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4064277" y="95320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3298045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3306752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3315460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3324167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3332874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3341581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3350288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3358995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3367703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3376410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3385117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3393824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3881426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3890133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3898841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3907548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3933669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3942376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3951084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3959791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3968498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3977205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3985912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3994620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4003327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4012034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4020741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4029448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4038155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4046863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4055570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4064277" y="96390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3289338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3298045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3306752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3315460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3324167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3332874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3341581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3350288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3358995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3367703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3376410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3385117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3872719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3881426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3890133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3898841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3907548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3916255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3924962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3933669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3942376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3951084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3959791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3968498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3977205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3985912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3994620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4003327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4012034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4020741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4029448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4038155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4046863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4055570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4064277" y="9746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3271924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3280631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3289338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3298045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3306752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3315460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3324167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3332874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3341581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3350288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3358995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3872719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3881426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3890133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3898841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3907548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3916255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3924962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3933669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3942376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3951084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3959791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3968498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3977205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3985912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3994620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4003327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4012034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4020741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4029448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4038155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4046863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4055570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4064277" y="9853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3271924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3280631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3289338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3298045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3306752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3315460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3324167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3332874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3341581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3872719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3881426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3890133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3898841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3907548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3916255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3924962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3933669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3942376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3951084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3959791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3968498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3977205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3985912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3994620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4003327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4012034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4020741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4029448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4038155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4046863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4055570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4064277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4072984" y="9960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3271924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3280631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3289338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3298045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3306752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3315460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3864012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3872719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3881426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3890133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3898841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3907548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3916255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3924962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3933669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3942376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3951084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3994620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4003327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4012034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4020741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4029448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4038155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4046863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4055570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4064277" y="10067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3271924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3280631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3289338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3298045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3829183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3837890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3846598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3855305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3864012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3872719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3881426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3890133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3898841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3907548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3977205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3985912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3994620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4003327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4012034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4020741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4029448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4038155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4046863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4055570" y="10174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3742111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3750819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3759526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3768233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3776940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3785647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3794354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3803062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3811769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3820476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3829183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3837890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3846598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3855305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3864012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3872719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3881426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3890133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3898841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3907548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3959791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3968498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3977205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3985912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3994620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4003327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4012034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4020741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4029448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4038155" y="10281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3733404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3742111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3750819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3759526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3768233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3776940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3785647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3794354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3803062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3811769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3820476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3829183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3837890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3846598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3855305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3864012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3872719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3881426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3890133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3898841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3951084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3959791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3968498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3977205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3985912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3994620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4003327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4012034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4020741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4029448" y="103880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3724697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3733404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3742111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3750819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3759526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3768233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3776940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3785647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3794354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3803062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3811769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3820476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3829183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3837890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3846598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3855305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3864012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3872719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3881426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3890133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3951084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3959791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3968498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3977205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3985912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3994620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4003327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4012034" y="10495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3724697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3733404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3742111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3750819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3759526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3768233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3776940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3785647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3794354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3803062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3811769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3820476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3829183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3837890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3846598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3855305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3951084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3959791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3968498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3977205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3985912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3994620" y="10602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3715990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3724697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3733404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3742111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3750819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3759526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3768233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3776940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3785647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3794354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3803062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3811769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3820476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3829183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3942376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3951084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3959791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3968498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3977205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3985912" y="10709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3672454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3681161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3689868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3698575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3707283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3715990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3724697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3733404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3742111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3750819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3759526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3768233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3776940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3785647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3803062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3811769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3820476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3942376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3951084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3959791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3968498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3977205" y="10816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3646332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3655040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3663747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3672454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3681161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3689868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3698575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3707283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3715990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3724697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3733404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3742111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3750819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3768233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3776940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3942376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3951084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3959791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3968498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3977205" y="10923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3637625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3646332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3655040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3663747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3672454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3681161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3689868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3698575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3707283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3715990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3724697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3733404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3742111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3942376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3951084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3959791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3968498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3977205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3985912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3994620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4029448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4038155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4046863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4055570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4064277" y="11030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3628918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3637625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3646332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3655040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3663747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3672454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3681161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3689868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3698575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3707283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3715990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3724697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3733404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3951084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3959791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3968498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3977205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3985912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3994620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4003327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4020741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4029448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4038155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4046863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4055570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4064277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4072984" y="111370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3620211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3628918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3637625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3646332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3655040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3663747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3672454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3681161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3689868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3698575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3707283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3951084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3959791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3968498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3977205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3985912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3994620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4003327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4012034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4020741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4029448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4038155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4046863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4055570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4064277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4072984" y="112440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3611504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3620211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3628918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3637625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3646332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3655040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3663747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3672454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3681161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3959791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3968498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3977205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3985912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3994620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4003327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4012034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4020741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4029448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4038155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4046863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4055570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4064277" y="11351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3602796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3611504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3620211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3628918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3637625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3646332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3655040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3968498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3977205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3985912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3994620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4003327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4012034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4020741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4029448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4038155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4046863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4055570" y="11458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3602796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3611504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3620211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3628918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3637625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3646332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3985912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3994620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4003327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4012034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4020741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4029448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4038155" y="11565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3594089" y="11672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3602796" y="11672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3611504" y="11672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3620211" y="11672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3628918" y="11672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3637625" y="11672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4003327" y="11672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4012034" y="11672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4020741" y="11672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3585382" y="11779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3594089" y="11779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3602796" y="11779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3611504" y="11779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3620211" y="11779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3628918" y="11779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3585382" y="11886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3594089" y="11886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3602796" y="11886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3611504" y="11886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3620211" y="118860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3576675" y="11993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3585382" y="11993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3594089" y="11993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3602796" y="11993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3611504" y="11993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3620211" y="119930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3576675" y="12100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3585382" y="12100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3594089" y="12100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3602796" y="12100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3611504" y="12100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3620211" y="12100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3576675" y="12207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3585382" y="12207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3594089" y="12207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3602796" y="12207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3611504" y="12207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3620211" y="12207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3576675" y="12314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3585382" y="12314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3594089" y="12314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3602796" y="12314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7">
                <a:alpha val="100000"/>
              </a:srgbClr>
            </a:solidFill>
            <a:ln w="5420" cap="flat">
              <a:solidFill>
                <a:srgbClr val="369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3611504" y="12314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3620211" y="12314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3628918" y="12314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3567968" y="12421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3576675" y="12421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3585382" y="12421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3594089" y="12421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3602796" y="12421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3611504" y="12421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3620211" y="12421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3559261" y="12528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3567968" y="12528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3576675" y="12528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3585382" y="12528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3594089" y="12528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3602796" y="12528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3611504" y="12528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3559261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6">
                <a:alpha val="100000"/>
              </a:srgbClr>
            </a:solidFill>
            <a:ln w="5420" cap="flat">
              <a:solidFill>
                <a:srgbClr val="3986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3567968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3576675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3585382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3594089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3602796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3611504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3628918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3637625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3646332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3655040" y="12635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3559261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3567968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3576675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3585382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3594089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3602796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3611504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3620211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3628918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3637625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3646332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3655040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3663747" y="12742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3576675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3585382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3594089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3602796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3611504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3620211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3628918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3637625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3646332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3655040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3663747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3672454" y="128490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3541846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3550553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3559261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3567968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3594089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3602796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3611504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3620211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3628918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3637625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3646332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3655040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3663747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3672454" y="12956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3533139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3541846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3550553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3559261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3567968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3576675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3585382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3594089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3602796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3611504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3620211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3628918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3637625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3646332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3655040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3663747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3672454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3681161" y="13063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3533139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3541846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3550553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3559261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3567968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3576675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3585382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3594089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3602796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3611504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3620211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3628918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3637625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3646332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3655040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3663747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3672454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3681161" y="13170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3533139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3541846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3550553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3559261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3567968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3576675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3585382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3594089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3602796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3611504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3620211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3628918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3637625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3646332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3655040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3663747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3672454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3681161" y="13277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3428653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3463482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3472189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3480896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3489603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3498310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3507018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3515725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3524432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3533139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B">
                <a:alpha val="100000"/>
              </a:srgbClr>
            </a:solidFill>
            <a:ln w="5420" cap="flat">
              <a:solidFill>
                <a:srgbClr val="395D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3541846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3550553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3559261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3567968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3576675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3585382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3594089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3602796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3611504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3620211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3628918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3637625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3646332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3655040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3663747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3672454" y="13384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3332874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3341581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3350288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3402531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3411239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3419946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3428653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3437360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3446067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3454774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3463482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3472189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3480896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3489603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3498310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3507018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3515725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3524432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3533139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C">
                <a:alpha val="100000"/>
              </a:srgbClr>
            </a:solidFill>
            <a:ln w="5420" cap="flat">
              <a:solidFill>
                <a:srgbClr val="395F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3541846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3550553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3559261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3567968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3576675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3585382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3594089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3602796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3611504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3620211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3628918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3637625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3646332" y="134910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3324167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3332874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3341581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3350288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3358995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3385117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3393824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3402531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3411239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3419946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3428653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3437360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3446067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3454774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3463482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3472189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3480896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3489603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3498310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3507018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3515725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3524432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3533139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3541846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3550553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3559261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3567968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3576675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3585382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3602796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3611504" y="13598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3324167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3332874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3341581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3350288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3358995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3367703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3376410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3385117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3393824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3402531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3411239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3419946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3428653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3437360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3446067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3454774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3463482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3472189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3480896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3489603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3498310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3507018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3515725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3524432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3533139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3541846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3550553" y="137050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3332874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3341581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3350288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3358995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3367703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3376410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3385117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3393824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3402531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3411239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3419946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3428653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3437360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3446067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3454774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3463482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3472189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3480896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3489603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3498310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3515725" y="138120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3332874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3341581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3350288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3358995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3367703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3376410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3385117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3393824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3402531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3411239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3419946" y="13919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3324167" y="14026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3332874" y="14026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3341581" y="14026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3350288" y="14026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3358995" y="14026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3367703" y="14026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3376410" y="14026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3385117" y="14026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3393824" y="14026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3315460" y="14133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3324167" y="14133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3332874" y="14133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3341581" y="14133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3350288" y="14133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3358995" y="14133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3367703" y="14133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3376410" y="14133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3306752" y="14240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3315460" y="14240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3324167" y="14240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3332874" y="14240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3341581" y="14240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3350288" y="14240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3358995" y="14240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3306752" y="14347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3315460" y="14347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3324167" y="14347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3332874" y="14347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3341581" y="14347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3350288" y="14347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3358995" y="14347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9A6">
                <a:alpha val="100000"/>
              </a:srgbClr>
            </a:solidFill>
            <a:ln w="5420" cap="flat">
              <a:solidFill>
                <a:srgbClr val="3889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3306752" y="14454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3315460" y="14454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3324167" y="14454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3332874" y="14454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3341581" y="14454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3350288" y="14454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3358995" y="144540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3306752" y="14561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3315460" y="14561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3324167" y="14561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3332874" y="14561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3341581" y="14561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3350288" y="14561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3358995" y="14561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3254509" y="14668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3263217" y="14668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3324167" y="14668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3332874" y="14668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3341581" y="14668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3350288" y="14668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3358995" y="14668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3237095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3245802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3254509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3263217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3271924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3324167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3332874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3341581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3350288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3358995" y="14775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3219681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3228388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3237095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3245802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3254509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3263217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3271924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3315460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3324167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3332874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3341581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3350288" y="14882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3210973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3219681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3228388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3237095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3245802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3254509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3263217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3271924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3315460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3324167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3332874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3341581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3350288" y="14989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3167438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3176145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3184852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3193559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3202266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3210973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3219681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3228388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3237095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3245802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3254509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3263217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3306752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3315460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3324167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3332874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3341581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3350288" y="15096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3158730" y="152030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3167438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3176145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3184852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3193559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3202266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3210973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3219681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3228388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3237095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3245802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3254509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3298045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3306752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3315460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3324167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3332874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3341581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3350288" y="152030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3141316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3150023" y="1531001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3158730" y="1531001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3167438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3176145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3184852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3193559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3202266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3210973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3219681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3228388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3237095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3289338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3298045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3306752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3315460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3324167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3332874" y="1531001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3123902" y="15417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3132609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3141316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3150023" y="15417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3158730" y="15417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3167438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3176145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3184852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3193559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3202266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3210973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3219681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3228388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3237095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3245802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3254509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3263217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3280631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3289338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3298045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3306752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3315460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3324167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3332874" y="15417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3123902" y="15524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3132609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3141316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3150023" y="15524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3158730" y="15524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3167438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3176145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3184852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3193559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3202266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3210973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3219681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3228388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3237095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3245802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3254509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3263217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3271924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3280631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3289338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3298045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3306752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3315460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3324167" y="15524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3123902" y="156310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3132609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3141316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3150023" y="156310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3158730" y="156310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3167438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3176145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3184852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3193559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3202266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3210973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3219681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3228388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237095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3245802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3254509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263217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3271924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3280631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3289338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3298045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3306752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3315460" y="156310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3097780" y="15738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3106487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3123902" y="15738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3132609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3141316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3150023" y="15738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3158730" y="15738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3167438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3176145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3184852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3210973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3219681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3228388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3237095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3245802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3254509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3263217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3271924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3280631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3289338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3298045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3306752" y="15738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3089073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3097780" y="15845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3106487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3115194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3123902" y="15845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3132609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3141316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3150023" y="15845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3158730" y="15845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3167438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3176145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3184852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3219681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3228388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3237095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3245802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3254509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3263217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3271924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3280631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3289338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3298045" y="15845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3080366" y="15952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3089073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3097780" y="15952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3106487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3115194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3123902" y="15952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3132609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3141316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3150023" y="15952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3158730" y="15952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3167438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3176145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3184852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3219681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3228388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3237095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3245802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3254509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3263217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3271924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3280631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3289338" y="15952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3071659" y="16059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3080366" y="16059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3089073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3097780" y="16059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3106487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3115194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3123902" y="16059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3132609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3141316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3150023" y="16059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3158730" y="160590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3167438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3176145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3184852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3193559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3228388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3237095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3245802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3254509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3263217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3271924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3280631" y="160590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3071659" y="16165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3080366" y="16165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3089073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3097780" y="16165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3106487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3115194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3123902" y="16165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3132609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3141316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3150023" y="16165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3158730" y="16165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3167438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3176145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3184852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193559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3228388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3237095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3245802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3254509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3263217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3271924" y="16165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3062951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3071659" y="16272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3080366" y="16272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3089073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3097780" y="16272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3106487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3115194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3123902" y="16272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3132609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3141316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3150023" y="16272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3158730" y="16272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3167438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3176145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3184852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3193559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3202266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3228388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3237095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3245802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3254509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3263217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3271924" y="16272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3062951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3071659" y="16379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3080366" y="16379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3089073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3097780" y="16379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3106487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3115194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3123902" y="16379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3132609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3141316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3150023" y="16379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3158730" y="16379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3167438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3176145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3184852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3193559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3202266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3210973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3237095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3245802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3254509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3263217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3271924" y="16379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3062951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3071659" y="16486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3080366" y="16486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3089073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3097780" y="16486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3106487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3115194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3123902" y="16486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3132609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3141316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3150023" y="16486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3158730" y="16486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3167438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3176145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3184852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3193559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3202266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3210973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3228388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3237095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3245802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3254509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3263217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3271924" y="16486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3071659" y="16593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3080366" y="16593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3089073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3097780" y="16593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3106487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3115194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3123902" y="16593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3132609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3141316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3150023" y="16593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3158730" y="16593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3167438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3176145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3184852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3193559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3202266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3210973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3219681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3228388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3237095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3245802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3254509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3263217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3271924" y="16593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3080366" y="16700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3089073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3097780" y="16700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3106487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3115194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3123902" y="16700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3132609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3141316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3150023" y="16700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3158730" y="16700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3167438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3176145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3184852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3193559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3202266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3210973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3219681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3228388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3237095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3245802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3254509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3263217" y="16700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3080366" y="16807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3089073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3097780" y="16807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3106487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3115194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3123902" y="16807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3132609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3141316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3150023" y="16807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3158730" y="16807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3167438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3176145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3184852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3193559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3202266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3210973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3219681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3228388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3237095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3245802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3254509" y="16807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3097780" y="16914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3106487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3115194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3123902" y="16914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3132609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3141316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3150023" y="16914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3158730" y="169149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3167438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3176145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3184852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3193559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3202266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3210973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3219681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3228388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3237095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3245802" y="169149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3106487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3115194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3123902" y="17021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3132609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3141316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3150023" y="17021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3158730" y="17021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3167438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3176145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3184852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3193559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3202266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3210973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3219681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3228388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3237095" y="17021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3115194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3123902" y="17128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3132609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3141316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3150023" y="17128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3158730" y="17128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3167438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176145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3184852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3193559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3202266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3210973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3219681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3228388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3237095" y="17128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3080366" y="17235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3089073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3097780" y="17235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3106487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3115194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3123902" y="17235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3132609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3141316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3150023" y="17235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3158730" y="17235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3167438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3176145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3184852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3193559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3202266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3210973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3219681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3228388" y="17235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3071659" y="17342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3080366" y="17342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3089073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3097780" y="17342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3106487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3115194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3123902" y="17342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3132609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3141316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3150023" y="17342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3158730" y="17342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3167438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3176145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3184852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3193559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3202266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3210973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3219681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3228388" y="17342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3071659" y="17449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3080366" y="17449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3089073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3097780" y="17449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3106487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3115194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3123902" y="17449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3132609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3141316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3150023" y="17449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3158730" y="17449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3167438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3176145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3184852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3193559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3202266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3210973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3219681" y="17449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3071659" y="17556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3080366" y="17556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3089073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3097780" y="17556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3106487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3115194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3123902" y="17556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3132609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3141316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3150023" y="17556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3158730" y="17556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3167438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3176145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3184852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3193559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3202266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3210973" y="17556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3080366" y="17663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3089073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3097780" y="17663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3106487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3115194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3123902" y="17663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3132609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3141316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3150023" y="17663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3158730" y="17663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3167438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3176145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3184852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3193559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3202266" y="17663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3106487" y="17770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3115194" y="17770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3123902" y="17770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3132609" y="17770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3141316" y="17770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3150023" y="17770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3158730" y="177709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3167438" y="17770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3176145" y="17770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3184852" y="17770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3193559" y="17770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3202266" y="177709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3123902" y="17877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3132609" y="17877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3141316" y="17877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3150023" y="17877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3158730" y="17877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3167438" y="17877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3176145" y="17877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3184852" y="17877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3193559" y="17877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3202266" y="17877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3132609" y="17984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3141316" y="17984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3150023" y="17984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3158730" y="17984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3167438" y="17984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3176145" y="17984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3184852" y="17984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3193559" y="17984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3202266" y="17984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3141316" y="18091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3150023" y="18091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3158730" y="18091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3167438" y="18091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3176145" y="18091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3184852" y="18091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3193559" y="18091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3202266" y="18091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3210973" y="18091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3167438" y="18198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3176145" y="18198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3184852" y="18198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3193559" y="18198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3202266" y="18198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3210973" y="18198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3123902" y="18305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3158730" y="18305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3167438" y="18305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3176145" y="18305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3184852" y="18305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3193559" y="18305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3202266" y="18305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3210973" y="18305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3115194" y="18412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3123902" y="18412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3132609" y="18412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3141316" y="18412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3150023" y="18412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3158730" y="18412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3167438" y="18412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3176145" y="18412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3184852" y="18412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3193559" y="18412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3202266" y="18412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3210973" y="18412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3106487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3115194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3123902" y="18519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3132609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3141316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3150023" y="18519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3158730" y="185199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3167438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3176145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3184852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3193559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3202266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3210973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3219681" y="185199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3106487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3115194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3123902" y="18626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3132609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3141316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3150023" y="18626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3158730" y="18626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3167438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3176145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3184852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3193559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3202266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3210973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3219681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3228388" y="18626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3106487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3115194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3123902" y="18733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3132609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3141316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3150023" y="18733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3158730" y="18733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3167438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3176145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3184852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3193559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3202266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3210973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3219681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3228388" y="18733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3106487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3115194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3123902" y="18840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3132609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CB0AB">
                <a:alpha val="100000"/>
              </a:srgbClr>
            </a:solidFill>
            <a:ln w="5420" cap="flat">
              <a:solidFill>
                <a:srgbClr val="4C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3141316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3150023" y="18840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3158730" y="18840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3167438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3176145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3184852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3193559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3202266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3210973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3219681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3228388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3237095" y="18840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3115194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3123902" y="18947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3132609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3141316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3150023" y="18947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3158730" y="18947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3167438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3176145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3184852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3193559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3202266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3210973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3219681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3228388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3237095" y="18947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3089073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3097780" y="19054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3106487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3115194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3123902" y="19054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3132609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3141316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3150023" y="19054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3158730" y="19054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3167438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3176145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DAB">
                <a:alpha val="100000"/>
              </a:srgbClr>
            </a:solidFill>
            <a:ln w="5420" cap="flat">
              <a:solidFill>
                <a:srgbClr val="48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3184852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B">
                <a:alpha val="100000"/>
              </a:srgbClr>
            </a:solidFill>
            <a:ln w="5420" cap="flat">
              <a:solidFill>
                <a:srgbClr val="48A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3193559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3202266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3210973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3219681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3228388" y="19054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3089073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3097780" y="19161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3106487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3115194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3123902" y="19161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3132609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3141316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3150023" y="19161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3158730" y="19161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3167438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3176145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3184852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3193559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3202266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3210973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3219681" y="19161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3089073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3097780" y="19268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3106487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3115194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3123902" y="19268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3132609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3141316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3150023" y="19268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3158730" y="19268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3167438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3176145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3184852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3193559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3202266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3210973" y="19268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9AA">
                <a:alpha val="100000"/>
              </a:srgbClr>
            </a:solidFill>
            <a:ln w="5420" cap="flat">
              <a:solidFill>
                <a:srgbClr val="45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3089073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3097780" y="19375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3106487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3115194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3123902" y="19375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3132609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3141316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3150023" y="19375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3158730" y="193759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3167438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3176145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3184852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3193559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3202266" y="193759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3080366" y="19482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3089073" y="19482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3097780" y="19482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3106487" y="19482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3115194" y="19482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3123902" y="19482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3132609" y="19482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3141316" y="19482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3150023" y="19482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3158730" y="19482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3167438" y="19482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3176145" y="19482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3184852" y="19482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3080366" y="19589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3089073" y="19589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3097780" y="19589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3106487" y="19589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3115194" y="19589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3123902" y="19589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3132609" y="19589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3141316" y="19589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3150023" y="19589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0A2AA">
                <a:alpha val="100000"/>
              </a:srgbClr>
            </a:solidFill>
            <a:ln w="5420" cap="flat">
              <a:solidFill>
                <a:srgbClr val="40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3158730" y="19589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3167438" y="19589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3176145" y="19589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3080366" y="19696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3089073" y="19696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3097780" y="19696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3106487" y="19696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3115194" y="19696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3123902" y="19696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3132609" y="19696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3141316" y="19696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3150023" y="19696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3158730" y="19696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3167438" y="19696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3062951" y="19803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3071659" y="19803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3080366" y="19803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3089073" y="19803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3097780" y="19803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3106487" y="19803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3115194" y="19803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3123902" y="19803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3132609" y="19803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3141316" y="19803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3150023" y="19803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3158730" y="19803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3167438" y="19803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3054244" y="19910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3062951" y="19910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3071659" y="19910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3080366" y="19910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3089073" y="19910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3097780" y="19910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3106487" y="19910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3115194" y="19910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3123902" y="19910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3132609" y="19910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3141316" y="19910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3150023" y="19910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3158730" y="19910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3167438" y="19910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3054244" y="20017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3062951" y="20017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3071659" y="20017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3080366" y="20017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3089073" y="20017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3097780" y="20017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3106487" y="20017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3115194" y="20017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3123902" y="20017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3132609" y="20017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3141316" y="20017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3150023" y="20017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3158730" y="20017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3045537" y="20124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3054244" y="20124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3062951" y="20124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3071659" y="20124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3080366" y="20124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3089073" y="20124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3097780" y="20124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3106487" y="20124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3115194" y="20124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3123902" y="20124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3132609" y="20124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3141316" y="20124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3150023" y="20124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3036830" y="20231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3045537" y="20231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3054244" y="20231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3062951" y="20231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3071659" y="20231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3080366" y="20231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3089073" y="20231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3097780" y="20231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3106487" y="20231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3115194" y="20231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3123902" y="202319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3132609" y="202319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3019415" y="20338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3028123" y="20338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3036830" y="20338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3045537" y="20338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3054244" y="203389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3062951" y="20338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3071659" y="203389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3080366" y="203389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3089073" y="20338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3010708" y="20445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3019415" y="20445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3028123" y="20445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3036830" y="20445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3045537" y="20445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3054244" y="204459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3062951" y="20445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3071659" y="204459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2993294" y="20552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3002001" y="20552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3010708" y="20552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3019415" y="20552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3028123" y="20552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3036830" y="20552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BA7">
                <a:alpha val="100000"/>
              </a:srgbClr>
            </a:solidFill>
            <a:ln w="5420" cap="flat">
              <a:solidFill>
                <a:srgbClr val="388B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3045537" y="20552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3054244" y="205529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3062951" y="20552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2967172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2975880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2984587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2993294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3002001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3010708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3019415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3028123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3036830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3045537" y="20659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3054244" y="206599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2949758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2958465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2967172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2975880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8FA7">
                <a:alpha val="100000"/>
              </a:srgbClr>
            </a:solidFill>
            <a:ln w="5420" cap="flat">
              <a:solidFill>
                <a:srgbClr val="36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2984587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2993294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3002001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3010708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3019415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3028123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3036830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3045537" y="20766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2941051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2949758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2958465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2967172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2975880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2984587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2993294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3002001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3010708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3019415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3028123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3036830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3045537" y="20873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2932344" y="209809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2941051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2949758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2958465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2967172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2975880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2984587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2993294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3002001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3010708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3019415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3028123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3036830" y="209809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2923637" y="21087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2932344" y="21087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2941051" y="21087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2949758" y="21087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2958465" y="21087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2967172" y="21087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2975880" y="21087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2914929" y="21194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2923637" y="21194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2932344" y="21194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2941051" y="21194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2949758" y="21194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2958465" y="21194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2967172" y="21194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2906222" y="21301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2914929" y="21301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2923637" y="21301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2932344" y="21301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2941051" y="21301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2949758" y="21301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2958465" y="21301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2906222" y="21408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2914929" y="21408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2923637" y="21408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2932344" y="21408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2941051" y="21408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2949758" y="21408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2888808" y="21515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2897515" y="21515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2906222" y="21515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2914929" y="21515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2923637" y="21515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2932344" y="21515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2941051" y="21515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2880101" y="21622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2888808" y="21622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2897515" y="21622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2906222" y="21622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2914929" y="21622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2923637" y="21622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2932344" y="21622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2941051" y="21622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2862686" y="21729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2871393" y="21729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2880101" y="21729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2888808" y="21729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2897515" y="21729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2906222" y="21729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2914929" y="21729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2923637" y="21729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2932344" y="21729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2853979" y="21836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2862686" y="21836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2871393" y="21836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2880101" y="218369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2888808" y="21836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2897515" y="21836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2906222" y="21836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2914929" y="218369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2810443" y="21943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2819150" y="21943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2827858" y="21943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2836565" y="21943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2845272" y="21943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2853979" y="21943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2862686" y="21943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2871393" y="21943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2880101" y="21943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2888808" y="21943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2897515" y="21943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2906222" y="21943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2793029" y="22050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2801736" y="22050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2810443" y="22050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2819150" y="22050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2827858" y="22050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2836565" y="22050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2845272" y="22050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2853979" y="22050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2862686" y="22050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2871393" y="22050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2880101" y="22050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2888808" y="22050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2897515" y="22050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2784322" y="22157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2793029" y="22157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2801736" y="22157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2810443" y="22157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2819150" y="22157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2827858" y="22157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2836565" y="22157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2845272" y="22157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2853979" y="22157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2862686" y="22157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2871393" y="22157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2880101" y="22157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784322" y="22264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793029" y="22264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801736" y="22264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810443" y="22264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2819150" y="22264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2827858" y="22264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2836565" y="22264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2845272" y="22264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2853979" y="22264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2862686" y="22264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2871393" y="22264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784322" y="22371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793029" y="22371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801736" y="22371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810443" y="22371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2819150" y="22371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2827858" y="22371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2836565" y="22371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2845272" y="22371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784322" y="22478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793029" y="22478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801736" y="22478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810443" y="22478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2819150" y="22478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2827858" y="22478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2836565" y="22478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766907" y="22585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775614" y="22585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784322" y="22585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793029" y="22585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801736" y="22585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810443" y="22585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2819150" y="22585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2827858" y="22585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766907" y="22692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775614" y="22692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784322" y="22692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793029" y="22692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801736" y="226929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810443" y="22692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2819150" y="226929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758200" y="22799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766907" y="22799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775614" y="22799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784322" y="22799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793029" y="22799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801736" y="22799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810443" y="22799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758200" y="22906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766907" y="22906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775614" y="22906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784322" y="22906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793029" y="22906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2801736" y="22906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2749493" y="23013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2758200" y="23013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2766907" y="23013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2775614" y="23013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2784322" y="23013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2793029" y="23013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2749493" y="23120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2758200" y="23120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2766907" y="23120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2775614" y="23120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2784322" y="23120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2740786" y="23227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2749493" y="23227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2758200" y="23227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6A5">
                <a:alpha val="100000"/>
              </a:srgbClr>
            </a:solidFill>
            <a:ln w="5420" cap="flat">
              <a:solidFill>
                <a:srgbClr val="3986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2766907" y="23227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2775614" y="23227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2784322" y="23227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2740786" y="23334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2749493" y="23334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5A5">
                <a:alpha val="100000"/>
              </a:srgbClr>
            </a:solidFill>
            <a:ln w="5420" cap="flat">
              <a:solidFill>
                <a:srgbClr val="3985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2758200" y="23334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2766907" y="23334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2775614" y="23334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2732079" y="23441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2740786" y="23441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2749493" y="2344191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2758200" y="23441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2766907" y="23441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2775614" y="2344191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2732079" y="23548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2740786" y="23548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2749493" y="23548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2758200" y="23548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2766907" y="23548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2775614" y="23548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2732079" y="23655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2740786" y="23655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2749493" y="23655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2758200" y="23655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2766907" y="23655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2218355" y="23762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2227062" y="23762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2235769" y="23762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2244477" y="23762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2732079" y="23762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2740786" y="23762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2749493" y="23762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2758200" y="23762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2218355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2227062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2235769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2244477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2253184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2288012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2296720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2305427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2314134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2322841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2732079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2740786" y="23869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2749493" y="23869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2758200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2766907" y="23869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2157405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2166112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2209648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2218355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2227062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2235769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2244477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2253184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2288012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2296720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2305427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2314134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2322841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2331548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2340256" y="23976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2348963" y="23976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2357670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2366377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2375084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2383791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2732079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2740786" y="23976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2749493" y="23976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2758200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2766907" y="23976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2044211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2052919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2061626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2070333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2079040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2122576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2131283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2139990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2148698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2157405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2166112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2174819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2183526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2192233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2200941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2209648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2218355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2227062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2235769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2244477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2253184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2261891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2270598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2279305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2288012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2296720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2305427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2314134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2322841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2331548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2340256" y="24083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2348963" y="24083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2357670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2366377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2375084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2383791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2392499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2418620" y="24083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2732079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A">
                <a:alpha val="100000"/>
              </a:srgbClr>
            </a:solidFill>
            <a:ln w="5420" cap="flat">
              <a:solidFill>
                <a:srgbClr val="395C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2740786" y="24083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2749493" y="24083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2758200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5">
                <a:alpha val="100000"/>
              </a:srgbClr>
            </a:solidFill>
            <a:ln w="5420" cap="flat">
              <a:solidFill>
                <a:srgbClr val="3A58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2766907" y="24083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2035504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2044211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2052919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2061626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2070333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2079040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087747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096455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105162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113869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122576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131283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139990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148698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157405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166112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174819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183526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192233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200941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209648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218355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227062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235769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244477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253184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261891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270598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279305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288012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296720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305427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314134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322841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331548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340256" y="24190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348963" y="24190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357670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366377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375084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383791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392499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401206" y="24190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409913" y="24190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418620" y="24190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427327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436034" y="24190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740786" y="24190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749493" y="2419090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758200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4">
                <a:alpha val="100000"/>
              </a:srgbClr>
            </a:solidFill>
            <a:ln w="5420" cap="flat">
              <a:solidFill>
                <a:srgbClr val="3A57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766907" y="2419090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026797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035504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044211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052919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061626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070333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2079040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2087747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2096455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2105162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2113869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2122576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2131283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2139990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2148698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2157405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2166112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2174819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2183526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2192233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2200941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2209648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3A5">
                <a:alpha val="100000"/>
              </a:srgbClr>
            </a:solidFill>
            <a:ln w="5420" cap="flat">
              <a:solidFill>
                <a:srgbClr val="3983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2218355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2227062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2235769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2244477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2253184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2261891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2270598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2279305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2288012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2296720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2305427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2314134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2322841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2331548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2340256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2348963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2357670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366377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375084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383791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392499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401206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409913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418620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427327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436034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523106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531813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540521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549228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740786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749493" y="2429790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5996">
                <a:alpha val="100000"/>
              </a:srgbClr>
            </a:solidFill>
            <a:ln w="5420" cap="flat">
              <a:solidFill>
                <a:srgbClr val="3A59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758200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997">
                <a:alpha val="100000"/>
              </a:srgbClr>
            </a:solidFill>
            <a:ln w="5420" cap="flat">
              <a:solidFill>
                <a:srgbClr val="3A59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766907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775614" y="2429790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1765582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1774289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026797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035504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044211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052919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061626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070333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079040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087747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096455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105162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113869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122576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131283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139990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148698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2157405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2166112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2174819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183526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192233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1A4">
                <a:alpha val="100000"/>
              </a:srgbClr>
            </a:solidFill>
            <a:ln w="5420" cap="flat">
              <a:solidFill>
                <a:srgbClr val="3A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200941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209648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218355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81A4">
                <a:alpha val="100000"/>
              </a:srgbClr>
            </a:solidFill>
            <a:ln w="5420" cap="flat">
              <a:solidFill>
                <a:srgbClr val="3981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227062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235769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244477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253184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261891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270598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279305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288012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296720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305427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314134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322841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331548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340256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348963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357670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2366377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2375084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2383791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2392499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2401206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2409913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2418620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2427327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2436034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2514399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2523106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2531813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2540521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2549228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2557935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2566642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2740786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2749493" y="2440489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2758200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C9B">
                <a:alpha val="100000"/>
              </a:srgbClr>
            </a:solidFill>
            <a:ln w="5420" cap="flat">
              <a:solidFill>
                <a:srgbClr val="395C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2766907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2775614" y="2440489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1756875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1765582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1774289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1782996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1791703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2026797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2035504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2044211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2052919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2061626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2070333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2079040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2087747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096455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105162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113869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122576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131283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139990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218355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80A4">
                <a:alpha val="100000"/>
              </a:srgbClr>
            </a:solidFill>
            <a:ln w="5420" cap="flat">
              <a:solidFill>
                <a:srgbClr val="3A80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227062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FA4">
                <a:alpha val="100000"/>
              </a:srgbClr>
            </a:solidFill>
            <a:ln w="5420" cap="flat">
              <a:solidFill>
                <a:srgbClr val="3A7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235769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244477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253184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261891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270598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279305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288012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296720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375084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383791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2392499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401206" y="24511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409913" y="24511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418620" y="24511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427327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436034" y="24511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444742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496985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505692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514399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2523106" y="24511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531813" y="24511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2540521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2549228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557935" y="24511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566642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575349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584057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2740786" y="24511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749493" y="24511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758200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766907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775614" y="24511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1687217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1695924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1704631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1748167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1756875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1765582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1774289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1782996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1791703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1800410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1809118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1817825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1826532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1835239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1904897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1913604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1922311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1931018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1939725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2026797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2035504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2044211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2052919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2061626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2070333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2079040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2087747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2096455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2105162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2113869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2122576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2131283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2139990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2401206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2409913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2418620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2427327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2436034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2444742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2453449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2470863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2479570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2488278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2496985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2505692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2514399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2523106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2531813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2540521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549228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557935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566642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575349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584057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592764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749493" y="24618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758200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766907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2775614" y="24618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1669803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2">
                <a:alpha val="100000"/>
              </a:srgbClr>
            </a:solidFill>
            <a:ln w="5420" cap="flat">
              <a:solidFill>
                <a:srgbClr val="3A74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1678510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1687217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1695924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1704631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1713339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1739460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1748167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1756875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1765582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1774289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1782996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1791703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1800410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1809118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1817825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1826532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1835239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1843946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1852653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1896189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1904897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1913604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1922311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1931018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1939725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1948432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1957140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044211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052919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061626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070333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079040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087747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096455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105162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113869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122576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131283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139990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409913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418620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427327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436034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444742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453449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2462156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2470863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2479570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2488278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2496985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2505692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2514399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2523106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2531813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2540521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2549228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2557935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2566642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2575349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2584057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2592764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2601471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2749493" y="24725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2758200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2766907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2775614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2784322" y="24725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1661096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1669803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1678510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1687217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1695924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1704631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1713339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1722046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1730753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1739460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1748167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1756875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1765582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1774289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1782996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1791703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1800410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1809118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1817825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1826532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1835239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1843946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1852653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1861361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1870068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1878775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1887482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1896189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1904897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1913604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1922311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1931018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1939725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1948432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1957140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F9D">
                <a:alpha val="100000"/>
              </a:srgbClr>
            </a:solidFill>
            <a:ln w="5420" cap="flat">
              <a:solidFill>
                <a:srgbClr val="395F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1965847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1974554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1983261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2052919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2061626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2070333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2087747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2096455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2105162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2113869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2122576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2131283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2139990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2418620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2427327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2436034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2444742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2453449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2462156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2470863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2479570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2488278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2496985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2505692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2514399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2523106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2531813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2557935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2566642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2575349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2584057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2592764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2601471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2610178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2749493" y="24832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2758200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2766907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2775614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2784322" y="24832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1661096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1669803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1678510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1687217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1695924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1704631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1713339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1722046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1730753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1739460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1748167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1756875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1765582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1774289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1782996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1791703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1800410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1809118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1817825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1826532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1835239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1843946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1852653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1861361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1870068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1878775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1887482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1896189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1904897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1913604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1922311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1931018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1939725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8">
                <a:alpha val="100000"/>
              </a:srgbClr>
            </a:solidFill>
            <a:ln w="5420" cap="flat">
              <a:solidFill>
                <a:srgbClr val="3A5A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1948432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1957140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1965847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1974554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1983261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1991968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2044211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2052919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2061626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2070333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2079040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2087747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2096455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2105162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2113869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2122576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2131283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2427327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2436034" y="24939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2444742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2453449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2462156" y="24939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2470863" y="24939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2479570" y="24939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2488278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2496985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2505692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2566642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2575349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2584057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2592764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601471" y="24939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610178" y="24939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758200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766907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775614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784322" y="24939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793029" y="24939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1661096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1669803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1678510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1687217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1695924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1704631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1713339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1722046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1730753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1739460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1748167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1756875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1765582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1774289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1782996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1791703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1800410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1809118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2">
                <a:alpha val="100000"/>
              </a:srgbClr>
            </a:solidFill>
            <a:ln w="5420" cap="flat">
              <a:solidFill>
                <a:srgbClr val="3A74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1817825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1826532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1835239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1843946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1852653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1861361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1870068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1878775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1887482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1896189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1904897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1913604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A">
                <a:alpha val="100000"/>
              </a:srgbClr>
            </a:solidFill>
            <a:ln w="5420" cap="flat">
              <a:solidFill>
                <a:srgbClr val="395B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1922311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1931018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1939725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1">
                <a:alpha val="100000"/>
              </a:srgbClr>
            </a:solidFill>
            <a:ln w="5420" cap="flat">
              <a:solidFill>
                <a:srgbClr val="3B55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1948432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1957140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1965847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1974554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1983261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1991968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2035504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2044211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2052919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2061626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2070333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2079040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087747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096455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2105162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113869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122576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131283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2139990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2148698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2427327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2436034" y="25046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2444742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2453449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2462156" y="25046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2470863" y="25046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2479570" y="25046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2488278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2575349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2584057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2592764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2601471" y="25046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2610178" y="25046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2618885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2627592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2758200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2766907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2775614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2784322" y="2504689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2793029" y="2504689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1661096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1669803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1678510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1687217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1695924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1704631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1713339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1722046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1730753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1739460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1748167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1756875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1843946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1852653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1861361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1870068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1878775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1887482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1896189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1904897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1913604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B99">
                <a:alpha val="100000"/>
              </a:srgbClr>
            </a:solidFill>
            <a:ln w="5420" cap="flat">
              <a:solidFill>
                <a:srgbClr val="39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1922311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793">
                <a:alpha val="100000"/>
              </a:srgbClr>
            </a:solidFill>
            <a:ln w="5420" cap="flat">
              <a:solidFill>
                <a:srgbClr val="3A57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1939725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5590">
                <a:alpha val="100000"/>
              </a:srgbClr>
            </a:solidFill>
            <a:ln w="5420" cap="flat">
              <a:solidFill>
                <a:srgbClr val="3B55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1948432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692">
                <a:alpha val="100000"/>
              </a:srgbClr>
            </a:solidFill>
            <a:ln w="5420" cap="flat">
              <a:solidFill>
                <a:srgbClr val="3A56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1957140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A97">
                <a:alpha val="100000"/>
              </a:srgbClr>
            </a:solidFill>
            <a:ln w="5420" cap="flat">
              <a:solidFill>
                <a:srgbClr val="3A5A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1965847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E9C">
                <a:alpha val="100000"/>
              </a:srgbClr>
            </a:solidFill>
            <a:ln w="5420" cap="flat">
              <a:solidFill>
                <a:srgbClr val="395E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1974554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1983261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1991968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2000676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2018090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2026797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2035504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2044211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2052919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2061626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2070333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2079040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2087747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2096455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2105162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2113869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2122576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2131283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2139990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2148698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2157405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2444742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2584057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2592764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2601471" y="25153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2610178" y="25153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2618885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2627592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2636300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2758200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2766907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2775614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2784322" y="25153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2793029" y="25153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1652388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1661096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1669803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1678510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1687217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1695924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1704631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1713339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1722046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1730753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1887482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1896189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1948432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894">
                <a:alpha val="100000"/>
              </a:srgbClr>
            </a:solidFill>
            <a:ln w="5420" cap="flat">
              <a:solidFill>
                <a:srgbClr val="3A58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1957140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5B99">
                <a:alpha val="100000"/>
              </a:srgbClr>
            </a:solidFill>
            <a:ln w="5420" cap="flat">
              <a:solidFill>
                <a:srgbClr val="3A5B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1965847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1974554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1983261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1991968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2000676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2009383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2018090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2026797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2035504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2044211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2052919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2061626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2070333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2079040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2087747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2096455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2105162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2113869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2122576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2131283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2139990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2148698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2157405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2166112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2592764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2601471" y="25260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2610178" y="25260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2618885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2627592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2636300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2645007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2766907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2775614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2784322" y="25260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2793029" y="25260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2801736" y="25260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1652388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1661096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1669803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1678510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1687217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1695924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1704631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1713339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1957140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5D9C">
                <a:alpha val="100000"/>
              </a:srgbClr>
            </a:solidFill>
            <a:ln w="5420" cap="flat">
              <a:solidFill>
                <a:srgbClr val="395D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1965847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1974554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1983261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1991968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2000676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2009383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2018090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2026797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2035504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2044211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2052919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2061626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2070333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2079040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2087747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2096455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2105162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2113869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2122576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2131283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2139990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2148698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2157405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2166112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2601471" y="25367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2610178" y="25367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2618885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2627592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2636300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2645007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2653714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2766907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2775614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2784322" y="25367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2793029" y="25367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2801736" y="25367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1643681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1652388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1661096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1669803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1678510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1687217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1965847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1974554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1983261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1991968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000676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009383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018090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026797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035504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2044211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2052919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2061626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2070333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2079040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2087747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2096455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2105162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2113869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2122576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2131283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2139990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2148698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2157405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2166112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2610178" y="25474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2618885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2627592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2636300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2645007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2653714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2662421" y="25474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2775614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2784322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2793029" y="25474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2801736" y="25474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2810443" y="25474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1626267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1634974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1643681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1652388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1661096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1669803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1678510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1983261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1991968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2000676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2009383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2018090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2026797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2035504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2044211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2052919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2061626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2070333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2079040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2105162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2113869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2122576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2131283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2139990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2148698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2157405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2166112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2627592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2636300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2645007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2653714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2662421" y="2558188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2671128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2775614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2784322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2793029" y="2558188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2801736" y="2558188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2810443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2819150" y="2558188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1539195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1547902" y="25688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1556609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1565317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1574024" y="25688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1582731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1608852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1617560" y="25688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1626267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1634974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1643681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1652388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1661096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1669803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2052919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2061626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9F">
                <a:alpha val="100000"/>
              </a:srgbClr>
            </a:solidFill>
            <a:ln w="5420" cap="flat">
              <a:solidFill>
                <a:srgbClr val="3A6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2113869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2122576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2131283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2139990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2148698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2157405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2636300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2645007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2653714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2662421" y="25688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2671128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2784322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2793029" y="25688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2801736" y="25688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2810443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2819150" y="25688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1530488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1539195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1547902" y="25795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1556609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1565317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1574024" y="25795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1582731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1591438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1600145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1608852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1617560" y="25795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1626267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1634974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1643681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1652388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1661096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2113869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2122576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2131283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2139990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2636300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2645007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2653714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2662421" y="25795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2671128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2784322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2793029" y="25795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2801736" y="25795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2810443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2819150" y="25795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2827858" y="25795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1530488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1539195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1547902" y="25902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1556609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1565317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1574024" y="25902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1582731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h3196"/>
            <p:cNvSpPr/>
            <p:nvPr/>
          </p:nvSpPr>
          <p:spPr>
            <a:xfrm>
              <a:off x="1591438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h3197"/>
            <p:cNvSpPr/>
            <p:nvPr/>
          </p:nvSpPr>
          <p:spPr>
            <a:xfrm>
              <a:off x="1600145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ph3198"/>
            <p:cNvSpPr/>
            <p:nvPr/>
          </p:nvSpPr>
          <p:spPr>
            <a:xfrm>
              <a:off x="1608852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9" name="ph3199"/>
            <p:cNvSpPr/>
            <p:nvPr/>
          </p:nvSpPr>
          <p:spPr>
            <a:xfrm>
              <a:off x="1617560" y="25902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ph3200"/>
            <p:cNvSpPr/>
            <p:nvPr/>
          </p:nvSpPr>
          <p:spPr>
            <a:xfrm>
              <a:off x="1626267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ph3201"/>
            <p:cNvSpPr/>
            <p:nvPr/>
          </p:nvSpPr>
          <p:spPr>
            <a:xfrm>
              <a:off x="1634974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ph3202"/>
            <p:cNvSpPr/>
            <p:nvPr/>
          </p:nvSpPr>
          <p:spPr>
            <a:xfrm>
              <a:off x="1643681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ph3203"/>
            <p:cNvSpPr/>
            <p:nvPr/>
          </p:nvSpPr>
          <p:spPr>
            <a:xfrm>
              <a:off x="1652388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4" name="ph3204"/>
            <p:cNvSpPr/>
            <p:nvPr/>
          </p:nvSpPr>
          <p:spPr>
            <a:xfrm>
              <a:off x="2636300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5" name="ph3205"/>
            <p:cNvSpPr/>
            <p:nvPr/>
          </p:nvSpPr>
          <p:spPr>
            <a:xfrm>
              <a:off x="2645007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6" name="ph3206"/>
            <p:cNvSpPr/>
            <p:nvPr/>
          </p:nvSpPr>
          <p:spPr>
            <a:xfrm>
              <a:off x="2653714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7" name="ph3207"/>
            <p:cNvSpPr/>
            <p:nvPr/>
          </p:nvSpPr>
          <p:spPr>
            <a:xfrm>
              <a:off x="2662421" y="25902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8" name="ph3208"/>
            <p:cNvSpPr/>
            <p:nvPr/>
          </p:nvSpPr>
          <p:spPr>
            <a:xfrm>
              <a:off x="2671128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9" name="ph3209"/>
            <p:cNvSpPr/>
            <p:nvPr/>
          </p:nvSpPr>
          <p:spPr>
            <a:xfrm>
              <a:off x="2784322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0" name="ph3210"/>
            <p:cNvSpPr/>
            <p:nvPr/>
          </p:nvSpPr>
          <p:spPr>
            <a:xfrm>
              <a:off x="2793029" y="25902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1" name="ph3211"/>
            <p:cNvSpPr/>
            <p:nvPr/>
          </p:nvSpPr>
          <p:spPr>
            <a:xfrm>
              <a:off x="2801736" y="25902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2" name="ph3212"/>
            <p:cNvSpPr/>
            <p:nvPr/>
          </p:nvSpPr>
          <p:spPr>
            <a:xfrm>
              <a:off x="2810443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3" name="ph3213"/>
            <p:cNvSpPr/>
            <p:nvPr/>
          </p:nvSpPr>
          <p:spPr>
            <a:xfrm>
              <a:off x="2819150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4" name="ph3214"/>
            <p:cNvSpPr/>
            <p:nvPr/>
          </p:nvSpPr>
          <p:spPr>
            <a:xfrm>
              <a:off x="2827858" y="2590288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5" name="ph3215"/>
            <p:cNvSpPr/>
            <p:nvPr/>
          </p:nvSpPr>
          <p:spPr>
            <a:xfrm>
              <a:off x="2836565" y="2590288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6" name="ph3216"/>
            <p:cNvSpPr/>
            <p:nvPr/>
          </p:nvSpPr>
          <p:spPr>
            <a:xfrm>
              <a:off x="1521781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7" name="ph3217"/>
            <p:cNvSpPr/>
            <p:nvPr/>
          </p:nvSpPr>
          <p:spPr>
            <a:xfrm>
              <a:off x="1530488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8" name="ph3218"/>
            <p:cNvSpPr/>
            <p:nvPr/>
          </p:nvSpPr>
          <p:spPr>
            <a:xfrm>
              <a:off x="1539195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9" name="ph3219"/>
            <p:cNvSpPr/>
            <p:nvPr/>
          </p:nvSpPr>
          <p:spPr>
            <a:xfrm>
              <a:off x="1547902" y="26009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0" name="ph3220"/>
            <p:cNvSpPr/>
            <p:nvPr/>
          </p:nvSpPr>
          <p:spPr>
            <a:xfrm>
              <a:off x="1556609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3A1">
                <a:alpha val="100000"/>
              </a:srgbClr>
            </a:solidFill>
            <a:ln w="5420" cap="flat">
              <a:solidFill>
                <a:srgbClr val="3B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1" name="ph3221"/>
            <p:cNvSpPr/>
            <p:nvPr/>
          </p:nvSpPr>
          <p:spPr>
            <a:xfrm>
              <a:off x="1565317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2" name="ph3222"/>
            <p:cNvSpPr/>
            <p:nvPr/>
          </p:nvSpPr>
          <p:spPr>
            <a:xfrm>
              <a:off x="1574024" y="26009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3" name="ph3223"/>
            <p:cNvSpPr/>
            <p:nvPr/>
          </p:nvSpPr>
          <p:spPr>
            <a:xfrm>
              <a:off x="1582731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4" name="ph3224"/>
            <p:cNvSpPr/>
            <p:nvPr/>
          </p:nvSpPr>
          <p:spPr>
            <a:xfrm>
              <a:off x="1591438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5" name="ph3225"/>
            <p:cNvSpPr/>
            <p:nvPr/>
          </p:nvSpPr>
          <p:spPr>
            <a:xfrm>
              <a:off x="1600145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6" name="ph3226"/>
            <p:cNvSpPr/>
            <p:nvPr/>
          </p:nvSpPr>
          <p:spPr>
            <a:xfrm>
              <a:off x="1608852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7" name="ph3227"/>
            <p:cNvSpPr/>
            <p:nvPr/>
          </p:nvSpPr>
          <p:spPr>
            <a:xfrm>
              <a:off x="1617560" y="26009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8" name="ph3228"/>
            <p:cNvSpPr/>
            <p:nvPr/>
          </p:nvSpPr>
          <p:spPr>
            <a:xfrm>
              <a:off x="1626267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9" name="ph3229"/>
            <p:cNvSpPr/>
            <p:nvPr/>
          </p:nvSpPr>
          <p:spPr>
            <a:xfrm>
              <a:off x="1634974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0" name="ph3230"/>
            <p:cNvSpPr/>
            <p:nvPr/>
          </p:nvSpPr>
          <p:spPr>
            <a:xfrm>
              <a:off x="2636300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1" name="ph3231"/>
            <p:cNvSpPr/>
            <p:nvPr/>
          </p:nvSpPr>
          <p:spPr>
            <a:xfrm>
              <a:off x="2645007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2" name="ph3232"/>
            <p:cNvSpPr/>
            <p:nvPr/>
          </p:nvSpPr>
          <p:spPr>
            <a:xfrm>
              <a:off x="2653714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3" name="ph3233"/>
            <p:cNvSpPr/>
            <p:nvPr/>
          </p:nvSpPr>
          <p:spPr>
            <a:xfrm>
              <a:off x="2662421" y="26009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4" name="ph3234"/>
            <p:cNvSpPr/>
            <p:nvPr/>
          </p:nvSpPr>
          <p:spPr>
            <a:xfrm>
              <a:off x="2671128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5" name="ph3235"/>
            <p:cNvSpPr/>
            <p:nvPr/>
          </p:nvSpPr>
          <p:spPr>
            <a:xfrm>
              <a:off x="2784322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2793029" y="26009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2801736" y="26009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2810443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2819150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2827858" y="26009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2836565" y="26009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1521781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1530488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1539195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1547902" y="26116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1556609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1565317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1574024" y="26116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1582731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1591438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1600145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1608852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1617560" y="26116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4A1">
                <a:alpha val="100000"/>
              </a:srgbClr>
            </a:solidFill>
            <a:ln w="5420" cap="flat">
              <a:solidFill>
                <a:srgbClr val="3A74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2636300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2645007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2653714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2662421" y="26116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2671128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2793029" y="26116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2801736" y="26116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2810443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2819150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2827858" y="26116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2836565" y="26116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1495659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1504366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1513074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1521781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1530488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1539195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1547902" y="26223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1556609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1565317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1574024" y="26223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1582731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1591438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1600145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3A1">
                <a:alpha val="100000"/>
              </a:srgbClr>
            </a:solidFill>
            <a:ln w="5420" cap="flat">
              <a:solidFill>
                <a:srgbClr val="3A73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2636300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2645007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2653714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2662421" y="26223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2671128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2793029" y="26223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2801736" y="26223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2810443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2819150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2827858" y="26223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2836565" y="26223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1495659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1504366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1513074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1521781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1530488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E">
                <a:alpha val="100000"/>
              </a:srgbClr>
            </a:solidFill>
            <a:ln w="5420" cap="flat">
              <a:solidFill>
                <a:srgbClr val="3A63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1539195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1547902" y="26330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1556609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1565317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2627592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2636300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2645007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2653714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2662421" y="26330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2793029" y="26330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2801736" y="26330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2810443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2819150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2827858" y="26330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2836565" y="26330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1486952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1495659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1504366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1513074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1521781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1530488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1539195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1547902" y="26437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2627592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2636300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2645007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2653714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2662421" y="26437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2671128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2679836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2801736" y="26437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2810443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2819150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2827858" y="26437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2836565" y="26437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1478245" y="26544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1486952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1495659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1504366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1513074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09D">
                <a:alpha val="100000"/>
              </a:srgbClr>
            </a:solidFill>
            <a:ln w="5420" cap="flat">
              <a:solidFill>
                <a:srgbClr val="3960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1521781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1530488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1539195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2627592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2636300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2645007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2653714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2662421" y="26544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2671128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2679836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2688543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2801736" y="26544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2810443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2819150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2827858" y="26544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2836565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2845272" y="26544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1469538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1478245" y="26651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1486952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1495659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1504366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9619D">
                <a:alpha val="100000"/>
              </a:srgbClr>
            </a:solidFill>
            <a:ln w="5420" cap="flat">
              <a:solidFill>
                <a:srgbClr val="39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1513074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19D">
                <a:alpha val="100000"/>
              </a:srgbClr>
            </a:solidFill>
            <a:ln w="5420" cap="flat">
              <a:solidFill>
                <a:srgbClr val="3A61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1521781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1530488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2627592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5A2">
                <a:alpha val="100000"/>
              </a:srgbClr>
            </a:solidFill>
            <a:ln w="5420" cap="flat">
              <a:solidFill>
                <a:srgbClr val="3A75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2636300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2645007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2653714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2662421" y="26651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2671128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2679836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2688543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2810443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2819150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2827858" y="2665187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2836565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2845272" y="2665187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1469538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1478245" y="26758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1486952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1495659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1504366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1513074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29D">
                <a:alpha val="100000"/>
              </a:srgbClr>
            </a:solidFill>
            <a:ln w="5420" cap="flat">
              <a:solidFill>
                <a:srgbClr val="3A62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1521781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2627592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2636300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2645007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2653714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2662421" y="26758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2671128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2679836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2688543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2810443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2819150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2827858" y="2675887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2836565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2845272" y="2675887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1452123" y="26865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1460830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1478245" y="26865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1486952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1495659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1504366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1513074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39D">
                <a:alpha val="100000"/>
              </a:srgbClr>
            </a:solidFill>
            <a:ln w="5420" cap="flat">
              <a:solidFill>
                <a:srgbClr val="3A63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2627592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2636300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2645007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2653714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2662421" y="26865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2671128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2679836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2688543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2810443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2819150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2827858" y="26865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2836565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2845272" y="26865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1443416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1452123" y="26972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1460830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1469538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1478245" y="26972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1486952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1495659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1504366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1513074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49E">
                <a:alpha val="100000"/>
              </a:srgbClr>
            </a:solidFill>
            <a:ln w="5420" cap="flat">
              <a:solidFill>
                <a:srgbClr val="3A64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2636300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2645007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2653714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2662421" y="26972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2671128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2679836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2819150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2827858" y="26972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2836565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2845272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2853979" y="26972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1443416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1452123" y="27079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1460830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1469538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69E">
                <a:alpha val="100000"/>
              </a:srgbClr>
            </a:solidFill>
            <a:ln w="5420" cap="flat">
              <a:solidFill>
                <a:srgbClr val="3A66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1478245" y="27079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1486952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1495659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1504366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59E">
                <a:alpha val="100000"/>
              </a:srgbClr>
            </a:solidFill>
            <a:ln w="5420" cap="flat">
              <a:solidFill>
                <a:srgbClr val="3A6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2636300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6A2">
                <a:alpha val="100000"/>
              </a:srgbClr>
            </a:solidFill>
            <a:ln w="5420" cap="flat">
              <a:solidFill>
                <a:srgbClr val="3A7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2645007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2653714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2662421" y="27079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2671128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2819150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2827858" y="27079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2836565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2845272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2853979" y="27079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1443416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1452123" y="27186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1460830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1469538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1478245" y="27186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1486952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1495659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1504366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79E">
                <a:alpha val="100000"/>
              </a:srgbClr>
            </a:solidFill>
            <a:ln w="5420" cap="flat">
              <a:solidFill>
                <a:srgbClr val="3A67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2636300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2645007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2653714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2662421" y="27186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2671128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2679836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2827858" y="27186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2836565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2845272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2853979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2862686" y="27186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1452123" y="27293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1460830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1469538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1478245" y="27293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1486952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1495659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2645007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2653714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7A2">
                <a:alpha val="100000"/>
              </a:srgbClr>
            </a:solidFill>
            <a:ln w="5420" cap="flat">
              <a:solidFill>
                <a:srgbClr val="3A77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2662421" y="27293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2671128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2679836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2827858" y="27293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2836565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2845272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2853979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2862686" y="27293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2871393" y="27293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1452123" y="27400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1460830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1469538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1478245" y="27400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1486952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1495659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89F">
                <a:alpha val="100000"/>
              </a:srgbClr>
            </a:solidFill>
            <a:ln w="5420" cap="flat">
              <a:solidFill>
                <a:srgbClr val="3A68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2653714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2662421" y="27400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2671128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2679836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2688543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2697250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2705957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2714664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2836565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2845272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2853979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2862686" y="2740086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2871393" y="2740086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1460830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1469538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1478245" y="27507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1486952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1495659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99F">
                <a:alpha val="100000"/>
              </a:srgbClr>
            </a:solidFill>
            <a:ln w="5420" cap="flat">
              <a:solidFill>
                <a:srgbClr val="3A69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2653714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2662421" y="27507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2671128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2679836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2688543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2697250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2705957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2714664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2723371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2836565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2845272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2853979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2862686" y="2750786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2871393" y="2750786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1460830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1469538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1478245" y="27614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1486952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1495659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2662421" y="27614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2671128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2679836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2688543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2697250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2705957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2714664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2723371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2845272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2853979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2862686" y="27614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2871393" y="27614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2880101" y="27614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1460830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1469538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1478245" y="27721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1486952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1495659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A9F">
                <a:alpha val="100000"/>
              </a:srgbClr>
            </a:solidFill>
            <a:ln w="5420" cap="flat">
              <a:solidFill>
                <a:srgbClr val="3A6A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2671128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8A2">
                <a:alpha val="100000"/>
              </a:srgbClr>
            </a:solidFill>
            <a:ln w="5420" cap="flat">
              <a:solidFill>
                <a:srgbClr val="3A78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2679836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2688543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2697250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2705957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2714664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2723371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2732079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2845272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2853979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2862686" y="27721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2871393" y="27721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2880101" y="27721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1469538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1478245" y="2782885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1486952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1495659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2679836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2">
                <a:alpha val="100000"/>
              </a:srgbClr>
            </a:solidFill>
            <a:ln w="5420" cap="flat">
              <a:solidFill>
                <a:srgbClr val="3A79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2688543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2697250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2705957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2714664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2723371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2732079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2740786" y="2782885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2845272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2853979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2862686" y="27828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2871393" y="2782885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2880101" y="2782885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1469538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1478245" y="27935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1486952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1495659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B9F">
                <a:alpha val="100000"/>
              </a:srgbClr>
            </a:solidFill>
            <a:ln w="5420" cap="flat">
              <a:solidFill>
                <a:srgbClr val="3A6B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2688543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2697250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2705957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2714664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2723371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2732079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2845272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2853979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2862686" y="27935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2871393" y="27935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2880101" y="27935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1469538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1478245" y="2804285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1486952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1495659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1504366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2688543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2697250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9A3">
                <a:alpha val="100000"/>
              </a:srgbClr>
            </a:solidFill>
            <a:ln w="5420" cap="flat">
              <a:solidFill>
                <a:srgbClr val="3A79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2705957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2714664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2723371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2732079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2845272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2853979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2862686" y="2804285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2871393" y="2804285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2880101" y="2804285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1469538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1478245" y="28149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1486952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1495659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1504366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CA0">
                <a:alpha val="100000"/>
              </a:srgbClr>
            </a:solidFill>
            <a:ln w="5420" cap="flat">
              <a:solidFill>
                <a:srgbClr val="3A6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2697250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2705957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2714664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2723371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2732079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2845272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2853979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2862686" y="28149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2871393" y="28149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1478245" y="28256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1486952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1495659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1504366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1513074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2705957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2714664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2723371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2732079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2740786" y="28256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2845272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2853979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2862686" y="28256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2871393" y="28256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1478245" y="28363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1486952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1495659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1504366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DA0">
                <a:alpha val="100000"/>
              </a:srgbClr>
            </a:solidFill>
            <a:ln w="5420" cap="flat">
              <a:solidFill>
                <a:srgbClr val="3A6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1513074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1521781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2705957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2714664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2723371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2732079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2740786" y="28363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2845272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2853979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2862686" y="2836385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2871393" y="2836385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1486952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1495659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1504366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1513074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1521781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2705957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2714664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AA3">
                <a:alpha val="100000"/>
              </a:srgbClr>
            </a:solidFill>
            <a:ln w="5420" cap="flat">
              <a:solidFill>
                <a:srgbClr val="3A7A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2723371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2732079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2740786" y="28470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2749493" y="28470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2758200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2766907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2845272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2853979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2862686" y="28470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2871393" y="28470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1495659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1504366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1513074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1521781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2714664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2723371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2732079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2740786" y="28577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2749493" y="28577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2758200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2766907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2775614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2836565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2845272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2853979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2862686" y="28577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2871393" y="28577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1495659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1504366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1513074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1521781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EA0">
                <a:alpha val="100000"/>
              </a:srgbClr>
            </a:solidFill>
            <a:ln w="5420" cap="flat">
              <a:solidFill>
                <a:srgbClr val="3A6E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2723371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2732079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2740786" y="28684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2749493" y="28684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2758200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2766907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2775614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2836565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2845272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2853979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2862686" y="28684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2871393" y="28684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1486952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1495659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1504366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1513074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1521781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2732079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2740786" y="2879184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2749493" y="2879184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2758200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2766907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2775614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2784322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2827858" y="2879184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2836565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2845272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2853979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2862686" y="28791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2871393" y="2879184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1486952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1495659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1504366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1513074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1521781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2749493" y="28898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BA3">
                <a:alpha val="100000"/>
              </a:srgbClr>
            </a:solidFill>
            <a:ln w="5420" cap="flat">
              <a:solidFill>
                <a:srgbClr val="3A7B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2758200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2766907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2775614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2784322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2827858" y="28898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2836565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2845272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2853979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2862686" y="28898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1478245" y="2900584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1486952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1495659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1504366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1513074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2758200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2766907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2775614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2784322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2793029" y="2900584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2801736" y="2900584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2819150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2827858" y="2900584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2836565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2845272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2853979" y="2900584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1469538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1478245" y="29112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1486952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1495659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6FA0">
                <a:alpha val="100000"/>
              </a:srgbClr>
            </a:solidFill>
            <a:ln w="5420" cap="flat">
              <a:solidFill>
                <a:srgbClr val="3A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1504366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1513074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6FA0">
                <a:alpha val="100000"/>
              </a:srgbClr>
            </a:solidFill>
            <a:ln w="5420" cap="flat">
              <a:solidFill>
                <a:srgbClr val="3B6F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2758200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2766907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2775614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2784322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2793029" y="29112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2801736" y="29112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2810443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2819150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2827858" y="29112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2836565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2845272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2853979" y="29112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1469538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1478245" y="29219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1486952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1495659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1504366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2758200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2766907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2775614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2784322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2793029" y="29219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2801736" y="29219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2810443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2819150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2827858" y="2921984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2836565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2845272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2853979" y="2921984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1469538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1478245" y="29326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1486952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1495659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1504366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0">
                <a:alpha val="100000"/>
              </a:srgbClr>
            </a:solidFill>
            <a:ln w="5420" cap="flat">
              <a:solidFill>
                <a:srgbClr val="3B70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2758200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2766907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2775614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2784322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2793029" y="29326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2801736" y="29326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2810443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2819150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2827858" y="29326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2836565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2845272" y="29326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1460830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1469538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1478245" y="29433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1486952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1495659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2766907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2775614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2784322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2793029" y="29433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2801736" y="29433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2810443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2819150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2827858" y="29433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4">
                <a:alpha val="100000"/>
              </a:srgbClr>
            </a:solidFill>
            <a:ln w="5420" cap="flat">
              <a:solidFill>
                <a:srgbClr val="3A7D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2836565" y="29433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EA4">
                <a:alpha val="100000"/>
              </a:srgbClr>
            </a:solidFill>
            <a:ln w="5420" cap="flat">
              <a:solidFill>
                <a:srgbClr val="3A7E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1460830" y="29540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1469538" y="29540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1478245" y="2954083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1486952" y="29540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1495659" y="29540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2775614" y="29540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CA3">
                <a:alpha val="100000"/>
              </a:srgbClr>
            </a:solidFill>
            <a:ln w="5420" cap="flat">
              <a:solidFill>
                <a:srgbClr val="3A7C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2784322" y="29540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2793029" y="2954083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2801736" y="2954083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2810443" y="29540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A7DA3">
                <a:alpha val="100000"/>
              </a:srgbClr>
            </a:solidFill>
            <a:ln w="5420" cap="flat">
              <a:solidFill>
                <a:srgbClr val="3A7D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1460830" y="29647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1469538" y="29647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1478245" y="29647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1486952" y="29647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1495659" y="29647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0A1">
                <a:alpha val="100000"/>
              </a:srgbClr>
            </a:solidFill>
            <a:ln w="5420" cap="flat">
              <a:solidFill>
                <a:srgbClr val="3B70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1460830" y="29754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1469538" y="29754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1478245" y="2975483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1486952" y="2975483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1452123" y="29861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1460830" y="29861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1469538" y="29861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1478245" y="29861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1486952" y="29861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1452123" y="29968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1460830" y="29968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1469538" y="29968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1478245" y="2996883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1486952" y="2996883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1452123" y="300758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1460830" y="30075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1469538" y="30075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1478245" y="300758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1486952" y="30075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1452123" y="301828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1460830" y="30182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1469538" y="30182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1478245" y="301828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1452123" y="302898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1460830" y="30289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1469538" y="30289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1478245" y="302898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1A1">
                <a:alpha val="100000"/>
              </a:srgbClr>
            </a:solidFill>
            <a:ln w="5420" cap="flat">
              <a:solidFill>
                <a:srgbClr val="3B71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1452123" y="303968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1460830" y="30396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1469538" y="30396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1478245" y="303968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1452123" y="3050382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1460830" y="305038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1469538" y="3050382"/>
              <a:ext cx="923107" cy="925099"/>
            </a:xfrm>
            <a:custGeom>
              <a:avLst/>
              <a:pathLst>
                <a:path w="923107" h="925099">
                  <a:moveTo>
                    <a:pt x="914400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1478245" y="3050382"/>
              <a:ext cx="923107" cy="925099"/>
            </a:xfrm>
            <a:custGeom>
              <a:avLst/>
              <a:pathLst>
                <a:path w="923107" h="925099">
                  <a:moveTo>
                    <a:pt x="914399" y="914399"/>
                  </a:moveTo>
                  <a:lnTo>
                    <a:pt x="923107" y="914399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1452123" y="3061082"/>
              <a:ext cx="923107" cy="925099"/>
            </a:xfrm>
            <a:custGeom>
              <a:avLst/>
              <a:pathLst>
                <a:path w="923107" h="925099">
                  <a:moveTo>
                    <a:pt x="914399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399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1460830" y="30610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1469538" y="3061082"/>
              <a:ext cx="923107" cy="925099"/>
            </a:xfrm>
            <a:custGeom>
              <a:avLst/>
              <a:pathLst>
                <a:path w="923107" h="925099">
                  <a:moveTo>
                    <a:pt x="914400" y="914400"/>
                  </a:moveTo>
                  <a:lnTo>
                    <a:pt x="923107" y="914400"/>
                  </a:lnTo>
                  <a:lnTo>
                    <a:pt x="923107" y="925099"/>
                  </a:lnTo>
                  <a:lnTo>
                    <a:pt x="914400" y="925099"/>
                  </a:lnTo>
                  <a:close/>
                </a:path>
              </a:pathLst>
            </a:custGeom>
            <a:solidFill>
              <a:srgbClr val="3B72A1">
                <a:alpha val="100000"/>
              </a:srgbClr>
            </a:solidFill>
            <a:ln w="5420" cap="flat">
              <a:solidFill>
                <a:srgbClr val="3B72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2042530" y="1005441"/>
              <a:ext cx="2772571" cy="2848000"/>
            </a:xfrm>
            <a:custGeom>
              <a:avLst/>
              <a:pathLst>
                <a:path w="2772571" h="2848000">
                  <a:moveTo>
                    <a:pt x="2164714" y="914400"/>
                  </a:moveTo>
                  <a:lnTo>
                    <a:pt x="2183154" y="914371"/>
                  </a:lnTo>
                  <a:lnTo>
                    <a:pt x="2216104" y="914323"/>
                  </a:lnTo>
                  <a:lnTo>
                    <a:pt x="2249055" y="914276"/>
                  </a:lnTo>
                  <a:lnTo>
                    <a:pt x="2282006" y="914233"/>
                  </a:lnTo>
                  <a:lnTo>
                    <a:pt x="2314957" y="914186"/>
                  </a:lnTo>
                  <a:lnTo>
                    <a:pt x="2347911" y="914138"/>
                  </a:lnTo>
                  <a:lnTo>
                    <a:pt x="2380862" y="914091"/>
                  </a:lnTo>
                  <a:lnTo>
                    <a:pt x="2413813" y="914043"/>
                  </a:lnTo>
                  <a:lnTo>
                    <a:pt x="2421612" y="895284"/>
                  </a:lnTo>
                  <a:lnTo>
                    <a:pt x="2428877" y="886551"/>
                  </a:lnTo>
                  <a:lnTo>
                    <a:pt x="2438829" y="889445"/>
                  </a:lnTo>
                  <a:lnTo>
                    <a:pt x="2444130" y="889203"/>
                  </a:lnTo>
                  <a:lnTo>
                    <a:pt x="2450023" y="884698"/>
                  </a:lnTo>
                  <a:lnTo>
                    <a:pt x="2454802" y="881961"/>
                  </a:lnTo>
                  <a:lnTo>
                    <a:pt x="2457949" y="882365"/>
                  </a:lnTo>
                  <a:lnTo>
                    <a:pt x="2460637" y="886490"/>
                  </a:lnTo>
                  <a:lnTo>
                    <a:pt x="2462872" y="889241"/>
                  </a:lnTo>
                  <a:lnTo>
                    <a:pt x="2465481" y="888438"/>
                  </a:lnTo>
                  <a:lnTo>
                    <a:pt x="2467716" y="884546"/>
                  </a:lnTo>
                  <a:lnTo>
                    <a:pt x="2467639" y="879149"/>
                  </a:lnTo>
                  <a:lnTo>
                    <a:pt x="2470697" y="875390"/>
                  </a:lnTo>
                  <a:lnTo>
                    <a:pt x="2474328" y="874815"/>
                  </a:lnTo>
                  <a:lnTo>
                    <a:pt x="2477684" y="874934"/>
                  </a:lnTo>
                  <a:lnTo>
                    <a:pt x="2479358" y="873100"/>
                  </a:lnTo>
                  <a:lnTo>
                    <a:pt x="2479173" y="870468"/>
                  </a:lnTo>
                  <a:lnTo>
                    <a:pt x="2477963" y="866229"/>
                  </a:lnTo>
                  <a:lnTo>
                    <a:pt x="2478373" y="861126"/>
                  </a:lnTo>
                  <a:lnTo>
                    <a:pt x="2486755" y="852113"/>
                  </a:lnTo>
                  <a:lnTo>
                    <a:pt x="2497032" y="845998"/>
                  </a:lnTo>
                  <a:lnTo>
                    <a:pt x="2500636" y="842943"/>
                  </a:lnTo>
                  <a:lnTo>
                    <a:pt x="2501684" y="836747"/>
                  </a:lnTo>
                  <a:lnTo>
                    <a:pt x="2507577" y="830309"/>
                  </a:lnTo>
                  <a:lnTo>
                    <a:pt x="2510523" y="826607"/>
                  </a:lnTo>
                  <a:lnTo>
                    <a:pt x="2511242" y="823391"/>
                  </a:lnTo>
                  <a:lnTo>
                    <a:pt x="2509715" y="819433"/>
                  </a:lnTo>
                  <a:lnTo>
                    <a:pt x="2509869" y="811887"/>
                  </a:lnTo>
                  <a:lnTo>
                    <a:pt x="2511895" y="802874"/>
                  </a:lnTo>
                  <a:lnTo>
                    <a:pt x="2514320" y="793057"/>
                  </a:lnTo>
                  <a:lnTo>
                    <a:pt x="2519752" y="784206"/>
                  </a:lnTo>
                  <a:lnTo>
                    <a:pt x="2528661" y="774551"/>
                  </a:lnTo>
                  <a:lnTo>
                    <a:pt x="2530954" y="761864"/>
                  </a:lnTo>
                  <a:lnTo>
                    <a:pt x="2533370" y="748484"/>
                  </a:lnTo>
                  <a:lnTo>
                    <a:pt x="2544139" y="735446"/>
                  </a:lnTo>
                  <a:lnTo>
                    <a:pt x="2556349" y="720660"/>
                  </a:lnTo>
                  <a:lnTo>
                    <a:pt x="2560779" y="715295"/>
                  </a:lnTo>
                  <a:lnTo>
                    <a:pt x="2707725" y="715295"/>
                  </a:lnTo>
                  <a:lnTo>
                    <a:pt x="2707968" y="726414"/>
                  </a:lnTo>
                  <a:lnTo>
                    <a:pt x="2708165" y="741580"/>
                  </a:lnTo>
                  <a:lnTo>
                    <a:pt x="2708374" y="757564"/>
                  </a:lnTo>
                  <a:lnTo>
                    <a:pt x="2708525" y="768972"/>
                  </a:lnTo>
                  <a:lnTo>
                    <a:pt x="2708784" y="784638"/>
                  </a:lnTo>
                  <a:lnTo>
                    <a:pt x="2708989" y="797101"/>
                  </a:lnTo>
                  <a:lnTo>
                    <a:pt x="2709263" y="813370"/>
                  </a:lnTo>
                  <a:lnTo>
                    <a:pt x="2709407" y="822065"/>
                  </a:lnTo>
                  <a:lnTo>
                    <a:pt x="2710802" y="824574"/>
                  </a:lnTo>
                  <a:lnTo>
                    <a:pt x="2709963" y="827999"/>
                  </a:lnTo>
                  <a:lnTo>
                    <a:pt x="2709596" y="829715"/>
                  </a:lnTo>
                  <a:lnTo>
                    <a:pt x="2709685" y="831078"/>
                  </a:lnTo>
                  <a:lnTo>
                    <a:pt x="2710242" y="832794"/>
                  </a:lnTo>
                  <a:lnTo>
                    <a:pt x="2710149" y="835193"/>
                  </a:lnTo>
                  <a:lnTo>
                    <a:pt x="2708850" y="837365"/>
                  </a:lnTo>
                  <a:lnTo>
                    <a:pt x="2708200" y="839873"/>
                  </a:lnTo>
                  <a:lnTo>
                    <a:pt x="2708015" y="843983"/>
                  </a:lnTo>
                  <a:lnTo>
                    <a:pt x="2709407" y="846497"/>
                  </a:lnTo>
                  <a:lnTo>
                    <a:pt x="2711730" y="847979"/>
                  </a:lnTo>
                  <a:lnTo>
                    <a:pt x="2713683" y="847979"/>
                  </a:lnTo>
                  <a:lnTo>
                    <a:pt x="2716192" y="849466"/>
                  </a:lnTo>
                  <a:lnTo>
                    <a:pt x="2719444" y="852094"/>
                  </a:lnTo>
                  <a:lnTo>
                    <a:pt x="2724366" y="854375"/>
                  </a:lnTo>
                  <a:lnTo>
                    <a:pt x="2729478" y="855173"/>
                  </a:lnTo>
                  <a:lnTo>
                    <a:pt x="2733008" y="854603"/>
                  </a:lnTo>
                  <a:lnTo>
                    <a:pt x="2737281" y="856090"/>
                  </a:lnTo>
                  <a:lnTo>
                    <a:pt x="2738769" y="859744"/>
                  </a:lnTo>
                  <a:lnTo>
                    <a:pt x="2737934" y="863165"/>
                  </a:lnTo>
                  <a:lnTo>
                    <a:pt x="2735517" y="864766"/>
                  </a:lnTo>
                  <a:lnTo>
                    <a:pt x="2732915" y="866025"/>
                  </a:lnTo>
                  <a:lnTo>
                    <a:pt x="2732451" y="868648"/>
                  </a:lnTo>
                  <a:lnTo>
                    <a:pt x="2733750" y="871390"/>
                  </a:lnTo>
                  <a:lnTo>
                    <a:pt x="2735610" y="873789"/>
                  </a:lnTo>
                  <a:lnTo>
                    <a:pt x="2737656" y="878004"/>
                  </a:lnTo>
                  <a:lnTo>
                    <a:pt x="2736817" y="881657"/>
                  </a:lnTo>
                  <a:lnTo>
                    <a:pt x="2734961" y="884741"/>
                  </a:lnTo>
                  <a:lnTo>
                    <a:pt x="2734122" y="887934"/>
                  </a:lnTo>
                  <a:lnTo>
                    <a:pt x="2735703" y="890680"/>
                  </a:lnTo>
                  <a:lnTo>
                    <a:pt x="2739883" y="894329"/>
                  </a:lnTo>
                  <a:lnTo>
                    <a:pt x="2742485" y="897869"/>
                  </a:lnTo>
                  <a:lnTo>
                    <a:pt x="2746576" y="899813"/>
                  </a:lnTo>
                  <a:lnTo>
                    <a:pt x="2748524" y="898439"/>
                  </a:lnTo>
                  <a:lnTo>
                    <a:pt x="2750106" y="896610"/>
                  </a:lnTo>
                  <a:lnTo>
                    <a:pt x="2751776" y="895242"/>
                  </a:lnTo>
                  <a:lnTo>
                    <a:pt x="2754657" y="896045"/>
                  </a:lnTo>
                  <a:lnTo>
                    <a:pt x="2758001" y="897071"/>
                  </a:lnTo>
                  <a:lnTo>
                    <a:pt x="2761655" y="898292"/>
                  </a:lnTo>
                  <a:lnTo>
                    <a:pt x="2761218" y="901252"/>
                  </a:lnTo>
                  <a:lnTo>
                    <a:pt x="2763445" y="906241"/>
                  </a:lnTo>
                  <a:lnTo>
                    <a:pt x="2765170" y="915834"/>
                  </a:lnTo>
                  <a:lnTo>
                    <a:pt x="2762521" y="920191"/>
                  </a:lnTo>
                  <a:lnTo>
                    <a:pt x="2763090" y="925964"/>
                  </a:lnTo>
                  <a:lnTo>
                    <a:pt x="2770432" y="927646"/>
                  </a:lnTo>
                  <a:lnTo>
                    <a:pt x="2772219" y="929414"/>
                  </a:lnTo>
                  <a:lnTo>
                    <a:pt x="2772571" y="931547"/>
                  </a:lnTo>
                  <a:lnTo>
                    <a:pt x="2756397" y="946348"/>
                  </a:lnTo>
                  <a:lnTo>
                    <a:pt x="2742713" y="944277"/>
                  </a:lnTo>
                  <a:lnTo>
                    <a:pt x="2735289" y="948201"/>
                  </a:lnTo>
                  <a:lnTo>
                    <a:pt x="2727514" y="949346"/>
                  </a:lnTo>
                  <a:lnTo>
                    <a:pt x="2724103" y="955960"/>
                  </a:lnTo>
                  <a:lnTo>
                    <a:pt x="2719835" y="957362"/>
                  </a:lnTo>
                  <a:lnTo>
                    <a:pt x="2713988" y="956963"/>
                  </a:lnTo>
                  <a:lnTo>
                    <a:pt x="2708946" y="955096"/>
                  </a:lnTo>
                  <a:lnTo>
                    <a:pt x="2705099" y="956013"/>
                  </a:lnTo>
                  <a:lnTo>
                    <a:pt x="2699717" y="967948"/>
                  </a:lnTo>
                  <a:lnTo>
                    <a:pt x="2695309" y="966908"/>
                  </a:lnTo>
                  <a:lnTo>
                    <a:pt x="2693554" y="971203"/>
                  </a:lnTo>
                  <a:lnTo>
                    <a:pt x="2691249" y="973080"/>
                  </a:lnTo>
                  <a:lnTo>
                    <a:pt x="2687870" y="974690"/>
                  </a:lnTo>
                  <a:lnTo>
                    <a:pt x="2684935" y="969388"/>
                  </a:lnTo>
                  <a:lnTo>
                    <a:pt x="2683068" y="964347"/>
                  </a:lnTo>
                  <a:lnTo>
                    <a:pt x="2680315" y="963239"/>
                  </a:lnTo>
                  <a:lnTo>
                    <a:pt x="2676657" y="961952"/>
                  </a:lnTo>
                  <a:lnTo>
                    <a:pt x="2672895" y="961995"/>
                  </a:lnTo>
                  <a:lnTo>
                    <a:pt x="2670385" y="962717"/>
                  </a:lnTo>
                  <a:lnTo>
                    <a:pt x="2667273" y="965976"/>
                  </a:lnTo>
                  <a:lnTo>
                    <a:pt x="2662761" y="968775"/>
                  </a:lnTo>
                  <a:lnTo>
                    <a:pt x="2659346" y="966442"/>
                  </a:lnTo>
                  <a:lnTo>
                    <a:pt x="2656675" y="962693"/>
                  </a:lnTo>
                  <a:lnTo>
                    <a:pt x="2654389" y="968723"/>
                  </a:lnTo>
                  <a:lnTo>
                    <a:pt x="2651064" y="975090"/>
                  </a:lnTo>
                  <a:lnTo>
                    <a:pt x="2651617" y="982516"/>
                  </a:lnTo>
                  <a:lnTo>
                    <a:pt x="2650186" y="986921"/>
                  </a:lnTo>
                  <a:lnTo>
                    <a:pt x="2647031" y="985733"/>
                  </a:lnTo>
                  <a:lnTo>
                    <a:pt x="2643892" y="981870"/>
                  </a:lnTo>
                  <a:lnTo>
                    <a:pt x="2635080" y="978781"/>
                  </a:lnTo>
                  <a:lnTo>
                    <a:pt x="2628062" y="979066"/>
                  </a:lnTo>
                  <a:lnTo>
                    <a:pt x="2629489" y="974942"/>
                  </a:lnTo>
                  <a:lnTo>
                    <a:pt x="2636124" y="969022"/>
                  </a:lnTo>
                  <a:lnTo>
                    <a:pt x="2634082" y="967863"/>
                  </a:lnTo>
                  <a:lnTo>
                    <a:pt x="2630827" y="968685"/>
                  </a:lnTo>
                  <a:lnTo>
                    <a:pt x="2629408" y="967863"/>
                  </a:lnTo>
                  <a:lnTo>
                    <a:pt x="2631735" y="962484"/>
                  </a:lnTo>
                  <a:lnTo>
                    <a:pt x="2631960" y="956549"/>
                  </a:lnTo>
                  <a:lnTo>
                    <a:pt x="2628990" y="958626"/>
                  </a:lnTo>
                  <a:lnTo>
                    <a:pt x="2625255" y="964888"/>
                  </a:lnTo>
                  <a:lnTo>
                    <a:pt x="2616219" y="969872"/>
                  </a:lnTo>
                  <a:lnTo>
                    <a:pt x="2616640" y="978216"/>
                  </a:lnTo>
                  <a:lnTo>
                    <a:pt x="2608134" y="995316"/>
                  </a:lnTo>
                  <a:lnTo>
                    <a:pt x="2607755" y="1002596"/>
                  </a:lnTo>
                  <a:lnTo>
                    <a:pt x="2602299" y="1008407"/>
                  </a:lnTo>
                  <a:lnTo>
                    <a:pt x="2595266" y="1013405"/>
                  </a:lnTo>
                  <a:lnTo>
                    <a:pt x="2585886" y="1011999"/>
                  </a:lnTo>
                  <a:lnTo>
                    <a:pt x="2578725" y="1016341"/>
                  </a:lnTo>
                  <a:lnTo>
                    <a:pt x="2575090" y="1021326"/>
                  </a:lnTo>
                  <a:lnTo>
                    <a:pt x="2571931" y="1022076"/>
                  </a:lnTo>
                  <a:lnTo>
                    <a:pt x="2570284" y="1015729"/>
                  </a:lnTo>
                  <a:lnTo>
                    <a:pt x="2569086" y="1013766"/>
                  </a:lnTo>
                  <a:lnTo>
                    <a:pt x="2566449" y="1023127"/>
                  </a:lnTo>
                  <a:lnTo>
                    <a:pt x="2563761" y="1023706"/>
                  </a:lnTo>
                  <a:lnTo>
                    <a:pt x="2562744" y="1017068"/>
                  </a:lnTo>
                  <a:lnTo>
                    <a:pt x="2561469" y="1012683"/>
                  </a:lnTo>
                  <a:lnTo>
                    <a:pt x="2557807" y="1016465"/>
                  </a:lnTo>
                  <a:lnTo>
                    <a:pt x="2555375" y="1026491"/>
                  </a:lnTo>
                  <a:lnTo>
                    <a:pt x="2552827" y="1025645"/>
                  </a:lnTo>
                  <a:lnTo>
                    <a:pt x="2552015" y="1021915"/>
                  </a:lnTo>
                  <a:lnTo>
                    <a:pt x="2550190" y="1020784"/>
                  </a:lnTo>
                  <a:lnTo>
                    <a:pt x="2549563" y="1025046"/>
                  </a:lnTo>
                  <a:lnTo>
                    <a:pt x="2550484" y="1031042"/>
                  </a:lnTo>
                  <a:lnTo>
                    <a:pt x="2549157" y="1034245"/>
                  </a:lnTo>
                  <a:lnTo>
                    <a:pt x="2546625" y="1032534"/>
                  </a:lnTo>
                  <a:lnTo>
                    <a:pt x="2544077" y="1029650"/>
                  </a:lnTo>
                  <a:lnTo>
                    <a:pt x="2539874" y="1031841"/>
                  </a:lnTo>
                  <a:lnTo>
                    <a:pt x="2536015" y="1032729"/>
                  </a:lnTo>
                  <a:lnTo>
                    <a:pt x="2536000" y="1029793"/>
                  </a:lnTo>
                  <a:lnTo>
                    <a:pt x="2536734" y="1026191"/>
                  </a:lnTo>
                  <a:lnTo>
                    <a:pt x="2529044" y="1028182"/>
                  </a:lnTo>
                  <a:lnTo>
                    <a:pt x="2519822" y="1034825"/>
                  </a:lnTo>
                  <a:lnTo>
                    <a:pt x="2512661" y="1044014"/>
                  </a:lnTo>
                  <a:lnTo>
                    <a:pt x="2515143" y="1045544"/>
                  </a:lnTo>
                  <a:lnTo>
                    <a:pt x="2517939" y="1048471"/>
                  </a:lnTo>
                  <a:lnTo>
                    <a:pt x="2505500" y="1062668"/>
                  </a:lnTo>
                  <a:lnTo>
                    <a:pt x="2492748" y="1075454"/>
                  </a:lnTo>
                  <a:lnTo>
                    <a:pt x="2483117" y="1096318"/>
                  </a:lnTo>
                  <a:lnTo>
                    <a:pt x="2479250" y="1098760"/>
                  </a:lnTo>
                  <a:lnTo>
                    <a:pt x="2475929" y="1102585"/>
                  </a:lnTo>
                  <a:lnTo>
                    <a:pt x="2472403" y="1115181"/>
                  </a:lnTo>
                  <a:lnTo>
                    <a:pt x="2468331" y="1126394"/>
                  </a:lnTo>
                  <a:lnTo>
                    <a:pt x="2470608" y="1131388"/>
                  </a:lnTo>
                  <a:lnTo>
                    <a:pt x="2472109" y="1136524"/>
                  </a:lnTo>
                  <a:lnTo>
                    <a:pt x="2475724" y="1141580"/>
                  </a:lnTo>
                  <a:lnTo>
                    <a:pt x="2478798" y="1142036"/>
                  </a:lnTo>
                  <a:lnTo>
                    <a:pt x="2482127" y="1141124"/>
                  </a:lnTo>
                  <a:lnTo>
                    <a:pt x="2484571" y="1141337"/>
                  </a:lnTo>
                  <a:lnTo>
                    <a:pt x="2486140" y="1143485"/>
                  </a:lnTo>
                  <a:lnTo>
                    <a:pt x="2485444" y="1146060"/>
                  </a:lnTo>
                  <a:lnTo>
                    <a:pt x="2481605" y="1146702"/>
                  </a:lnTo>
                  <a:lnTo>
                    <a:pt x="2474444" y="1151206"/>
                  </a:lnTo>
                  <a:lnTo>
                    <a:pt x="2468165" y="1152936"/>
                  </a:lnTo>
                  <a:lnTo>
                    <a:pt x="2465017" y="1158381"/>
                  </a:lnTo>
                  <a:lnTo>
                    <a:pt x="2460300" y="1164672"/>
                  </a:lnTo>
                  <a:lnTo>
                    <a:pt x="2451137" y="1174488"/>
                  </a:lnTo>
                  <a:lnTo>
                    <a:pt x="2455053" y="1177515"/>
                  </a:lnTo>
                  <a:lnTo>
                    <a:pt x="2469209" y="1180926"/>
                  </a:lnTo>
                  <a:lnTo>
                    <a:pt x="2475519" y="1184438"/>
                  </a:lnTo>
                  <a:lnTo>
                    <a:pt x="2485069" y="1202773"/>
                  </a:lnTo>
                  <a:lnTo>
                    <a:pt x="2482889" y="1204607"/>
                  </a:lnTo>
                  <a:lnTo>
                    <a:pt x="2482023" y="1207967"/>
                  </a:lnTo>
                  <a:lnTo>
                    <a:pt x="2490513" y="1212680"/>
                  </a:lnTo>
                  <a:lnTo>
                    <a:pt x="2493224" y="1225846"/>
                  </a:lnTo>
                  <a:lnTo>
                    <a:pt x="2500195" y="1230327"/>
                  </a:lnTo>
                  <a:lnTo>
                    <a:pt x="2510585" y="1233083"/>
                  </a:lnTo>
                  <a:lnTo>
                    <a:pt x="2523290" y="1229101"/>
                  </a:lnTo>
                  <a:lnTo>
                    <a:pt x="2533869" y="1223623"/>
                  </a:lnTo>
                  <a:lnTo>
                    <a:pt x="2533498" y="1219133"/>
                  </a:lnTo>
                  <a:lnTo>
                    <a:pt x="2526851" y="1208684"/>
                  </a:lnTo>
                  <a:lnTo>
                    <a:pt x="2525251" y="1203776"/>
                  </a:lnTo>
                  <a:lnTo>
                    <a:pt x="2520317" y="1200597"/>
                  </a:lnTo>
                  <a:lnTo>
                    <a:pt x="2518442" y="1203291"/>
                  </a:lnTo>
                  <a:lnTo>
                    <a:pt x="2515252" y="1199794"/>
                  </a:lnTo>
                  <a:lnTo>
                    <a:pt x="2514892" y="1197832"/>
                  </a:lnTo>
                  <a:lnTo>
                    <a:pt x="2517865" y="1196877"/>
                  </a:lnTo>
                  <a:lnTo>
                    <a:pt x="2521322" y="1197257"/>
                  </a:lnTo>
                  <a:lnTo>
                    <a:pt x="2525355" y="1199086"/>
                  </a:lnTo>
                  <a:lnTo>
                    <a:pt x="2535733" y="1210475"/>
                  </a:lnTo>
                  <a:lnTo>
                    <a:pt x="2538606" y="1225404"/>
                  </a:lnTo>
                  <a:lnTo>
                    <a:pt x="2539220" y="1234884"/>
                  </a:lnTo>
                  <a:lnTo>
                    <a:pt x="2538049" y="1238124"/>
                  </a:lnTo>
                  <a:lnTo>
                    <a:pt x="2535029" y="1237459"/>
                  </a:lnTo>
                  <a:lnTo>
                    <a:pt x="2529268" y="1238105"/>
                  </a:lnTo>
                  <a:lnTo>
                    <a:pt x="2501935" y="1243013"/>
                  </a:lnTo>
                  <a:lnTo>
                    <a:pt x="2495865" y="1247337"/>
                  </a:lnTo>
                  <a:lnTo>
                    <a:pt x="2481945" y="1252032"/>
                  </a:lnTo>
                  <a:lnTo>
                    <a:pt x="2481079" y="1249689"/>
                  </a:lnTo>
                  <a:lnTo>
                    <a:pt x="2482084" y="1244843"/>
                  </a:lnTo>
                  <a:lnTo>
                    <a:pt x="2481207" y="1234917"/>
                  </a:lnTo>
                  <a:lnTo>
                    <a:pt x="2478461" y="1234456"/>
                  </a:lnTo>
                  <a:lnTo>
                    <a:pt x="2456836" y="1250639"/>
                  </a:lnTo>
                  <a:lnTo>
                    <a:pt x="2448476" y="1251656"/>
                  </a:lnTo>
                  <a:lnTo>
                    <a:pt x="2441447" y="1256393"/>
                  </a:lnTo>
                  <a:lnTo>
                    <a:pt x="2439873" y="1253766"/>
                  </a:lnTo>
                  <a:lnTo>
                    <a:pt x="2438617" y="1241631"/>
                  </a:lnTo>
                  <a:lnTo>
                    <a:pt x="2443017" y="1231453"/>
                  </a:lnTo>
                  <a:lnTo>
                    <a:pt x="2440674" y="1231615"/>
                  </a:lnTo>
                  <a:lnTo>
                    <a:pt x="2433327" y="1237725"/>
                  </a:lnTo>
                  <a:lnTo>
                    <a:pt x="2430188" y="1233967"/>
                  </a:lnTo>
                  <a:lnTo>
                    <a:pt x="2428614" y="1229842"/>
                  </a:lnTo>
                  <a:lnTo>
                    <a:pt x="2426352" y="1227509"/>
                  </a:lnTo>
                  <a:lnTo>
                    <a:pt x="2423901" y="1226626"/>
                  </a:lnTo>
                  <a:lnTo>
                    <a:pt x="2425996" y="1235634"/>
                  </a:lnTo>
                  <a:lnTo>
                    <a:pt x="2421016" y="1242391"/>
                  </a:lnTo>
                  <a:lnTo>
                    <a:pt x="2419651" y="1259867"/>
                  </a:lnTo>
                  <a:lnTo>
                    <a:pt x="2413391" y="1267141"/>
                  </a:lnTo>
                  <a:lnTo>
                    <a:pt x="2393877" y="1271816"/>
                  </a:lnTo>
                  <a:lnTo>
                    <a:pt x="2381156" y="1270828"/>
                  </a:lnTo>
                  <a:lnTo>
                    <a:pt x="2369757" y="1272282"/>
                  </a:lnTo>
                  <a:lnTo>
                    <a:pt x="2354600" y="1275637"/>
                  </a:lnTo>
                  <a:lnTo>
                    <a:pt x="2346225" y="1273641"/>
                  </a:lnTo>
                  <a:lnTo>
                    <a:pt x="2337646" y="1277181"/>
                  </a:lnTo>
                  <a:lnTo>
                    <a:pt x="2308523" y="1278145"/>
                  </a:lnTo>
                  <a:lnTo>
                    <a:pt x="2302383" y="1276269"/>
                  </a:lnTo>
                  <a:lnTo>
                    <a:pt x="2294541" y="1282954"/>
                  </a:lnTo>
                  <a:lnTo>
                    <a:pt x="2281987" y="1286907"/>
                  </a:lnTo>
                  <a:lnTo>
                    <a:pt x="2250254" y="1301888"/>
                  </a:lnTo>
                  <a:lnTo>
                    <a:pt x="2243255" y="1307338"/>
                  </a:lnTo>
                  <a:lnTo>
                    <a:pt x="2234734" y="1315848"/>
                  </a:lnTo>
                  <a:lnTo>
                    <a:pt x="2229011" y="1320424"/>
                  </a:lnTo>
                  <a:lnTo>
                    <a:pt x="2224305" y="1321911"/>
                  </a:lnTo>
                  <a:lnTo>
                    <a:pt x="2221413" y="1325721"/>
                  </a:lnTo>
                  <a:lnTo>
                    <a:pt x="2218254" y="1328211"/>
                  </a:lnTo>
                  <a:lnTo>
                    <a:pt x="2221305" y="1319706"/>
                  </a:lnTo>
                  <a:lnTo>
                    <a:pt x="2224619" y="1312536"/>
                  </a:lnTo>
                  <a:lnTo>
                    <a:pt x="2227372" y="1298648"/>
                  </a:lnTo>
                  <a:lnTo>
                    <a:pt x="2226560" y="1287415"/>
                  </a:lnTo>
                  <a:lnTo>
                    <a:pt x="2223145" y="1282797"/>
                  </a:lnTo>
                  <a:lnTo>
                    <a:pt x="2219615" y="1279718"/>
                  </a:lnTo>
                  <a:lnTo>
                    <a:pt x="2223753" y="1290803"/>
                  </a:lnTo>
                  <a:lnTo>
                    <a:pt x="2224421" y="1304397"/>
                  </a:lnTo>
                  <a:lnTo>
                    <a:pt x="2222999" y="1312360"/>
                  </a:lnTo>
                  <a:lnTo>
                    <a:pt x="2215215" y="1327722"/>
                  </a:lnTo>
                  <a:lnTo>
                    <a:pt x="2211902" y="1331300"/>
                  </a:lnTo>
                  <a:lnTo>
                    <a:pt x="2208027" y="1334445"/>
                  </a:lnTo>
                  <a:lnTo>
                    <a:pt x="2205108" y="1335814"/>
                  </a:lnTo>
                  <a:lnTo>
                    <a:pt x="2202413" y="1338270"/>
                  </a:lnTo>
                  <a:lnTo>
                    <a:pt x="2199281" y="1342161"/>
                  </a:lnTo>
                  <a:lnTo>
                    <a:pt x="2196312" y="1349887"/>
                  </a:lnTo>
                  <a:lnTo>
                    <a:pt x="2198110" y="1356929"/>
                  </a:lnTo>
                  <a:lnTo>
                    <a:pt x="2213286" y="1359499"/>
                  </a:lnTo>
                  <a:lnTo>
                    <a:pt x="2217357" y="1357328"/>
                  </a:lnTo>
                  <a:lnTo>
                    <a:pt x="2219430" y="1362369"/>
                  </a:lnTo>
                  <a:lnTo>
                    <a:pt x="2220590" y="1369373"/>
                  </a:lnTo>
                  <a:lnTo>
                    <a:pt x="2219453" y="1376947"/>
                  </a:lnTo>
                  <a:lnTo>
                    <a:pt x="2216916" y="1384653"/>
                  </a:lnTo>
                  <a:lnTo>
                    <a:pt x="2214991" y="1394223"/>
                  </a:lnTo>
                  <a:lnTo>
                    <a:pt x="2213359" y="1408815"/>
                  </a:lnTo>
                  <a:lnTo>
                    <a:pt x="2210904" y="1421943"/>
                  </a:lnTo>
                  <a:lnTo>
                    <a:pt x="2210583" y="1417956"/>
                  </a:lnTo>
                  <a:lnTo>
                    <a:pt x="2212118" y="1401996"/>
                  </a:lnTo>
                  <a:lnTo>
                    <a:pt x="2209632" y="1403664"/>
                  </a:lnTo>
                  <a:lnTo>
                    <a:pt x="2207919" y="1407346"/>
                  </a:lnTo>
                  <a:lnTo>
                    <a:pt x="2203287" y="1427930"/>
                  </a:lnTo>
                  <a:lnTo>
                    <a:pt x="2196919" y="1438901"/>
                  </a:lnTo>
                  <a:lnTo>
                    <a:pt x="2191053" y="1446489"/>
                  </a:lnTo>
                  <a:lnTo>
                    <a:pt x="2185002" y="1445234"/>
                  </a:lnTo>
                  <a:lnTo>
                    <a:pt x="2186363" y="1451264"/>
                  </a:lnTo>
                  <a:lnTo>
                    <a:pt x="2184700" y="1454405"/>
                  </a:lnTo>
                  <a:lnTo>
                    <a:pt x="2183277" y="1460957"/>
                  </a:lnTo>
                  <a:lnTo>
                    <a:pt x="2179670" y="1465300"/>
                  </a:lnTo>
                  <a:lnTo>
                    <a:pt x="2176279" y="1464881"/>
                  </a:lnTo>
                  <a:lnTo>
                    <a:pt x="2171407" y="1467875"/>
                  </a:lnTo>
                  <a:lnTo>
                    <a:pt x="2169485" y="1470165"/>
                  </a:lnTo>
                  <a:lnTo>
                    <a:pt x="2169342" y="1474551"/>
                  </a:lnTo>
                  <a:lnTo>
                    <a:pt x="2166083" y="1478409"/>
                  </a:lnTo>
                  <a:lnTo>
                    <a:pt x="2154321" y="1498450"/>
                  </a:lnTo>
                  <a:lnTo>
                    <a:pt x="2144109" y="1504366"/>
                  </a:lnTo>
                  <a:lnTo>
                    <a:pt x="2141666" y="1503506"/>
                  </a:lnTo>
                  <a:lnTo>
                    <a:pt x="2144357" y="1494046"/>
                  </a:lnTo>
                  <a:lnTo>
                    <a:pt x="2146201" y="1484481"/>
                  </a:lnTo>
                  <a:lnTo>
                    <a:pt x="2140003" y="1480319"/>
                  </a:lnTo>
                  <a:lnTo>
                    <a:pt x="2134072" y="1478119"/>
                  </a:lnTo>
                  <a:lnTo>
                    <a:pt x="2127267" y="1478409"/>
                  </a:lnTo>
                  <a:lnTo>
                    <a:pt x="2119750" y="1470973"/>
                  </a:lnTo>
                  <a:lnTo>
                    <a:pt x="2110060" y="1465566"/>
                  </a:lnTo>
                  <a:lnTo>
                    <a:pt x="2096535" y="1450936"/>
                  </a:lnTo>
                  <a:lnTo>
                    <a:pt x="2096930" y="1446878"/>
                  </a:lnTo>
                  <a:lnTo>
                    <a:pt x="2096589" y="1440069"/>
                  </a:lnTo>
                  <a:lnTo>
                    <a:pt x="2100700" y="1429312"/>
                  </a:lnTo>
                  <a:lnTo>
                    <a:pt x="2104640" y="1421791"/>
                  </a:lnTo>
                  <a:lnTo>
                    <a:pt x="2110080" y="1417895"/>
                  </a:lnTo>
                  <a:lnTo>
                    <a:pt x="2125867" y="1413927"/>
                  </a:lnTo>
                  <a:lnTo>
                    <a:pt x="2129826" y="1407959"/>
                  </a:lnTo>
                  <a:lnTo>
                    <a:pt x="2132173" y="1402932"/>
                  </a:lnTo>
                  <a:lnTo>
                    <a:pt x="2124351" y="1411566"/>
                  </a:lnTo>
                  <a:lnTo>
                    <a:pt x="2112636" y="1414492"/>
                  </a:lnTo>
                  <a:lnTo>
                    <a:pt x="2106322" y="1417714"/>
                  </a:lnTo>
                  <a:lnTo>
                    <a:pt x="2101272" y="1422641"/>
                  </a:lnTo>
                  <a:lnTo>
                    <a:pt x="2098283" y="1428828"/>
                  </a:lnTo>
                  <a:lnTo>
                    <a:pt x="2091517" y="1436283"/>
                  </a:lnTo>
                  <a:lnTo>
                    <a:pt x="2091992" y="1441276"/>
                  </a:lnTo>
                  <a:lnTo>
                    <a:pt x="2093125" y="1444826"/>
                  </a:lnTo>
                  <a:lnTo>
                    <a:pt x="2092603" y="1452224"/>
                  </a:lnTo>
                  <a:lnTo>
                    <a:pt x="2096883" y="1459436"/>
                  </a:lnTo>
                  <a:lnTo>
                    <a:pt x="2105370" y="1471253"/>
                  </a:lnTo>
                  <a:lnTo>
                    <a:pt x="2106990" y="1489608"/>
                  </a:lnTo>
                  <a:lnTo>
                    <a:pt x="2113467" y="1501890"/>
                  </a:lnTo>
                  <a:lnTo>
                    <a:pt x="2123392" y="1516211"/>
                  </a:lnTo>
                  <a:lnTo>
                    <a:pt x="2131025" y="1520283"/>
                  </a:lnTo>
                  <a:lnTo>
                    <a:pt x="2131396" y="1525609"/>
                  </a:lnTo>
                  <a:lnTo>
                    <a:pt x="2127874" y="1534404"/>
                  </a:lnTo>
                  <a:lnTo>
                    <a:pt x="2123230" y="1538424"/>
                  </a:lnTo>
                  <a:lnTo>
                    <a:pt x="2129270" y="1537621"/>
                  </a:lnTo>
                  <a:lnTo>
                    <a:pt x="2132278" y="1539631"/>
                  </a:lnTo>
                  <a:lnTo>
                    <a:pt x="2135205" y="1546967"/>
                  </a:lnTo>
                  <a:lnTo>
                    <a:pt x="2134977" y="1554455"/>
                  </a:lnTo>
                  <a:lnTo>
                    <a:pt x="2133987" y="1558675"/>
                  </a:lnTo>
                  <a:lnTo>
                    <a:pt x="2132158" y="1560357"/>
                  </a:lnTo>
                  <a:lnTo>
                    <a:pt x="2132235" y="1556047"/>
                  </a:lnTo>
                  <a:lnTo>
                    <a:pt x="2130940" y="1554550"/>
                  </a:lnTo>
                  <a:lnTo>
                    <a:pt x="2128802" y="1556418"/>
                  </a:lnTo>
                  <a:lnTo>
                    <a:pt x="2127417" y="1558546"/>
                  </a:lnTo>
                  <a:lnTo>
                    <a:pt x="2126841" y="1566933"/>
                  </a:lnTo>
                  <a:lnTo>
                    <a:pt x="2125376" y="1571123"/>
                  </a:lnTo>
                  <a:lnTo>
                    <a:pt x="2120195" y="1572368"/>
                  </a:lnTo>
                  <a:lnTo>
                    <a:pt x="2114940" y="1583373"/>
                  </a:lnTo>
                  <a:lnTo>
                    <a:pt x="2110053" y="1589616"/>
                  </a:lnTo>
                  <a:lnTo>
                    <a:pt x="2090821" y="1631832"/>
                  </a:lnTo>
                  <a:lnTo>
                    <a:pt x="2091555" y="1638888"/>
                  </a:lnTo>
                  <a:lnTo>
                    <a:pt x="2088037" y="1641160"/>
                  </a:lnTo>
                  <a:lnTo>
                    <a:pt x="2082709" y="1643008"/>
                  </a:lnTo>
                  <a:lnTo>
                    <a:pt x="2077319" y="1647227"/>
                  </a:lnTo>
                  <a:lnTo>
                    <a:pt x="2073742" y="1651879"/>
                  </a:lnTo>
                  <a:lnTo>
                    <a:pt x="2070421" y="1664389"/>
                  </a:lnTo>
                  <a:lnTo>
                    <a:pt x="2064056" y="1678473"/>
                  </a:lnTo>
                  <a:lnTo>
                    <a:pt x="2060085" y="1672605"/>
                  </a:lnTo>
                  <a:lnTo>
                    <a:pt x="2059068" y="1667582"/>
                  </a:lnTo>
                  <a:lnTo>
                    <a:pt x="2060835" y="1654483"/>
                  </a:lnTo>
                  <a:lnTo>
                    <a:pt x="2067718" y="1633006"/>
                  </a:lnTo>
                  <a:lnTo>
                    <a:pt x="2075300" y="1619655"/>
                  </a:lnTo>
                  <a:lnTo>
                    <a:pt x="2081085" y="1613326"/>
                  </a:lnTo>
                  <a:lnTo>
                    <a:pt x="2085840" y="1600426"/>
                  </a:lnTo>
                  <a:lnTo>
                    <a:pt x="2079832" y="1598501"/>
                  </a:lnTo>
                  <a:lnTo>
                    <a:pt x="2070672" y="1598710"/>
                  </a:lnTo>
                  <a:lnTo>
                    <a:pt x="2072396" y="1592757"/>
                  </a:lnTo>
                  <a:lnTo>
                    <a:pt x="2075068" y="1587511"/>
                  </a:lnTo>
                  <a:lnTo>
                    <a:pt x="2070293" y="1582285"/>
                  </a:lnTo>
                  <a:lnTo>
                    <a:pt x="2067467" y="1581619"/>
                  </a:lnTo>
                  <a:lnTo>
                    <a:pt x="2064555" y="1579476"/>
                  </a:lnTo>
                  <a:lnTo>
                    <a:pt x="2067969" y="1575124"/>
                  </a:lnTo>
                  <a:lnTo>
                    <a:pt x="2069636" y="1570525"/>
                  </a:lnTo>
                  <a:lnTo>
                    <a:pt x="2068619" y="1564928"/>
                  </a:lnTo>
                  <a:lnTo>
                    <a:pt x="2070049" y="1560713"/>
                  </a:lnTo>
                  <a:lnTo>
                    <a:pt x="2067664" y="1561350"/>
                  </a:lnTo>
                  <a:lnTo>
                    <a:pt x="2063828" y="1565811"/>
                  </a:lnTo>
                  <a:lnTo>
                    <a:pt x="2061442" y="1567593"/>
                  </a:lnTo>
                  <a:lnTo>
                    <a:pt x="2059989" y="1563645"/>
                  </a:lnTo>
                  <a:lnTo>
                    <a:pt x="2058330" y="1564538"/>
                  </a:lnTo>
                  <a:lnTo>
                    <a:pt x="2057251" y="1567251"/>
                  </a:lnTo>
                  <a:lnTo>
                    <a:pt x="2054804" y="1568743"/>
                  </a:lnTo>
                  <a:lnTo>
                    <a:pt x="2049634" y="1565032"/>
                  </a:lnTo>
                  <a:lnTo>
                    <a:pt x="2042098" y="1560784"/>
                  </a:lnTo>
                  <a:lnTo>
                    <a:pt x="2037903" y="1553477"/>
                  </a:lnTo>
                  <a:lnTo>
                    <a:pt x="2035510" y="1547813"/>
                  </a:lnTo>
                  <a:lnTo>
                    <a:pt x="2037942" y="1537564"/>
                  </a:lnTo>
                  <a:lnTo>
                    <a:pt x="2043150" y="1535744"/>
                  </a:lnTo>
                  <a:lnTo>
                    <a:pt x="2049916" y="1537407"/>
                  </a:lnTo>
                  <a:lnTo>
                    <a:pt x="2058786" y="1537393"/>
                  </a:lnTo>
                  <a:lnTo>
                    <a:pt x="2057518" y="1535117"/>
                  </a:lnTo>
                  <a:lnTo>
                    <a:pt x="2054351" y="1535492"/>
                  </a:lnTo>
                  <a:lnTo>
                    <a:pt x="2045002" y="1527177"/>
                  </a:lnTo>
                  <a:lnTo>
                    <a:pt x="2041994" y="1522155"/>
                  </a:lnTo>
                  <a:lnTo>
                    <a:pt x="2036820" y="1520777"/>
                  </a:lnTo>
                  <a:lnTo>
                    <a:pt x="2034462" y="1525605"/>
                  </a:lnTo>
                  <a:lnTo>
                    <a:pt x="2031844" y="1526888"/>
                  </a:lnTo>
                  <a:lnTo>
                    <a:pt x="2035076" y="1516325"/>
                  </a:lnTo>
                  <a:lnTo>
                    <a:pt x="2039303" y="1515893"/>
                  </a:lnTo>
                  <a:lnTo>
                    <a:pt x="2045543" y="1512966"/>
                  </a:lnTo>
                  <a:lnTo>
                    <a:pt x="2043730" y="1506851"/>
                  </a:lnTo>
                  <a:lnTo>
                    <a:pt x="2039790" y="1504176"/>
                  </a:lnTo>
                  <a:lnTo>
                    <a:pt x="2032675" y="1507530"/>
                  </a:lnTo>
                  <a:lnTo>
                    <a:pt x="2032760" y="1503230"/>
                  </a:lnTo>
                  <a:lnTo>
                    <a:pt x="2034094" y="1497723"/>
                  </a:lnTo>
                  <a:lnTo>
                    <a:pt x="2039457" y="1497742"/>
                  </a:lnTo>
                  <a:lnTo>
                    <a:pt x="2044155" y="1499538"/>
                  </a:lnTo>
                  <a:lnTo>
                    <a:pt x="2048153" y="1490644"/>
                  </a:lnTo>
                  <a:lnTo>
                    <a:pt x="2048331" y="1486671"/>
                  </a:lnTo>
                  <a:lnTo>
                    <a:pt x="2041688" y="1492444"/>
                  </a:lnTo>
                  <a:lnTo>
                    <a:pt x="2040196" y="1479991"/>
                  </a:lnTo>
                  <a:lnTo>
                    <a:pt x="2046734" y="1467979"/>
                  </a:lnTo>
                  <a:lnTo>
                    <a:pt x="2052971" y="1462743"/>
                  </a:lnTo>
                  <a:lnTo>
                    <a:pt x="2060762" y="1462895"/>
                  </a:lnTo>
                  <a:lnTo>
                    <a:pt x="2068681" y="1462050"/>
                  </a:lnTo>
                  <a:lnTo>
                    <a:pt x="2063712" y="1459850"/>
                  </a:lnTo>
                  <a:lnTo>
                    <a:pt x="2058612" y="1458657"/>
                  </a:lnTo>
                  <a:lnTo>
                    <a:pt x="2062444" y="1453910"/>
                  </a:lnTo>
                  <a:lnTo>
                    <a:pt x="2065711" y="1453060"/>
                  </a:lnTo>
                  <a:lnTo>
                    <a:pt x="2068920" y="1448921"/>
                  </a:lnTo>
                  <a:lnTo>
                    <a:pt x="2061203" y="1449534"/>
                  </a:lnTo>
                  <a:lnTo>
                    <a:pt x="2062111" y="1441704"/>
                  </a:lnTo>
                  <a:lnTo>
                    <a:pt x="2058361" y="1443296"/>
                  </a:lnTo>
                  <a:lnTo>
                    <a:pt x="2053872" y="1444032"/>
                  </a:lnTo>
                  <a:lnTo>
                    <a:pt x="2052124" y="1447353"/>
                  </a:lnTo>
                  <a:lnTo>
                    <a:pt x="2052468" y="1452870"/>
                  </a:lnTo>
                  <a:lnTo>
                    <a:pt x="2051157" y="1456490"/>
                  </a:lnTo>
                  <a:lnTo>
                    <a:pt x="2047666" y="1459398"/>
                  </a:lnTo>
                  <a:lnTo>
                    <a:pt x="2041769" y="1461665"/>
                  </a:lnTo>
                  <a:lnTo>
                    <a:pt x="2041197" y="1457735"/>
                  </a:lnTo>
                  <a:lnTo>
                    <a:pt x="2039249" y="1455953"/>
                  </a:lnTo>
                  <a:lnTo>
                    <a:pt x="2038522" y="1464368"/>
                  </a:lnTo>
                  <a:lnTo>
                    <a:pt x="2036975" y="1467229"/>
                  </a:lnTo>
                  <a:lnTo>
                    <a:pt x="2032664" y="1459332"/>
                  </a:lnTo>
                  <a:lnTo>
                    <a:pt x="2031368" y="1460923"/>
                  </a:lnTo>
                  <a:lnTo>
                    <a:pt x="2031535" y="1463166"/>
                  </a:lnTo>
                  <a:lnTo>
                    <a:pt x="2030433" y="1467043"/>
                  </a:lnTo>
                  <a:lnTo>
                    <a:pt x="2026736" y="1469063"/>
                  </a:lnTo>
                  <a:lnTo>
                    <a:pt x="2026964" y="1474033"/>
                  </a:lnTo>
                  <a:lnTo>
                    <a:pt x="2025530" y="1476741"/>
                  </a:lnTo>
                  <a:lnTo>
                    <a:pt x="2013691" y="1472427"/>
                  </a:lnTo>
                  <a:lnTo>
                    <a:pt x="2013412" y="1473890"/>
                  </a:lnTo>
                  <a:lnTo>
                    <a:pt x="2020109" y="1483193"/>
                  </a:lnTo>
                  <a:lnTo>
                    <a:pt x="2025000" y="1486372"/>
                  </a:lnTo>
                  <a:lnTo>
                    <a:pt x="2025596" y="1491447"/>
                  </a:lnTo>
                  <a:lnTo>
                    <a:pt x="2021397" y="1495656"/>
                  </a:lnTo>
                  <a:lnTo>
                    <a:pt x="2015605" y="1492022"/>
                  </a:lnTo>
                  <a:lnTo>
                    <a:pt x="2014630" y="1492288"/>
                  </a:lnTo>
                  <a:lnTo>
                    <a:pt x="2017778" y="1498522"/>
                  </a:lnTo>
                  <a:lnTo>
                    <a:pt x="2019761" y="1503967"/>
                  </a:lnTo>
                  <a:lnTo>
                    <a:pt x="2017720" y="1508528"/>
                  </a:lnTo>
                  <a:lnTo>
                    <a:pt x="2018037" y="1514144"/>
                  </a:lnTo>
                  <a:lnTo>
                    <a:pt x="2017596" y="1519238"/>
                  </a:lnTo>
                  <a:lnTo>
                    <a:pt x="2016347" y="1523680"/>
                  </a:lnTo>
                  <a:lnTo>
                    <a:pt x="2019162" y="1544159"/>
                  </a:lnTo>
                  <a:lnTo>
                    <a:pt x="2022553" y="1549728"/>
                  </a:lnTo>
                  <a:lnTo>
                    <a:pt x="2025886" y="1555054"/>
                  </a:lnTo>
                  <a:lnTo>
                    <a:pt x="2027653" y="1560038"/>
                  </a:lnTo>
                  <a:lnTo>
                    <a:pt x="2024115" y="1560765"/>
                  </a:lnTo>
                  <a:lnTo>
                    <a:pt x="2018481" y="1556665"/>
                  </a:lnTo>
                  <a:lnTo>
                    <a:pt x="2013532" y="1553538"/>
                  </a:lnTo>
                  <a:lnTo>
                    <a:pt x="2007636" y="1543541"/>
                  </a:lnTo>
                  <a:lnTo>
                    <a:pt x="2006661" y="1539550"/>
                  </a:lnTo>
                  <a:lnTo>
                    <a:pt x="2005223" y="1536395"/>
                  </a:lnTo>
                  <a:lnTo>
                    <a:pt x="2005919" y="1543641"/>
                  </a:lnTo>
                  <a:lnTo>
                    <a:pt x="2008022" y="1551733"/>
                  </a:lnTo>
                  <a:lnTo>
                    <a:pt x="2026489" y="1569841"/>
                  </a:lnTo>
                  <a:lnTo>
                    <a:pt x="2029899" y="1576787"/>
                  </a:lnTo>
                  <a:lnTo>
                    <a:pt x="2032498" y="1582247"/>
                  </a:lnTo>
                  <a:lnTo>
                    <a:pt x="2031844" y="1587478"/>
                  </a:lnTo>
                  <a:lnTo>
                    <a:pt x="2027030" y="1583777"/>
                  </a:lnTo>
                  <a:lnTo>
                    <a:pt x="2022878" y="1579058"/>
                  </a:lnTo>
                  <a:lnTo>
                    <a:pt x="2011854" y="1573727"/>
                  </a:lnTo>
                  <a:lnTo>
                    <a:pt x="1997954" y="1570358"/>
                  </a:lnTo>
                  <a:lnTo>
                    <a:pt x="1990116" y="1557967"/>
                  </a:lnTo>
                  <a:lnTo>
                    <a:pt x="1990143" y="1563136"/>
                  </a:lnTo>
                  <a:lnTo>
                    <a:pt x="1988403" y="1567522"/>
                  </a:lnTo>
                  <a:lnTo>
                    <a:pt x="1983613" y="1562176"/>
                  </a:lnTo>
                  <a:lnTo>
                    <a:pt x="1980593" y="1557615"/>
                  </a:lnTo>
                  <a:lnTo>
                    <a:pt x="1979580" y="1552617"/>
                  </a:lnTo>
                  <a:lnTo>
                    <a:pt x="1973598" y="1552959"/>
                  </a:lnTo>
                  <a:lnTo>
                    <a:pt x="1967327" y="1557302"/>
                  </a:lnTo>
                  <a:lnTo>
                    <a:pt x="1961260" y="1556270"/>
                  </a:lnTo>
                  <a:lnTo>
                    <a:pt x="1960541" y="1547794"/>
                  </a:lnTo>
                  <a:lnTo>
                    <a:pt x="1962180" y="1543304"/>
                  </a:lnTo>
                  <a:lnTo>
                    <a:pt x="1968989" y="1532684"/>
                  </a:lnTo>
                  <a:lnTo>
                    <a:pt x="1975404" y="1527263"/>
                  </a:lnTo>
                  <a:lnTo>
                    <a:pt x="1978234" y="1520264"/>
                  </a:lnTo>
                  <a:lnTo>
                    <a:pt x="1977268" y="1509412"/>
                  </a:lnTo>
                  <a:lnTo>
                    <a:pt x="1976061" y="1520454"/>
                  </a:lnTo>
                  <a:lnTo>
                    <a:pt x="1972396" y="1525928"/>
                  </a:lnTo>
                  <a:lnTo>
                    <a:pt x="1966635" y="1530109"/>
                  </a:lnTo>
                  <a:lnTo>
                    <a:pt x="1959052" y="1537559"/>
                  </a:lnTo>
                  <a:lnTo>
                    <a:pt x="1957200" y="1544449"/>
                  </a:lnTo>
                  <a:lnTo>
                    <a:pt x="1954834" y="1557349"/>
                  </a:lnTo>
                  <a:lnTo>
                    <a:pt x="1958036" y="1561716"/>
                  </a:lnTo>
                  <a:lnTo>
                    <a:pt x="1961307" y="1562856"/>
                  </a:lnTo>
                  <a:lnTo>
                    <a:pt x="1970969" y="1559929"/>
                  </a:lnTo>
                  <a:lnTo>
                    <a:pt x="1975969" y="1561236"/>
                  </a:lnTo>
                  <a:lnTo>
                    <a:pt x="1987089" y="1576768"/>
                  </a:lnTo>
                  <a:lnTo>
                    <a:pt x="2007794" y="1582912"/>
                  </a:lnTo>
                  <a:lnTo>
                    <a:pt x="2015345" y="1586751"/>
                  </a:lnTo>
                  <a:lnTo>
                    <a:pt x="2021501" y="1594857"/>
                  </a:lnTo>
                  <a:lnTo>
                    <a:pt x="2030754" y="1599523"/>
                  </a:lnTo>
                  <a:lnTo>
                    <a:pt x="2037934" y="1606303"/>
                  </a:lnTo>
                  <a:lnTo>
                    <a:pt x="2038127" y="1610727"/>
                  </a:lnTo>
                  <a:lnTo>
                    <a:pt x="2035641" y="1615958"/>
                  </a:lnTo>
                  <a:lnTo>
                    <a:pt x="2034659" y="1623038"/>
                  </a:lnTo>
                  <a:lnTo>
                    <a:pt x="2031608" y="1627504"/>
                  </a:lnTo>
                  <a:lnTo>
                    <a:pt x="2024285" y="1628017"/>
                  </a:lnTo>
                  <a:lnTo>
                    <a:pt x="2019862" y="1626867"/>
                  </a:lnTo>
                  <a:lnTo>
                    <a:pt x="1996082" y="1601979"/>
                  </a:lnTo>
                  <a:lnTo>
                    <a:pt x="1993244" y="1599689"/>
                  </a:lnTo>
                  <a:lnTo>
                    <a:pt x="1984425" y="1586656"/>
                  </a:lnTo>
                  <a:lnTo>
                    <a:pt x="1974078" y="1579676"/>
                  </a:lnTo>
                  <a:lnTo>
                    <a:pt x="1970876" y="1579823"/>
                  </a:lnTo>
                  <a:lnTo>
                    <a:pt x="1985604" y="1592733"/>
                  </a:lnTo>
                  <a:lnTo>
                    <a:pt x="1991616" y="1601761"/>
                  </a:lnTo>
                  <a:lnTo>
                    <a:pt x="2002207" y="1614418"/>
                  </a:lnTo>
                  <a:lnTo>
                    <a:pt x="2009778" y="1619778"/>
                  </a:lnTo>
                  <a:lnTo>
                    <a:pt x="2015349" y="1628141"/>
                  </a:lnTo>
                  <a:lnTo>
                    <a:pt x="2020527" y="1632061"/>
                  </a:lnTo>
                  <a:lnTo>
                    <a:pt x="2034663" y="1637643"/>
                  </a:lnTo>
                  <a:lnTo>
                    <a:pt x="2029748" y="1641654"/>
                  </a:lnTo>
                  <a:lnTo>
                    <a:pt x="2037594" y="1645070"/>
                  </a:lnTo>
                  <a:lnTo>
                    <a:pt x="2038715" y="1651351"/>
                  </a:lnTo>
                  <a:lnTo>
                    <a:pt x="2037996" y="1658512"/>
                  </a:lnTo>
                  <a:lnTo>
                    <a:pt x="2027108" y="1655680"/>
                  </a:lnTo>
                  <a:lnTo>
                    <a:pt x="2026752" y="1660954"/>
                  </a:lnTo>
                  <a:lnTo>
                    <a:pt x="2027726" y="1664066"/>
                  </a:lnTo>
                  <a:lnTo>
                    <a:pt x="2022916" y="1666637"/>
                  </a:lnTo>
                  <a:lnTo>
                    <a:pt x="2016227" y="1663149"/>
                  </a:lnTo>
                  <a:lnTo>
                    <a:pt x="1998859" y="1644072"/>
                  </a:lnTo>
                  <a:lnTo>
                    <a:pt x="1999005" y="1646624"/>
                  </a:lnTo>
                  <a:lnTo>
                    <a:pt x="2000413" y="1649584"/>
                  </a:lnTo>
                  <a:lnTo>
                    <a:pt x="2010485" y="1661866"/>
                  </a:lnTo>
                  <a:lnTo>
                    <a:pt x="2019475" y="1669231"/>
                  </a:lnTo>
                  <a:lnTo>
                    <a:pt x="2027096" y="1672557"/>
                  </a:lnTo>
                  <a:lnTo>
                    <a:pt x="2032969" y="1678729"/>
                  </a:lnTo>
                  <a:lnTo>
                    <a:pt x="2035042" y="1682464"/>
                  </a:lnTo>
                  <a:lnTo>
                    <a:pt x="2036426" y="1688127"/>
                  </a:lnTo>
                  <a:lnTo>
                    <a:pt x="2032072" y="1691976"/>
                  </a:lnTo>
                  <a:lnTo>
                    <a:pt x="2027115" y="1694100"/>
                  </a:lnTo>
                  <a:lnTo>
                    <a:pt x="2022274" y="1690261"/>
                  </a:lnTo>
                  <a:lnTo>
                    <a:pt x="2018725" y="1686217"/>
                  </a:lnTo>
                  <a:lnTo>
                    <a:pt x="2011166" y="1679352"/>
                  </a:lnTo>
                  <a:lnTo>
                    <a:pt x="2008900" y="1671678"/>
                  </a:lnTo>
                  <a:lnTo>
                    <a:pt x="2003150" y="1672072"/>
                  </a:lnTo>
                  <a:lnTo>
                    <a:pt x="1979120" y="1662341"/>
                  </a:lnTo>
                  <a:lnTo>
                    <a:pt x="1959806" y="1661220"/>
                  </a:lnTo>
                  <a:lnTo>
                    <a:pt x="1961693" y="1663178"/>
                  </a:lnTo>
                  <a:lnTo>
                    <a:pt x="1964137" y="1664480"/>
                  </a:lnTo>
                  <a:lnTo>
                    <a:pt x="1979518" y="1666879"/>
                  </a:lnTo>
                  <a:lnTo>
                    <a:pt x="1985596" y="1671360"/>
                  </a:lnTo>
                  <a:lnTo>
                    <a:pt x="1998248" y="1675337"/>
                  </a:lnTo>
                  <a:lnTo>
                    <a:pt x="2005656" y="1676425"/>
                  </a:lnTo>
                  <a:lnTo>
                    <a:pt x="2008660" y="1688641"/>
                  </a:lnTo>
                  <a:lnTo>
                    <a:pt x="2018899" y="1697046"/>
                  </a:lnTo>
                  <a:lnTo>
                    <a:pt x="2020229" y="1703275"/>
                  </a:lnTo>
                  <a:lnTo>
                    <a:pt x="2027220" y="1703973"/>
                  </a:lnTo>
                  <a:lnTo>
                    <a:pt x="2039519" y="1697863"/>
                  </a:lnTo>
                  <a:lnTo>
                    <a:pt x="2047457" y="1700006"/>
                  </a:lnTo>
                  <a:lnTo>
                    <a:pt x="2058906" y="1701755"/>
                  </a:lnTo>
                  <a:lnTo>
                    <a:pt x="2061524" y="1706687"/>
                  </a:lnTo>
                  <a:lnTo>
                    <a:pt x="2063488" y="1716071"/>
                  </a:lnTo>
                  <a:lnTo>
                    <a:pt x="2067536" y="1726628"/>
                  </a:lnTo>
                  <a:lnTo>
                    <a:pt x="2078034" y="1768256"/>
                  </a:lnTo>
                  <a:lnTo>
                    <a:pt x="2093806" y="1802304"/>
                  </a:lnTo>
                  <a:lnTo>
                    <a:pt x="2095747" y="1808168"/>
                  </a:lnTo>
                  <a:lnTo>
                    <a:pt x="2092081" y="1803022"/>
                  </a:lnTo>
                  <a:lnTo>
                    <a:pt x="2080381" y="1780472"/>
                  </a:lnTo>
                  <a:lnTo>
                    <a:pt x="2073924" y="1764188"/>
                  </a:lnTo>
                  <a:lnTo>
                    <a:pt x="2067289" y="1735437"/>
                  </a:lnTo>
                  <a:lnTo>
                    <a:pt x="2065363" y="1728999"/>
                  </a:lnTo>
                  <a:lnTo>
                    <a:pt x="2063097" y="1726429"/>
                  </a:lnTo>
                  <a:lnTo>
                    <a:pt x="2061605" y="1728519"/>
                  </a:lnTo>
                  <a:lnTo>
                    <a:pt x="2060963" y="1732183"/>
                  </a:lnTo>
                  <a:lnTo>
                    <a:pt x="2062046" y="1734996"/>
                  </a:lnTo>
                  <a:lnTo>
                    <a:pt x="2059432" y="1744460"/>
                  </a:lnTo>
                  <a:lnTo>
                    <a:pt x="2060565" y="1748803"/>
                  </a:lnTo>
                  <a:lnTo>
                    <a:pt x="2064810" y="1753293"/>
                  </a:lnTo>
                  <a:lnTo>
                    <a:pt x="2069423" y="1764497"/>
                  </a:lnTo>
                  <a:lnTo>
                    <a:pt x="2073108" y="1779583"/>
                  </a:lnTo>
                  <a:lnTo>
                    <a:pt x="2068124" y="1773468"/>
                  </a:lnTo>
                  <a:lnTo>
                    <a:pt x="2062804" y="1770227"/>
                  </a:lnTo>
                  <a:lnTo>
                    <a:pt x="2054525" y="1767742"/>
                  </a:lnTo>
                  <a:lnTo>
                    <a:pt x="2047152" y="1763385"/>
                  </a:lnTo>
                  <a:lnTo>
                    <a:pt x="2047689" y="1769634"/>
                  </a:lnTo>
                  <a:lnTo>
                    <a:pt x="2046982" y="1776381"/>
                  </a:lnTo>
                  <a:lnTo>
                    <a:pt x="2041298" y="1774323"/>
                  </a:lnTo>
                  <a:lnTo>
                    <a:pt x="2037431" y="1772085"/>
                  </a:lnTo>
                  <a:lnTo>
                    <a:pt x="2040853" y="1779274"/>
                  </a:lnTo>
                  <a:lnTo>
                    <a:pt x="2033425" y="1777117"/>
                  </a:lnTo>
                  <a:lnTo>
                    <a:pt x="2028476" y="1777568"/>
                  </a:lnTo>
                  <a:lnTo>
                    <a:pt x="2025259" y="1783950"/>
                  </a:lnTo>
                  <a:lnTo>
                    <a:pt x="2020944" y="1787822"/>
                  </a:lnTo>
                  <a:lnTo>
                    <a:pt x="2014564" y="1789072"/>
                  </a:lnTo>
                  <a:lnTo>
                    <a:pt x="2005099" y="1783237"/>
                  </a:lnTo>
                  <a:lnTo>
                    <a:pt x="2002033" y="1776152"/>
                  </a:lnTo>
                  <a:lnTo>
                    <a:pt x="2000765" y="1768265"/>
                  </a:lnTo>
                  <a:lnTo>
                    <a:pt x="2000258" y="1777592"/>
                  </a:lnTo>
                  <a:lnTo>
                    <a:pt x="2001944" y="1787304"/>
                  </a:lnTo>
                  <a:lnTo>
                    <a:pt x="2001352" y="1794688"/>
                  </a:lnTo>
                  <a:lnTo>
                    <a:pt x="2010466" y="1796047"/>
                  </a:lnTo>
                  <a:lnTo>
                    <a:pt x="2018988" y="1794840"/>
                  </a:lnTo>
                  <a:lnTo>
                    <a:pt x="2030487" y="1795149"/>
                  </a:lnTo>
                  <a:lnTo>
                    <a:pt x="2037988" y="1793766"/>
                  </a:lnTo>
                  <a:lnTo>
                    <a:pt x="2042504" y="1791419"/>
                  </a:lnTo>
                  <a:lnTo>
                    <a:pt x="2053334" y="1793452"/>
                  </a:lnTo>
                  <a:lnTo>
                    <a:pt x="2054104" y="1802371"/>
                  </a:lnTo>
                  <a:lnTo>
                    <a:pt x="2052866" y="1811237"/>
                  </a:lnTo>
                  <a:lnTo>
                    <a:pt x="2052240" y="1820678"/>
                  </a:lnTo>
                  <a:lnTo>
                    <a:pt x="2055241" y="1820616"/>
                  </a:lnTo>
                  <a:lnTo>
                    <a:pt x="2058767" y="1817599"/>
                  </a:lnTo>
                  <a:lnTo>
                    <a:pt x="2060530" y="1800689"/>
                  </a:lnTo>
                  <a:lnTo>
                    <a:pt x="2070428" y="1794441"/>
                  </a:lnTo>
                  <a:lnTo>
                    <a:pt x="2073746" y="1794868"/>
                  </a:lnTo>
                  <a:lnTo>
                    <a:pt x="2076897" y="1800304"/>
                  </a:lnTo>
                  <a:lnTo>
                    <a:pt x="2077957" y="1805816"/>
                  </a:lnTo>
                  <a:lnTo>
                    <a:pt x="2079074" y="1813385"/>
                  </a:lnTo>
                  <a:lnTo>
                    <a:pt x="2076762" y="1824916"/>
                  </a:lnTo>
                  <a:lnTo>
                    <a:pt x="2061555" y="1838401"/>
                  </a:lnTo>
                  <a:lnTo>
                    <a:pt x="2050663" y="1850869"/>
                  </a:lnTo>
                  <a:lnTo>
                    <a:pt x="2045095" y="1853411"/>
                  </a:lnTo>
                  <a:lnTo>
                    <a:pt x="2037064" y="1851962"/>
                  </a:lnTo>
                  <a:lnTo>
                    <a:pt x="2027958" y="1848826"/>
                  </a:lnTo>
                  <a:lnTo>
                    <a:pt x="2023492" y="1848194"/>
                  </a:lnTo>
                  <a:lnTo>
                    <a:pt x="2020097" y="1849239"/>
                  </a:lnTo>
                  <a:lnTo>
                    <a:pt x="2018029" y="1845400"/>
                  </a:lnTo>
                  <a:lnTo>
                    <a:pt x="2016695" y="1838396"/>
                  </a:lnTo>
                  <a:lnTo>
                    <a:pt x="2013153" y="1836073"/>
                  </a:lnTo>
                  <a:lnTo>
                    <a:pt x="2010474" y="1836329"/>
                  </a:lnTo>
                  <a:lnTo>
                    <a:pt x="2008645" y="1843770"/>
                  </a:lnTo>
                  <a:lnTo>
                    <a:pt x="2000150" y="1845885"/>
                  </a:lnTo>
                  <a:lnTo>
                    <a:pt x="1988601" y="1842810"/>
                  </a:lnTo>
                  <a:lnTo>
                    <a:pt x="1976506" y="1836553"/>
                  </a:lnTo>
                  <a:lnTo>
                    <a:pt x="1981695" y="1843266"/>
                  </a:lnTo>
                  <a:lnTo>
                    <a:pt x="2011707" y="1855791"/>
                  </a:lnTo>
                  <a:lnTo>
                    <a:pt x="2015086" y="1858134"/>
                  </a:lnTo>
                  <a:lnTo>
                    <a:pt x="2018242" y="1861559"/>
                  </a:lnTo>
                  <a:lnTo>
                    <a:pt x="2014042" y="1866933"/>
                  </a:lnTo>
                  <a:lnTo>
                    <a:pt x="2010752" y="1872987"/>
                  </a:lnTo>
                  <a:lnTo>
                    <a:pt x="2010288" y="1877738"/>
                  </a:lnTo>
                  <a:lnTo>
                    <a:pt x="2009128" y="1880736"/>
                  </a:lnTo>
                  <a:lnTo>
                    <a:pt x="1997161" y="1888814"/>
                  </a:lnTo>
                  <a:lnTo>
                    <a:pt x="1990677" y="1887388"/>
                  </a:lnTo>
                  <a:lnTo>
                    <a:pt x="1974109" y="1872825"/>
                  </a:lnTo>
                  <a:lnTo>
                    <a:pt x="1981656" y="1885421"/>
                  </a:lnTo>
                  <a:lnTo>
                    <a:pt x="1987700" y="1890767"/>
                  </a:lnTo>
                  <a:lnTo>
                    <a:pt x="1999868" y="1893617"/>
                  </a:lnTo>
                  <a:lnTo>
                    <a:pt x="2022692" y="1888909"/>
                  </a:lnTo>
                  <a:lnTo>
                    <a:pt x="2030178" y="1894050"/>
                  </a:lnTo>
                  <a:lnTo>
                    <a:pt x="2024034" y="1903158"/>
                  </a:lnTo>
                  <a:lnTo>
                    <a:pt x="2017928" y="1909549"/>
                  </a:lnTo>
                  <a:lnTo>
                    <a:pt x="2009921" y="1910262"/>
                  </a:lnTo>
                  <a:lnTo>
                    <a:pt x="2002868" y="1911991"/>
                  </a:lnTo>
                  <a:lnTo>
                    <a:pt x="2000800" y="1916386"/>
                  </a:lnTo>
                  <a:lnTo>
                    <a:pt x="1995773" y="1916662"/>
                  </a:lnTo>
                  <a:lnTo>
                    <a:pt x="1987916" y="1916923"/>
                  </a:lnTo>
                  <a:lnTo>
                    <a:pt x="1975752" y="1917322"/>
                  </a:lnTo>
                  <a:lnTo>
                    <a:pt x="1969071" y="1916296"/>
                  </a:lnTo>
                  <a:lnTo>
                    <a:pt x="1959737" y="1925276"/>
                  </a:lnTo>
                  <a:lnTo>
                    <a:pt x="1956214" y="1926512"/>
                  </a:lnTo>
                  <a:lnTo>
                    <a:pt x="1951292" y="1924825"/>
                  </a:lnTo>
                  <a:lnTo>
                    <a:pt x="1949228" y="1917612"/>
                  </a:lnTo>
                  <a:lnTo>
                    <a:pt x="1947027" y="1914068"/>
                  </a:lnTo>
                  <a:lnTo>
                    <a:pt x="1946973" y="1927562"/>
                  </a:lnTo>
                  <a:lnTo>
                    <a:pt x="1947836" y="1931196"/>
                  </a:lnTo>
                  <a:lnTo>
                    <a:pt x="1949599" y="1933938"/>
                  </a:lnTo>
                  <a:lnTo>
                    <a:pt x="1938680" y="1941260"/>
                  </a:lnTo>
                  <a:lnTo>
                    <a:pt x="1928228" y="1950392"/>
                  </a:lnTo>
                  <a:lnTo>
                    <a:pt x="1924482" y="1952877"/>
                  </a:lnTo>
                  <a:lnTo>
                    <a:pt x="1920225" y="1957453"/>
                  </a:lnTo>
                  <a:lnTo>
                    <a:pt x="1911505" y="1970667"/>
                  </a:lnTo>
                  <a:lnTo>
                    <a:pt x="1909352" y="1980303"/>
                  </a:lnTo>
                  <a:lnTo>
                    <a:pt x="1906201" y="1991046"/>
                  </a:lnTo>
                  <a:lnTo>
                    <a:pt x="1905802" y="1986209"/>
                  </a:lnTo>
                  <a:lnTo>
                    <a:pt x="1906344" y="1978065"/>
                  </a:lnTo>
                  <a:lnTo>
                    <a:pt x="1904186" y="1968738"/>
                  </a:lnTo>
                  <a:lnTo>
                    <a:pt x="1902817" y="1985824"/>
                  </a:lnTo>
                  <a:lnTo>
                    <a:pt x="1899430" y="1993763"/>
                  </a:lnTo>
                  <a:lnTo>
                    <a:pt x="1868347" y="1993203"/>
                  </a:lnTo>
                  <a:lnTo>
                    <a:pt x="1854741" y="1997517"/>
                  </a:lnTo>
                  <a:lnTo>
                    <a:pt x="1833854" y="2012033"/>
                  </a:lnTo>
                  <a:lnTo>
                    <a:pt x="1827609" y="2018395"/>
                  </a:lnTo>
                  <a:lnTo>
                    <a:pt x="1810357" y="2042993"/>
                  </a:lnTo>
                  <a:lnTo>
                    <a:pt x="1805953" y="2058734"/>
                  </a:lnTo>
                  <a:lnTo>
                    <a:pt x="1802422" y="2052116"/>
                  </a:lnTo>
                  <a:lnTo>
                    <a:pt x="1803296" y="2047150"/>
                  </a:lnTo>
                  <a:lnTo>
                    <a:pt x="1803366" y="2043093"/>
                  </a:lnTo>
                  <a:lnTo>
                    <a:pt x="1799020" y="2051797"/>
                  </a:lnTo>
                  <a:lnTo>
                    <a:pt x="1803145" y="2064474"/>
                  </a:lnTo>
                  <a:lnTo>
                    <a:pt x="1799441" y="2069316"/>
                  </a:lnTo>
                  <a:lnTo>
                    <a:pt x="1788047" y="2078353"/>
                  </a:lnTo>
                  <a:lnTo>
                    <a:pt x="1781810" y="2079836"/>
                  </a:lnTo>
                  <a:lnTo>
                    <a:pt x="1774807" y="2082406"/>
                  </a:lnTo>
                  <a:lnTo>
                    <a:pt x="1772604" y="2091320"/>
                  </a:lnTo>
                  <a:lnTo>
                    <a:pt x="1763096" y="2099540"/>
                  </a:lnTo>
                  <a:lnTo>
                    <a:pt x="1757555" y="2103179"/>
                  </a:lnTo>
                  <a:lnTo>
                    <a:pt x="1747409" y="2100975"/>
                  </a:lnTo>
                  <a:lnTo>
                    <a:pt x="1750533" y="2108891"/>
                  </a:lnTo>
                  <a:lnTo>
                    <a:pt x="1746806" y="2114882"/>
                  </a:lnTo>
                  <a:lnTo>
                    <a:pt x="1740387" y="2119477"/>
                  </a:lnTo>
                  <a:lnTo>
                    <a:pt x="1732407" y="2122475"/>
                  </a:lnTo>
                  <a:lnTo>
                    <a:pt x="1727833" y="2122109"/>
                  </a:lnTo>
                  <a:lnTo>
                    <a:pt x="1723924" y="2123701"/>
                  </a:lnTo>
                  <a:lnTo>
                    <a:pt x="1720861" y="2127511"/>
                  </a:lnTo>
                  <a:lnTo>
                    <a:pt x="1713380" y="2131075"/>
                  </a:lnTo>
                  <a:lnTo>
                    <a:pt x="1705608" y="2129070"/>
                  </a:lnTo>
                  <a:lnTo>
                    <a:pt x="1696800" y="2127868"/>
                  </a:lnTo>
                  <a:lnTo>
                    <a:pt x="1691893" y="2130006"/>
                  </a:lnTo>
                  <a:lnTo>
                    <a:pt x="1700141" y="2133541"/>
                  </a:lnTo>
                  <a:lnTo>
                    <a:pt x="1704556" y="2138663"/>
                  </a:lnTo>
                  <a:lnTo>
                    <a:pt x="1703647" y="2145567"/>
                  </a:lnTo>
                  <a:lnTo>
                    <a:pt x="1701440" y="2148232"/>
                  </a:lnTo>
                  <a:lnTo>
                    <a:pt x="1696235" y="2151843"/>
                  </a:lnTo>
                  <a:lnTo>
                    <a:pt x="1693950" y="2151307"/>
                  </a:lnTo>
                  <a:lnTo>
                    <a:pt x="1692554" y="2148052"/>
                  </a:lnTo>
                  <a:lnTo>
                    <a:pt x="1690861" y="2141272"/>
                  </a:lnTo>
                  <a:lnTo>
                    <a:pt x="1688440" y="2142716"/>
                  </a:lnTo>
                  <a:lnTo>
                    <a:pt x="1688023" y="2145876"/>
                  </a:lnTo>
                  <a:lnTo>
                    <a:pt x="1685943" y="2147002"/>
                  </a:lnTo>
                  <a:lnTo>
                    <a:pt x="1678561" y="2136202"/>
                  </a:lnTo>
                  <a:lnTo>
                    <a:pt x="1678929" y="2144441"/>
                  </a:lnTo>
                  <a:lnTo>
                    <a:pt x="1681508" y="2150770"/>
                  </a:lnTo>
                  <a:lnTo>
                    <a:pt x="1684002" y="2153982"/>
                  </a:lnTo>
                  <a:lnTo>
                    <a:pt x="1686519" y="2155873"/>
                  </a:lnTo>
                  <a:lnTo>
                    <a:pt x="1687137" y="2158809"/>
                  </a:lnTo>
                  <a:lnTo>
                    <a:pt x="1682088" y="2165965"/>
                  </a:lnTo>
                  <a:lnTo>
                    <a:pt x="1679489" y="2167556"/>
                  </a:lnTo>
                  <a:lnTo>
                    <a:pt x="1674865" y="2168716"/>
                  </a:lnTo>
                  <a:lnTo>
                    <a:pt x="1672263" y="2173125"/>
                  </a:lnTo>
                  <a:lnTo>
                    <a:pt x="1673032" y="2176922"/>
                  </a:lnTo>
                  <a:lnTo>
                    <a:pt x="1668988" y="2185161"/>
                  </a:lnTo>
                  <a:lnTo>
                    <a:pt x="1659318" y="2190306"/>
                  </a:lnTo>
                  <a:lnTo>
                    <a:pt x="1656363" y="2190107"/>
                  </a:lnTo>
                  <a:lnTo>
                    <a:pt x="1653955" y="2191613"/>
                  </a:lnTo>
                  <a:lnTo>
                    <a:pt x="1655362" y="2195281"/>
                  </a:lnTo>
                  <a:lnTo>
                    <a:pt x="1657775" y="2197951"/>
                  </a:lnTo>
                  <a:lnTo>
                    <a:pt x="1657690" y="2200432"/>
                  </a:lnTo>
                  <a:lnTo>
                    <a:pt x="1655134" y="2203800"/>
                  </a:lnTo>
                  <a:lnTo>
                    <a:pt x="1650088" y="2204741"/>
                  </a:lnTo>
                  <a:lnTo>
                    <a:pt x="1647254" y="2208585"/>
                  </a:lnTo>
                  <a:lnTo>
                    <a:pt x="1648151" y="2212210"/>
                  </a:lnTo>
                  <a:lnTo>
                    <a:pt x="1649817" y="2214235"/>
                  </a:lnTo>
                  <a:lnTo>
                    <a:pt x="1649469" y="2217722"/>
                  </a:lnTo>
                  <a:lnTo>
                    <a:pt x="1643731" y="2221224"/>
                  </a:lnTo>
                  <a:lnTo>
                    <a:pt x="1642386" y="2224669"/>
                  </a:lnTo>
                  <a:lnTo>
                    <a:pt x="1645236" y="2225685"/>
                  </a:lnTo>
                  <a:lnTo>
                    <a:pt x="1647428" y="2224669"/>
                  </a:lnTo>
                  <a:lnTo>
                    <a:pt x="1649032" y="2225410"/>
                  </a:lnTo>
                  <a:lnTo>
                    <a:pt x="1645591" y="2231169"/>
                  </a:lnTo>
                  <a:lnTo>
                    <a:pt x="1642502" y="2234680"/>
                  </a:lnTo>
                  <a:lnTo>
                    <a:pt x="1639567" y="2240990"/>
                  </a:lnTo>
                  <a:lnTo>
                    <a:pt x="1632758" y="2242734"/>
                  </a:lnTo>
                  <a:lnTo>
                    <a:pt x="1633013" y="2244772"/>
                  </a:lnTo>
                  <a:lnTo>
                    <a:pt x="1636861" y="2246578"/>
                  </a:lnTo>
                  <a:lnTo>
                    <a:pt x="1640081" y="2251429"/>
                  </a:lnTo>
                  <a:lnTo>
                    <a:pt x="1634030" y="2260385"/>
                  </a:lnTo>
                  <a:lnTo>
                    <a:pt x="1630253" y="2259649"/>
                  </a:lnTo>
                  <a:lnTo>
                    <a:pt x="1627944" y="2257677"/>
                  </a:lnTo>
                  <a:lnTo>
                    <a:pt x="1626471" y="2264747"/>
                  </a:lnTo>
                  <a:lnTo>
                    <a:pt x="1627036" y="2268520"/>
                  </a:lnTo>
                  <a:lnTo>
                    <a:pt x="1625597" y="2276231"/>
                  </a:lnTo>
                  <a:lnTo>
                    <a:pt x="1623285" y="2285501"/>
                  </a:lnTo>
                  <a:lnTo>
                    <a:pt x="1621715" y="2289307"/>
                  </a:lnTo>
                  <a:lnTo>
                    <a:pt x="1622048" y="2296396"/>
                  </a:lnTo>
                  <a:lnTo>
                    <a:pt x="1623018" y="2303243"/>
                  </a:lnTo>
                  <a:lnTo>
                    <a:pt x="1626723" y="2312067"/>
                  </a:lnTo>
                  <a:lnTo>
                    <a:pt x="1632379" y="2348149"/>
                  </a:lnTo>
                  <a:lnTo>
                    <a:pt x="1636230" y="2360678"/>
                  </a:lnTo>
                  <a:lnTo>
                    <a:pt x="1643167" y="2394485"/>
                  </a:lnTo>
                  <a:lnTo>
                    <a:pt x="1654647" y="2427260"/>
                  </a:lnTo>
                  <a:lnTo>
                    <a:pt x="1670844" y="2466878"/>
                  </a:lnTo>
                  <a:lnTo>
                    <a:pt x="1697426" y="2514896"/>
                  </a:lnTo>
                  <a:lnTo>
                    <a:pt x="1700608" y="2521738"/>
                  </a:lnTo>
                  <a:lnTo>
                    <a:pt x="1697148" y="2527539"/>
                  </a:lnTo>
                  <a:lnTo>
                    <a:pt x="1696092" y="2533550"/>
                  </a:lnTo>
                  <a:lnTo>
                    <a:pt x="1695791" y="2542611"/>
                  </a:lnTo>
                  <a:lnTo>
                    <a:pt x="1696750" y="2551439"/>
                  </a:lnTo>
                  <a:lnTo>
                    <a:pt x="1699893" y="2562220"/>
                  </a:lnTo>
                  <a:lnTo>
                    <a:pt x="1705933" y="2578703"/>
                  </a:lnTo>
                  <a:lnTo>
                    <a:pt x="1702553" y="2575415"/>
                  </a:lnTo>
                  <a:lnTo>
                    <a:pt x="1693807" y="2551757"/>
                  </a:lnTo>
                  <a:lnTo>
                    <a:pt x="1692790" y="2537864"/>
                  </a:lnTo>
                  <a:lnTo>
                    <a:pt x="1694051" y="2518155"/>
                  </a:lnTo>
                  <a:lnTo>
                    <a:pt x="1691998" y="2518630"/>
                  </a:lnTo>
                  <a:lnTo>
                    <a:pt x="1690331" y="2525035"/>
                  </a:lnTo>
                  <a:lnTo>
                    <a:pt x="1689415" y="2532557"/>
                  </a:lnTo>
                  <a:lnTo>
                    <a:pt x="1687195" y="2535469"/>
                  </a:lnTo>
                  <a:lnTo>
                    <a:pt x="1684168" y="2523995"/>
                  </a:lnTo>
                  <a:lnTo>
                    <a:pt x="1684380" y="2518806"/>
                  </a:lnTo>
                  <a:lnTo>
                    <a:pt x="1687594" y="2512743"/>
                  </a:lnTo>
                  <a:lnTo>
                    <a:pt x="1686662" y="2510562"/>
                  </a:lnTo>
                  <a:lnTo>
                    <a:pt x="1681461" y="2507460"/>
                  </a:lnTo>
                  <a:lnTo>
                    <a:pt x="1680355" y="2502580"/>
                  </a:lnTo>
                  <a:lnTo>
                    <a:pt x="1681059" y="2497762"/>
                  </a:lnTo>
                  <a:lnTo>
                    <a:pt x="1678074" y="2495187"/>
                  </a:lnTo>
                  <a:lnTo>
                    <a:pt x="1675739" y="2495310"/>
                  </a:lnTo>
                  <a:lnTo>
                    <a:pt x="1677305" y="2507189"/>
                  </a:lnTo>
                  <a:lnTo>
                    <a:pt x="1679775" y="2514482"/>
                  </a:lnTo>
                  <a:lnTo>
                    <a:pt x="1682830" y="2531963"/>
                  </a:lnTo>
                  <a:lnTo>
                    <a:pt x="1687760" y="2542554"/>
                  </a:lnTo>
                  <a:lnTo>
                    <a:pt x="1690633" y="2551434"/>
                  </a:lnTo>
                  <a:lnTo>
                    <a:pt x="1724206" y="2646201"/>
                  </a:lnTo>
                  <a:lnTo>
                    <a:pt x="1732152" y="2658270"/>
                  </a:lnTo>
                  <a:lnTo>
                    <a:pt x="1735090" y="2666937"/>
                  </a:lnTo>
                  <a:lnTo>
                    <a:pt x="1738149" y="2685059"/>
                  </a:lnTo>
                  <a:lnTo>
                    <a:pt x="1738841" y="2708326"/>
                  </a:lnTo>
                  <a:lnTo>
                    <a:pt x="1733354" y="2750852"/>
                  </a:lnTo>
                  <a:lnTo>
                    <a:pt x="1732105" y="2779859"/>
                  </a:lnTo>
                  <a:lnTo>
                    <a:pt x="1731320" y="2778971"/>
                  </a:lnTo>
                  <a:lnTo>
                    <a:pt x="1730795" y="2775916"/>
                  </a:lnTo>
                  <a:lnTo>
                    <a:pt x="1729526" y="2775497"/>
                  </a:lnTo>
                  <a:lnTo>
                    <a:pt x="1724763" y="2788787"/>
                  </a:lnTo>
                  <a:lnTo>
                    <a:pt x="1718290" y="2800775"/>
                  </a:lnTo>
                  <a:lnTo>
                    <a:pt x="1716160" y="2819405"/>
                  </a:lnTo>
                  <a:lnTo>
                    <a:pt x="1713055" y="2828733"/>
                  </a:lnTo>
                  <a:lnTo>
                    <a:pt x="1703733" y="2838601"/>
                  </a:lnTo>
                  <a:lnTo>
                    <a:pt x="1697956" y="2838349"/>
                  </a:lnTo>
                  <a:lnTo>
                    <a:pt x="1683789" y="2845752"/>
                  </a:lnTo>
                  <a:lnTo>
                    <a:pt x="1673836" y="2843823"/>
                  </a:lnTo>
                  <a:lnTo>
                    <a:pt x="1661978" y="2848000"/>
                  </a:lnTo>
                  <a:lnTo>
                    <a:pt x="1654175" y="2847534"/>
                  </a:lnTo>
                  <a:lnTo>
                    <a:pt x="1649670" y="2838730"/>
                  </a:lnTo>
                  <a:lnTo>
                    <a:pt x="1650359" y="2834791"/>
                  </a:lnTo>
                  <a:lnTo>
                    <a:pt x="1652153" y="2830833"/>
                  </a:lnTo>
                  <a:lnTo>
                    <a:pt x="1655192" y="2829911"/>
                  </a:lnTo>
                  <a:lnTo>
                    <a:pt x="1665666" y="2839138"/>
                  </a:lnTo>
                  <a:lnTo>
                    <a:pt x="1667642" y="2835256"/>
                  </a:lnTo>
                  <a:lnTo>
                    <a:pt x="1664479" y="2830638"/>
                  </a:lnTo>
                  <a:lnTo>
                    <a:pt x="1658424" y="2828063"/>
                  </a:lnTo>
                  <a:lnTo>
                    <a:pt x="1653951" y="2825231"/>
                  </a:lnTo>
                  <a:lnTo>
                    <a:pt x="1644938" y="2804196"/>
                  </a:lnTo>
                  <a:lnTo>
                    <a:pt x="1635600" y="2789752"/>
                  </a:lnTo>
                  <a:lnTo>
                    <a:pt x="1634026" y="2780097"/>
                  </a:lnTo>
                  <a:lnTo>
                    <a:pt x="1617926" y="2774210"/>
                  </a:lnTo>
                  <a:lnTo>
                    <a:pt x="1606268" y="2765296"/>
                  </a:lnTo>
                  <a:lnTo>
                    <a:pt x="1598667" y="2749441"/>
                  </a:lnTo>
                  <a:lnTo>
                    <a:pt x="1594305" y="2721326"/>
                  </a:lnTo>
                  <a:lnTo>
                    <a:pt x="1589163" y="2718167"/>
                  </a:lnTo>
                  <a:lnTo>
                    <a:pt x="1586990" y="2715981"/>
                  </a:lnTo>
                  <a:lnTo>
                    <a:pt x="1592012" y="2705547"/>
                  </a:lnTo>
                  <a:lnTo>
                    <a:pt x="1597306" y="2696799"/>
                  </a:lnTo>
                  <a:lnTo>
                    <a:pt x="1593118" y="2698976"/>
                  </a:lnTo>
                  <a:lnTo>
                    <a:pt x="1590029" y="2702211"/>
                  </a:lnTo>
                  <a:lnTo>
                    <a:pt x="1586101" y="2709937"/>
                  </a:lnTo>
                  <a:lnTo>
                    <a:pt x="1583232" y="2711125"/>
                  </a:lnTo>
                  <a:lnTo>
                    <a:pt x="1580602" y="2709937"/>
                  </a:lnTo>
                  <a:lnTo>
                    <a:pt x="1577571" y="2695117"/>
                  </a:lnTo>
                  <a:lnTo>
                    <a:pt x="1578437" y="2676900"/>
                  </a:lnTo>
                  <a:lnTo>
                    <a:pt x="1582686" y="2670087"/>
                  </a:lnTo>
                  <a:lnTo>
                    <a:pt x="1576160" y="2669906"/>
                  </a:lnTo>
                  <a:lnTo>
                    <a:pt x="1569397" y="2672501"/>
                  </a:lnTo>
                  <a:lnTo>
                    <a:pt x="1570387" y="2678573"/>
                  </a:lnTo>
                  <a:lnTo>
                    <a:pt x="1569432" y="2681909"/>
                  </a:lnTo>
                  <a:lnTo>
                    <a:pt x="1564506" y="2681053"/>
                  </a:lnTo>
                  <a:lnTo>
                    <a:pt x="1560771" y="2678920"/>
                  </a:lnTo>
                  <a:lnTo>
                    <a:pt x="1555702" y="2672600"/>
                  </a:lnTo>
                  <a:lnTo>
                    <a:pt x="1548788" y="2660541"/>
                  </a:lnTo>
                  <a:lnTo>
                    <a:pt x="1534606" y="2627319"/>
                  </a:lnTo>
                  <a:lnTo>
                    <a:pt x="1531841" y="2622634"/>
                  </a:lnTo>
                  <a:lnTo>
                    <a:pt x="1527151" y="2617731"/>
                  </a:lnTo>
                  <a:lnTo>
                    <a:pt x="1529359" y="2616206"/>
                  </a:lnTo>
                  <a:lnTo>
                    <a:pt x="1533388" y="2615303"/>
                  </a:lnTo>
                  <a:lnTo>
                    <a:pt x="1542494" y="2600345"/>
                  </a:lnTo>
                  <a:lnTo>
                    <a:pt x="1549647" y="2591308"/>
                  </a:lnTo>
                  <a:lnTo>
                    <a:pt x="1552021" y="2585055"/>
                  </a:lnTo>
                  <a:lnTo>
                    <a:pt x="1551607" y="2582380"/>
                  </a:lnTo>
                  <a:lnTo>
                    <a:pt x="1548444" y="2578494"/>
                  </a:lnTo>
                  <a:lnTo>
                    <a:pt x="1544292" y="2581891"/>
                  </a:lnTo>
                  <a:lnTo>
                    <a:pt x="1542513" y="2580922"/>
                  </a:lnTo>
                  <a:lnTo>
                    <a:pt x="1537842" y="2573082"/>
                  </a:lnTo>
                  <a:lnTo>
                    <a:pt x="1533380" y="2570868"/>
                  </a:lnTo>
                  <a:lnTo>
                    <a:pt x="1530271" y="2572564"/>
                  </a:lnTo>
                  <a:lnTo>
                    <a:pt x="1533550" y="2578988"/>
                  </a:lnTo>
                  <a:lnTo>
                    <a:pt x="1536497" y="2581373"/>
                  </a:lnTo>
                  <a:lnTo>
                    <a:pt x="1535356" y="2590714"/>
                  </a:lnTo>
                  <a:lnTo>
                    <a:pt x="1534165" y="2593755"/>
                  </a:lnTo>
                  <a:lnTo>
                    <a:pt x="1531404" y="2596440"/>
                  </a:lnTo>
                  <a:lnTo>
                    <a:pt x="1527093" y="2595010"/>
                  </a:lnTo>
                  <a:lnTo>
                    <a:pt x="1524912" y="2597319"/>
                  </a:lnTo>
                  <a:lnTo>
                    <a:pt x="1522345" y="2594886"/>
                  </a:lnTo>
                  <a:lnTo>
                    <a:pt x="1519789" y="2590781"/>
                  </a:lnTo>
                  <a:lnTo>
                    <a:pt x="1516943" y="2584024"/>
                  </a:lnTo>
                  <a:lnTo>
                    <a:pt x="1524464" y="2545994"/>
                  </a:lnTo>
                  <a:lnTo>
                    <a:pt x="1531424" y="2521761"/>
                  </a:lnTo>
                  <a:lnTo>
                    <a:pt x="1532220" y="2494118"/>
                  </a:lnTo>
                  <a:lnTo>
                    <a:pt x="1532738" y="2490022"/>
                  </a:lnTo>
                  <a:lnTo>
                    <a:pt x="1532151" y="2482676"/>
                  </a:lnTo>
                  <a:lnTo>
                    <a:pt x="1522817" y="2466711"/>
                  </a:lnTo>
                  <a:lnTo>
                    <a:pt x="1481549" y="2427754"/>
                  </a:lnTo>
                  <a:lnTo>
                    <a:pt x="1449565" y="2381623"/>
                  </a:lnTo>
                  <a:lnTo>
                    <a:pt x="1421861" y="2364318"/>
                  </a:lnTo>
                  <a:lnTo>
                    <a:pt x="1400843" y="2368119"/>
                  </a:lnTo>
                  <a:lnTo>
                    <a:pt x="1397204" y="2371597"/>
                  </a:lnTo>
                  <a:lnTo>
                    <a:pt x="1395642" y="2376144"/>
                  </a:lnTo>
                  <a:lnTo>
                    <a:pt x="1396961" y="2381290"/>
                  </a:lnTo>
                  <a:lnTo>
                    <a:pt x="1395050" y="2383433"/>
                  </a:lnTo>
                  <a:lnTo>
                    <a:pt x="1389409" y="2383162"/>
                  </a:lnTo>
                  <a:lnTo>
                    <a:pt x="1381811" y="2384360"/>
                  </a:lnTo>
                  <a:lnTo>
                    <a:pt x="1361972" y="2396504"/>
                  </a:lnTo>
                  <a:lnTo>
                    <a:pt x="1354974" y="2396058"/>
                  </a:lnTo>
                  <a:lnTo>
                    <a:pt x="1348617" y="2399203"/>
                  </a:lnTo>
                  <a:lnTo>
                    <a:pt x="1343857" y="2401560"/>
                  </a:lnTo>
                  <a:lnTo>
                    <a:pt x="1331446" y="2402843"/>
                  </a:lnTo>
                  <a:lnTo>
                    <a:pt x="1320921" y="2405537"/>
                  </a:lnTo>
                  <a:lnTo>
                    <a:pt x="1316374" y="2404078"/>
                  </a:lnTo>
                  <a:lnTo>
                    <a:pt x="1313408" y="2397036"/>
                  </a:lnTo>
                  <a:lnTo>
                    <a:pt x="1313408" y="2389748"/>
                  </a:lnTo>
                  <a:lnTo>
                    <a:pt x="1315813" y="2395335"/>
                  </a:lnTo>
                  <a:lnTo>
                    <a:pt x="1319537" y="2399707"/>
                  </a:lnTo>
                  <a:lnTo>
                    <a:pt x="1321242" y="2397958"/>
                  </a:lnTo>
                  <a:lnTo>
                    <a:pt x="1321880" y="2394090"/>
                  </a:lnTo>
                  <a:lnTo>
                    <a:pt x="1318176" y="2386512"/>
                  </a:lnTo>
                  <a:lnTo>
                    <a:pt x="1306244" y="2376776"/>
                  </a:lnTo>
                  <a:lnTo>
                    <a:pt x="1292664" y="2362555"/>
                  </a:lnTo>
                  <a:lnTo>
                    <a:pt x="1296805" y="2363026"/>
                  </a:lnTo>
                  <a:lnTo>
                    <a:pt x="1297853" y="2359980"/>
                  </a:lnTo>
                  <a:lnTo>
                    <a:pt x="1293642" y="2355984"/>
                  </a:lnTo>
                  <a:lnTo>
                    <a:pt x="1295421" y="2351366"/>
                  </a:lnTo>
                  <a:lnTo>
                    <a:pt x="1298387" y="2346514"/>
                  </a:lnTo>
                  <a:lnTo>
                    <a:pt x="1292657" y="2347241"/>
                  </a:lnTo>
                  <a:lnTo>
                    <a:pt x="1287514" y="2350639"/>
                  </a:lnTo>
                  <a:lnTo>
                    <a:pt x="1287344" y="2354834"/>
                  </a:lnTo>
                  <a:lnTo>
                    <a:pt x="1286327" y="2358170"/>
                  </a:lnTo>
                  <a:lnTo>
                    <a:pt x="1283559" y="2357685"/>
                  </a:lnTo>
                  <a:lnTo>
                    <a:pt x="1278420" y="2353556"/>
                  </a:lnTo>
                  <a:lnTo>
                    <a:pt x="1253121" y="2342062"/>
                  </a:lnTo>
                  <a:lnTo>
                    <a:pt x="1231004" y="2335581"/>
                  </a:lnTo>
                  <a:lnTo>
                    <a:pt x="1247979" y="2332664"/>
                  </a:lnTo>
                  <a:lnTo>
                    <a:pt x="1257185" y="2334930"/>
                  </a:lnTo>
                  <a:lnTo>
                    <a:pt x="1256087" y="2331452"/>
                  </a:lnTo>
                  <a:lnTo>
                    <a:pt x="1253871" y="2329243"/>
                  </a:lnTo>
                  <a:lnTo>
                    <a:pt x="1246610" y="2326444"/>
                  </a:lnTo>
                  <a:lnTo>
                    <a:pt x="1237361" y="2327509"/>
                  </a:lnTo>
                  <a:lnTo>
                    <a:pt x="1231519" y="2326193"/>
                  </a:lnTo>
                  <a:lnTo>
                    <a:pt x="1225545" y="2328967"/>
                  </a:lnTo>
                  <a:lnTo>
                    <a:pt x="1218999" y="2333092"/>
                  </a:lnTo>
                  <a:lnTo>
                    <a:pt x="1213172" y="2335216"/>
                  </a:lnTo>
                  <a:lnTo>
                    <a:pt x="1190367" y="2338185"/>
                  </a:lnTo>
                  <a:lnTo>
                    <a:pt x="1171873" y="2341407"/>
                  </a:lnTo>
                  <a:lnTo>
                    <a:pt x="1174839" y="2338005"/>
                  </a:lnTo>
                  <a:lnTo>
                    <a:pt x="1178002" y="2335819"/>
                  </a:lnTo>
                  <a:lnTo>
                    <a:pt x="1188929" y="2332493"/>
                  </a:lnTo>
                  <a:lnTo>
                    <a:pt x="1190564" y="2325580"/>
                  </a:lnTo>
                  <a:lnTo>
                    <a:pt x="1187997" y="2318923"/>
                  </a:lnTo>
                  <a:lnTo>
                    <a:pt x="1185120" y="2320519"/>
                  </a:lnTo>
                  <a:lnTo>
                    <a:pt x="1182100" y="2325722"/>
                  </a:lnTo>
                  <a:lnTo>
                    <a:pt x="1178396" y="2321973"/>
                  </a:lnTo>
                  <a:lnTo>
                    <a:pt x="1174294" y="2321992"/>
                  </a:lnTo>
                  <a:lnTo>
                    <a:pt x="1173180" y="2330269"/>
                  </a:lnTo>
                  <a:lnTo>
                    <a:pt x="1167922" y="2335819"/>
                  </a:lnTo>
                  <a:lnTo>
                    <a:pt x="1165548" y="2341407"/>
                  </a:lnTo>
                  <a:lnTo>
                    <a:pt x="1150128" y="2345783"/>
                  </a:lnTo>
                  <a:lnTo>
                    <a:pt x="1148152" y="2344324"/>
                  </a:lnTo>
                  <a:lnTo>
                    <a:pt x="1152664" y="2339017"/>
                  </a:lnTo>
                  <a:lnTo>
                    <a:pt x="1152305" y="2336066"/>
                  </a:lnTo>
                  <a:lnTo>
                    <a:pt x="1147158" y="2338599"/>
                  </a:lnTo>
                  <a:lnTo>
                    <a:pt x="1138528" y="2348657"/>
                  </a:lnTo>
                  <a:lnTo>
                    <a:pt x="1108145" y="2351950"/>
                  </a:lnTo>
                  <a:lnTo>
                    <a:pt x="1109804" y="2349665"/>
                  </a:lnTo>
                  <a:lnTo>
                    <a:pt x="1116218" y="2349208"/>
                  </a:lnTo>
                  <a:lnTo>
                    <a:pt x="1125223" y="2346025"/>
                  </a:lnTo>
                  <a:lnTo>
                    <a:pt x="1123402" y="2340665"/>
                  </a:lnTo>
                  <a:lnTo>
                    <a:pt x="1119930" y="2334774"/>
                  </a:lnTo>
                  <a:lnTo>
                    <a:pt x="1116725" y="2334118"/>
                  </a:lnTo>
                  <a:lnTo>
                    <a:pt x="1114610" y="2330664"/>
                  </a:lnTo>
                  <a:lnTo>
                    <a:pt x="1114714" y="2319778"/>
                  </a:lnTo>
                  <a:lnTo>
                    <a:pt x="1112665" y="2313416"/>
                  </a:lnTo>
                  <a:lnTo>
                    <a:pt x="1107719" y="2306868"/>
                  </a:lnTo>
                  <a:lnTo>
                    <a:pt x="1106049" y="2308128"/>
                  </a:lnTo>
                  <a:lnTo>
                    <a:pt x="1102411" y="2319322"/>
                  </a:lnTo>
                  <a:lnTo>
                    <a:pt x="1099387" y="2334004"/>
                  </a:lnTo>
                  <a:lnTo>
                    <a:pt x="1097891" y="2338746"/>
                  </a:lnTo>
                  <a:lnTo>
                    <a:pt x="1088882" y="2339078"/>
                  </a:lnTo>
                  <a:lnTo>
                    <a:pt x="1080909" y="2338076"/>
                  </a:lnTo>
                  <a:lnTo>
                    <a:pt x="1053812" y="2339839"/>
                  </a:lnTo>
                  <a:lnTo>
                    <a:pt x="1043689" y="2334864"/>
                  </a:lnTo>
                  <a:lnTo>
                    <a:pt x="1039490" y="2333909"/>
                  </a:lnTo>
                  <a:lnTo>
                    <a:pt x="1036935" y="2334023"/>
                  </a:lnTo>
                  <a:lnTo>
                    <a:pt x="1025149" y="2338584"/>
                  </a:lnTo>
                  <a:lnTo>
                    <a:pt x="1011721" y="2342077"/>
                  </a:lnTo>
                  <a:lnTo>
                    <a:pt x="1008558" y="2340979"/>
                  </a:lnTo>
                  <a:lnTo>
                    <a:pt x="1004046" y="2340817"/>
                  </a:lnTo>
                  <a:lnTo>
                    <a:pt x="994310" y="2352706"/>
                  </a:lnTo>
                  <a:lnTo>
                    <a:pt x="982830" y="2358269"/>
                  </a:lnTo>
                  <a:lnTo>
                    <a:pt x="953866" y="2348268"/>
                  </a:lnTo>
                  <a:lnTo>
                    <a:pt x="946662" y="2340224"/>
                  </a:lnTo>
                  <a:lnTo>
                    <a:pt x="940267" y="2338503"/>
                  </a:lnTo>
                  <a:lnTo>
                    <a:pt x="932402" y="2337510"/>
                  </a:lnTo>
                  <a:lnTo>
                    <a:pt x="923954" y="2347408"/>
                  </a:lnTo>
                  <a:lnTo>
                    <a:pt x="917536" y="2360764"/>
                  </a:lnTo>
                  <a:lnTo>
                    <a:pt x="927677" y="2368086"/>
                  </a:lnTo>
                  <a:lnTo>
                    <a:pt x="936358" y="2371588"/>
                  </a:lnTo>
                  <a:lnTo>
                    <a:pt x="950703" y="2368651"/>
                  </a:lnTo>
                  <a:lnTo>
                    <a:pt x="958633" y="2362170"/>
                  </a:lnTo>
                  <a:lnTo>
                    <a:pt x="965110" y="2362384"/>
                  </a:lnTo>
                  <a:lnTo>
                    <a:pt x="968207" y="2361068"/>
                  </a:lnTo>
                  <a:lnTo>
                    <a:pt x="971033" y="2357685"/>
                  </a:lnTo>
                  <a:lnTo>
                    <a:pt x="976570" y="2360355"/>
                  </a:lnTo>
                  <a:lnTo>
                    <a:pt x="976767" y="2363030"/>
                  </a:lnTo>
                  <a:lnTo>
                    <a:pt x="972835" y="2366798"/>
                  </a:lnTo>
                  <a:lnTo>
                    <a:pt x="967882" y="2369972"/>
                  </a:lnTo>
                  <a:lnTo>
                    <a:pt x="964878" y="2373712"/>
                  </a:lnTo>
                  <a:lnTo>
                    <a:pt x="970530" y="2381247"/>
                  </a:lnTo>
                  <a:lnTo>
                    <a:pt x="979408" y="2383780"/>
                  </a:lnTo>
                  <a:lnTo>
                    <a:pt x="982749" y="2382687"/>
                  </a:lnTo>
                  <a:lnTo>
                    <a:pt x="984817" y="2374215"/>
                  </a:lnTo>
                  <a:lnTo>
                    <a:pt x="990277" y="2368761"/>
                  </a:lnTo>
                  <a:lnTo>
                    <a:pt x="997697" y="2369939"/>
                  </a:lnTo>
                  <a:lnTo>
                    <a:pt x="996641" y="2373360"/>
                  </a:lnTo>
                  <a:lnTo>
                    <a:pt x="997681" y="2376591"/>
                  </a:lnTo>
                  <a:lnTo>
                    <a:pt x="1001092" y="2382107"/>
                  </a:lnTo>
                  <a:lnTo>
                    <a:pt x="1000701" y="2390009"/>
                  </a:lnTo>
                  <a:lnTo>
                    <a:pt x="1001362" y="2391914"/>
                  </a:lnTo>
                  <a:lnTo>
                    <a:pt x="993366" y="2395402"/>
                  </a:lnTo>
                  <a:lnTo>
                    <a:pt x="987408" y="2396585"/>
                  </a:lnTo>
                  <a:lnTo>
                    <a:pt x="982640" y="2401151"/>
                  </a:lnTo>
                  <a:lnTo>
                    <a:pt x="985138" y="2403802"/>
                  </a:lnTo>
                  <a:lnTo>
                    <a:pt x="980282" y="2406131"/>
                  </a:lnTo>
                  <a:lnTo>
                    <a:pt x="976999" y="2405199"/>
                  </a:lnTo>
                  <a:lnTo>
                    <a:pt x="975348" y="2406059"/>
                  </a:lnTo>
                  <a:lnTo>
                    <a:pt x="974853" y="2408863"/>
                  </a:lnTo>
                  <a:lnTo>
                    <a:pt x="972344" y="2411466"/>
                  </a:lnTo>
                  <a:lnTo>
                    <a:pt x="975994" y="2419311"/>
                  </a:lnTo>
                  <a:lnTo>
                    <a:pt x="983476" y="2424433"/>
                  </a:lnTo>
                  <a:lnTo>
                    <a:pt x="988753" y="2430852"/>
                  </a:lnTo>
                  <a:lnTo>
                    <a:pt x="1009973" y="2439305"/>
                  </a:lnTo>
                  <a:lnTo>
                    <a:pt x="1015116" y="2439063"/>
                  </a:lnTo>
                  <a:lnTo>
                    <a:pt x="1020177" y="2447573"/>
                  </a:lnTo>
                  <a:lnTo>
                    <a:pt x="1024256" y="2450500"/>
                  </a:lnTo>
                  <a:lnTo>
                    <a:pt x="1028185" y="2451987"/>
                  </a:lnTo>
                  <a:lnTo>
                    <a:pt x="1027736" y="2457840"/>
                  </a:lnTo>
                  <a:lnTo>
                    <a:pt x="1020757" y="2462126"/>
                  </a:lnTo>
                  <a:lnTo>
                    <a:pt x="1018870" y="2467239"/>
                  </a:lnTo>
                  <a:lnTo>
                    <a:pt x="1017115" y="2470113"/>
                  </a:lnTo>
                  <a:lnTo>
                    <a:pt x="1013967" y="2466474"/>
                  </a:lnTo>
                  <a:lnTo>
                    <a:pt x="1010735" y="2463837"/>
                  </a:lnTo>
                  <a:lnTo>
                    <a:pt x="1003253" y="2471857"/>
                  </a:lnTo>
                  <a:lnTo>
                    <a:pt x="999646" y="2473544"/>
                  </a:lnTo>
                  <a:lnTo>
                    <a:pt x="1001436" y="2464896"/>
                  </a:lnTo>
                  <a:lnTo>
                    <a:pt x="998609" y="2461509"/>
                  </a:lnTo>
                  <a:lnTo>
                    <a:pt x="994337" y="2452837"/>
                  </a:lnTo>
                  <a:lnTo>
                    <a:pt x="988112" y="2447473"/>
                  </a:lnTo>
                  <a:lnTo>
                    <a:pt x="983727" y="2445696"/>
                  </a:lnTo>
                  <a:lnTo>
                    <a:pt x="980313" y="2442303"/>
                  </a:lnTo>
                  <a:lnTo>
                    <a:pt x="976179" y="2440930"/>
                  </a:lnTo>
                  <a:lnTo>
                    <a:pt x="972653" y="2441282"/>
                  </a:lnTo>
                  <a:lnTo>
                    <a:pt x="966683" y="2439305"/>
                  </a:lnTo>
                  <a:lnTo>
                    <a:pt x="966289" y="2434691"/>
                  </a:lnTo>
                  <a:lnTo>
                    <a:pt x="964634" y="2431237"/>
                  </a:lnTo>
                  <a:lnTo>
                    <a:pt x="959963" y="2427160"/>
                  </a:lnTo>
                  <a:lnTo>
                    <a:pt x="937645" y="2419458"/>
                  </a:lnTo>
                  <a:lnTo>
                    <a:pt x="937510" y="2422647"/>
                  </a:lnTo>
                  <a:lnTo>
                    <a:pt x="939057" y="2425046"/>
                  </a:lnTo>
                  <a:lnTo>
                    <a:pt x="942262" y="2426643"/>
                  </a:lnTo>
                  <a:lnTo>
                    <a:pt x="946098" y="2429750"/>
                  </a:lnTo>
                  <a:lnTo>
                    <a:pt x="946063" y="2438954"/>
                  </a:lnTo>
                  <a:lnTo>
                    <a:pt x="944404" y="2442850"/>
                  </a:lnTo>
                  <a:lnTo>
                    <a:pt x="943693" y="2448399"/>
                  </a:lnTo>
                  <a:lnTo>
                    <a:pt x="942216" y="2454039"/>
                  </a:lnTo>
                  <a:lnTo>
                    <a:pt x="939486" y="2458487"/>
                  </a:lnTo>
                  <a:lnTo>
                    <a:pt x="933392" y="2461518"/>
                  </a:lnTo>
                  <a:lnTo>
                    <a:pt x="930705" y="2458981"/>
                  </a:lnTo>
                  <a:lnTo>
                    <a:pt x="926359" y="2446836"/>
                  </a:lnTo>
                  <a:lnTo>
                    <a:pt x="920215" y="2443011"/>
                  </a:lnTo>
                  <a:lnTo>
                    <a:pt x="910452" y="2442560"/>
                  </a:lnTo>
                  <a:lnTo>
                    <a:pt x="903821" y="2445306"/>
                  </a:lnTo>
                  <a:lnTo>
                    <a:pt x="896594" y="2457071"/>
                  </a:lnTo>
                  <a:lnTo>
                    <a:pt x="890771" y="2458995"/>
                  </a:lnTo>
                  <a:lnTo>
                    <a:pt x="870839" y="2452899"/>
                  </a:lnTo>
                  <a:lnTo>
                    <a:pt x="848081" y="2443610"/>
                  </a:lnTo>
                  <a:lnTo>
                    <a:pt x="848668" y="2440517"/>
                  </a:lnTo>
                  <a:lnTo>
                    <a:pt x="852249" y="2439524"/>
                  </a:lnTo>
                  <a:lnTo>
                    <a:pt x="859116" y="2440792"/>
                  </a:lnTo>
                  <a:lnTo>
                    <a:pt x="858752" y="2437604"/>
                  </a:lnTo>
                  <a:lnTo>
                    <a:pt x="851735" y="2427227"/>
                  </a:lnTo>
                  <a:lnTo>
                    <a:pt x="850447" y="2422542"/>
                  </a:lnTo>
                  <a:lnTo>
                    <a:pt x="851352" y="2416826"/>
                  </a:lnTo>
                  <a:lnTo>
                    <a:pt x="849063" y="2416954"/>
                  </a:lnTo>
                  <a:lnTo>
                    <a:pt x="844848" y="2421753"/>
                  </a:lnTo>
                  <a:lnTo>
                    <a:pt x="830337" y="2417686"/>
                  </a:lnTo>
                  <a:lnTo>
                    <a:pt x="826331" y="2412825"/>
                  </a:lnTo>
                  <a:lnTo>
                    <a:pt x="817806" y="2399127"/>
                  </a:lnTo>
                  <a:lnTo>
                    <a:pt x="805773" y="2398680"/>
                  </a:lnTo>
                  <a:lnTo>
                    <a:pt x="800329" y="2390375"/>
                  </a:lnTo>
                  <a:lnTo>
                    <a:pt x="790496" y="2393853"/>
                  </a:lnTo>
                  <a:lnTo>
                    <a:pt x="785516" y="2397702"/>
                  </a:lnTo>
                  <a:lnTo>
                    <a:pt x="781139" y="2403665"/>
                  </a:lnTo>
                  <a:lnTo>
                    <a:pt x="782844" y="2406758"/>
                  </a:lnTo>
                  <a:lnTo>
                    <a:pt x="787206" y="2411671"/>
                  </a:lnTo>
                  <a:lnTo>
                    <a:pt x="785214" y="2414042"/>
                  </a:lnTo>
                  <a:lnTo>
                    <a:pt x="771214" y="2417544"/>
                  </a:lnTo>
                  <a:lnTo>
                    <a:pt x="738711" y="2413628"/>
                  </a:lnTo>
                  <a:lnTo>
                    <a:pt x="729207" y="2409970"/>
                  </a:lnTo>
                  <a:lnTo>
                    <a:pt x="716452" y="2402234"/>
                  </a:lnTo>
                  <a:lnTo>
                    <a:pt x="698770" y="2395929"/>
                  </a:lnTo>
                  <a:lnTo>
                    <a:pt x="690256" y="2394912"/>
                  </a:lnTo>
                  <a:lnTo>
                    <a:pt x="681920" y="2396162"/>
                  </a:lnTo>
                  <a:lnTo>
                    <a:pt x="657661" y="2396808"/>
                  </a:lnTo>
                  <a:lnTo>
                    <a:pt x="652031" y="2398486"/>
                  </a:lnTo>
                  <a:lnTo>
                    <a:pt x="647237" y="2401165"/>
                  </a:lnTo>
                  <a:lnTo>
                    <a:pt x="644128" y="2398200"/>
                  </a:lnTo>
                  <a:lnTo>
                    <a:pt x="642690" y="2392907"/>
                  </a:lnTo>
                  <a:lnTo>
                    <a:pt x="645504" y="2392047"/>
                  </a:lnTo>
                  <a:lnTo>
                    <a:pt x="648636" y="2388935"/>
                  </a:lnTo>
                  <a:lnTo>
                    <a:pt x="651463" y="2382782"/>
                  </a:lnTo>
                  <a:lnTo>
                    <a:pt x="651784" y="2379062"/>
                  </a:lnTo>
                  <a:lnTo>
                    <a:pt x="649808" y="2376634"/>
                  </a:lnTo>
                  <a:lnTo>
                    <a:pt x="646050" y="2376391"/>
                  </a:lnTo>
                  <a:lnTo>
                    <a:pt x="637748" y="2392423"/>
                  </a:lnTo>
                  <a:lnTo>
                    <a:pt x="642492" y="2401408"/>
                  </a:lnTo>
                  <a:lnTo>
                    <a:pt x="642168" y="2404648"/>
                  </a:lnTo>
                  <a:lnTo>
                    <a:pt x="625603" y="2406492"/>
                  </a:lnTo>
                  <a:lnTo>
                    <a:pt x="588005" y="2424580"/>
                  </a:lnTo>
                  <a:lnTo>
                    <a:pt x="573343" y="2434335"/>
                  </a:lnTo>
                  <a:lnTo>
                    <a:pt x="574093" y="2431052"/>
                  </a:lnTo>
                  <a:lnTo>
                    <a:pt x="591821" y="2418408"/>
                  </a:lnTo>
                  <a:lnTo>
                    <a:pt x="585561" y="2416474"/>
                  </a:lnTo>
                  <a:lnTo>
                    <a:pt x="575481" y="2419634"/>
                  </a:lnTo>
                  <a:lnTo>
                    <a:pt x="571866" y="2418418"/>
                  </a:lnTo>
                  <a:lnTo>
                    <a:pt x="576135" y="2407965"/>
                  </a:lnTo>
                  <a:lnTo>
                    <a:pt x="574743" y="2398747"/>
                  </a:lnTo>
                  <a:lnTo>
                    <a:pt x="567586" y="2398495"/>
                  </a:lnTo>
                  <a:lnTo>
                    <a:pt x="563027" y="2405855"/>
                  </a:lnTo>
                  <a:lnTo>
                    <a:pt x="559860" y="2405541"/>
                  </a:lnTo>
                  <a:lnTo>
                    <a:pt x="555712" y="2402387"/>
                  </a:lnTo>
                  <a:lnTo>
                    <a:pt x="552498" y="2403384"/>
                  </a:lnTo>
                  <a:lnTo>
                    <a:pt x="554876" y="2420062"/>
                  </a:lnTo>
                  <a:lnTo>
                    <a:pt x="559385" y="2426923"/>
                  </a:lnTo>
                  <a:lnTo>
                    <a:pt x="563155" y="2435670"/>
                  </a:lnTo>
                  <a:lnTo>
                    <a:pt x="552858" y="2446480"/>
                  </a:lnTo>
                  <a:lnTo>
                    <a:pt x="543296" y="2455398"/>
                  </a:lnTo>
                  <a:lnTo>
                    <a:pt x="542260" y="2464017"/>
                  </a:lnTo>
                  <a:lnTo>
                    <a:pt x="532651" y="2475245"/>
                  </a:lnTo>
                  <a:lnTo>
                    <a:pt x="523611" y="2481612"/>
                  </a:lnTo>
                  <a:lnTo>
                    <a:pt x="502373" y="2496579"/>
                  </a:lnTo>
                  <a:lnTo>
                    <a:pt x="496314" y="2499781"/>
                  </a:lnTo>
                  <a:lnTo>
                    <a:pt x="486728" y="2506728"/>
                  </a:lnTo>
                  <a:lnTo>
                    <a:pt x="473505" y="2511936"/>
                  </a:lnTo>
                  <a:lnTo>
                    <a:pt x="460826" y="2520203"/>
                  </a:lnTo>
                  <a:lnTo>
                    <a:pt x="456550" y="2521457"/>
                  </a:lnTo>
                  <a:lnTo>
                    <a:pt x="464647" y="2514459"/>
                  </a:lnTo>
                  <a:lnTo>
                    <a:pt x="474247" y="2507545"/>
                  </a:lnTo>
                  <a:lnTo>
                    <a:pt x="466011" y="2508491"/>
                  </a:lnTo>
                  <a:lnTo>
                    <a:pt x="453318" y="2505288"/>
                  </a:lnTo>
                  <a:lnTo>
                    <a:pt x="445550" y="2505103"/>
                  </a:lnTo>
                  <a:lnTo>
                    <a:pt x="445496" y="2507626"/>
                  </a:lnTo>
                  <a:lnTo>
                    <a:pt x="439587" y="2511190"/>
                  </a:lnTo>
                  <a:lnTo>
                    <a:pt x="433467" y="2505953"/>
                  </a:lnTo>
                  <a:lnTo>
                    <a:pt x="430799" y="2502433"/>
                  </a:lnTo>
                  <a:lnTo>
                    <a:pt x="429534" y="2499392"/>
                  </a:lnTo>
                  <a:lnTo>
                    <a:pt x="426936" y="2498655"/>
                  </a:lnTo>
                  <a:lnTo>
                    <a:pt x="424438" y="2500066"/>
                  </a:lnTo>
                  <a:lnTo>
                    <a:pt x="433575" y="2521481"/>
                  </a:lnTo>
                  <a:lnTo>
                    <a:pt x="437469" y="2522408"/>
                  </a:lnTo>
                  <a:lnTo>
                    <a:pt x="441776" y="2524536"/>
                  </a:lnTo>
                  <a:lnTo>
                    <a:pt x="436413" y="2529525"/>
                  </a:lnTo>
                  <a:lnTo>
                    <a:pt x="430640" y="2533312"/>
                  </a:lnTo>
                  <a:lnTo>
                    <a:pt x="421562" y="2535826"/>
                  </a:lnTo>
                  <a:lnTo>
                    <a:pt x="413867" y="2528010"/>
                  </a:lnTo>
                  <a:lnTo>
                    <a:pt x="412201" y="2537817"/>
                  </a:lnTo>
                  <a:lnTo>
                    <a:pt x="411226" y="2547609"/>
                  </a:lnTo>
                  <a:lnTo>
                    <a:pt x="408643" y="2550123"/>
                  </a:lnTo>
                  <a:lnTo>
                    <a:pt x="404518" y="2553705"/>
                  </a:lnTo>
                  <a:lnTo>
                    <a:pt x="402279" y="2551002"/>
                  </a:lnTo>
                  <a:lnTo>
                    <a:pt x="401216" y="2547215"/>
                  </a:lnTo>
                  <a:lnTo>
                    <a:pt x="398575" y="2550593"/>
                  </a:lnTo>
                  <a:lnTo>
                    <a:pt x="394708" y="2553130"/>
                  </a:lnTo>
                  <a:lnTo>
                    <a:pt x="388329" y="2553639"/>
                  </a:lnTo>
                  <a:lnTo>
                    <a:pt x="383542" y="2554993"/>
                  </a:lnTo>
                  <a:lnTo>
                    <a:pt x="383654" y="2559051"/>
                  </a:lnTo>
                  <a:lnTo>
                    <a:pt x="384748" y="2563127"/>
                  </a:lnTo>
                  <a:lnTo>
                    <a:pt x="393216" y="2559906"/>
                  </a:lnTo>
                  <a:lnTo>
                    <a:pt x="390146" y="2570392"/>
                  </a:lnTo>
                  <a:lnTo>
                    <a:pt x="382359" y="2580755"/>
                  </a:lnTo>
                  <a:lnTo>
                    <a:pt x="376014" y="2583202"/>
                  </a:lnTo>
                  <a:lnTo>
                    <a:pt x="366309" y="2581687"/>
                  </a:lnTo>
                  <a:lnTo>
                    <a:pt x="363911" y="2582727"/>
                  </a:lnTo>
                  <a:lnTo>
                    <a:pt x="361765" y="2584880"/>
                  </a:lnTo>
                  <a:lnTo>
                    <a:pt x="373071" y="2601091"/>
                  </a:lnTo>
                  <a:lnTo>
                    <a:pt x="365806" y="2625542"/>
                  </a:lnTo>
                  <a:lnTo>
                    <a:pt x="361162" y="2634404"/>
                  </a:lnTo>
                  <a:lnTo>
                    <a:pt x="357941" y="2635539"/>
                  </a:lnTo>
                  <a:lnTo>
                    <a:pt x="354450" y="2635796"/>
                  </a:lnTo>
                  <a:lnTo>
                    <a:pt x="341918" y="2627918"/>
                  </a:lnTo>
                  <a:lnTo>
                    <a:pt x="335082" y="2621827"/>
                  </a:lnTo>
                  <a:lnTo>
                    <a:pt x="341106" y="2638404"/>
                  </a:lnTo>
                  <a:lnTo>
                    <a:pt x="357520" y="2643246"/>
                  </a:lnTo>
                  <a:lnTo>
                    <a:pt x="358359" y="2649518"/>
                  </a:lnTo>
                  <a:lnTo>
                    <a:pt x="358266" y="2654878"/>
                  </a:lnTo>
                  <a:lnTo>
                    <a:pt x="355034" y="2661169"/>
                  </a:lnTo>
                  <a:lnTo>
                    <a:pt x="352010" y="2669526"/>
                  </a:lnTo>
                  <a:lnTo>
                    <a:pt x="354241" y="2675347"/>
                  </a:lnTo>
                  <a:lnTo>
                    <a:pt x="356832" y="2689739"/>
                  </a:lnTo>
                  <a:lnTo>
                    <a:pt x="359047" y="2696343"/>
                  </a:lnTo>
                  <a:lnTo>
                    <a:pt x="361483" y="2716380"/>
                  </a:lnTo>
                  <a:lnTo>
                    <a:pt x="364074" y="2725071"/>
                  </a:lnTo>
                  <a:lnTo>
                    <a:pt x="378995" y="2757052"/>
                  </a:lnTo>
                  <a:lnTo>
                    <a:pt x="384025" y="2757299"/>
                  </a:lnTo>
                  <a:lnTo>
                    <a:pt x="384833" y="2760763"/>
                  </a:lnTo>
                  <a:lnTo>
                    <a:pt x="384354" y="2767406"/>
                  </a:lnTo>
                  <a:lnTo>
                    <a:pt x="373620" y="2769340"/>
                  </a:lnTo>
                  <a:lnTo>
                    <a:pt x="369116" y="2772300"/>
                  </a:lnTo>
                  <a:lnTo>
                    <a:pt x="368238" y="2774870"/>
                  </a:lnTo>
                  <a:lnTo>
                    <a:pt x="367573" y="2776258"/>
                  </a:lnTo>
                  <a:lnTo>
                    <a:pt x="366189" y="2776129"/>
                  </a:lnTo>
                  <a:lnTo>
                    <a:pt x="361069" y="2774281"/>
                  </a:lnTo>
                  <a:lnTo>
                    <a:pt x="349431" y="2765196"/>
                  </a:lnTo>
                  <a:lnTo>
                    <a:pt x="332472" y="2759566"/>
                  </a:lnTo>
                  <a:lnTo>
                    <a:pt x="310190" y="2757385"/>
                  </a:lnTo>
                  <a:lnTo>
                    <a:pt x="294967" y="2752838"/>
                  </a:lnTo>
                  <a:lnTo>
                    <a:pt x="286805" y="2745910"/>
                  </a:lnTo>
                  <a:lnTo>
                    <a:pt x="278271" y="2741805"/>
                  </a:lnTo>
                  <a:lnTo>
                    <a:pt x="269370" y="2740513"/>
                  </a:lnTo>
                  <a:lnTo>
                    <a:pt x="261997" y="2736754"/>
                  </a:lnTo>
                  <a:lnTo>
                    <a:pt x="256151" y="2730530"/>
                  </a:lnTo>
                  <a:lnTo>
                    <a:pt x="247602" y="2726558"/>
                  </a:lnTo>
                  <a:lnTo>
                    <a:pt x="236350" y="2724833"/>
                  </a:lnTo>
                  <a:lnTo>
                    <a:pt x="229027" y="2720167"/>
                  </a:lnTo>
                  <a:lnTo>
                    <a:pt x="223935" y="2708759"/>
                  </a:lnTo>
                  <a:lnTo>
                    <a:pt x="223911" y="2708588"/>
                  </a:lnTo>
                  <a:lnTo>
                    <a:pt x="219353" y="2689516"/>
                  </a:lnTo>
                  <a:lnTo>
                    <a:pt x="213611" y="2677566"/>
                  </a:lnTo>
                  <a:lnTo>
                    <a:pt x="202437" y="2662779"/>
                  </a:lnTo>
                  <a:lnTo>
                    <a:pt x="201408" y="2660831"/>
                  </a:lnTo>
                  <a:lnTo>
                    <a:pt x="201315" y="2658398"/>
                  </a:lnTo>
                  <a:lnTo>
                    <a:pt x="202699" y="2649794"/>
                  </a:lnTo>
                  <a:lnTo>
                    <a:pt x="201520" y="2643607"/>
                  </a:lnTo>
                  <a:lnTo>
                    <a:pt x="197982" y="2638566"/>
                  </a:lnTo>
                  <a:lnTo>
                    <a:pt x="197170" y="2633230"/>
                  </a:lnTo>
                  <a:lnTo>
                    <a:pt x="199088" y="2627614"/>
                  </a:lnTo>
                  <a:lnTo>
                    <a:pt x="199212" y="2620867"/>
                  </a:lnTo>
                  <a:lnTo>
                    <a:pt x="197545" y="2612989"/>
                  </a:lnTo>
                  <a:lnTo>
                    <a:pt x="190419" y="2604470"/>
                  </a:lnTo>
                  <a:lnTo>
                    <a:pt x="177834" y="2595318"/>
                  </a:lnTo>
                  <a:lnTo>
                    <a:pt x="167112" y="2581953"/>
                  </a:lnTo>
                  <a:lnTo>
                    <a:pt x="158261" y="2564382"/>
                  </a:lnTo>
                  <a:lnTo>
                    <a:pt x="149507" y="2552209"/>
                  </a:lnTo>
                  <a:lnTo>
                    <a:pt x="140850" y="2545428"/>
                  </a:lnTo>
                  <a:lnTo>
                    <a:pt x="134930" y="2537151"/>
                  </a:lnTo>
                  <a:lnTo>
                    <a:pt x="131744" y="2527378"/>
                  </a:lnTo>
                  <a:lnTo>
                    <a:pt x="130805" y="2521704"/>
                  </a:lnTo>
                  <a:lnTo>
                    <a:pt x="132104" y="2520136"/>
                  </a:lnTo>
                  <a:lnTo>
                    <a:pt x="126784" y="2509270"/>
                  </a:lnTo>
                  <a:lnTo>
                    <a:pt x="114844" y="2489114"/>
                  </a:lnTo>
                  <a:lnTo>
                    <a:pt x="107984" y="2474375"/>
                  </a:lnTo>
                  <a:lnTo>
                    <a:pt x="106217" y="2465058"/>
                  </a:lnTo>
                  <a:lnTo>
                    <a:pt x="98620" y="2453968"/>
                  </a:lnTo>
                  <a:lnTo>
                    <a:pt x="85195" y="2441106"/>
                  </a:lnTo>
                  <a:lnTo>
                    <a:pt x="77895" y="2432739"/>
                  </a:lnTo>
                  <a:lnTo>
                    <a:pt x="76101" y="2426928"/>
                  </a:lnTo>
                  <a:lnTo>
                    <a:pt x="55152" y="2410027"/>
                  </a:lnTo>
                  <a:lnTo>
                    <a:pt x="49066" y="2399469"/>
                  </a:lnTo>
                  <a:lnTo>
                    <a:pt x="44314" y="2396134"/>
                  </a:lnTo>
                  <a:lnTo>
                    <a:pt x="38858" y="2396495"/>
                  </a:lnTo>
                  <a:lnTo>
                    <a:pt x="36059" y="2395483"/>
                  </a:lnTo>
                  <a:lnTo>
                    <a:pt x="35920" y="2393097"/>
                  </a:lnTo>
                  <a:lnTo>
                    <a:pt x="34153" y="2392983"/>
                  </a:lnTo>
                  <a:lnTo>
                    <a:pt x="30754" y="2395150"/>
                  </a:lnTo>
                  <a:lnTo>
                    <a:pt x="19611" y="2395587"/>
                  </a:lnTo>
                  <a:lnTo>
                    <a:pt x="719" y="2394300"/>
                  </a:lnTo>
                  <a:lnTo>
                    <a:pt x="0" y="2394148"/>
                  </a:lnTo>
                  <a:lnTo>
                    <a:pt x="0" y="715295"/>
                  </a:lnTo>
                  <a:lnTo>
                    <a:pt x="1327176" y="715295"/>
                  </a:lnTo>
                  <a:lnTo>
                    <a:pt x="1340629" y="722114"/>
                  </a:lnTo>
                  <a:lnTo>
                    <a:pt x="1355998" y="729901"/>
                  </a:lnTo>
                  <a:lnTo>
                    <a:pt x="1359873" y="742849"/>
                  </a:lnTo>
                  <a:lnTo>
                    <a:pt x="1363646" y="755455"/>
                  </a:lnTo>
                  <a:lnTo>
                    <a:pt x="1372644" y="764606"/>
                  </a:lnTo>
                  <a:lnTo>
                    <a:pt x="1380880" y="772964"/>
                  </a:lnTo>
                  <a:lnTo>
                    <a:pt x="1385647" y="772526"/>
                  </a:lnTo>
                  <a:lnTo>
                    <a:pt x="1390484" y="768996"/>
                  </a:lnTo>
                  <a:lnTo>
                    <a:pt x="1393554" y="767295"/>
                  </a:lnTo>
                  <a:lnTo>
                    <a:pt x="1398700" y="767015"/>
                  </a:lnTo>
                  <a:lnTo>
                    <a:pt x="1410145" y="763993"/>
                  </a:lnTo>
                  <a:lnTo>
                    <a:pt x="1413529" y="764653"/>
                  </a:lnTo>
                  <a:lnTo>
                    <a:pt x="1415450" y="766164"/>
                  </a:lnTo>
                  <a:lnTo>
                    <a:pt x="1415609" y="768531"/>
                  </a:lnTo>
                  <a:lnTo>
                    <a:pt x="1415218" y="770412"/>
                  </a:lnTo>
                  <a:lnTo>
                    <a:pt x="1413448" y="774189"/>
                  </a:lnTo>
                  <a:lnTo>
                    <a:pt x="1416243" y="781388"/>
                  </a:lnTo>
                  <a:lnTo>
                    <a:pt x="1416831" y="789385"/>
                  </a:lnTo>
                  <a:lnTo>
                    <a:pt x="1418366" y="795428"/>
                  </a:lnTo>
                  <a:lnTo>
                    <a:pt x="1423052" y="803164"/>
                  </a:lnTo>
                  <a:lnTo>
                    <a:pt x="1427123" y="809208"/>
                  </a:lnTo>
                  <a:lnTo>
                    <a:pt x="1432251" y="810376"/>
                  </a:lnTo>
                  <a:lnTo>
                    <a:pt x="1444117" y="806856"/>
                  </a:lnTo>
                  <a:lnTo>
                    <a:pt x="1451552" y="805525"/>
                  </a:lnTo>
                  <a:lnTo>
                    <a:pt x="1455775" y="806100"/>
                  </a:lnTo>
                  <a:lnTo>
                    <a:pt x="1462997" y="811759"/>
                  </a:lnTo>
                  <a:lnTo>
                    <a:pt x="1466531" y="815161"/>
                  </a:lnTo>
                  <a:lnTo>
                    <a:pt x="1467374" y="817988"/>
                  </a:lnTo>
                  <a:lnTo>
                    <a:pt x="1457619" y="835264"/>
                  </a:lnTo>
                  <a:lnTo>
                    <a:pt x="1473089" y="843836"/>
                  </a:lnTo>
                  <a:lnTo>
                    <a:pt x="1490353" y="853206"/>
                  </a:lnTo>
                  <a:lnTo>
                    <a:pt x="1510939" y="864376"/>
                  </a:lnTo>
                  <a:lnTo>
                    <a:pt x="1523524" y="871214"/>
                  </a:lnTo>
                  <a:lnTo>
                    <a:pt x="1540100" y="880978"/>
                  </a:lnTo>
                  <a:lnTo>
                    <a:pt x="1542938" y="894890"/>
                  </a:lnTo>
                  <a:lnTo>
                    <a:pt x="1545328" y="906631"/>
                  </a:lnTo>
                  <a:lnTo>
                    <a:pt x="1548375" y="923000"/>
                  </a:lnTo>
                  <a:lnTo>
                    <a:pt x="1551479" y="939696"/>
                  </a:lnTo>
                  <a:lnTo>
                    <a:pt x="1554577" y="956331"/>
                  </a:lnTo>
                  <a:lnTo>
                    <a:pt x="1557859" y="973987"/>
                  </a:lnTo>
                  <a:lnTo>
                    <a:pt x="1561467" y="993383"/>
                  </a:lnTo>
                  <a:lnTo>
                    <a:pt x="1564672" y="1010597"/>
                  </a:lnTo>
                  <a:lnTo>
                    <a:pt x="1568171" y="1029389"/>
                  </a:lnTo>
                  <a:lnTo>
                    <a:pt x="1572823" y="1053845"/>
                  </a:lnTo>
                  <a:lnTo>
                    <a:pt x="1568662" y="1063267"/>
                  </a:lnTo>
                  <a:lnTo>
                    <a:pt x="1559603" y="1083783"/>
                  </a:lnTo>
                  <a:lnTo>
                    <a:pt x="1551414" y="1102328"/>
                  </a:lnTo>
                  <a:lnTo>
                    <a:pt x="1550698" y="1107707"/>
                  </a:lnTo>
                  <a:lnTo>
                    <a:pt x="1545069" y="1134747"/>
                  </a:lnTo>
                  <a:lnTo>
                    <a:pt x="1540556" y="1145918"/>
                  </a:lnTo>
                  <a:lnTo>
                    <a:pt x="1532653" y="1152403"/>
                  </a:lnTo>
                  <a:lnTo>
                    <a:pt x="1524808" y="1158690"/>
                  </a:lnTo>
                  <a:lnTo>
                    <a:pt x="1515022" y="1169224"/>
                  </a:lnTo>
                  <a:lnTo>
                    <a:pt x="1504257" y="1174426"/>
                  </a:lnTo>
                  <a:lnTo>
                    <a:pt x="1498759" y="1177486"/>
                  </a:lnTo>
                  <a:lnTo>
                    <a:pt x="1495878" y="1182314"/>
                  </a:lnTo>
                  <a:lnTo>
                    <a:pt x="1492700" y="1192895"/>
                  </a:lnTo>
                  <a:lnTo>
                    <a:pt x="1493311" y="1209055"/>
                  </a:lnTo>
                  <a:lnTo>
                    <a:pt x="1502177" y="1222962"/>
                  </a:lnTo>
                  <a:lnTo>
                    <a:pt x="1515145" y="1230740"/>
                  </a:lnTo>
                  <a:lnTo>
                    <a:pt x="1529096" y="1238314"/>
                  </a:lnTo>
                  <a:lnTo>
                    <a:pt x="1548970" y="1238347"/>
                  </a:lnTo>
                  <a:lnTo>
                    <a:pt x="1566845" y="1228241"/>
                  </a:lnTo>
                  <a:lnTo>
                    <a:pt x="1585783" y="1217536"/>
                  </a:lnTo>
                  <a:lnTo>
                    <a:pt x="1602669" y="1207990"/>
                  </a:lnTo>
                  <a:lnTo>
                    <a:pt x="1622752" y="1196639"/>
                  </a:lnTo>
                  <a:lnTo>
                    <a:pt x="1640940" y="1186352"/>
                  </a:lnTo>
                  <a:lnTo>
                    <a:pt x="1660690" y="1182656"/>
                  </a:lnTo>
                  <a:lnTo>
                    <a:pt x="1688058" y="1177539"/>
                  </a:lnTo>
                  <a:lnTo>
                    <a:pt x="1722509" y="1171091"/>
                  </a:lnTo>
                  <a:lnTo>
                    <a:pt x="1739282" y="1163750"/>
                  </a:lnTo>
                  <a:lnTo>
                    <a:pt x="1760957" y="1154261"/>
                  </a:lnTo>
                  <a:lnTo>
                    <a:pt x="1785962" y="1143314"/>
                  </a:lnTo>
                  <a:lnTo>
                    <a:pt x="1807542" y="1133868"/>
                  </a:lnTo>
                  <a:lnTo>
                    <a:pt x="1818391" y="1128632"/>
                  </a:lnTo>
                  <a:lnTo>
                    <a:pt x="1826109" y="1122660"/>
                  </a:lnTo>
                  <a:lnTo>
                    <a:pt x="1828023" y="1118241"/>
                  </a:lnTo>
                  <a:lnTo>
                    <a:pt x="1827567" y="1115703"/>
                  </a:lnTo>
                  <a:lnTo>
                    <a:pt x="1825575" y="1113161"/>
                  </a:lnTo>
                  <a:lnTo>
                    <a:pt x="1822822" y="1111285"/>
                  </a:lnTo>
                  <a:lnTo>
                    <a:pt x="1820375" y="1109688"/>
                  </a:lnTo>
                  <a:lnTo>
                    <a:pt x="1819226" y="1107712"/>
                  </a:lnTo>
                  <a:lnTo>
                    <a:pt x="1818998" y="1103388"/>
                  </a:lnTo>
                  <a:lnTo>
                    <a:pt x="1817498" y="1100903"/>
                  </a:lnTo>
                  <a:lnTo>
                    <a:pt x="1816067" y="1099073"/>
                  </a:lnTo>
                  <a:lnTo>
                    <a:pt x="1816609" y="1082339"/>
                  </a:lnTo>
                  <a:lnTo>
                    <a:pt x="1814722" y="1077150"/>
                  </a:lnTo>
                  <a:lnTo>
                    <a:pt x="1807689" y="1063998"/>
                  </a:lnTo>
                  <a:lnTo>
                    <a:pt x="1821102" y="1058102"/>
                  </a:lnTo>
                  <a:lnTo>
                    <a:pt x="1833529" y="1052633"/>
                  </a:lnTo>
                  <a:lnTo>
                    <a:pt x="1843439" y="1048585"/>
                  </a:lnTo>
                  <a:lnTo>
                    <a:pt x="1864198" y="1047948"/>
                  </a:lnTo>
                  <a:lnTo>
                    <a:pt x="1883477" y="1048029"/>
                  </a:lnTo>
                  <a:lnTo>
                    <a:pt x="1910048" y="1048138"/>
                  </a:lnTo>
                  <a:lnTo>
                    <a:pt x="1932435" y="1048228"/>
                  </a:lnTo>
                  <a:lnTo>
                    <a:pt x="1958554" y="1048338"/>
                  </a:lnTo>
                  <a:lnTo>
                    <a:pt x="1973865" y="1048399"/>
                  </a:lnTo>
                  <a:lnTo>
                    <a:pt x="1993929" y="1048209"/>
                  </a:lnTo>
                  <a:lnTo>
                    <a:pt x="2003707" y="1033029"/>
                  </a:lnTo>
                  <a:lnTo>
                    <a:pt x="2012446" y="1019454"/>
                  </a:lnTo>
                  <a:lnTo>
                    <a:pt x="2022069" y="1006482"/>
                  </a:lnTo>
                  <a:lnTo>
                    <a:pt x="2039179" y="991254"/>
                  </a:lnTo>
                  <a:lnTo>
                    <a:pt x="2044147" y="988517"/>
                  </a:lnTo>
                  <a:lnTo>
                    <a:pt x="2046889" y="982511"/>
                  </a:lnTo>
                  <a:lnTo>
                    <a:pt x="2057259" y="976805"/>
                  </a:lnTo>
                  <a:lnTo>
                    <a:pt x="2068685" y="971512"/>
                  </a:lnTo>
                  <a:lnTo>
                    <a:pt x="2073166" y="966546"/>
                  </a:lnTo>
                  <a:lnTo>
                    <a:pt x="2075335" y="963719"/>
                  </a:lnTo>
                  <a:lnTo>
                    <a:pt x="2106271" y="936940"/>
                  </a:lnTo>
                  <a:lnTo>
                    <a:pt x="2123841" y="924572"/>
                  </a:lnTo>
                  <a:lnTo>
                    <a:pt x="2138352" y="917687"/>
                  </a:lnTo>
                  <a:lnTo>
                    <a:pt x="2149399" y="914399"/>
                  </a:lnTo>
                  <a:lnTo>
                    <a:pt x="2156857" y="914870"/>
                  </a:lnTo>
                  <a:lnTo>
                    <a:pt x="2161099" y="9144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3457741" y="1402713"/>
              <a:ext cx="968059" cy="948539"/>
            </a:xfrm>
            <a:custGeom>
              <a:avLst/>
              <a:pathLst>
                <a:path w="968059" h="948539">
                  <a:moveTo>
                    <a:pt x="914400" y="914400"/>
                  </a:moveTo>
                  <a:lnTo>
                    <a:pt x="919488" y="915036"/>
                  </a:lnTo>
                  <a:lnTo>
                    <a:pt x="923865" y="913188"/>
                  </a:lnTo>
                  <a:lnTo>
                    <a:pt x="928010" y="909453"/>
                  </a:lnTo>
                  <a:lnTo>
                    <a:pt x="937634" y="904402"/>
                  </a:lnTo>
                  <a:lnTo>
                    <a:pt x="945835" y="902193"/>
                  </a:lnTo>
                  <a:lnTo>
                    <a:pt x="948417" y="901737"/>
                  </a:lnTo>
                  <a:lnTo>
                    <a:pt x="952326" y="905282"/>
                  </a:lnTo>
                  <a:lnTo>
                    <a:pt x="960083" y="902435"/>
                  </a:lnTo>
                  <a:lnTo>
                    <a:pt x="968059" y="900839"/>
                  </a:lnTo>
                  <a:lnTo>
                    <a:pt x="933554" y="917046"/>
                  </a:lnTo>
                  <a:lnTo>
                    <a:pt x="926498" y="918871"/>
                  </a:lnTo>
                  <a:lnTo>
                    <a:pt x="916402" y="923698"/>
                  </a:lnTo>
                  <a:lnTo>
                    <a:pt x="906860" y="927119"/>
                  </a:lnTo>
                  <a:lnTo>
                    <a:pt x="899989" y="928364"/>
                  </a:lnTo>
                  <a:lnTo>
                    <a:pt x="865824" y="940395"/>
                  </a:lnTo>
                  <a:lnTo>
                    <a:pt x="863114" y="940656"/>
                  </a:lnTo>
                  <a:lnTo>
                    <a:pt x="860183" y="939482"/>
                  </a:lnTo>
                  <a:lnTo>
                    <a:pt x="832042" y="945678"/>
                  </a:lnTo>
                  <a:lnTo>
                    <a:pt x="820493" y="946377"/>
                  </a:lnTo>
                  <a:lnTo>
                    <a:pt x="809976" y="948539"/>
                  </a:lnTo>
                  <a:lnTo>
                    <a:pt x="817755" y="943550"/>
                  </a:lnTo>
                  <a:lnTo>
                    <a:pt x="817925" y="941682"/>
                  </a:lnTo>
                  <a:lnTo>
                    <a:pt x="816065" y="940224"/>
                  </a:lnTo>
                  <a:lnTo>
                    <a:pt x="811905" y="940646"/>
                  </a:lnTo>
                  <a:lnTo>
                    <a:pt x="807644" y="945783"/>
                  </a:lnTo>
                  <a:lnTo>
                    <a:pt x="800843" y="947498"/>
                  </a:lnTo>
                  <a:lnTo>
                    <a:pt x="799486" y="941906"/>
                  </a:lnTo>
                  <a:lnTo>
                    <a:pt x="801755" y="937577"/>
                  </a:lnTo>
                  <a:lnTo>
                    <a:pt x="804829" y="933472"/>
                  </a:lnTo>
                  <a:lnTo>
                    <a:pt x="811584" y="927019"/>
                  </a:lnTo>
                  <a:lnTo>
                    <a:pt x="821247" y="922928"/>
                  </a:lnTo>
                  <a:lnTo>
                    <a:pt x="826157" y="919393"/>
                  </a:lnTo>
                  <a:lnTo>
                    <a:pt x="829560" y="922505"/>
                  </a:lnTo>
                  <a:lnTo>
                    <a:pt x="830306" y="918300"/>
                  </a:lnTo>
                  <a:lnTo>
                    <a:pt x="832924" y="915872"/>
                  </a:lnTo>
                  <a:lnTo>
                    <a:pt x="835769" y="914566"/>
                  </a:lnTo>
                  <a:lnTo>
                    <a:pt x="842613" y="914533"/>
                  </a:lnTo>
                  <a:lnTo>
                    <a:pt x="846298" y="913872"/>
                  </a:lnTo>
                  <a:lnTo>
                    <a:pt x="848962" y="912475"/>
                  </a:lnTo>
                  <a:lnTo>
                    <a:pt x="851696" y="912214"/>
                  </a:lnTo>
                  <a:lnTo>
                    <a:pt x="859181" y="914119"/>
                  </a:lnTo>
                  <a:lnTo>
                    <a:pt x="866493" y="913573"/>
                  </a:lnTo>
                  <a:lnTo>
                    <a:pt x="872397" y="910940"/>
                  </a:lnTo>
                  <a:lnTo>
                    <a:pt x="878533" y="910057"/>
                  </a:lnTo>
                  <a:lnTo>
                    <a:pt x="894765" y="909463"/>
                  </a:lnTo>
                  <a:lnTo>
                    <a:pt x="910896" y="907538"/>
                  </a:lnTo>
                  <a:lnTo>
                    <a:pt x="917346" y="904117"/>
                  </a:lnTo>
                  <a:lnTo>
                    <a:pt x="930894" y="894529"/>
                  </a:lnTo>
                  <a:lnTo>
                    <a:pt x="938689" y="891854"/>
                  </a:lnTo>
                  <a:lnTo>
                    <a:pt x="926552" y="902996"/>
                  </a:lnTo>
                  <a:lnTo>
                    <a:pt x="920029" y="9081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3801048" y="1072674"/>
              <a:ext cx="919008" cy="920557"/>
            </a:xfrm>
            <a:custGeom>
              <a:avLst/>
              <a:pathLst>
                <a:path w="919008" h="920557">
                  <a:moveTo>
                    <a:pt x="914400" y="914400"/>
                  </a:moveTo>
                  <a:lnTo>
                    <a:pt x="909346" y="913573"/>
                  </a:lnTo>
                  <a:lnTo>
                    <a:pt x="909450" y="918709"/>
                  </a:lnTo>
                  <a:lnTo>
                    <a:pt x="908886" y="920557"/>
                  </a:lnTo>
                  <a:lnTo>
                    <a:pt x="903287" y="917916"/>
                  </a:lnTo>
                  <a:lnTo>
                    <a:pt x="901234" y="916215"/>
                  </a:lnTo>
                  <a:lnTo>
                    <a:pt x="901412" y="909410"/>
                  </a:lnTo>
                  <a:lnTo>
                    <a:pt x="906357" y="902977"/>
                  </a:lnTo>
                  <a:lnTo>
                    <a:pt x="910127" y="900435"/>
                  </a:lnTo>
                  <a:lnTo>
                    <a:pt x="914987" y="902198"/>
                  </a:lnTo>
                  <a:lnTo>
                    <a:pt x="918718" y="909401"/>
                  </a:lnTo>
                  <a:lnTo>
                    <a:pt x="919008" y="91250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3326685" y="1441893"/>
              <a:ext cx="927743" cy="914399"/>
            </a:xfrm>
            <a:custGeom>
              <a:avLst/>
              <a:pathLst>
                <a:path w="927743" h="914399">
                  <a:moveTo>
                    <a:pt x="914400" y="914399"/>
                  </a:moveTo>
                  <a:lnTo>
                    <a:pt x="918177" y="905068"/>
                  </a:lnTo>
                  <a:lnTo>
                    <a:pt x="925121" y="900801"/>
                  </a:lnTo>
                  <a:lnTo>
                    <a:pt x="927635" y="901689"/>
                  </a:lnTo>
                  <a:lnTo>
                    <a:pt x="927743" y="904987"/>
                  </a:lnTo>
                  <a:lnTo>
                    <a:pt x="926769" y="907805"/>
                  </a:lnTo>
                  <a:lnTo>
                    <a:pt x="922109" y="912147"/>
                  </a:lnTo>
                  <a:lnTo>
                    <a:pt x="918181" y="91399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3599926" y="1363195"/>
              <a:ext cx="936207" cy="914400"/>
            </a:xfrm>
            <a:custGeom>
              <a:avLst/>
              <a:pathLst>
                <a:path w="936207" h="914400">
                  <a:moveTo>
                    <a:pt x="914400" y="914400"/>
                  </a:moveTo>
                  <a:lnTo>
                    <a:pt x="910923" y="911330"/>
                  </a:lnTo>
                  <a:lnTo>
                    <a:pt x="916364" y="909909"/>
                  </a:lnTo>
                  <a:lnTo>
                    <a:pt x="923235" y="902616"/>
                  </a:lnTo>
                  <a:lnTo>
                    <a:pt x="927805" y="901770"/>
                  </a:lnTo>
                  <a:lnTo>
                    <a:pt x="934985" y="905899"/>
                  </a:lnTo>
                  <a:lnTo>
                    <a:pt x="936207" y="90964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3559888" y="1349848"/>
              <a:ext cx="919063" cy="914400"/>
            </a:xfrm>
            <a:custGeom>
              <a:avLst/>
              <a:pathLst>
                <a:path w="919063" h="914400">
                  <a:moveTo>
                    <a:pt x="914400" y="914400"/>
                  </a:moveTo>
                  <a:lnTo>
                    <a:pt x="910019" y="913934"/>
                  </a:lnTo>
                  <a:lnTo>
                    <a:pt x="912242" y="910342"/>
                  </a:lnTo>
                  <a:lnTo>
                    <a:pt x="913089" y="905068"/>
                  </a:lnTo>
                  <a:lnTo>
                    <a:pt x="915250" y="899276"/>
                  </a:lnTo>
                  <a:lnTo>
                    <a:pt x="916495" y="897503"/>
                  </a:lnTo>
                  <a:lnTo>
                    <a:pt x="919063" y="895940"/>
                  </a:lnTo>
                  <a:lnTo>
                    <a:pt x="918320" y="91173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3657750" y="1370783"/>
              <a:ext cx="920509" cy="914400"/>
            </a:xfrm>
            <a:custGeom>
              <a:avLst/>
              <a:pathLst>
                <a:path w="920509" h="914400">
                  <a:moveTo>
                    <a:pt x="914400" y="914400"/>
                  </a:moveTo>
                  <a:lnTo>
                    <a:pt x="900306" y="910812"/>
                  </a:lnTo>
                  <a:lnTo>
                    <a:pt x="911902" y="907771"/>
                  </a:lnTo>
                  <a:lnTo>
                    <a:pt x="913796" y="906712"/>
                  </a:lnTo>
                  <a:lnTo>
                    <a:pt x="915308" y="902241"/>
                  </a:lnTo>
                  <a:lnTo>
                    <a:pt x="915498" y="899998"/>
                  </a:lnTo>
                  <a:lnTo>
                    <a:pt x="919902" y="909615"/>
                  </a:lnTo>
                  <a:lnTo>
                    <a:pt x="920509" y="91283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3214644" y="1897603"/>
              <a:ext cx="915594" cy="914400"/>
            </a:xfrm>
            <a:custGeom>
              <a:avLst/>
              <a:pathLst>
                <a:path w="915594" h="914400">
                  <a:moveTo>
                    <a:pt x="914399" y="914400"/>
                  </a:moveTo>
                  <a:lnTo>
                    <a:pt x="909141" y="903642"/>
                  </a:lnTo>
                  <a:lnTo>
                    <a:pt x="914550" y="907120"/>
                  </a:lnTo>
                  <a:lnTo>
                    <a:pt x="915517" y="910014"/>
                  </a:lnTo>
                  <a:lnTo>
                    <a:pt x="915594" y="91242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3212467" y="1958203"/>
              <a:ext cx="931965" cy="914400"/>
            </a:xfrm>
            <a:custGeom>
              <a:avLst/>
              <a:pathLst>
                <a:path w="931965" h="914400">
                  <a:moveTo>
                    <a:pt x="914400" y="914400"/>
                  </a:moveTo>
                  <a:lnTo>
                    <a:pt x="913464" y="913549"/>
                  </a:lnTo>
                  <a:lnTo>
                    <a:pt x="925636" y="907999"/>
                  </a:lnTo>
                  <a:lnTo>
                    <a:pt x="929475" y="888452"/>
                  </a:lnTo>
                  <a:lnTo>
                    <a:pt x="930001" y="879438"/>
                  </a:lnTo>
                  <a:lnTo>
                    <a:pt x="928176" y="863550"/>
                  </a:lnTo>
                  <a:lnTo>
                    <a:pt x="928238" y="860266"/>
                  </a:lnTo>
                  <a:lnTo>
                    <a:pt x="930218" y="865388"/>
                  </a:lnTo>
                  <a:lnTo>
                    <a:pt x="931965" y="880213"/>
                  </a:lnTo>
                  <a:lnTo>
                    <a:pt x="931308" y="891455"/>
                  </a:lnTo>
                  <a:lnTo>
                    <a:pt x="927778" y="907833"/>
                  </a:lnTo>
                  <a:lnTo>
                    <a:pt x="925021" y="91174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3189867" y="1967349"/>
              <a:ext cx="928791" cy="914400"/>
            </a:xfrm>
            <a:custGeom>
              <a:avLst/>
              <a:pathLst>
                <a:path w="928791" h="914400">
                  <a:moveTo>
                    <a:pt x="914399" y="914400"/>
                  </a:moveTo>
                  <a:lnTo>
                    <a:pt x="912776" y="913986"/>
                  </a:lnTo>
                  <a:lnTo>
                    <a:pt x="922218" y="909021"/>
                  </a:lnTo>
                  <a:lnTo>
                    <a:pt x="928791" y="90745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3145135" y="2014773"/>
              <a:ext cx="939834" cy="914400"/>
            </a:xfrm>
            <a:custGeom>
              <a:avLst/>
              <a:pathLst>
                <a:path w="939834" h="914400">
                  <a:moveTo>
                    <a:pt x="914400" y="914400"/>
                  </a:moveTo>
                  <a:lnTo>
                    <a:pt x="921649" y="902250"/>
                  </a:lnTo>
                  <a:lnTo>
                    <a:pt x="935967" y="886841"/>
                  </a:lnTo>
                  <a:lnTo>
                    <a:pt x="939834" y="884484"/>
                  </a:lnTo>
                  <a:lnTo>
                    <a:pt x="927929" y="897646"/>
                  </a:lnTo>
                  <a:lnTo>
                    <a:pt x="916371" y="91328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2706100" y="2813095"/>
              <a:ext cx="917222" cy="914400"/>
            </a:xfrm>
            <a:custGeom>
              <a:avLst/>
              <a:pathLst>
                <a:path w="917222" h="914400">
                  <a:moveTo>
                    <a:pt x="914400" y="914400"/>
                  </a:moveTo>
                  <a:lnTo>
                    <a:pt x="908689" y="912537"/>
                  </a:lnTo>
                  <a:lnTo>
                    <a:pt x="905568" y="909201"/>
                  </a:lnTo>
                  <a:lnTo>
                    <a:pt x="904223" y="902673"/>
                  </a:lnTo>
                  <a:lnTo>
                    <a:pt x="909195" y="909586"/>
                  </a:lnTo>
                  <a:lnTo>
                    <a:pt x="910978" y="911150"/>
                  </a:lnTo>
                  <a:lnTo>
                    <a:pt x="917222" y="91186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2705121" y="2806666"/>
              <a:ext cx="914512" cy="914400"/>
            </a:xfrm>
            <a:custGeom>
              <a:avLst/>
              <a:pathLst>
                <a:path w="914512" h="914400">
                  <a:moveTo>
                    <a:pt x="914400" y="914400"/>
                  </a:moveTo>
                  <a:lnTo>
                    <a:pt x="910409" y="904825"/>
                  </a:lnTo>
                  <a:lnTo>
                    <a:pt x="907753" y="894244"/>
                  </a:lnTo>
                  <a:lnTo>
                    <a:pt x="911554" y="897670"/>
                  </a:lnTo>
                  <a:lnTo>
                    <a:pt x="914512" y="90868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2824269" y="2956460"/>
              <a:ext cx="940015" cy="914400"/>
            </a:xfrm>
            <a:custGeom>
              <a:avLst/>
              <a:pathLst>
                <a:path w="940015" h="914400">
                  <a:moveTo>
                    <a:pt x="914400" y="914400"/>
                  </a:moveTo>
                  <a:lnTo>
                    <a:pt x="916143" y="909819"/>
                  </a:lnTo>
                  <a:lnTo>
                    <a:pt x="922280" y="900026"/>
                  </a:lnTo>
                  <a:lnTo>
                    <a:pt x="924263" y="895418"/>
                  </a:lnTo>
                  <a:lnTo>
                    <a:pt x="928408" y="892495"/>
                  </a:lnTo>
                  <a:lnTo>
                    <a:pt x="932267" y="887212"/>
                  </a:lnTo>
                  <a:lnTo>
                    <a:pt x="932557" y="881049"/>
                  </a:lnTo>
                  <a:lnTo>
                    <a:pt x="938163" y="876740"/>
                  </a:lnTo>
                  <a:lnTo>
                    <a:pt x="940015" y="876122"/>
                  </a:lnTo>
                  <a:lnTo>
                    <a:pt x="930136" y="89610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1933393" y="2515432"/>
              <a:ext cx="920462" cy="914400"/>
            </a:xfrm>
            <a:custGeom>
              <a:avLst/>
              <a:pathLst>
                <a:path w="920462" h="914400">
                  <a:moveTo>
                    <a:pt x="914400" y="914400"/>
                  </a:moveTo>
                  <a:lnTo>
                    <a:pt x="901303" y="905970"/>
                  </a:lnTo>
                  <a:lnTo>
                    <a:pt x="900480" y="902350"/>
                  </a:lnTo>
                  <a:lnTo>
                    <a:pt x="906941" y="899076"/>
                  </a:lnTo>
                  <a:lnTo>
                    <a:pt x="910885" y="899366"/>
                  </a:lnTo>
                  <a:lnTo>
                    <a:pt x="917122" y="903647"/>
                  </a:lnTo>
                  <a:lnTo>
                    <a:pt x="919403" y="904840"/>
                  </a:lnTo>
                  <a:lnTo>
                    <a:pt x="920462" y="906574"/>
                  </a:lnTo>
                  <a:lnTo>
                    <a:pt x="919859" y="909287"/>
                  </a:lnTo>
                  <a:lnTo>
                    <a:pt x="917342" y="91301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1521211" y="2669891"/>
              <a:ext cx="929943" cy="914400"/>
            </a:xfrm>
            <a:custGeom>
              <a:avLst/>
              <a:pathLst>
                <a:path w="929943" h="914400">
                  <a:moveTo>
                    <a:pt x="914399" y="914400"/>
                  </a:moveTo>
                  <a:lnTo>
                    <a:pt x="918231" y="906431"/>
                  </a:lnTo>
                  <a:lnTo>
                    <a:pt x="918943" y="903238"/>
                  </a:lnTo>
                  <a:lnTo>
                    <a:pt x="925226" y="893156"/>
                  </a:lnTo>
                  <a:lnTo>
                    <a:pt x="928543" y="891654"/>
                  </a:lnTo>
                  <a:lnTo>
                    <a:pt x="929943" y="895945"/>
                  </a:lnTo>
                  <a:lnTo>
                    <a:pt x="923482" y="903029"/>
                  </a:lnTo>
                  <a:lnTo>
                    <a:pt x="916116" y="91416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1539813" y="2645635"/>
              <a:ext cx="945881" cy="914400"/>
            </a:xfrm>
            <a:custGeom>
              <a:avLst/>
              <a:pathLst>
                <a:path w="945881" h="914400">
                  <a:moveTo>
                    <a:pt x="914400" y="914400"/>
                  </a:moveTo>
                  <a:lnTo>
                    <a:pt x="918003" y="909144"/>
                  </a:lnTo>
                  <a:lnTo>
                    <a:pt x="923861" y="906493"/>
                  </a:lnTo>
                  <a:lnTo>
                    <a:pt x="936713" y="896396"/>
                  </a:lnTo>
                  <a:lnTo>
                    <a:pt x="941956" y="895703"/>
                  </a:lnTo>
                  <a:lnTo>
                    <a:pt x="944686" y="892225"/>
                  </a:lnTo>
                  <a:lnTo>
                    <a:pt x="945881" y="891711"/>
                  </a:lnTo>
                  <a:lnTo>
                    <a:pt x="945108" y="895973"/>
                  </a:lnTo>
                  <a:lnTo>
                    <a:pt x="934768" y="902027"/>
                  </a:lnTo>
                  <a:lnTo>
                    <a:pt x="917307" y="91399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1493592" y="2733788"/>
              <a:ext cx="940077" cy="914400"/>
            </a:xfrm>
            <a:custGeom>
              <a:avLst/>
              <a:pathLst>
                <a:path w="940077" h="914400">
                  <a:moveTo>
                    <a:pt x="914400" y="914400"/>
                  </a:moveTo>
                  <a:lnTo>
                    <a:pt x="915080" y="906056"/>
                  </a:lnTo>
                  <a:lnTo>
                    <a:pt x="921510" y="887098"/>
                  </a:lnTo>
                  <a:lnTo>
                    <a:pt x="934575" y="862181"/>
                  </a:lnTo>
                  <a:lnTo>
                    <a:pt x="940077" y="858010"/>
                  </a:lnTo>
                  <a:lnTo>
                    <a:pt x="925005" y="885335"/>
                  </a:lnTo>
                  <a:lnTo>
                    <a:pt x="916870" y="90880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1675339" y="2549504"/>
              <a:ext cx="939899" cy="914400"/>
            </a:xfrm>
            <a:custGeom>
              <a:avLst/>
              <a:pathLst>
                <a:path w="939899" h="914400">
                  <a:moveTo>
                    <a:pt x="914400" y="914400"/>
                  </a:moveTo>
                  <a:lnTo>
                    <a:pt x="931660" y="899432"/>
                  </a:lnTo>
                  <a:lnTo>
                    <a:pt x="935279" y="894453"/>
                  </a:lnTo>
                  <a:lnTo>
                    <a:pt x="939899" y="894672"/>
                  </a:lnTo>
                  <a:lnTo>
                    <a:pt x="932193" y="903058"/>
                  </a:lnTo>
                  <a:lnTo>
                    <a:pt x="918355" y="91346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1509453" y="2843708"/>
              <a:ext cx="915494" cy="914400"/>
            </a:xfrm>
            <a:custGeom>
              <a:avLst/>
              <a:pathLst>
                <a:path w="915494" h="914400">
                  <a:moveTo>
                    <a:pt x="914399" y="914400"/>
                  </a:moveTo>
                  <a:lnTo>
                    <a:pt x="907842" y="893298"/>
                  </a:lnTo>
                  <a:lnTo>
                    <a:pt x="897170" y="845546"/>
                  </a:lnTo>
                  <a:lnTo>
                    <a:pt x="896768" y="818330"/>
                  </a:lnTo>
                  <a:lnTo>
                    <a:pt x="898446" y="808960"/>
                  </a:lnTo>
                  <a:lnTo>
                    <a:pt x="901199" y="847400"/>
                  </a:lnTo>
                  <a:lnTo>
                    <a:pt x="912996" y="896216"/>
                  </a:lnTo>
                  <a:lnTo>
                    <a:pt x="915494" y="9098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3551799" y="1349639"/>
              <a:ext cx="917454" cy="914400"/>
            </a:xfrm>
            <a:custGeom>
              <a:avLst/>
              <a:pathLst>
                <a:path w="917454" h="914400">
                  <a:moveTo>
                    <a:pt x="914400" y="914400"/>
                  </a:moveTo>
                  <a:lnTo>
                    <a:pt x="913580" y="909700"/>
                  </a:lnTo>
                  <a:lnTo>
                    <a:pt x="915119" y="904298"/>
                  </a:lnTo>
                  <a:lnTo>
                    <a:pt x="916677" y="904174"/>
                  </a:lnTo>
                  <a:lnTo>
                    <a:pt x="917454" y="907049"/>
                  </a:lnTo>
                  <a:lnTo>
                    <a:pt x="916596" y="91259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3325529" y="1538162"/>
              <a:ext cx="925783" cy="914400"/>
            </a:xfrm>
            <a:custGeom>
              <a:avLst/>
              <a:pathLst>
                <a:path w="925783" h="914400">
                  <a:moveTo>
                    <a:pt x="914400" y="914400"/>
                  </a:moveTo>
                  <a:lnTo>
                    <a:pt x="914187" y="911568"/>
                  </a:lnTo>
                  <a:lnTo>
                    <a:pt x="925783" y="893279"/>
                  </a:lnTo>
                  <a:lnTo>
                    <a:pt x="923687" y="89967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3236203" y="1699435"/>
              <a:ext cx="936621" cy="914400"/>
            </a:xfrm>
            <a:custGeom>
              <a:avLst/>
              <a:pathLst>
                <a:path w="936621" h="914400">
                  <a:moveTo>
                    <a:pt x="914400" y="914400"/>
                  </a:moveTo>
                  <a:lnTo>
                    <a:pt x="926479" y="894914"/>
                  </a:lnTo>
                  <a:lnTo>
                    <a:pt x="933493" y="878588"/>
                  </a:lnTo>
                  <a:lnTo>
                    <a:pt x="936621" y="872943"/>
                  </a:lnTo>
                  <a:lnTo>
                    <a:pt x="933585" y="884385"/>
                  </a:lnTo>
                  <a:lnTo>
                    <a:pt x="928280" y="894904"/>
                  </a:lnTo>
                  <a:lnTo>
                    <a:pt x="917999" y="91282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3141972" y="2012725"/>
              <a:ext cx="916163" cy="914400"/>
            </a:xfrm>
            <a:custGeom>
              <a:avLst/>
              <a:pathLst>
                <a:path w="916163" h="914400">
                  <a:moveTo>
                    <a:pt x="914400" y="914400"/>
                  </a:moveTo>
                  <a:lnTo>
                    <a:pt x="911287" y="913326"/>
                  </a:lnTo>
                  <a:lnTo>
                    <a:pt x="906999" y="911273"/>
                  </a:lnTo>
                  <a:lnTo>
                    <a:pt x="906052" y="909767"/>
                  </a:lnTo>
                  <a:lnTo>
                    <a:pt x="910142" y="910313"/>
                  </a:lnTo>
                  <a:lnTo>
                    <a:pt x="916163" y="91417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2762168" y="2988019"/>
              <a:ext cx="917961" cy="914400"/>
            </a:xfrm>
            <a:custGeom>
              <a:avLst/>
              <a:pathLst>
                <a:path w="917961" h="914400">
                  <a:moveTo>
                    <a:pt x="914400" y="914400"/>
                  </a:moveTo>
                  <a:lnTo>
                    <a:pt x="913270" y="913782"/>
                  </a:lnTo>
                  <a:lnTo>
                    <a:pt x="913270" y="910864"/>
                  </a:lnTo>
                  <a:lnTo>
                    <a:pt x="909895" y="904407"/>
                  </a:lnTo>
                  <a:lnTo>
                    <a:pt x="910023" y="902716"/>
                  </a:lnTo>
                  <a:lnTo>
                    <a:pt x="917763" y="909035"/>
                  </a:lnTo>
                  <a:lnTo>
                    <a:pt x="917961" y="910731"/>
                  </a:lnTo>
                  <a:lnTo>
                    <a:pt x="916774" y="91239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2803065" y="2971113"/>
              <a:ext cx="919399" cy="914400"/>
            </a:xfrm>
            <a:custGeom>
              <a:avLst/>
              <a:pathLst>
                <a:path w="919399" h="914400">
                  <a:moveTo>
                    <a:pt x="914400" y="914400"/>
                  </a:moveTo>
                  <a:lnTo>
                    <a:pt x="915150" y="913017"/>
                  </a:lnTo>
                  <a:lnTo>
                    <a:pt x="918274" y="910251"/>
                  </a:lnTo>
                  <a:lnTo>
                    <a:pt x="919399" y="911325"/>
                  </a:lnTo>
                  <a:lnTo>
                    <a:pt x="919275" y="912708"/>
                  </a:lnTo>
                  <a:lnTo>
                    <a:pt x="915900" y="91440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2817572" y="2961890"/>
              <a:ext cx="918401" cy="914400"/>
            </a:xfrm>
            <a:custGeom>
              <a:avLst/>
              <a:pathLst>
                <a:path w="918401" h="914400">
                  <a:moveTo>
                    <a:pt x="914400" y="914400"/>
                  </a:moveTo>
                  <a:lnTo>
                    <a:pt x="917524" y="910247"/>
                  </a:lnTo>
                  <a:lnTo>
                    <a:pt x="918401" y="910556"/>
                  </a:lnTo>
                  <a:lnTo>
                    <a:pt x="916526" y="91393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2783929" y="2981870"/>
              <a:ext cx="927032" cy="914399"/>
            </a:xfrm>
            <a:custGeom>
              <a:avLst/>
              <a:pathLst>
                <a:path w="927032" h="914399">
                  <a:moveTo>
                    <a:pt x="914400" y="914399"/>
                  </a:moveTo>
                  <a:lnTo>
                    <a:pt x="910649" y="912708"/>
                  </a:lnTo>
                  <a:lnTo>
                    <a:pt x="914775" y="910404"/>
                  </a:lnTo>
                  <a:lnTo>
                    <a:pt x="927032" y="907942"/>
                  </a:lnTo>
                  <a:lnTo>
                    <a:pt x="922403" y="911016"/>
                  </a:lnTo>
                  <a:lnTo>
                    <a:pt x="918026" y="91209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2754354" y="2394641"/>
              <a:ext cx="917922" cy="914400"/>
            </a:xfrm>
            <a:custGeom>
              <a:avLst/>
              <a:pathLst>
                <a:path w="917922" h="914400">
                  <a:moveTo>
                    <a:pt x="914400" y="914400"/>
                  </a:moveTo>
                  <a:lnTo>
                    <a:pt x="912876" y="906004"/>
                  </a:lnTo>
                  <a:lnTo>
                    <a:pt x="912725" y="897850"/>
                  </a:lnTo>
                  <a:lnTo>
                    <a:pt x="915393" y="893028"/>
                  </a:lnTo>
                  <a:lnTo>
                    <a:pt x="917922" y="89069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2741049" y="2991901"/>
              <a:ext cx="922307" cy="914400"/>
            </a:xfrm>
            <a:custGeom>
              <a:avLst/>
              <a:pathLst>
                <a:path w="922307" h="914400">
                  <a:moveTo>
                    <a:pt x="914399" y="914400"/>
                  </a:moveTo>
                  <a:lnTo>
                    <a:pt x="918537" y="910570"/>
                  </a:lnTo>
                  <a:lnTo>
                    <a:pt x="919878" y="904754"/>
                  </a:lnTo>
                  <a:lnTo>
                    <a:pt x="922307" y="909296"/>
                  </a:lnTo>
                  <a:lnTo>
                    <a:pt x="922260" y="912052"/>
                  </a:lnTo>
                  <a:lnTo>
                    <a:pt x="919530" y="91344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2856740" y="2737461"/>
              <a:ext cx="914400" cy="914400"/>
            </a:xfrm>
            <a:custGeom>
              <a:avLst/>
              <a:pathLst>
                <a:path w="914400" h="914400">
                  <a:moveTo>
                    <a:pt x="914400" y="914400"/>
                  </a:moveTo>
                  <a:lnTo>
                    <a:pt x="907119" y="897779"/>
                  </a:lnTo>
                  <a:lnTo>
                    <a:pt x="898121" y="871717"/>
                  </a:lnTo>
                  <a:lnTo>
                    <a:pt x="893304" y="851562"/>
                  </a:lnTo>
                  <a:lnTo>
                    <a:pt x="896563" y="857012"/>
                  </a:lnTo>
                  <a:lnTo>
                    <a:pt x="899749" y="868292"/>
                  </a:lnTo>
                  <a:lnTo>
                    <a:pt x="913112" y="90723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2726975" y="2996543"/>
              <a:ext cx="919987" cy="914399"/>
            </a:xfrm>
            <a:custGeom>
              <a:avLst/>
              <a:pathLst>
                <a:path w="919987" h="914399">
                  <a:moveTo>
                    <a:pt x="914400" y="914399"/>
                  </a:moveTo>
                  <a:lnTo>
                    <a:pt x="914226" y="912893"/>
                  </a:lnTo>
                  <a:lnTo>
                    <a:pt x="917690" y="911054"/>
                  </a:lnTo>
                  <a:lnTo>
                    <a:pt x="919987" y="911178"/>
                  </a:lnTo>
                  <a:lnTo>
                    <a:pt x="919902" y="913216"/>
                  </a:lnTo>
                  <a:lnTo>
                    <a:pt x="916410" y="91418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2162026" y="2498521"/>
              <a:ext cx="920018" cy="914400"/>
            </a:xfrm>
            <a:custGeom>
              <a:avLst/>
              <a:pathLst>
                <a:path w="920018" h="914400">
                  <a:moveTo>
                    <a:pt x="914400" y="914400"/>
                  </a:moveTo>
                  <a:lnTo>
                    <a:pt x="914597" y="912456"/>
                  </a:lnTo>
                  <a:lnTo>
                    <a:pt x="917760" y="907358"/>
                  </a:lnTo>
                  <a:lnTo>
                    <a:pt x="920018" y="905377"/>
                  </a:lnTo>
                  <a:lnTo>
                    <a:pt x="918699" y="90930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2191559" y="2445533"/>
              <a:ext cx="915393" cy="914400"/>
            </a:xfrm>
            <a:custGeom>
              <a:avLst/>
              <a:pathLst>
                <a:path w="915393" h="914400">
                  <a:moveTo>
                    <a:pt x="914400" y="914400"/>
                  </a:moveTo>
                  <a:lnTo>
                    <a:pt x="907386" y="912375"/>
                  </a:lnTo>
                  <a:lnTo>
                    <a:pt x="903121" y="910494"/>
                  </a:lnTo>
                  <a:lnTo>
                    <a:pt x="902347" y="908612"/>
                  </a:lnTo>
                  <a:lnTo>
                    <a:pt x="914137" y="912029"/>
                  </a:lnTo>
                  <a:lnTo>
                    <a:pt x="915393" y="91331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2224130" y="2442991"/>
              <a:ext cx="921367" cy="914399"/>
            </a:xfrm>
            <a:custGeom>
              <a:avLst/>
              <a:pathLst>
                <a:path w="921367" h="914399">
                  <a:moveTo>
                    <a:pt x="914400" y="914399"/>
                  </a:moveTo>
                  <a:lnTo>
                    <a:pt x="904072" y="914205"/>
                  </a:lnTo>
                  <a:lnTo>
                    <a:pt x="901972" y="913473"/>
                  </a:lnTo>
                  <a:lnTo>
                    <a:pt x="906117" y="912081"/>
                  </a:lnTo>
                  <a:lnTo>
                    <a:pt x="918355" y="910232"/>
                  </a:lnTo>
                  <a:lnTo>
                    <a:pt x="921367" y="91231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2140103" y="2461802"/>
              <a:ext cx="917234" cy="914400"/>
            </a:xfrm>
            <a:custGeom>
              <a:avLst/>
              <a:pathLst>
                <a:path w="917234" h="914400">
                  <a:moveTo>
                    <a:pt x="914400" y="914400"/>
                  </a:moveTo>
                  <a:lnTo>
                    <a:pt x="910521" y="912147"/>
                  </a:lnTo>
                  <a:lnTo>
                    <a:pt x="904776" y="911943"/>
                  </a:lnTo>
                  <a:lnTo>
                    <a:pt x="907304" y="910399"/>
                  </a:lnTo>
                  <a:lnTo>
                    <a:pt x="909079" y="908893"/>
                  </a:lnTo>
                  <a:lnTo>
                    <a:pt x="909965" y="907272"/>
                  </a:lnTo>
                  <a:lnTo>
                    <a:pt x="917234" y="901647"/>
                  </a:lnTo>
                  <a:lnTo>
                    <a:pt x="915173" y="905776"/>
                  </a:lnTo>
                  <a:lnTo>
                    <a:pt x="914121" y="90987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2168989" y="2487270"/>
              <a:ext cx="917810" cy="914400"/>
            </a:xfrm>
            <a:custGeom>
              <a:avLst/>
              <a:pathLst>
                <a:path w="917810" h="914400">
                  <a:moveTo>
                    <a:pt x="914400" y="914400"/>
                  </a:moveTo>
                  <a:lnTo>
                    <a:pt x="916592" y="899561"/>
                  </a:lnTo>
                  <a:lnTo>
                    <a:pt x="913510" y="887069"/>
                  </a:lnTo>
                  <a:lnTo>
                    <a:pt x="916758" y="892552"/>
                  </a:lnTo>
                  <a:lnTo>
                    <a:pt x="917810" y="899076"/>
                  </a:lnTo>
                  <a:lnTo>
                    <a:pt x="916634" y="911302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2473654" y="2503738"/>
              <a:ext cx="935867" cy="914400"/>
            </a:xfrm>
            <a:custGeom>
              <a:avLst/>
              <a:pathLst>
                <a:path w="935867" h="914400">
                  <a:moveTo>
                    <a:pt x="914400" y="914400"/>
                  </a:moveTo>
                  <a:lnTo>
                    <a:pt x="905808" y="911853"/>
                  </a:lnTo>
                  <a:lnTo>
                    <a:pt x="911148" y="911368"/>
                  </a:lnTo>
                  <a:lnTo>
                    <a:pt x="915010" y="912399"/>
                  </a:lnTo>
                  <a:lnTo>
                    <a:pt x="924793" y="907391"/>
                  </a:lnTo>
                  <a:lnTo>
                    <a:pt x="929924" y="903599"/>
                  </a:lnTo>
                  <a:lnTo>
                    <a:pt x="935867" y="902160"/>
                  </a:lnTo>
                  <a:lnTo>
                    <a:pt x="922345" y="91089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3768129" y="1085978"/>
              <a:ext cx="917408" cy="914400"/>
            </a:xfrm>
            <a:custGeom>
              <a:avLst/>
              <a:pathLst>
                <a:path w="917408" h="914400">
                  <a:moveTo>
                    <a:pt x="914400" y="914400"/>
                  </a:moveTo>
                  <a:lnTo>
                    <a:pt x="911190" y="913777"/>
                  </a:lnTo>
                  <a:lnTo>
                    <a:pt x="911086" y="908978"/>
                  </a:lnTo>
                  <a:lnTo>
                    <a:pt x="912056" y="907348"/>
                  </a:lnTo>
                  <a:lnTo>
                    <a:pt x="913166" y="906621"/>
                  </a:lnTo>
                  <a:lnTo>
                    <a:pt x="914813" y="907971"/>
                  </a:lnTo>
                  <a:lnTo>
                    <a:pt x="917408" y="91247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1128849" y="2485341"/>
              <a:ext cx="1298035" cy="1478375"/>
            </a:xfrm>
            <a:custGeom>
              <a:avLst/>
              <a:pathLst>
                <a:path w="1298035" h="1478375">
                  <a:moveTo>
                    <a:pt x="914400" y="914400"/>
                  </a:moveTo>
                  <a:lnTo>
                    <a:pt x="933291" y="915687"/>
                  </a:lnTo>
                  <a:lnTo>
                    <a:pt x="944435" y="915250"/>
                  </a:lnTo>
                  <a:lnTo>
                    <a:pt x="947834" y="913083"/>
                  </a:lnTo>
                  <a:lnTo>
                    <a:pt x="949601" y="913197"/>
                  </a:lnTo>
                  <a:lnTo>
                    <a:pt x="949740" y="915583"/>
                  </a:lnTo>
                  <a:lnTo>
                    <a:pt x="952539" y="916595"/>
                  </a:lnTo>
                  <a:lnTo>
                    <a:pt x="957995" y="916234"/>
                  </a:lnTo>
                  <a:lnTo>
                    <a:pt x="962747" y="919569"/>
                  </a:lnTo>
                  <a:lnTo>
                    <a:pt x="968833" y="930127"/>
                  </a:lnTo>
                  <a:lnTo>
                    <a:pt x="989809" y="947037"/>
                  </a:lnTo>
                  <a:lnTo>
                    <a:pt x="991576" y="952839"/>
                  </a:lnTo>
                  <a:lnTo>
                    <a:pt x="998876" y="961206"/>
                  </a:lnTo>
                  <a:lnTo>
                    <a:pt x="1012301" y="974068"/>
                  </a:lnTo>
                  <a:lnTo>
                    <a:pt x="1019898" y="985158"/>
                  </a:lnTo>
                  <a:lnTo>
                    <a:pt x="1021665" y="994475"/>
                  </a:lnTo>
                  <a:lnTo>
                    <a:pt x="1028525" y="1009214"/>
                  </a:lnTo>
                  <a:lnTo>
                    <a:pt x="1040464" y="1029370"/>
                  </a:lnTo>
                  <a:lnTo>
                    <a:pt x="1045785" y="1040236"/>
                  </a:lnTo>
                  <a:lnTo>
                    <a:pt x="1044486" y="1041804"/>
                  </a:lnTo>
                  <a:lnTo>
                    <a:pt x="1045425" y="1047478"/>
                  </a:lnTo>
                  <a:lnTo>
                    <a:pt x="1048611" y="1057251"/>
                  </a:lnTo>
                  <a:lnTo>
                    <a:pt x="1054531" y="1065528"/>
                  </a:lnTo>
                  <a:lnTo>
                    <a:pt x="1063188" y="1072309"/>
                  </a:lnTo>
                  <a:lnTo>
                    <a:pt x="1071942" y="1084482"/>
                  </a:lnTo>
                  <a:lnTo>
                    <a:pt x="1080793" y="1102053"/>
                  </a:lnTo>
                  <a:lnTo>
                    <a:pt x="1091515" y="1115418"/>
                  </a:lnTo>
                  <a:lnTo>
                    <a:pt x="1104100" y="1124570"/>
                  </a:lnTo>
                  <a:lnTo>
                    <a:pt x="1111226" y="1133089"/>
                  </a:lnTo>
                  <a:lnTo>
                    <a:pt x="1112893" y="1140967"/>
                  </a:lnTo>
                  <a:lnTo>
                    <a:pt x="1112769" y="1147714"/>
                  </a:lnTo>
                  <a:lnTo>
                    <a:pt x="1110851" y="1153330"/>
                  </a:lnTo>
                  <a:lnTo>
                    <a:pt x="1111663" y="1158666"/>
                  </a:lnTo>
                  <a:lnTo>
                    <a:pt x="1115201" y="1163707"/>
                  </a:lnTo>
                  <a:lnTo>
                    <a:pt x="1116380" y="1169894"/>
                  </a:lnTo>
                  <a:lnTo>
                    <a:pt x="1114996" y="1178498"/>
                  </a:lnTo>
                  <a:lnTo>
                    <a:pt x="1115093" y="1180936"/>
                  </a:lnTo>
                  <a:lnTo>
                    <a:pt x="1116117" y="1182879"/>
                  </a:lnTo>
                  <a:lnTo>
                    <a:pt x="1127292" y="1197666"/>
                  </a:lnTo>
                  <a:lnTo>
                    <a:pt x="1133034" y="1209615"/>
                  </a:lnTo>
                  <a:lnTo>
                    <a:pt x="1137592" y="1228688"/>
                  </a:lnTo>
                  <a:lnTo>
                    <a:pt x="1137615" y="1228859"/>
                  </a:lnTo>
                  <a:lnTo>
                    <a:pt x="1142708" y="1240267"/>
                  </a:lnTo>
                  <a:lnTo>
                    <a:pt x="1150031" y="1244933"/>
                  </a:lnTo>
                  <a:lnTo>
                    <a:pt x="1161283" y="1246658"/>
                  </a:lnTo>
                  <a:lnTo>
                    <a:pt x="1169831" y="1250630"/>
                  </a:lnTo>
                  <a:lnTo>
                    <a:pt x="1175678" y="1256854"/>
                  </a:lnTo>
                  <a:lnTo>
                    <a:pt x="1183051" y="1260613"/>
                  </a:lnTo>
                  <a:lnTo>
                    <a:pt x="1191952" y="1261905"/>
                  </a:lnTo>
                  <a:lnTo>
                    <a:pt x="1200485" y="1266010"/>
                  </a:lnTo>
                  <a:lnTo>
                    <a:pt x="1208648" y="1272938"/>
                  </a:lnTo>
                  <a:lnTo>
                    <a:pt x="1223870" y="1277485"/>
                  </a:lnTo>
                  <a:lnTo>
                    <a:pt x="1246153" y="1279666"/>
                  </a:lnTo>
                  <a:lnTo>
                    <a:pt x="1263112" y="1285296"/>
                  </a:lnTo>
                  <a:lnTo>
                    <a:pt x="1274750" y="1294381"/>
                  </a:lnTo>
                  <a:lnTo>
                    <a:pt x="1279870" y="1296229"/>
                  </a:lnTo>
                  <a:lnTo>
                    <a:pt x="1281254" y="1296358"/>
                  </a:lnTo>
                  <a:lnTo>
                    <a:pt x="1281919" y="1294970"/>
                  </a:lnTo>
                  <a:lnTo>
                    <a:pt x="1282797" y="1292400"/>
                  </a:lnTo>
                  <a:lnTo>
                    <a:pt x="1287301" y="1289440"/>
                  </a:lnTo>
                  <a:lnTo>
                    <a:pt x="1298035" y="1287506"/>
                  </a:lnTo>
                  <a:lnTo>
                    <a:pt x="1296592" y="1307604"/>
                  </a:lnTo>
                  <a:lnTo>
                    <a:pt x="1291806" y="1324096"/>
                  </a:lnTo>
                  <a:lnTo>
                    <a:pt x="1276034" y="1358383"/>
                  </a:lnTo>
                  <a:lnTo>
                    <a:pt x="1269461" y="1379650"/>
                  </a:lnTo>
                  <a:lnTo>
                    <a:pt x="1256744" y="1440426"/>
                  </a:lnTo>
                  <a:lnTo>
                    <a:pt x="1253020" y="1478375"/>
                  </a:lnTo>
                  <a:lnTo>
                    <a:pt x="913680" y="1478375"/>
                  </a:lnTo>
                  <a:lnTo>
                    <a:pt x="913680" y="91424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3369706" y="810551"/>
              <a:ext cx="1136655" cy="1433237"/>
            </a:xfrm>
            <a:custGeom>
              <a:avLst/>
              <a:pathLst>
                <a:path w="1136655" h="1433237">
                  <a:moveTo>
                    <a:pt x="1129780" y="914399"/>
                  </a:moveTo>
                  <a:lnTo>
                    <a:pt x="1118462" y="922353"/>
                  </a:lnTo>
                  <a:lnTo>
                    <a:pt x="1106414" y="934907"/>
                  </a:lnTo>
                  <a:lnTo>
                    <a:pt x="1078146" y="944400"/>
                  </a:lnTo>
                  <a:lnTo>
                    <a:pt x="1067652" y="946814"/>
                  </a:lnTo>
                  <a:lnTo>
                    <a:pt x="1057966" y="945526"/>
                  </a:lnTo>
                  <a:lnTo>
                    <a:pt x="1046177" y="953252"/>
                  </a:lnTo>
                  <a:lnTo>
                    <a:pt x="1032227" y="957975"/>
                  </a:lnTo>
                  <a:lnTo>
                    <a:pt x="1028109" y="965159"/>
                  </a:lnTo>
                  <a:lnTo>
                    <a:pt x="994574" y="984402"/>
                  </a:lnTo>
                  <a:lnTo>
                    <a:pt x="981702" y="986826"/>
                  </a:lnTo>
                  <a:lnTo>
                    <a:pt x="970748" y="991952"/>
                  </a:lnTo>
                  <a:lnTo>
                    <a:pt x="967508" y="1000657"/>
                  </a:lnTo>
                  <a:lnTo>
                    <a:pt x="957730" y="1005907"/>
                  </a:lnTo>
                  <a:lnTo>
                    <a:pt x="955015" y="1009927"/>
                  </a:lnTo>
                  <a:lnTo>
                    <a:pt x="946791" y="1022105"/>
                  </a:lnTo>
                  <a:lnTo>
                    <a:pt x="931503" y="1037832"/>
                  </a:lnTo>
                  <a:lnTo>
                    <a:pt x="912874" y="1040464"/>
                  </a:lnTo>
                  <a:lnTo>
                    <a:pt x="906065" y="1045938"/>
                  </a:lnTo>
                  <a:lnTo>
                    <a:pt x="898181" y="1054771"/>
                  </a:lnTo>
                  <a:lnTo>
                    <a:pt x="887061" y="1060834"/>
                  </a:lnTo>
                  <a:lnTo>
                    <a:pt x="865107" y="1057993"/>
                  </a:lnTo>
                  <a:lnTo>
                    <a:pt x="870446" y="1061708"/>
                  </a:lnTo>
                  <a:lnTo>
                    <a:pt x="890088" y="1067500"/>
                  </a:lnTo>
                  <a:lnTo>
                    <a:pt x="892130" y="1076086"/>
                  </a:lnTo>
                  <a:lnTo>
                    <a:pt x="882289" y="1078139"/>
                  </a:lnTo>
                  <a:lnTo>
                    <a:pt x="861685" y="1089585"/>
                  </a:lnTo>
                  <a:lnTo>
                    <a:pt x="833923" y="1109294"/>
                  </a:lnTo>
                  <a:lnTo>
                    <a:pt x="829681" y="1109759"/>
                  </a:lnTo>
                  <a:lnTo>
                    <a:pt x="822223" y="1109289"/>
                  </a:lnTo>
                  <a:lnTo>
                    <a:pt x="811176" y="1112577"/>
                  </a:lnTo>
                  <a:lnTo>
                    <a:pt x="796665" y="1119462"/>
                  </a:lnTo>
                  <a:lnTo>
                    <a:pt x="779095" y="1131830"/>
                  </a:lnTo>
                  <a:lnTo>
                    <a:pt x="748159" y="1158609"/>
                  </a:lnTo>
                  <a:lnTo>
                    <a:pt x="745990" y="1161436"/>
                  </a:lnTo>
                  <a:lnTo>
                    <a:pt x="741508" y="1166401"/>
                  </a:lnTo>
                  <a:lnTo>
                    <a:pt x="730083" y="1171694"/>
                  </a:lnTo>
                  <a:lnTo>
                    <a:pt x="719713" y="1177401"/>
                  </a:lnTo>
                  <a:lnTo>
                    <a:pt x="716971" y="1183407"/>
                  </a:lnTo>
                  <a:lnTo>
                    <a:pt x="712003" y="1186143"/>
                  </a:lnTo>
                  <a:lnTo>
                    <a:pt x="694893" y="1201372"/>
                  </a:lnTo>
                  <a:lnTo>
                    <a:pt x="685269" y="1214343"/>
                  </a:lnTo>
                  <a:lnTo>
                    <a:pt x="676531" y="1227918"/>
                  </a:lnTo>
                  <a:lnTo>
                    <a:pt x="666753" y="1243099"/>
                  </a:lnTo>
                  <a:lnTo>
                    <a:pt x="646689" y="1243289"/>
                  </a:lnTo>
                  <a:lnTo>
                    <a:pt x="631377" y="1243227"/>
                  </a:lnTo>
                  <a:lnTo>
                    <a:pt x="605259" y="1243118"/>
                  </a:lnTo>
                  <a:lnTo>
                    <a:pt x="582872" y="1243028"/>
                  </a:lnTo>
                  <a:lnTo>
                    <a:pt x="556301" y="1242918"/>
                  </a:lnTo>
                  <a:lnTo>
                    <a:pt x="537022" y="1242837"/>
                  </a:lnTo>
                  <a:lnTo>
                    <a:pt x="516263" y="1243474"/>
                  </a:lnTo>
                  <a:lnTo>
                    <a:pt x="506353" y="1247522"/>
                  </a:lnTo>
                  <a:lnTo>
                    <a:pt x="493926" y="1252991"/>
                  </a:lnTo>
                  <a:lnTo>
                    <a:pt x="480512" y="1258888"/>
                  </a:lnTo>
                  <a:lnTo>
                    <a:pt x="487546" y="1272040"/>
                  </a:lnTo>
                  <a:lnTo>
                    <a:pt x="489433" y="1277228"/>
                  </a:lnTo>
                  <a:lnTo>
                    <a:pt x="488891" y="1293963"/>
                  </a:lnTo>
                  <a:lnTo>
                    <a:pt x="490322" y="1295792"/>
                  </a:lnTo>
                  <a:lnTo>
                    <a:pt x="491822" y="1298277"/>
                  </a:lnTo>
                  <a:lnTo>
                    <a:pt x="492050" y="1302601"/>
                  </a:lnTo>
                  <a:lnTo>
                    <a:pt x="493199" y="1304578"/>
                  </a:lnTo>
                  <a:lnTo>
                    <a:pt x="495646" y="1306174"/>
                  </a:lnTo>
                  <a:lnTo>
                    <a:pt x="498399" y="1308051"/>
                  </a:lnTo>
                  <a:lnTo>
                    <a:pt x="500390" y="1310593"/>
                  </a:lnTo>
                  <a:lnTo>
                    <a:pt x="500847" y="1313130"/>
                  </a:lnTo>
                  <a:lnTo>
                    <a:pt x="498933" y="1317549"/>
                  </a:lnTo>
                  <a:lnTo>
                    <a:pt x="491215" y="1323522"/>
                  </a:lnTo>
                  <a:lnTo>
                    <a:pt x="480366" y="1328758"/>
                  </a:lnTo>
                  <a:lnTo>
                    <a:pt x="458786" y="1338203"/>
                  </a:lnTo>
                  <a:lnTo>
                    <a:pt x="433781" y="1349151"/>
                  </a:lnTo>
                  <a:lnTo>
                    <a:pt x="412105" y="1358639"/>
                  </a:lnTo>
                  <a:lnTo>
                    <a:pt x="395332" y="1365980"/>
                  </a:lnTo>
                  <a:lnTo>
                    <a:pt x="360881" y="1372428"/>
                  </a:lnTo>
                  <a:lnTo>
                    <a:pt x="333514" y="1377545"/>
                  </a:lnTo>
                  <a:lnTo>
                    <a:pt x="313764" y="1381242"/>
                  </a:lnTo>
                  <a:lnTo>
                    <a:pt x="295575" y="1391529"/>
                  </a:lnTo>
                  <a:lnTo>
                    <a:pt x="275493" y="1402880"/>
                  </a:lnTo>
                  <a:lnTo>
                    <a:pt x="258607" y="1412426"/>
                  </a:lnTo>
                  <a:lnTo>
                    <a:pt x="239669" y="1423131"/>
                  </a:lnTo>
                  <a:lnTo>
                    <a:pt x="221794" y="1433237"/>
                  </a:lnTo>
                  <a:lnTo>
                    <a:pt x="201920" y="1433204"/>
                  </a:lnTo>
                  <a:lnTo>
                    <a:pt x="187969" y="1425630"/>
                  </a:lnTo>
                  <a:lnTo>
                    <a:pt x="175001" y="1417852"/>
                  </a:lnTo>
                  <a:lnTo>
                    <a:pt x="166135" y="1403944"/>
                  </a:lnTo>
                  <a:lnTo>
                    <a:pt x="165524" y="1387785"/>
                  </a:lnTo>
                  <a:lnTo>
                    <a:pt x="168702" y="1377203"/>
                  </a:lnTo>
                  <a:lnTo>
                    <a:pt x="171583" y="1372376"/>
                  </a:lnTo>
                  <a:lnTo>
                    <a:pt x="177081" y="1369316"/>
                  </a:lnTo>
                  <a:lnTo>
                    <a:pt x="187846" y="1364113"/>
                  </a:lnTo>
                  <a:lnTo>
                    <a:pt x="197632" y="1353579"/>
                  </a:lnTo>
                  <a:lnTo>
                    <a:pt x="205477" y="1347293"/>
                  </a:lnTo>
                  <a:lnTo>
                    <a:pt x="213380" y="1340807"/>
                  </a:lnTo>
                  <a:lnTo>
                    <a:pt x="217893" y="1329637"/>
                  </a:lnTo>
                  <a:lnTo>
                    <a:pt x="223522" y="1302596"/>
                  </a:lnTo>
                  <a:lnTo>
                    <a:pt x="224238" y="1297218"/>
                  </a:lnTo>
                  <a:lnTo>
                    <a:pt x="232427" y="1278673"/>
                  </a:lnTo>
                  <a:lnTo>
                    <a:pt x="241486" y="1258156"/>
                  </a:lnTo>
                  <a:lnTo>
                    <a:pt x="245647" y="1248734"/>
                  </a:lnTo>
                  <a:lnTo>
                    <a:pt x="240995" y="1224278"/>
                  </a:lnTo>
                  <a:lnTo>
                    <a:pt x="237496" y="1205486"/>
                  </a:lnTo>
                  <a:lnTo>
                    <a:pt x="234291" y="1188272"/>
                  </a:lnTo>
                  <a:lnTo>
                    <a:pt x="230683" y="1168877"/>
                  </a:lnTo>
                  <a:lnTo>
                    <a:pt x="227400" y="1151220"/>
                  </a:lnTo>
                  <a:lnTo>
                    <a:pt x="224303" y="1134586"/>
                  </a:lnTo>
                  <a:lnTo>
                    <a:pt x="221198" y="1117889"/>
                  </a:lnTo>
                  <a:lnTo>
                    <a:pt x="218152" y="1101520"/>
                  </a:lnTo>
                  <a:lnTo>
                    <a:pt x="215762" y="1089780"/>
                  </a:lnTo>
                  <a:lnTo>
                    <a:pt x="212924" y="1075867"/>
                  </a:lnTo>
                  <a:lnTo>
                    <a:pt x="196348" y="1066103"/>
                  </a:lnTo>
                  <a:lnTo>
                    <a:pt x="183763" y="1059266"/>
                  </a:lnTo>
                  <a:lnTo>
                    <a:pt x="163177" y="1048095"/>
                  </a:lnTo>
                  <a:lnTo>
                    <a:pt x="145913" y="1038725"/>
                  </a:lnTo>
                  <a:lnTo>
                    <a:pt x="130443" y="1030154"/>
                  </a:lnTo>
                  <a:lnTo>
                    <a:pt x="140198" y="1012878"/>
                  </a:lnTo>
                  <a:lnTo>
                    <a:pt x="139355" y="1010051"/>
                  </a:lnTo>
                  <a:lnTo>
                    <a:pt x="135821" y="1006649"/>
                  </a:lnTo>
                  <a:lnTo>
                    <a:pt x="128598" y="1000990"/>
                  </a:lnTo>
                  <a:lnTo>
                    <a:pt x="124376" y="1000415"/>
                  </a:lnTo>
                  <a:lnTo>
                    <a:pt x="116941" y="1001745"/>
                  </a:lnTo>
                  <a:lnTo>
                    <a:pt x="105074" y="1005266"/>
                  </a:lnTo>
                  <a:lnTo>
                    <a:pt x="99947" y="1004097"/>
                  </a:lnTo>
                  <a:lnTo>
                    <a:pt x="95876" y="998053"/>
                  </a:lnTo>
                  <a:lnTo>
                    <a:pt x="91190" y="990318"/>
                  </a:lnTo>
                  <a:lnTo>
                    <a:pt x="89655" y="984274"/>
                  </a:lnTo>
                  <a:lnTo>
                    <a:pt x="89067" y="976277"/>
                  </a:lnTo>
                  <a:lnTo>
                    <a:pt x="86271" y="969079"/>
                  </a:lnTo>
                  <a:lnTo>
                    <a:pt x="88042" y="965302"/>
                  </a:lnTo>
                  <a:lnTo>
                    <a:pt x="88433" y="963420"/>
                  </a:lnTo>
                  <a:lnTo>
                    <a:pt x="88274" y="961054"/>
                  </a:lnTo>
                  <a:lnTo>
                    <a:pt x="86353" y="959543"/>
                  </a:lnTo>
                  <a:lnTo>
                    <a:pt x="82969" y="958882"/>
                  </a:lnTo>
                  <a:lnTo>
                    <a:pt x="71524" y="961904"/>
                  </a:lnTo>
                  <a:lnTo>
                    <a:pt x="66378" y="962185"/>
                  </a:lnTo>
                  <a:lnTo>
                    <a:pt x="63308" y="963886"/>
                  </a:lnTo>
                  <a:lnTo>
                    <a:pt x="58471" y="967416"/>
                  </a:lnTo>
                  <a:lnTo>
                    <a:pt x="53703" y="967853"/>
                  </a:lnTo>
                  <a:lnTo>
                    <a:pt x="45468" y="959495"/>
                  </a:lnTo>
                  <a:lnTo>
                    <a:pt x="36470" y="950344"/>
                  </a:lnTo>
                  <a:lnTo>
                    <a:pt x="32696" y="937739"/>
                  </a:lnTo>
                  <a:lnTo>
                    <a:pt x="28822" y="924791"/>
                  </a:lnTo>
                  <a:lnTo>
                    <a:pt x="13453" y="917003"/>
                  </a:lnTo>
                  <a:lnTo>
                    <a:pt x="0" y="910185"/>
                  </a:lnTo>
                  <a:lnTo>
                    <a:pt x="1136655" y="91018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3886132" y="988112"/>
              <a:ext cx="1086314" cy="925561"/>
            </a:xfrm>
            <a:custGeom>
              <a:avLst/>
              <a:pathLst>
                <a:path w="1086314" h="925561">
                  <a:moveTo>
                    <a:pt x="914400" y="914400"/>
                  </a:moveTo>
                  <a:lnTo>
                    <a:pt x="911055" y="913373"/>
                  </a:lnTo>
                  <a:lnTo>
                    <a:pt x="908174" y="912570"/>
                  </a:lnTo>
                  <a:lnTo>
                    <a:pt x="906504" y="913939"/>
                  </a:lnTo>
                  <a:lnTo>
                    <a:pt x="904923" y="915768"/>
                  </a:lnTo>
                  <a:lnTo>
                    <a:pt x="902974" y="917141"/>
                  </a:lnTo>
                  <a:lnTo>
                    <a:pt x="898883" y="915198"/>
                  </a:lnTo>
                  <a:lnTo>
                    <a:pt x="896281" y="911658"/>
                  </a:lnTo>
                  <a:lnTo>
                    <a:pt x="892101" y="908009"/>
                  </a:lnTo>
                  <a:lnTo>
                    <a:pt x="890520" y="905262"/>
                  </a:lnTo>
                  <a:lnTo>
                    <a:pt x="891359" y="902070"/>
                  </a:lnTo>
                  <a:lnTo>
                    <a:pt x="893215" y="898986"/>
                  </a:lnTo>
                  <a:lnTo>
                    <a:pt x="894054" y="895332"/>
                  </a:lnTo>
                  <a:lnTo>
                    <a:pt x="892008" y="891117"/>
                  </a:lnTo>
                  <a:lnTo>
                    <a:pt x="890149" y="888718"/>
                  </a:lnTo>
                  <a:lnTo>
                    <a:pt x="888849" y="885976"/>
                  </a:lnTo>
                  <a:lnTo>
                    <a:pt x="889313" y="883354"/>
                  </a:lnTo>
                  <a:lnTo>
                    <a:pt x="891916" y="882095"/>
                  </a:lnTo>
                  <a:lnTo>
                    <a:pt x="894332" y="880493"/>
                  </a:lnTo>
                  <a:lnTo>
                    <a:pt x="895167" y="877072"/>
                  </a:lnTo>
                  <a:lnTo>
                    <a:pt x="893679" y="873418"/>
                  </a:lnTo>
                  <a:lnTo>
                    <a:pt x="889406" y="871931"/>
                  </a:lnTo>
                  <a:lnTo>
                    <a:pt x="885876" y="872501"/>
                  </a:lnTo>
                  <a:lnTo>
                    <a:pt x="880764" y="871703"/>
                  </a:lnTo>
                  <a:lnTo>
                    <a:pt x="875842" y="869422"/>
                  </a:lnTo>
                  <a:lnTo>
                    <a:pt x="872591" y="866795"/>
                  </a:lnTo>
                  <a:lnTo>
                    <a:pt x="870081" y="865308"/>
                  </a:lnTo>
                  <a:lnTo>
                    <a:pt x="868129" y="865308"/>
                  </a:lnTo>
                  <a:lnTo>
                    <a:pt x="865805" y="863825"/>
                  </a:lnTo>
                  <a:lnTo>
                    <a:pt x="864413" y="861312"/>
                  </a:lnTo>
                  <a:lnTo>
                    <a:pt x="864598" y="857202"/>
                  </a:lnTo>
                  <a:lnTo>
                    <a:pt x="865248" y="854693"/>
                  </a:lnTo>
                  <a:lnTo>
                    <a:pt x="866547" y="852522"/>
                  </a:lnTo>
                  <a:lnTo>
                    <a:pt x="866640" y="850122"/>
                  </a:lnTo>
                  <a:lnTo>
                    <a:pt x="866083" y="848407"/>
                  </a:lnTo>
                  <a:lnTo>
                    <a:pt x="865994" y="847043"/>
                  </a:lnTo>
                  <a:lnTo>
                    <a:pt x="866361" y="845328"/>
                  </a:lnTo>
                  <a:lnTo>
                    <a:pt x="867201" y="841902"/>
                  </a:lnTo>
                  <a:lnTo>
                    <a:pt x="865805" y="839393"/>
                  </a:lnTo>
                  <a:lnTo>
                    <a:pt x="865662" y="830698"/>
                  </a:lnTo>
                  <a:lnTo>
                    <a:pt x="865387" y="814429"/>
                  </a:lnTo>
                  <a:lnTo>
                    <a:pt x="865182" y="801966"/>
                  </a:lnTo>
                  <a:lnTo>
                    <a:pt x="864923" y="786301"/>
                  </a:lnTo>
                  <a:lnTo>
                    <a:pt x="864772" y="774893"/>
                  </a:lnTo>
                  <a:lnTo>
                    <a:pt x="864564" y="758909"/>
                  </a:lnTo>
                  <a:lnTo>
                    <a:pt x="864366" y="743742"/>
                  </a:lnTo>
                  <a:lnTo>
                    <a:pt x="864123" y="732624"/>
                  </a:lnTo>
                  <a:lnTo>
                    <a:pt x="1071103" y="732667"/>
                  </a:lnTo>
                  <a:lnTo>
                    <a:pt x="1071236" y="732624"/>
                  </a:lnTo>
                  <a:lnTo>
                    <a:pt x="1086314" y="732624"/>
                  </a:lnTo>
                  <a:lnTo>
                    <a:pt x="1086314" y="876290"/>
                  </a:lnTo>
                  <a:lnTo>
                    <a:pt x="1081779" y="879149"/>
                  </a:lnTo>
                  <a:lnTo>
                    <a:pt x="1063958" y="886071"/>
                  </a:lnTo>
                  <a:lnTo>
                    <a:pt x="1043156" y="899285"/>
                  </a:lnTo>
                  <a:lnTo>
                    <a:pt x="1016275" y="910418"/>
                  </a:lnTo>
                  <a:lnTo>
                    <a:pt x="1010642" y="910461"/>
                  </a:lnTo>
                  <a:lnTo>
                    <a:pt x="998435" y="901300"/>
                  </a:lnTo>
                  <a:lnTo>
                    <a:pt x="1001849" y="897128"/>
                  </a:lnTo>
                  <a:lnTo>
                    <a:pt x="1005024" y="891474"/>
                  </a:lnTo>
                  <a:lnTo>
                    <a:pt x="1001988" y="893104"/>
                  </a:lnTo>
                  <a:lnTo>
                    <a:pt x="1000020" y="895555"/>
                  </a:lnTo>
                  <a:lnTo>
                    <a:pt x="992658" y="899490"/>
                  </a:lnTo>
                  <a:lnTo>
                    <a:pt x="998628" y="907106"/>
                  </a:lnTo>
                  <a:lnTo>
                    <a:pt x="995744" y="909962"/>
                  </a:lnTo>
                  <a:lnTo>
                    <a:pt x="987207" y="913715"/>
                  </a:lnTo>
                  <a:lnTo>
                    <a:pt x="979257" y="919146"/>
                  </a:lnTo>
                  <a:lnTo>
                    <a:pt x="972297" y="922776"/>
                  </a:lnTo>
                  <a:lnTo>
                    <a:pt x="966668" y="918158"/>
                  </a:lnTo>
                  <a:lnTo>
                    <a:pt x="951128" y="923993"/>
                  </a:lnTo>
                  <a:lnTo>
                    <a:pt x="938040" y="925561"/>
                  </a:lnTo>
                  <a:lnTo>
                    <a:pt x="935209" y="922605"/>
                  </a:lnTo>
                  <a:lnTo>
                    <a:pt x="934378" y="917939"/>
                  </a:lnTo>
                  <a:lnTo>
                    <a:pt x="929796" y="916813"/>
                  </a:lnTo>
                  <a:lnTo>
                    <a:pt x="921282" y="918101"/>
                  </a:lnTo>
                  <a:lnTo>
                    <a:pt x="918053" y="91562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3684480" y="811701"/>
              <a:ext cx="918829" cy="1108144"/>
            </a:xfrm>
            <a:custGeom>
              <a:avLst/>
              <a:pathLst>
                <a:path w="918829" h="1108144">
                  <a:moveTo>
                    <a:pt x="914400" y="914399"/>
                  </a:moveTo>
                  <a:lnTo>
                    <a:pt x="902189" y="929186"/>
                  </a:lnTo>
                  <a:lnTo>
                    <a:pt x="891421" y="942224"/>
                  </a:lnTo>
                  <a:lnTo>
                    <a:pt x="889004" y="955604"/>
                  </a:lnTo>
                  <a:lnTo>
                    <a:pt x="886711" y="968290"/>
                  </a:lnTo>
                  <a:lnTo>
                    <a:pt x="877803" y="977945"/>
                  </a:lnTo>
                  <a:lnTo>
                    <a:pt x="872370" y="986797"/>
                  </a:lnTo>
                  <a:lnTo>
                    <a:pt x="869946" y="996614"/>
                  </a:lnTo>
                  <a:lnTo>
                    <a:pt x="867920" y="1005627"/>
                  </a:lnTo>
                  <a:lnTo>
                    <a:pt x="867765" y="1013172"/>
                  </a:lnTo>
                  <a:lnTo>
                    <a:pt x="869292" y="1017130"/>
                  </a:lnTo>
                  <a:lnTo>
                    <a:pt x="868573" y="1020347"/>
                  </a:lnTo>
                  <a:lnTo>
                    <a:pt x="865627" y="1024048"/>
                  </a:lnTo>
                  <a:lnTo>
                    <a:pt x="859734" y="1030486"/>
                  </a:lnTo>
                  <a:lnTo>
                    <a:pt x="858686" y="1036682"/>
                  </a:lnTo>
                  <a:lnTo>
                    <a:pt x="855083" y="1039738"/>
                  </a:lnTo>
                  <a:lnTo>
                    <a:pt x="844805" y="1045853"/>
                  </a:lnTo>
                  <a:lnTo>
                    <a:pt x="836423" y="1054866"/>
                  </a:lnTo>
                  <a:lnTo>
                    <a:pt x="836013" y="1059969"/>
                  </a:lnTo>
                  <a:lnTo>
                    <a:pt x="837223" y="1064207"/>
                  </a:lnTo>
                  <a:lnTo>
                    <a:pt x="837409" y="1066840"/>
                  </a:lnTo>
                  <a:lnTo>
                    <a:pt x="835735" y="1068674"/>
                  </a:lnTo>
                  <a:lnTo>
                    <a:pt x="832378" y="1068555"/>
                  </a:lnTo>
                  <a:lnTo>
                    <a:pt x="828748" y="1069130"/>
                  </a:lnTo>
                  <a:lnTo>
                    <a:pt x="825689" y="1072888"/>
                  </a:lnTo>
                  <a:lnTo>
                    <a:pt x="825767" y="1078286"/>
                  </a:lnTo>
                  <a:lnTo>
                    <a:pt x="823532" y="1082177"/>
                  </a:lnTo>
                  <a:lnTo>
                    <a:pt x="820922" y="1082980"/>
                  </a:lnTo>
                  <a:lnTo>
                    <a:pt x="818687" y="1080229"/>
                  </a:lnTo>
                  <a:lnTo>
                    <a:pt x="816000" y="1076105"/>
                  </a:lnTo>
                  <a:lnTo>
                    <a:pt x="812852" y="1075701"/>
                  </a:lnTo>
                  <a:lnTo>
                    <a:pt x="808073" y="1078438"/>
                  </a:lnTo>
                  <a:lnTo>
                    <a:pt x="802181" y="1082942"/>
                  </a:lnTo>
                  <a:lnTo>
                    <a:pt x="796880" y="1083185"/>
                  </a:lnTo>
                  <a:lnTo>
                    <a:pt x="786927" y="1080291"/>
                  </a:lnTo>
                  <a:lnTo>
                    <a:pt x="779662" y="1089024"/>
                  </a:lnTo>
                  <a:lnTo>
                    <a:pt x="771863" y="1107783"/>
                  </a:lnTo>
                  <a:lnTo>
                    <a:pt x="738912" y="1107830"/>
                  </a:lnTo>
                  <a:lnTo>
                    <a:pt x="705962" y="1107878"/>
                  </a:lnTo>
                  <a:lnTo>
                    <a:pt x="673007" y="1107925"/>
                  </a:lnTo>
                  <a:lnTo>
                    <a:pt x="640056" y="1107973"/>
                  </a:lnTo>
                  <a:lnTo>
                    <a:pt x="607105" y="1108016"/>
                  </a:lnTo>
                  <a:lnTo>
                    <a:pt x="574155" y="1108063"/>
                  </a:lnTo>
                  <a:lnTo>
                    <a:pt x="541204" y="1108111"/>
                  </a:lnTo>
                  <a:lnTo>
                    <a:pt x="522764" y="1108139"/>
                  </a:lnTo>
                  <a:lnTo>
                    <a:pt x="519149" y="1108144"/>
                  </a:lnTo>
                  <a:lnTo>
                    <a:pt x="530440" y="1104471"/>
                  </a:lnTo>
                  <a:lnTo>
                    <a:pt x="553979" y="1090198"/>
                  </a:lnTo>
                  <a:lnTo>
                    <a:pt x="571340" y="1085028"/>
                  </a:lnTo>
                  <a:lnTo>
                    <a:pt x="593921" y="1070037"/>
                  </a:lnTo>
                  <a:lnTo>
                    <a:pt x="610276" y="1067153"/>
                  </a:lnTo>
                  <a:lnTo>
                    <a:pt x="613389" y="1063856"/>
                  </a:lnTo>
                  <a:lnTo>
                    <a:pt x="616130" y="1051421"/>
                  </a:lnTo>
                  <a:lnTo>
                    <a:pt x="617626" y="1046988"/>
                  </a:lnTo>
                  <a:lnTo>
                    <a:pt x="625263" y="1034777"/>
                  </a:lnTo>
                  <a:lnTo>
                    <a:pt x="634434" y="1024476"/>
                  </a:lnTo>
                  <a:lnTo>
                    <a:pt x="641835" y="1010231"/>
                  </a:lnTo>
                  <a:lnTo>
                    <a:pt x="655267" y="1001127"/>
                  </a:lnTo>
                  <a:lnTo>
                    <a:pt x="675578" y="993516"/>
                  </a:lnTo>
                  <a:lnTo>
                    <a:pt x="694366" y="976890"/>
                  </a:lnTo>
                  <a:lnTo>
                    <a:pt x="704662" y="971821"/>
                  </a:lnTo>
                  <a:lnTo>
                    <a:pt x="714642" y="968190"/>
                  </a:lnTo>
                  <a:lnTo>
                    <a:pt x="718833" y="961434"/>
                  </a:lnTo>
                  <a:lnTo>
                    <a:pt x="725004" y="957571"/>
                  </a:lnTo>
                  <a:lnTo>
                    <a:pt x="741503" y="949717"/>
                  </a:lnTo>
                  <a:lnTo>
                    <a:pt x="759687" y="947593"/>
                  </a:lnTo>
                  <a:lnTo>
                    <a:pt x="778065" y="941074"/>
                  </a:lnTo>
                  <a:lnTo>
                    <a:pt x="792162" y="937620"/>
                  </a:lnTo>
                  <a:lnTo>
                    <a:pt x="800808" y="931505"/>
                  </a:lnTo>
                  <a:lnTo>
                    <a:pt x="813378" y="928283"/>
                  </a:lnTo>
                  <a:lnTo>
                    <a:pt x="850895" y="910736"/>
                  </a:lnTo>
                  <a:lnTo>
                    <a:pt x="853050" y="909035"/>
                  </a:lnTo>
                  <a:lnTo>
                    <a:pt x="918829" y="90903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4051172" y="1129676"/>
              <a:ext cx="921274" cy="934750"/>
            </a:xfrm>
            <a:custGeom>
              <a:avLst/>
              <a:pathLst>
                <a:path w="921274" h="934750">
                  <a:moveTo>
                    <a:pt x="914400" y="914400"/>
                  </a:moveTo>
                  <a:lnTo>
                    <a:pt x="907649" y="913991"/>
                  </a:lnTo>
                  <a:lnTo>
                    <a:pt x="902672" y="914442"/>
                  </a:lnTo>
                  <a:lnTo>
                    <a:pt x="895175" y="920149"/>
                  </a:lnTo>
                  <a:lnTo>
                    <a:pt x="894011" y="931680"/>
                  </a:lnTo>
                  <a:lnTo>
                    <a:pt x="890701" y="930155"/>
                  </a:lnTo>
                  <a:lnTo>
                    <a:pt x="887341" y="930531"/>
                  </a:lnTo>
                  <a:lnTo>
                    <a:pt x="885605" y="934151"/>
                  </a:lnTo>
                  <a:lnTo>
                    <a:pt x="883131" y="934750"/>
                  </a:lnTo>
                  <a:lnTo>
                    <a:pt x="876577" y="931324"/>
                  </a:lnTo>
                  <a:lnTo>
                    <a:pt x="868859" y="933196"/>
                  </a:lnTo>
                  <a:lnTo>
                    <a:pt x="862824" y="930597"/>
                  </a:lnTo>
                  <a:lnTo>
                    <a:pt x="855129" y="913701"/>
                  </a:lnTo>
                  <a:lnTo>
                    <a:pt x="851042" y="907781"/>
                  </a:lnTo>
                  <a:lnTo>
                    <a:pt x="843796" y="905871"/>
                  </a:lnTo>
                  <a:lnTo>
                    <a:pt x="841917" y="909444"/>
                  </a:lnTo>
                  <a:lnTo>
                    <a:pt x="839106" y="912941"/>
                  </a:lnTo>
                  <a:lnTo>
                    <a:pt x="832131" y="905970"/>
                  </a:lnTo>
                  <a:lnTo>
                    <a:pt x="826841" y="880099"/>
                  </a:lnTo>
                  <a:lnTo>
                    <a:pt x="826799" y="873856"/>
                  </a:lnTo>
                  <a:lnTo>
                    <a:pt x="834203" y="852094"/>
                  </a:lnTo>
                  <a:lnTo>
                    <a:pt x="852539" y="832504"/>
                  </a:lnTo>
                  <a:lnTo>
                    <a:pt x="846685" y="831848"/>
                  </a:lnTo>
                  <a:lnTo>
                    <a:pt x="830495" y="845432"/>
                  </a:lnTo>
                  <a:lnTo>
                    <a:pt x="832166" y="842144"/>
                  </a:lnTo>
                  <a:lnTo>
                    <a:pt x="834911" y="838719"/>
                  </a:lnTo>
                  <a:lnTo>
                    <a:pt x="840371" y="833193"/>
                  </a:lnTo>
                  <a:lnTo>
                    <a:pt x="848657" y="827999"/>
                  </a:lnTo>
                  <a:lnTo>
                    <a:pt x="859692" y="824973"/>
                  </a:lnTo>
                  <a:lnTo>
                    <a:pt x="867282" y="824512"/>
                  </a:lnTo>
                  <a:lnTo>
                    <a:pt x="872513" y="821642"/>
                  </a:lnTo>
                  <a:lnTo>
                    <a:pt x="880095" y="816558"/>
                  </a:lnTo>
                  <a:lnTo>
                    <a:pt x="881503" y="813859"/>
                  </a:lnTo>
                  <a:lnTo>
                    <a:pt x="874779" y="816962"/>
                  </a:lnTo>
                  <a:lnTo>
                    <a:pt x="863609" y="820017"/>
                  </a:lnTo>
                  <a:lnTo>
                    <a:pt x="866474" y="816012"/>
                  </a:lnTo>
                  <a:lnTo>
                    <a:pt x="869269" y="813869"/>
                  </a:lnTo>
                  <a:lnTo>
                    <a:pt x="921274" y="783306"/>
                  </a:lnTo>
                  <a:lnTo>
                    <a:pt x="921274" y="909105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3953193" y="1078090"/>
              <a:ext cx="923409" cy="914400"/>
            </a:xfrm>
            <a:custGeom>
              <a:avLst/>
              <a:pathLst>
                <a:path w="923409" h="914400">
                  <a:moveTo>
                    <a:pt x="914400" y="914400"/>
                  </a:moveTo>
                  <a:lnTo>
                    <a:pt x="915366" y="911064"/>
                  </a:lnTo>
                  <a:lnTo>
                    <a:pt x="920230" y="902559"/>
                  </a:lnTo>
                  <a:lnTo>
                    <a:pt x="923409" y="901290"/>
                  </a:lnTo>
                  <a:lnTo>
                    <a:pt x="918386" y="910997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3907823" y="1041932"/>
              <a:ext cx="926409" cy="914400"/>
            </a:xfrm>
            <a:custGeom>
              <a:avLst/>
              <a:pathLst>
                <a:path w="926409" h="914400">
                  <a:moveTo>
                    <a:pt x="914400" y="914400"/>
                  </a:moveTo>
                  <a:lnTo>
                    <a:pt x="918544" y="901262"/>
                  </a:lnTo>
                  <a:lnTo>
                    <a:pt x="921916" y="897228"/>
                  </a:lnTo>
                  <a:lnTo>
                    <a:pt x="926409" y="898587"/>
                  </a:lnTo>
                  <a:lnTo>
                    <a:pt x="925779" y="906526"/>
                  </a:lnTo>
                  <a:lnTo>
                    <a:pt x="925056" y="90925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3373590" y="962117"/>
              <a:ext cx="927662" cy="915150"/>
            </a:xfrm>
            <a:custGeom>
              <a:avLst/>
              <a:pathLst>
                <a:path w="927662" h="915150">
                  <a:moveTo>
                    <a:pt x="914400" y="914400"/>
                  </a:moveTo>
                  <a:lnTo>
                    <a:pt x="903964" y="912599"/>
                  </a:lnTo>
                  <a:lnTo>
                    <a:pt x="892492" y="915098"/>
                  </a:lnTo>
                  <a:lnTo>
                    <a:pt x="889298" y="915150"/>
                  </a:lnTo>
                  <a:lnTo>
                    <a:pt x="897820" y="907919"/>
                  </a:lnTo>
                  <a:lnTo>
                    <a:pt x="910923" y="903471"/>
                  </a:lnTo>
                  <a:lnTo>
                    <a:pt x="923989" y="889873"/>
                  </a:lnTo>
                  <a:lnTo>
                    <a:pt x="927662" y="889526"/>
                  </a:lnTo>
                  <a:lnTo>
                    <a:pt x="922689" y="904930"/>
                  </a:lnTo>
                  <a:lnTo>
                    <a:pt x="921676" y="910437"/>
                  </a:lnTo>
                  <a:lnTo>
                    <a:pt x="920501" y="91245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3359941" y="950852"/>
              <a:ext cx="933686" cy="914400"/>
            </a:xfrm>
            <a:custGeom>
              <a:avLst/>
              <a:pathLst>
                <a:path w="933686" h="914400">
                  <a:moveTo>
                    <a:pt x="914400" y="914400"/>
                  </a:moveTo>
                  <a:lnTo>
                    <a:pt x="911090" y="913554"/>
                  </a:lnTo>
                  <a:lnTo>
                    <a:pt x="921626" y="903994"/>
                  </a:lnTo>
                  <a:lnTo>
                    <a:pt x="933686" y="901789"/>
                  </a:lnTo>
                  <a:lnTo>
                    <a:pt x="923950" y="91239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3573688" y="824354"/>
              <a:ext cx="937433" cy="914400"/>
            </a:xfrm>
            <a:custGeom>
              <a:avLst/>
              <a:pathLst>
                <a:path w="937433" h="914400">
                  <a:moveTo>
                    <a:pt x="914400" y="914400"/>
                  </a:moveTo>
                  <a:lnTo>
                    <a:pt x="916116" y="911021"/>
                  </a:lnTo>
                  <a:lnTo>
                    <a:pt x="925945" y="905001"/>
                  </a:lnTo>
                  <a:lnTo>
                    <a:pt x="933168" y="901628"/>
                  </a:lnTo>
                  <a:lnTo>
                    <a:pt x="937433" y="901699"/>
                  </a:lnTo>
                  <a:lnTo>
                    <a:pt x="930488" y="909078"/>
                  </a:lnTo>
                  <a:lnTo>
                    <a:pt x="921599" y="91361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3055844" y="3027270"/>
              <a:ext cx="924035" cy="936446"/>
            </a:xfrm>
            <a:custGeom>
              <a:avLst/>
              <a:pathLst>
                <a:path w="924035" h="936446">
                  <a:moveTo>
                    <a:pt x="914400" y="914399"/>
                  </a:moveTo>
                  <a:lnTo>
                    <a:pt x="906550" y="920538"/>
                  </a:lnTo>
                  <a:lnTo>
                    <a:pt x="912254" y="924919"/>
                  </a:lnTo>
                  <a:lnTo>
                    <a:pt x="917628" y="915393"/>
                  </a:lnTo>
                  <a:lnTo>
                    <a:pt x="921893" y="923133"/>
                  </a:lnTo>
                  <a:lnTo>
                    <a:pt x="924035" y="936446"/>
                  </a:lnTo>
                  <a:lnTo>
                    <a:pt x="899808" y="936446"/>
                  </a:lnTo>
                  <a:lnTo>
                    <a:pt x="898871" y="932517"/>
                  </a:lnTo>
                  <a:lnTo>
                    <a:pt x="893976" y="927599"/>
                  </a:lnTo>
                  <a:lnTo>
                    <a:pt x="887179" y="915055"/>
                  </a:lnTo>
                  <a:lnTo>
                    <a:pt x="891127" y="911819"/>
                  </a:lnTo>
                  <a:lnTo>
                    <a:pt x="896389" y="912898"/>
                  </a:lnTo>
                  <a:lnTo>
                    <a:pt x="899084" y="911387"/>
                  </a:lnTo>
                  <a:lnTo>
                    <a:pt x="906380" y="910180"/>
                  </a:lnTo>
                  <a:lnTo>
                    <a:pt x="910811" y="908465"/>
                  </a:lnTo>
                  <a:lnTo>
                    <a:pt x="914276" y="91217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3088289" y="2864871"/>
              <a:ext cx="930883" cy="914400"/>
            </a:xfrm>
            <a:custGeom>
              <a:avLst/>
              <a:pathLst>
                <a:path w="930883" h="914400">
                  <a:moveTo>
                    <a:pt x="914400" y="914400"/>
                  </a:moveTo>
                  <a:lnTo>
                    <a:pt x="907525" y="904654"/>
                  </a:lnTo>
                  <a:lnTo>
                    <a:pt x="901988" y="901822"/>
                  </a:lnTo>
                  <a:lnTo>
                    <a:pt x="910637" y="894933"/>
                  </a:lnTo>
                  <a:lnTo>
                    <a:pt x="914372" y="889013"/>
                  </a:lnTo>
                  <a:lnTo>
                    <a:pt x="914295" y="876098"/>
                  </a:lnTo>
                  <a:lnTo>
                    <a:pt x="916406" y="869023"/>
                  </a:lnTo>
                  <a:lnTo>
                    <a:pt x="915691" y="862899"/>
                  </a:lnTo>
                  <a:lnTo>
                    <a:pt x="917597" y="856646"/>
                  </a:lnTo>
                  <a:lnTo>
                    <a:pt x="915018" y="849623"/>
                  </a:lnTo>
                  <a:lnTo>
                    <a:pt x="907788" y="844055"/>
                  </a:lnTo>
                  <a:lnTo>
                    <a:pt x="893481" y="821903"/>
                  </a:lnTo>
                  <a:lnTo>
                    <a:pt x="870881" y="816525"/>
                  </a:lnTo>
                  <a:lnTo>
                    <a:pt x="859181" y="816301"/>
                  </a:lnTo>
                  <a:lnTo>
                    <a:pt x="865611" y="812747"/>
                  </a:lnTo>
                  <a:lnTo>
                    <a:pt x="871550" y="813180"/>
                  </a:lnTo>
                  <a:lnTo>
                    <a:pt x="880691" y="815294"/>
                  </a:lnTo>
                  <a:lnTo>
                    <a:pt x="891637" y="816316"/>
                  </a:lnTo>
                  <a:lnTo>
                    <a:pt x="898326" y="822835"/>
                  </a:lnTo>
                  <a:lnTo>
                    <a:pt x="904714" y="831478"/>
                  </a:lnTo>
                  <a:lnTo>
                    <a:pt x="910483" y="834975"/>
                  </a:lnTo>
                  <a:lnTo>
                    <a:pt x="912857" y="837198"/>
                  </a:lnTo>
                  <a:lnTo>
                    <a:pt x="912590" y="839707"/>
                  </a:lnTo>
                  <a:lnTo>
                    <a:pt x="913549" y="842064"/>
                  </a:lnTo>
                  <a:lnTo>
                    <a:pt x="921077" y="846107"/>
                  </a:lnTo>
                  <a:lnTo>
                    <a:pt x="928659" y="852636"/>
                  </a:lnTo>
                  <a:lnTo>
                    <a:pt x="930883" y="871779"/>
                  </a:lnTo>
                  <a:lnTo>
                    <a:pt x="920667" y="880840"/>
                  </a:lnTo>
                  <a:lnTo>
                    <a:pt x="918788" y="908560"/>
                  </a:lnTo>
                  <a:lnTo>
                    <a:pt x="916047" y="91354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3048726" y="2992262"/>
              <a:ext cx="915266" cy="943483"/>
            </a:xfrm>
            <a:custGeom>
              <a:avLst/>
              <a:pathLst>
                <a:path w="915266" h="943483">
                  <a:moveTo>
                    <a:pt x="914400" y="914400"/>
                  </a:moveTo>
                  <a:lnTo>
                    <a:pt x="915266" y="923213"/>
                  </a:lnTo>
                  <a:lnTo>
                    <a:pt x="914465" y="926354"/>
                  </a:lnTo>
                  <a:lnTo>
                    <a:pt x="905897" y="932246"/>
                  </a:lnTo>
                  <a:lnTo>
                    <a:pt x="903697" y="935539"/>
                  </a:lnTo>
                  <a:lnTo>
                    <a:pt x="895620" y="938860"/>
                  </a:lnTo>
                  <a:lnTo>
                    <a:pt x="890732" y="943483"/>
                  </a:lnTo>
                  <a:lnTo>
                    <a:pt x="888285" y="935971"/>
                  </a:lnTo>
                  <a:lnTo>
                    <a:pt x="883541" y="931329"/>
                  </a:lnTo>
                  <a:lnTo>
                    <a:pt x="882744" y="923437"/>
                  </a:lnTo>
                  <a:lnTo>
                    <a:pt x="879117" y="926102"/>
                  </a:lnTo>
                  <a:lnTo>
                    <a:pt x="873890" y="924477"/>
                  </a:lnTo>
                  <a:lnTo>
                    <a:pt x="865267" y="918500"/>
                  </a:lnTo>
                  <a:lnTo>
                    <a:pt x="859819" y="910385"/>
                  </a:lnTo>
                  <a:lnTo>
                    <a:pt x="867452" y="908978"/>
                  </a:lnTo>
                  <a:lnTo>
                    <a:pt x="869029" y="914019"/>
                  </a:lnTo>
                  <a:lnTo>
                    <a:pt x="875069" y="907833"/>
                  </a:lnTo>
                  <a:lnTo>
                    <a:pt x="873696" y="904574"/>
                  </a:lnTo>
                  <a:lnTo>
                    <a:pt x="872606" y="904155"/>
                  </a:lnTo>
                  <a:lnTo>
                    <a:pt x="870626" y="898093"/>
                  </a:lnTo>
                  <a:lnTo>
                    <a:pt x="879713" y="882213"/>
                  </a:lnTo>
                  <a:lnTo>
                    <a:pt x="881673" y="871969"/>
                  </a:lnTo>
                  <a:lnTo>
                    <a:pt x="877551" y="855534"/>
                  </a:lnTo>
                  <a:lnTo>
                    <a:pt x="881399" y="854455"/>
                  </a:lnTo>
                  <a:lnTo>
                    <a:pt x="891653" y="860219"/>
                  </a:lnTo>
                  <a:lnTo>
                    <a:pt x="896246" y="865892"/>
                  </a:lnTo>
                  <a:lnTo>
                    <a:pt x="896397" y="873680"/>
                  </a:lnTo>
                  <a:lnTo>
                    <a:pt x="900708" y="879709"/>
                  </a:lnTo>
                  <a:lnTo>
                    <a:pt x="906949" y="894154"/>
                  </a:lnTo>
                  <a:lnTo>
                    <a:pt x="914573" y="90261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2999180" y="2786781"/>
              <a:ext cx="949976" cy="933595"/>
            </a:xfrm>
            <a:custGeom>
              <a:avLst/>
              <a:pathLst>
                <a:path w="949976" h="933595">
                  <a:moveTo>
                    <a:pt x="914399" y="914400"/>
                  </a:moveTo>
                  <a:lnTo>
                    <a:pt x="919538" y="913986"/>
                  </a:lnTo>
                  <a:lnTo>
                    <a:pt x="922620" y="911995"/>
                  </a:lnTo>
                  <a:lnTo>
                    <a:pt x="936814" y="912808"/>
                  </a:lnTo>
                  <a:lnTo>
                    <a:pt x="948274" y="909895"/>
                  </a:lnTo>
                  <a:lnTo>
                    <a:pt x="949976" y="915065"/>
                  </a:lnTo>
                  <a:lnTo>
                    <a:pt x="949686" y="917764"/>
                  </a:lnTo>
                  <a:lnTo>
                    <a:pt x="925315" y="920296"/>
                  </a:lnTo>
                  <a:lnTo>
                    <a:pt x="902958" y="927884"/>
                  </a:lnTo>
                  <a:lnTo>
                    <a:pt x="890705" y="933025"/>
                  </a:lnTo>
                  <a:lnTo>
                    <a:pt x="884948" y="933595"/>
                  </a:lnTo>
                  <a:lnTo>
                    <a:pt x="880548" y="930892"/>
                  </a:lnTo>
                  <a:lnTo>
                    <a:pt x="865785" y="915221"/>
                  </a:lnTo>
                  <a:lnTo>
                    <a:pt x="869733" y="916785"/>
                  </a:lnTo>
                  <a:lnTo>
                    <a:pt x="880641" y="925641"/>
                  </a:lnTo>
                  <a:lnTo>
                    <a:pt x="887415" y="924026"/>
                  </a:lnTo>
                  <a:lnTo>
                    <a:pt x="893690" y="918172"/>
                  </a:lnTo>
                  <a:lnTo>
                    <a:pt x="894649" y="913749"/>
                  </a:lnTo>
                  <a:lnTo>
                    <a:pt x="893713" y="911653"/>
                  </a:lnTo>
                  <a:lnTo>
                    <a:pt x="896552" y="904669"/>
                  </a:lnTo>
                  <a:lnTo>
                    <a:pt x="904807" y="91137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3071338" y="2952677"/>
              <a:ext cx="929553" cy="914400"/>
            </a:xfrm>
            <a:custGeom>
              <a:avLst/>
              <a:pathLst>
                <a:path w="929553" h="914400">
                  <a:moveTo>
                    <a:pt x="914400" y="914400"/>
                  </a:moveTo>
                  <a:lnTo>
                    <a:pt x="908008" y="912409"/>
                  </a:lnTo>
                  <a:lnTo>
                    <a:pt x="906369" y="910807"/>
                  </a:lnTo>
                  <a:lnTo>
                    <a:pt x="909106" y="908118"/>
                  </a:lnTo>
                  <a:lnTo>
                    <a:pt x="915130" y="905875"/>
                  </a:lnTo>
                  <a:lnTo>
                    <a:pt x="924804" y="905652"/>
                  </a:lnTo>
                  <a:lnTo>
                    <a:pt x="929042" y="908303"/>
                  </a:lnTo>
                  <a:lnTo>
                    <a:pt x="929553" y="909463"/>
                  </a:lnTo>
                  <a:lnTo>
                    <a:pt x="923343" y="912380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3307415" y="3049317"/>
              <a:ext cx="918342" cy="914400"/>
            </a:xfrm>
            <a:custGeom>
              <a:avLst/>
              <a:pathLst>
                <a:path w="918342" h="914400">
                  <a:moveTo>
                    <a:pt x="914400" y="914400"/>
                  </a:moveTo>
                  <a:lnTo>
                    <a:pt x="909156" y="914400"/>
                  </a:lnTo>
                  <a:lnTo>
                    <a:pt x="910624" y="904174"/>
                  </a:lnTo>
                  <a:lnTo>
                    <a:pt x="914970" y="902074"/>
                  </a:lnTo>
                  <a:lnTo>
                    <a:pt x="916675" y="902188"/>
                  </a:lnTo>
                  <a:lnTo>
                    <a:pt x="918342" y="907776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3148645" y="2915554"/>
              <a:ext cx="943642" cy="984968"/>
            </a:xfrm>
            <a:custGeom>
              <a:avLst/>
              <a:pathLst>
                <a:path w="943642" h="984968">
                  <a:moveTo>
                    <a:pt x="914400" y="914399"/>
                  </a:moveTo>
                  <a:lnTo>
                    <a:pt x="925520" y="918543"/>
                  </a:lnTo>
                  <a:lnTo>
                    <a:pt x="937541" y="932284"/>
                  </a:lnTo>
                  <a:lnTo>
                    <a:pt x="942718" y="937178"/>
                  </a:lnTo>
                  <a:lnTo>
                    <a:pt x="943642" y="941635"/>
                  </a:lnTo>
                  <a:lnTo>
                    <a:pt x="941616" y="961980"/>
                  </a:lnTo>
                  <a:lnTo>
                    <a:pt x="938913" y="974230"/>
                  </a:lnTo>
                  <a:lnTo>
                    <a:pt x="939319" y="984968"/>
                  </a:lnTo>
                  <a:lnTo>
                    <a:pt x="936497" y="981789"/>
                  </a:lnTo>
                  <a:lnTo>
                    <a:pt x="933643" y="974757"/>
                  </a:lnTo>
                  <a:lnTo>
                    <a:pt x="928965" y="970713"/>
                  </a:lnTo>
                  <a:lnTo>
                    <a:pt x="927407" y="968594"/>
                  </a:lnTo>
                  <a:lnTo>
                    <a:pt x="935816" y="968129"/>
                  </a:lnTo>
                  <a:lnTo>
                    <a:pt x="936563" y="957058"/>
                  </a:lnTo>
                  <a:lnTo>
                    <a:pt x="940665" y="948325"/>
                  </a:lnTo>
                  <a:lnTo>
                    <a:pt x="940042" y="939240"/>
                  </a:lnTo>
                  <a:lnTo>
                    <a:pt x="930229" y="929238"/>
                  </a:lnTo>
                  <a:lnTo>
                    <a:pt x="923501" y="920434"/>
                  </a:lnTo>
                  <a:lnTo>
                    <a:pt x="913158" y="917616"/>
                  </a:lnTo>
                  <a:lnTo>
                    <a:pt x="903592" y="908850"/>
                  </a:lnTo>
                  <a:lnTo>
                    <a:pt x="897885" y="907771"/>
                  </a:lnTo>
                  <a:lnTo>
                    <a:pt x="890926" y="909315"/>
                  </a:lnTo>
                  <a:lnTo>
                    <a:pt x="893439" y="904089"/>
                  </a:lnTo>
                  <a:lnTo>
                    <a:pt x="895179" y="897176"/>
                  </a:lnTo>
                  <a:lnTo>
                    <a:pt x="896455" y="895883"/>
                  </a:lnTo>
                  <a:lnTo>
                    <a:pt x="901365" y="903424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3242282" y="3034801"/>
              <a:ext cx="914399" cy="915383"/>
            </a:xfrm>
            <a:custGeom>
              <a:avLst/>
              <a:pathLst>
                <a:path w="914399" h="915383">
                  <a:moveTo>
                    <a:pt x="914399" y="914400"/>
                  </a:moveTo>
                  <a:lnTo>
                    <a:pt x="909095" y="913397"/>
                  </a:lnTo>
                  <a:lnTo>
                    <a:pt x="901265" y="915331"/>
                  </a:lnTo>
                  <a:lnTo>
                    <a:pt x="898446" y="915383"/>
                  </a:lnTo>
                  <a:lnTo>
                    <a:pt x="900202" y="911995"/>
                  </a:lnTo>
                  <a:lnTo>
                    <a:pt x="905638" y="907415"/>
                  </a:lnTo>
                  <a:lnTo>
                    <a:pt x="905912" y="903053"/>
                  </a:lnTo>
                  <a:lnTo>
                    <a:pt x="899185" y="896762"/>
                  </a:lnTo>
                  <a:lnTo>
                    <a:pt x="891355" y="881111"/>
                  </a:lnTo>
                  <a:lnTo>
                    <a:pt x="887689" y="877400"/>
                  </a:lnTo>
                  <a:lnTo>
                    <a:pt x="885949" y="871518"/>
                  </a:lnTo>
                  <a:lnTo>
                    <a:pt x="879380" y="865208"/>
                  </a:lnTo>
                  <a:lnTo>
                    <a:pt x="880753" y="861834"/>
                  </a:lnTo>
                  <a:lnTo>
                    <a:pt x="882102" y="861041"/>
                  </a:lnTo>
                  <a:lnTo>
                    <a:pt x="886545" y="862661"/>
                  </a:lnTo>
                  <a:lnTo>
                    <a:pt x="896606" y="885173"/>
                  </a:lnTo>
                  <a:lnTo>
                    <a:pt x="897263" y="887331"/>
                  </a:lnTo>
                  <a:lnTo>
                    <a:pt x="913874" y="90945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t3925"/>
            <p:cNvSpPr/>
            <p:nvPr/>
          </p:nvSpPr>
          <p:spPr>
            <a:xfrm>
              <a:off x="4288681" y="2263608"/>
              <a:ext cx="63202" cy="63202"/>
            </a:xfrm>
            <a:prstGeom prst="ellipse">
              <a:avLst/>
            </a:prstGeom>
            <a:solidFill>
              <a:srgbClr val="3A79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t3926"/>
            <p:cNvSpPr/>
            <p:nvPr/>
          </p:nvSpPr>
          <p:spPr>
            <a:xfrm>
              <a:off x="2698437" y="3363343"/>
              <a:ext cx="63202" cy="63202"/>
            </a:xfrm>
            <a:prstGeom prst="ellipse">
              <a:avLst/>
            </a:prstGeom>
            <a:solidFill>
              <a:srgbClr val="3A78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t3927"/>
            <p:cNvSpPr/>
            <p:nvPr/>
          </p:nvSpPr>
          <p:spPr>
            <a:xfrm>
              <a:off x="4096401" y="2607092"/>
              <a:ext cx="63202" cy="63202"/>
            </a:xfrm>
            <a:prstGeom prst="ellipse">
              <a:avLst/>
            </a:prstGeom>
            <a:solidFill>
              <a:srgbClr val="378C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t3928"/>
            <p:cNvSpPr/>
            <p:nvPr/>
          </p:nvSpPr>
          <p:spPr>
            <a:xfrm>
              <a:off x="3094338" y="3311985"/>
              <a:ext cx="63202" cy="63202"/>
            </a:xfrm>
            <a:prstGeom prst="ellipse">
              <a:avLst/>
            </a:prstGeom>
            <a:solidFill>
              <a:srgbClr val="3983A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t3929"/>
            <p:cNvSpPr/>
            <p:nvPr/>
          </p:nvSpPr>
          <p:spPr>
            <a:xfrm>
              <a:off x="4155864" y="2465314"/>
              <a:ext cx="63202" cy="63202"/>
            </a:xfrm>
            <a:prstGeom prst="ellipse">
              <a:avLst/>
            </a:prstGeom>
            <a:solidFill>
              <a:srgbClr val="5BC6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t3930"/>
            <p:cNvSpPr/>
            <p:nvPr/>
          </p:nvSpPr>
          <p:spPr>
            <a:xfrm>
              <a:off x="2959656" y="3404347"/>
              <a:ext cx="63202" cy="63202"/>
            </a:xfrm>
            <a:prstGeom prst="ellipse">
              <a:avLst/>
            </a:prstGeom>
            <a:solidFill>
              <a:srgbClr val="3A6CA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t3931"/>
            <p:cNvSpPr/>
            <p:nvPr/>
          </p:nvSpPr>
          <p:spPr>
            <a:xfrm>
              <a:off x="4431049" y="2223464"/>
              <a:ext cx="63202" cy="63202"/>
            </a:xfrm>
            <a:prstGeom prst="ellipse">
              <a:avLst/>
            </a:prstGeom>
            <a:solidFill>
              <a:srgbClr val="395B9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t3932"/>
            <p:cNvSpPr/>
            <p:nvPr/>
          </p:nvSpPr>
          <p:spPr>
            <a:xfrm>
              <a:off x="3373790" y="3377872"/>
              <a:ext cx="63202" cy="63202"/>
            </a:xfrm>
            <a:prstGeom prst="ellipse">
              <a:avLst/>
            </a:prstGeom>
            <a:solidFill>
              <a:srgbClr val="3A679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t3933"/>
            <p:cNvSpPr/>
            <p:nvPr/>
          </p:nvSpPr>
          <p:spPr>
            <a:xfrm>
              <a:off x="3916021" y="2963042"/>
              <a:ext cx="63202" cy="63202"/>
            </a:xfrm>
            <a:prstGeom prst="ellipse">
              <a:avLst/>
            </a:prstGeom>
            <a:solidFill>
              <a:srgbClr val="4DB3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t3934"/>
            <p:cNvSpPr/>
            <p:nvPr/>
          </p:nvSpPr>
          <p:spPr>
            <a:xfrm>
              <a:off x="3680028" y="3151966"/>
              <a:ext cx="63202" cy="63202"/>
            </a:xfrm>
            <a:prstGeom prst="ellipse">
              <a:avLst/>
            </a:prstGeom>
            <a:solidFill>
              <a:srgbClr val="388A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t3935"/>
            <p:cNvSpPr/>
            <p:nvPr/>
          </p:nvSpPr>
          <p:spPr>
            <a:xfrm>
              <a:off x="3761144" y="3080434"/>
              <a:ext cx="63202" cy="63202"/>
            </a:xfrm>
            <a:prstGeom prst="ellipse">
              <a:avLst/>
            </a:prstGeom>
            <a:solidFill>
              <a:srgbClr val="3A7EA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t3936"/>
            <p:cNvSpPr/>
            <p:nvPr/>
          </p:nvSpPr>
          <p:spPr>
            <a:xfrm>
              <a:off x="4108041" y="2430173"/>
              <a:ext cx="63202" cy="63202"/>
            </a:xfrm>
            <a:prstGeom prst="ellipse">
              <a:avLst/>
            </a:prstGeom>
            <a:solidFill>
              <a:srgbClr val="3A81A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t3937"/>
            <p:cNvSpPr/>
            <p:nvPr/>
          </p:nvSpPr>
          <p:spPr>
            <a:xfrm>
              <a:off x="3339627" y="3378512"/>
              <a:ext cx="63202" cy="63202"/>
            </a:xfrm>
            <a:prstGeom prst="ellipse">
              <a:avLst/>
            </a:prstGeom>
            <a:solidFill>
              <a:srgbClr val="3A689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t3938"/>
            <p:cNvSpPr/>
            <p:nvPr/>
          </p:nvSpPr>
          <p:spPr>
            <a:xfrm>
              <a:off x="3000955" y="3382922"/>
              <a:ext cx="63202" cy="63202"/>
            </a:xfrm>
            <a:prstGeom prst="ellipse">
              <a:avLst/>
            </a:prstGeom>
            <a:solidFill>
              <a:srgbClr val="3A679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t3939"/>
            <p:cNvSpPr/>
            <p:nvPr/>
          </p:nvSpPr>
          <p:spPr>
            <a:xfrm>
              <a:off x="3992448" y="2536996"/>
              <a:ext cx="63202" cy="63202"/>
            </a:xfrm>
            <a:prstGeom prst="ellipse">
              <a:avLst/>
            </a:prstGeom>
            <a:solidFill>
              <a:srgbClr val="3690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t3940"/>
            <p:cNvSpPr/>
            <p:nvPr/>
          </p:nvSpPr>
          <p:spPr>
            <a:xfrm>
              <a:off x="3645096" y="3206819"/>
              <a:ext cx="63202" cy="63202"/>
            </a:xfrm>
            <a:prstGeom prst="ellipse">
              <a:avLst/>
            </a:prstGeom>
            <a:solidFill>
              <a:srgbClr val="3889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t3941"/>
            <p:cNvSpPr/>
            <p:nvPr/>
          </p:nvSpPr>
          <p:spPr>
            <a:xfrm>
              <a:off x="2825987" y="3404738"/>
              <a:ext cx="63202" cy="63202"/>
            </a:xfrm>
            <a:prstGeom prst="ellipse">
              <a:avLst/>
            </a:prstGeom>
            <a:solidFill>
              <a:srgbClr val="3B549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t3942"/>
            <p:cNvSpPr/>
            <p:nvPr/>
          </p:nvSpPr>
          <p:spPr>
            <a:xfrm>
              <a:off x="3827331" y="3005387"/>
              <a:ext cx="63202" cy="63202"/>
            </a:xfrm>
            <a:prstGeom prst="ellipse">
              <a:avLst/>
            </a:prstGeom>
            <a:solidFill>
              <a:srgbClr val="3A6C9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t3943"/>
            <p:cNvSpPr/>
            <p:nvPr/>
          </p:nvSpPr>
          <p:spPr>
            <a:xfrm>
              <a:off x="4551616" y="2002339"/>
              <a:ext cx="63202" cy="63202"/>
            </a:xfrm>
            <a:prstGeom prst="ellipse">
              <a:avLst/>
            </a:prstGeom>
            <a:solidFill>
              <a:srgbClr val="388B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t3944"/>
            <p:cNvSpPr/>
            <p:nvPr/>
          </p:nvSpPr>
          <p:spPr>
            <a:xfrm>
              <a:off x="2650913" y="3369181"/>
              <a:ext cx="63202" cy="63202"/>
            </a:xfrm>
            <a:prstGeom prst="ellipse">
              <a:avLst/>
            </a:prstGeom>
            <a:solidFill>
              <a:srgbClr val="3A6EA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t3945"/>
            <p:cNvSpPr/>
            <p:nvPr/>
          </p:nvSpPr>
          <p:spPr>
            <a:xfrm>
              <a:off x="4868742" y="2004176"/>
              <a:ext cx="63202" cy="63202"/>
            </a:xfrm>
            <a:prstGeom prst="ellipse">
              <a:avLst/>
            </a:prstGeom>
            <a:solidFill>
              <a:srgbClr val="395C9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t3946"/>
            <p:cNvSpPr/>
            <p:nvPr/>
          </p:nvSpPr>
          <p:spPr>
            <a:xfrm>
              <a:off x="3650433" y="3210297"/>
              <a:ext cx="63202" cy="63202"/>
            </a:xfrm>
            <a:prstGeom prst="ellipse">
              <a:avLst/>
            </a:prstGeom>
            <a:solidFill>
              <a:srgbClr val="3982A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t3947"/>
            <p:cNvSpPr/>
            <p:nvPr/>
          </p:nvSpPr>
          <p:spPr>
            <a:xfrm>
              <a:off x="4478665" y="2107397"/>
              <a:ext cx="63202" cy="63202"/>
            </a:xfrm>
            <a:prstGeom prst="ellipse">
              <a:avLst/>
            </a:prstGeom>
            <a:solidFill>
              <a:srgbClr val="378D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t3948"/>
            <p:cNvSpPr/>
            <p:nvPr/>
          </p:nvSpPr>
          <p:spPr>
            <a:xfrm>
              <a:off x="3672133" y="3154619"/>
              <a:ext cx="63202" cy="63202"/>
            </a:xfrm>
            <a:prstGeom prst="ellipse">
              <a:avLst/>
            </a:prstGeom>
            <a:solidFill>
              <a:srgbClr val="3A7FA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t3949"/>
            <p:cNvSpPr/>
            <p:nvPr/>
          </p:nvSpPr>
          <p:spPr>
            <a:xfrm>
              <a:off x="2468368" y="3475384"/>
              <a:ext cx="63202" cy="63202"/>
            </a:xfrm>
            <a:prstGeom prst="ellipse">
              <a:avLst/>
            </a:prstGeom>
            <a:solidFill>
              <a:srgbClr val="3A76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t3950"/>
            <p:cNvSpPr/>
            <p:nvPr/>
          </p:nvSpPr>
          <p:spPr>
            <a:xfrm>
              <a:off x="3922214" y="2945376"/>
              <a:ext cx="63202" cy="63202"/>
            </a:xfrm>
            <a:prstGeom prst="ellipse">
              <a:avLst/>
            </a:prstGeom>
            <a:solidFill>
              <a:srgbClr val="3889A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t3951"/>
            <p:cNvSpPr/>
            <p:nvPr/>
          </p:nvSpPr>
          <p:spPr>
            <a:xfrm>
              <a:off x="2363853" y="3507593"/>
              <a:ext cx="117405" cy="117405"/>
            </a:xfrm>
            <a:prstGeom prst="ellipse">
              <a:avLst/>
            </a:prstGeom>
            <a:solidFill>
              <a:srgbClr val="39609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t3952"/>
            <p:cNvSpPr/>
            <p:nvPr/>
          </p:nvSpPr>
          <p:spPr>
            <a:xfrm>
              <a:off x="2861131" y="3394221"/>
              <a:ext cx="117405" cy="117405"/>
            </a:xfrm>
            <a:prstGeom prst="ellipse">
              <a:avLst/>
            </a:prstGeom>
            <a:solidFill>
              <a:srgbClr val="3A6DA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t3953"/>
            <p:cNvSpPr/>
            <p:nvPr/>
          </p:nvSpPr>
          <p:spPr>
            <a:xfrm>
              <a:off x="3611984" y="3278229"/>
              <a:ext cx="117405" cy="117405"/>
            </a:xfrm>
            <a:prstGeom prst="ellipse">
              <a:avLst/>
            </a:prstGeom>
            <a:solidFill>
              <a:srgbClr val="3A579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t3954"/>
            <p:cNvSpPr/>
            <p:nvPr/>
          </p:nvSpPr>
          <p:spPr>
            <a:xfrm>
              <a:off x="4445606" y="2051038"/>
              <a:ext cx="117405" cy="117405"/>
            </a:xfrm>
            <a:prstGeom prst="ellipse">
              <a:avLst/>
            </a:prstGeom>
            <a:solidFill>
              <a:srgbClr val="48AC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t3955"/>
            <p:cNvSpPr/>
            <p:nvPr/>
          </p:nvSpPr>
          <p:spPr>
            <a:xfrm>
              <a:off x="4553443" y="1960190"/>
              <a:ext cx="117405" cy="117405"/>
            </a:xfrm>
            <a:prstGeom prst="ellipse">
              <a:avLst/>
            </a:prstGeom>
            <a:solidFill>
              <a:srgbClr val="3B548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l3956"/>
            <p:cNvSpPr/>
            <p:nvPr/>
          </p:nvSpPr>
          <p:spPr>
            <a:xfrm>
              <a:off x="2801987" y="3225115"/>
              <a:ext cx="111620" cy="215773"/>
            </a:xfrm>
            <a:custGeom>
              <a:avLst/>
              <a:pathLst>
                <a:path w="111620" h="215773">
                  <a:moveTo>
                    <a:pt x="0" y="0"/>
                  </a:moveTo>
                  <a:lnTo>
                    <a:pt x="111620" y="215773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l3957"/>
            <p:cNvSpPr/>
            <p:nvPr/>
          </p:nvSpPr>
          <p:spPr>
            <a:xfrm>
              <a:off x="4532509" y="1908061"/>
              <a:ext cx="71729" cy="99827"/>
            </a:xfrm>
            <a:custGeom>
              <a:avLst/>
              <a:pathLst>
                <a:path w="71729" h="99827">
                  <a:moveTo>
                    <a:pt x="0" y="0"/>
                  </a:moveTo>
                  <a:lnTo>
                    <a:pt x="71729" y="99827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g3958"/>
            <p:cNvSpPr/>
            <p:nvPr/>
          </p:nvSpPr>
          <p:spPr>
            <a:xfrm>
              <a:off x="1940572" y="3315838"/>
              <a:ext cx="558515" cy="191749"/>
            </a:xfrm>
            <a:custGeom>
              <a:avLst/>
              <a:pathLst>
                <a:path w="558515" h="191749">
                  <a:moveTo>
                    <a:pt x="27432" y="191749"/>
                  </a:moveTo>
                  <a:lnTo>
                    <a:pt x="531083" y="191749"/>
                  </a:lnTo>
                  <a:lnTo>
                    <a:pt x="529978" y="191727"/>
                  </a:lnTo>
                  <a:lnTo>
                    <a:pt x="534390" y="191549"/>
                  </a:lnTo>
                  <a:lnTo>
                    <a:pt x="538715" y="190666"/>
                  </a:lnTo>
                  <a:lnTo>
                    <a:pt x="542843" y="189101"/>
                  </a:lnTo>
                  <a:lnTo>
                    <a:pt x="546666" y="186893"/>
                  </a:lnTo>
                  <a:lnTo>
                    <a:pt x="550086" y="184101"/>
                  </a:lnTo>
                  <a:lnTo>
                    <a:pt x="553013" y="180797"/>
                  </a:lnTo>
                  <a:lnTo>
                    <a:pt x="555373" y="177065"/>
                  </a:lnTo>
                  <a:lnTo>
                    <a:pt x="557103" y="173004"/>
                  </a:lnTo>
                  <a:lnTo>
                    <a:pt x="558160" y="168718"/>
                  </a:lnTo>
                  <a:lnTo>
                    <a:pt x="558515" y="164317"/>
                  </a:lnTo>
                  <a:lnTo>
                    <a:pt x="558515" y="27431"/>
                  </a:lnTo>
                  <a:lnTo>
                    <a:pt x="558160" y="23031"/>
                  </a:lnTo>
                  <a:lnTo>
                    <a:pt x="557103" y="18745"/>
                  </a:lnTo>
                  <a:lnTo>
                    <a:pt x="555373" y="14683"/>
                  </a:lnTo>
                  <a:lnTo>
                    <a:pt x="553013" y="10952"/>
                  </a:lnTo>
                  <a:lnTo>
                    <a:pt x="550086" y="7647"/>
                  </a:lnTo>
                  <a:lnTo>
                    <a:pt x="546666" y="4855"/>
                  </a:lnTo>
                  <a:lnTo>
                    <a:pt x="542843" y="2648"/>
                  </a:lnTo>
                  <a:lnTo>
                    <a:pt x="538715" y="1083"/>
                  </a:lnTo>
                  <a:lnTo>
                    <a:pt x="534390" y="200"/>
                  </a:lnTo>
                  <a:lnTo>
                    <a:pt x="531083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tx3959"/>
            <p:cNvSpPr/>
            <p:nvPr/>
          </p:nvSpPr>
          <p:spPr>
            <a:xfrm>
              <a:off x="1986292" y="3361558"/>
              <a:ext cx="46707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W1_TX</a:t>
              </a:r>
            </a:p>
          </p:txBody>
        </p:sp>
        <p:sp>
          <p:nvSpPr>
            <p:cNvPr id="3960" name="pg3960"/>
            <p:cNvSpPr/>
            <p:nvPr/>
          </p:nvSpPr>
          <p:spPr>
            <a:xfrm>
              <a:off x="2515771" y="3033365"/>
              <a:ext cx="550834" cy="191749"/>
            </a:xfrm>
            <a:custGeom>
              <a:avLst/>
              <a:pathLst>
                <a:path w="550834" h="191749">
                  <a:moveTo>
                    <a:pt x="27431" y="191749"/>
                  </a:moveTo>
                  <a:lnTo>
                    <a:pt x="523402" y="191749"/>
                  </a:lnTo>
                  <a:lnTo>
                    <a:pt x="522297" y="191727"/>
                  </a:lnTo>
                  <a:lnTo>
                    <a:pt x="526709" y="191549"/>
                  </a:lnTo>
                  <a:lnTo>
                    <a:pt x="531034" y="190666"/>
                  </a:lnTo>
                  <a:lnTo>
                    <a:pt x="535162" y="189101"/>
                  </a:lnTo>
                  <a:lnTo>
                    <a:pt x="538985" y="186893"/>
                  </a:lnTo>
                  <a:lnTo>
                    <a:pt x="542405" y="184101"/>
                  </a:lnTo>
                  <a:lnTo>
                    <a:pt x="545332" y="180797"/>
                  </a:lnTo>
                  <a:lnTo>
                    <a:pt x="547692" y="177065"/>
                  </a:lnTo>
                  <a:lnTo>
                    <a:pt x="549422" y="173004"/>
                  </a:lnTo>
                  <a:lnTo>
                    <a:pt x="550479" y="168718"/>
                  </a:lnTo>
                  <a:lnTo>
                    <a:pt x="550834" y="164317"/>
                  </a:lnTo>
                  <a:lnTo>
                    <a:pt x="550834" y="27432"/>
                  </a:lnTo>
                  <a:lnTo>
                    <a:pt x="550479" y="23031"/>
                  </a:lnTo>
                  <a:lnTo>
                    <a:pt x="549422" y="18745"/>
                  </a:lnTo>
                  <a:lnTo>
                    <a:pt x="547692" y="14683"/>
                  </a:lnTo>
                  <a:lnTo>
                    <a:pt x="545332" y="10952"/>
                  </a:lnTo>
                  <a:lnTo>
                    <a:pt x="542405" y="7647"/>
                  </a:lnTo>
                  <a:lnTo>
                    <a:pt x="538985" y="4855"/>
                  </a:lnTo>
                  <a:lnTo>
                    <a:pt x="535162" y="2648"/>
                  </a:lnTo>
                  <a:lnTo>
                    <a:pt x="531034" y="1083"/>
                  </a:lnTo>
                  <a:lnTo>
                    <a:pt x="526709" y="200"/>
                  </a:lnTo>
                  <a:lnTo>
                    <a:pt x="523402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tx3961"/>
            <p:cNvSpPr/>
            <p:nvPr/>
          </p:nvSpPr>
          <p:spPr>
            <a:xfrm>
              <a:off x="2561491" y="3079085"/>
              <a:ext cx="459394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W2_LA</a:t>
              </a:r>
            </a:p>
          </p:txBody>
        </p:sp>
        <p:sp>
          <p:nvSpPr>
            <p:cNvPr id="3962" name="pg3962"/>
            <p:cNvSpPr/>
            <p:nvPr/>
          </p:nvSpPr>
          <p:spPr>
            <a:xfrm>
              <a:off x="3158111" y="3086615"/>
              <a:ext cx="542970" cy="191749"/>
            </a:xfrm>
            <a:custGeom>
              <a:avLst/>
              <a:pathLst>
                <a:path w="542970" h="191749">
                  <a:moveTo>
                    <a:pt x="27431" y="191749"/>
                  </a:moveTo>
                  <a:lnTo>
                    <a:pt x="515538" y="191749"/>
                  </a:lnTo>
                  <a:lnTo>
                    <a:pt x="514434" y="191727"/>
                  </a:lnTo>
                  <a:lnTo>
                    <a:pt x="518845" y="191549"/>
                  </a:lnTo>
                  <a:lnTo>
                    <a:pt x="523170" y="190666"/>
                  </a:lnTo>
                  <a:lnTo>
                    <a:pt x="527298" y="189101"/>
                  </a:lnTo>
                  <a:lnTo>
                    <a:pt x="531121" y="186893"/>
                  </a:lnTo>
                  <a:lnTo>
                    <a:pt x="534541" y="184101"/>
                  </a:lnTo>
                  <a:lnTo>
                    <a:pt x="537469" y="180797"/>
                  </a:lnTo>
                  <a:lnTo>
                    <a:pt x="539828" y="177065"/>
                  </a:lnTo>
                  <a:lnTo>
                    <a:pt x="541558" y="173004"/>
                  </a:lnTo>
                  <a:lnTo>
                    <a:pt x="542615" y="168718"/>
                  </a:lnTo>
                  <a:lnTo>
                    <a:pt x="542970" y="164317"/>
                  </a:lnTo>
                  <a:lnTo>
                    <a:pt x="542970" y="27432"/>
                  </a:lnTo>
                  <a:lnTo>
                    <a:pt x="542615" y="23031"/>
                  </a:lnTo>
                  <a:lnTo>
                    <a:pt x="541558" y="18745"/>
                  </a:lnTo>
                  <a:lnTo>
                    <a:pt x="539828" y="14683"/>
                  </a:lnTo>
                  <a:lnTo>
                    <a:pt x="537469" y="10952"/>
                  </a:lnTo>
                  <a:lnTo>
                    <a:pt x="534541" y="7647"/>
                  </a:lnTo>
                  <a:lnTo>
                    <a:pt x="531121" y="4855"/>
                  </a:lnTo>
                  <a:lnTo>
                    <a:pt x="527298" y="2648"/>
                  </a:lnTo>
                  <a:lnTo>
                    <a:pt x="523170" y="1083"/>
                  </a:lnTo>
                  <a:lnTo>
                    <a:pt x="518845" y="200"/>
                  </a:lnTo>
                  <a:lnTo>
                    <a:pt x="51553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tx3963"/>
            <p:cNvSpPr/>
            <p:nvPr/>
          </p:nvSpPr>
          <p:spPr>
            <a:xfrm>
              <a:off x="3203831" y="3132335"/>
              <a:ext cx="451530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W3_FL</a:t>
              </a:r>
            </a:p>
          </p:txBody>
        </p:sp>
        <p:sp>
          <p:nvSpPr>
            <p:cNvPr id="3964" name="pg3964"/>
            <p:cNvSpPr/>
            <p:nvPr/>
          </p:nvSpPr>
          <p:spPr>
            <a:xfrm>
              <a:off x="3859978" y="1999497"/>
              <a:ext cx="581741" cy="191749"/>
            </a:xfrm>
            <a:custGeom>
              <a:avLst/>
              <a:pathLst>
                <a:path w="581741" h="191749">
                  <a:moveTo>
                    <a:pt x="27432" y="191749"/>
                  </a:moveTo>
                  <a:lnTo>
                    <a:pt x="554309" y="191749"/>
                  </a:lnTo>
                  <a:lnTo>
                    <a:pt x="553204" y="191727"/>
                  </a:lnTo>
                  <a:lnTo>
                    <a:pt x="557615" y="191549"/>
                  </a:lnTo>
                  <a:lnTo>
                    <a:pt x="561941" y="190666"/>
                  </a:lnTo>
                  <a:lnTo>
                    <a:pt x="566069" y="189101"/>
                  </a:lnTo>
                  <a:lnTo>
                    <a:pt x="569892" y="186893"/>
                  </a:lnTo>
                  <a:lnTo>
                    <a:pt x="573312" y="184101"/>
                  </a:lnTo>
                  <a:lnTo>
                    <a:pt x="576239" y="180797"/>
                  </a:lnTo>
                  <a:lnTo>
                    <a:pt x="578599" y="177065"/>
                  </a:lnTo>
                  <a:lnTo>
                    <a:pt x="580329" y="173004"/>
                  </a:lnTo>
                  <a:lnTo>
                    <a:pt x="581386" y="168718"/>
                  </a:lnTo>
                  <a:lnTo>
                    <a:pt x="581741" y="164317"/>
                  </a:lnTo>
                  <a:lnTo>
                    <a:pt x="581741" y="27432"/>
                  </a:lnTo>
                  <a:lnTo>
                    <a:pt x="581386" y="23031"/>
                  </a:lnTo>
                  <a:lnTo>
                    <a:pt x="580329" y="18745"/>
                  </a:lnTo>
                  <a:lnTo>
                    <a:pt x="578599" y="14683"/>
                  </a:lnTo>
                  <a:lnTo>
                    <a:pt x="576239" y="10952"/>
                  </a:lnTo>
                  <a:lnTo>
                    <a:pt x="573312" y="7647"/>
                  </a:lnTo>
                  <a:lnTo>
                    <a:pt x="569892" y="4855"/>
                  </a:lnTo>
                  <a:lnTo>
                    <a:pt x="566069" y="2648"/>
                  </a:lnTo>
                  <a:lnTo>
                    <a:pt x="561941" y="1083"/>
                  </a:lnTo>
                  <a:lnTo>
                    <a:pt x="557615" y="200"/>
                  </a:lnTo>
                  <a:lnTo>
                    <a:pt x="554309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tx3965"/>
            <p:cNvSpPr/>
            <p:nvPr/>
          </p:nvSpPr>
          <p:spPr>
            <a:xfrm>
              <a:off x="3905698" y="2045217"/>
              <a:ext cx="490301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W5_NH</a:t>
              </a:r>
            </a:p>
          </p:txBody>
        </p:sp>
        <p:sp>
          <p:nvSpPr>
            <p:cNvPr id="3966" name="pg3966"/>
            <p:cNvSpPr/>
            <p:nvPr/>
          </p:nvSpPr>
          <p:spPr>
            <a:xfrm>
              <a:off x="4221451" y="1716311"/>
              <a:ext cx="589605" cy="191749"/>
            </a:xfrm>
            <a:custGeom>
              <a:avLst/>
              <a:pathLst>
                <a:path w="589605" h="191749">
                  <a:moveTo>
                    <a:pt x="27432" y="191749"/>
                  </a:moveTo>
                  <a:lnTo>
                    <a:pt x="562173" y="191749"/>
                  </a:lnTo>
                  <a:lnTo>
                    <a:pt x="561068" y="191727"/>
                  </a:lnTo>
                  <a:lnTo>
                    <a:pt x="565479" y="191549"/>
                  </a:lnTo>
                  <a:lnTo>
                    <a:pt x="569805" y="190666"/>
                  </a:lnTo>
                  <a:lnTo>
                    <a:pt x="573933" y="189101"/>
                  </a:lnTo>
                  <a:lnTo>
                    <a:pt x="577756" y="186893"/>
                  </a:lnTo>
                  <a:lnTo>
                    <a:pt x="581175" y="184101"/>
                  </a:lnTo>
                  <a:lnTo>
                    <a:pt x="584103" y="180797"/>
                  </a:lnTo>
                  <a:lnTo>
                    <a:pt x="586462" y="177065"/>
                  </a:lnTo>
                  <a:lnTo>
                    <a:pt x="588193" y="173004"/>
                  </a:lnTo>
                  <a:lnTo>
                    <a:pt x="589249" y="168718"/>
                  </a:lnTo>
                  <a:lnTo>
                    <a:pt x="589605" y="164317"/>
                  </a:lnTo>
                  <a:lnTo>
                    <a:pt x="589605" y="27431"/>
                  </a:lnTo>
                  <a:lnTo>
                    <a:pt x="589249" y="23031"/>
                  </a:lnTo>
                  <a:lnTo>
                    <a:pt x="588193" y="18745"/>
                  </a:lnTo>
                  <a:lnTo>
                    <a:pt x="586462" y="14683"/>
                  </a:lnTo>
                  <a:lnTo>
                    <a:pt x="584103" y="10952"/>
                  </a:lnTo>
                  <a:lnTo>
                    <a:pt x="581175" y="7647"/>
                  </a:lnTo>
                  <a:lnTo>
                    <a:pt x="577756" y="4855"/>
                  </a:lnTo>
                  <a:lnTo>
                    <a:pt x="573933" y="2648"/>
                  </a:lnTo>
                  <a:lnTo>
                    <a:pt x="569805" y="1083"/>
                  </a:lnTo>
                  <a:lnTo>
                    <a:pt x="565479" y="200"/>
                  </a:lnTo>
                  <a:lnTo>
                    <a:pt x="562173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tx3967"/>
            <p:cNvSpPr/>
            <p:nvPr/>
          </p:nvSpPr>
          <p:spPr>
            <a:xfrm>
              <a:off x="4267171" y="1762031"/>
              <a:ext cx="498165" cy="1003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3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W6_ME</a:t>
              </a:r>
            </a:p>
          </p:txBody>
        </p:sp>
        <p:sp>
          <p:nvSpPr>
            <p:cNvPr id="3968" name="rc3968"/>
            <p:cNvSpPr/>
            <p:nvPr/>
          </p:nvSpPr>
          <p:spPr>
            <a:xfrm>
              <a:off x="3954381" y="2412688"/>
              <a:ext cx="403353" cy="381414"/>
            </a:xfrm>
            <a:prstGeom prst="rect">
              <a:avLst/>
            </a:prstGeom>
            <a:noFill/>
            <a:ln w="13550" cap="flat">
              <a:solidFill>
                <a:srgbClr val="000000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969" name="pl3969"/>
            <p:cNvSpPr/>
            <p:nvPr/>
          </p:nvSpPr>
          <p:spPr>
            <a:xfrm>
              <a:off x="3198659" y="1720737"/>
              <a:ext cx="755722" cy="691950"/>
            </a:xfrm>
            <a:custGeom>
              <a:avLst/>
              <a:pathLst>
                <a:path w="755722" h="691950">
                  <a:moveTo>
                    <a:pt x="0" y="0"/>
                  </a:moveTo>
                  <a:lnTo>
                    <a:pt x="755722" y="69195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pl3970"/>
            <p:cNvSpPr/>
            <p:nvPr/>
          </p:nvSpPr>
          <p:spPr>
            <a:xfrm>
              <a:off x="3198659" y="2794102"/>
              <a:ext cx="755722" cy="40826"/>
            </a:xfrm>
            <a:custGeom>
              <a:avLst/>
              <a:pathLst>
                <a:path w="755722" h="40826">
                  <a:moveTo>
                    <a:pt x="0" y="40826"/>
                  </a:moveTo>
                  <a:lnTo>
                    <a:pt x="755722" y="0"/>
                  </a:lnTo>
                </a:path>
              </a:pathLst>
            </a:custGeom>
            <a:ln w="13550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rc3971"/>
            <p:cNvSpPr/>
            <p:nvPr/>
          </p:nvSpPr>
          <p:spPr>
            <a:xfrm>
              <a:off x="1894852" y="1581921"/>
              <a:ext cx="3248917" cy="2518749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tx3972"/>
            <p:cNvSpPr/>
            <p:nvPr/>
          </p:nvSpPr>
          <p:spPr>
            <a:xfrm>
              <a:off x="1582499" y="382590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3973" name="tx3973"/>
            <p:cNvSpPr/>
            <p:nvPr/>
          </p:nvSpPr>
          <p:spPr>
            <a:xfrm>
              <a:off x="1706857" y="380742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74" name="tx3974"/>
            <p:cNvSpPr/>
            <p:nvPr/>
          </p:nvSpPr>
          <p:spPr>
            <a:xfrm>
              <a:off x="1751572" y="382590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75" name="tx3975"/>
            <p:cNvSpPr/>
            <p:nvPr/>
          </p:nvSpPr>
          <p:spPr>
            <a:xfrm>
              <a:off x="1582499" y="3339353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3976" name="tx3976"/>
            <p:cNvSpPr/>
            <p:nvPr/>
          </p:nvSpPr>
          <p:spPr>
            <a:xfrm>
              <a:off x="1706857" y="3320882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77" name="tx3977"/>
            <p:cNvSpPr/>
            <p:nvPr/>
          </p:nvSpPr>
          <p:spPr>
            <a:xfrm>
              <a:off x="1751572" y="3339353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78" name="tx3978"/>
            <p:cNvSpPr/>
            <p:nvPr/>
          </p:nvSpPr>
          <p:spPr>
            <a:xfrm>
              <a:off x="1582499" y="2852806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35</a:t>
              </a:r>
            </a:p>
          </p:txBody>
        </p:sp>
        <p:sp>
          <p:nvSpPr>
            <p:cNvPr id="3979" name="tx3979"/>
            <p:cNvSpPr/>
            <p:nvPr/>
          </p:nvSpPr>
          <p:spPr>
            <a:xfrm>
              <a:off x="1706857" y="283433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0" name="tx3980"/>
            <p:cNvSpPr/>
            <p:nvPr/>
          </p:nvSpPr>
          <p:spPr>
            <a:xfrm>
              <a:off x="1751572" y="2852806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1" name="tx3981"/>
            <p:cNvSpPr/>
            <p:nvPr/>
          </p:nvSpPr>
          <p:spPr>
            <a:xfrm>
              <a:off x="1582499" y="236626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3982" name="tx3982"/>
            <p:cNvSpPr/>
            <p:nvPr/>
          </p:nvSpPr>
          <p:spPr>
            <a:xfrm>
              <a:off x="1706857" y="234778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3" name="tx3983"/>
            <p:cNvSpPr/>
            <p:nvPr/>
          </p:nvSpPr>
          <p:spPr>
            <a:xfrm>
              <a:off x="1751572" y="236626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4" name="tx3984"/>
            <p:cNvSpPr/>
            <p:nvPr/>
          </p:nvSpPr>
          <p:spPr>
            <a:xfrm>
              <a:off x="1582499" y="1879530"/>
              <a:ext cx="12435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45</a:t>
              </a:r>
            </a:p>
          </p:txBody>
        </p:sp>
        <p:sp>
          <p:nvSpPr>
            <p:cNvPr id="3985" name="tx3985"/>
            <p:cNvSpPr/>
            <p:nvPr/>
          </p:nvSpPr>
          <p:spPr>
            <a:xfrm>
              <a:off x="1706857" y="1861059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3986" name="tx3986"/>
            <p:cNvSpPr/>
            <p:nvPr/>
          </p:nvSpPr>
          <p:spPr>
            <a:xfrm>
              <a:off x="1751572" y="1879530"/>
              <a:ext cx="8065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987" name="pl3987"/>
            <p:cNvSpPr/>
            <p:nvPr/>
          </p:nvSpPr>
          <p:spPr>
            <a:xfrm>
              <a:off x="1860057" y="3866407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" name="pl3988"/>
            <p:cNvSpPr/>
            <p:nvPr/>
          </p:nvSpPr>
          <p:spPr>
            <a:xfrm>
              <a:off x="1860057" y="337986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" name="pl3989"/>
            <p:cNvSpPr/>
            <p:nvPr/>
          </p:nvSpPr>
          <p:spPr>
            <a:xfrm>
              <a:off x="1860057" y="2893314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" name="pl3990"/>
            <p:cNvSpPr/>
            <p:nvPr/>
          </p:nvSpPr>
          <p:spPr>
            <a:xfrm>
              <a:off x="1860057" y="2406768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" name="pl3991"/>
            <p:cNvSpPr/>
            <p:nvPr/>
          </p:nvSpPr>
          <p:spPr>
            <a:xfrm>
              <a:off x="1860057" y="1920221"/>
              <a:ext cx="34794" cy="0"/>
            </a:xfrm>
            <a:custGeom>
              <a:avLst/>
              <a:pathLst>
                <a:path w="34794" h="0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" name="tx3992"/>
            <p:cNvSpPr/>
            <p:nvPr/>
          </p:nvSpPr>
          <p:spPr>
            <a:xfrm rot="-5400000">
              <a:off x="1219572" y="2791278"/>
              <a:ext cx="49734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3993" name="pl3993"/>
            <p:cNvSpPr/>
            <p:nvPr/>
          </p:nvSpPr>
          <p:spPr>
            <a:xfrm>
              <a:off x="2200904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l3994"/>
            <p:cNvSpPr/>
            <p:nvPr/>
          </p:nvSpPr>
          <p:spPr>
            <a:xfrm>
              <a:off x="2596838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l3995"/>
            <p:cNvSpPr/>
            <p:nvPr/>
          </p:nvSpPr>
          <p:spPr>
            <a:xfrm>
              <a:off x="2992773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l3996"/>
            <p:cNvSpPr/>
            <p:nvPr/>
          </p:nvSpPr>
          <p:spPr>
            <a:xfrm>
              <a:off x="3388708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l3997"/>
            <p:cNvSpPr/>
            <p:nvPr/>
          </p:nvSpPr>
          <p:spPr>
            <a:xfrm>
              <a:off x="3784642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pl3998"/>
            <p:cNvSpPr/>
            <p:nvPr/>
          </p:nvSpPr>
          <p:spPr>
            <a:xfrm>
              <a:off x="4180577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l3999"/>
            <p:cNvSpPr/>
            <p:nvPr/>
          </p:nvSpPr>
          <p:spPr>
            <a:xfrm>
              <a:off x="4576512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l4000"/>
            <p:cNvSpPr/>
            <p:nvPr/>
          </p:nvSpPr>
          <p:spPr>
            <a:xfrm>
              <a:off x="4972446" y="4100670"/>
              <a:ext cx="0" cy="34794"/>
            </a:xfrm>
            <a:custGeom>
              <a:avLst/>
              <a:pathLst>
                <a:path w="0"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tx4001"/>
            <p:cNvSpPr/>
            <p:nvPr/>
          </p:nvSpPr>
          <p:spPr>
            <a:xfrm>
              <a:off x="2032563" y="4163666"/>
              <a:ext cx="186537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4002" name="tx4002"/>
            <p:cNvSpPr/>
            <p:nvPr/>
          </p:nvSpPr>
          <p:spPr>
            <a:xfrm>
              <a:off x="2219100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3" name="tx4003"/>
            <p:cNvSpPr/>
            <p:nvPr/>
          </p:nvSpPr>
          <p:spPr>
            <a:xfrm>
              <a:off x="2263814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04" name="tx4004"/>
            <p:cNvSpPr/>
            <p:nvPr/>
          </p:nvSpPr>
          <p:spPr>
            <a:xfrm>
              <a:off x="2444042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95</a:t>
              </a:r>
            </a:p>
          </p:txBody>
        </p:sp>
        <p:sp>
          <p:nvSpPr>
            <p:cNvPr id="4005" name="tx4005"/>
            <p:cNvSpPr/>
            <p:nvPr/>
          </p:nvSpPr>
          <p:spPr>
            <a:xfrm>
              <a:off x="2599490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6" name="tx4006"/>
            <p:cNvSpPr/>
            <p:nvPr/>
          </p:nvSpPr>
          <p:spPr>
            <a:xfrm>
              <a:off x="2644204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07" name="tx4007"/>
            <p:cNvSpPr/>
            <p:nvPr/>
          </p:nvSpPr>
          <p:spPr>
            <a:xfrm>
              <a:off x="2839977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90</a:t>
              </a:r>
            </a:p>
          </p:txBody>
        </p:sp>
        <p:sp>
          <p:nvSpPr>
            <p:cNvPr id="4008" name="tx4008"/>
            <p:cNvSpPr/>
            <p:nvPr/>
          </p:nvSpPr>
          <p:spPr>
            <a:xfrm>
              <a:off x="2995425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09" name="tx4009"/>
            <p:cNvSpPr/>
            <p:nvPr/>
          </p:nvSpPr>
          <p:spPr>
            <a:xfrm>
              <a:off x="3040139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0" name="tx4010"/>
            <p:cNvSpPr/>
            <p:nvPr/>
          </p:nvSpPr>
          <p:spPr>
            <a:xfrm>
              <a:off x="3235911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85</a:t>
              </a:r>
            </a:p>
          </p:txBody>
        </p:sp>
        <p:sp>
          <p:nvSpPr>
            <p:cNvPr id="4011" name="tx4011"/>
            <p:cNvSpPr/>
            <p:nvPr/>
          </p:nvSpPr>
          <p:spPr>
            <a:xfrm>
              <a:off x="3391359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2" name="tx4012"/>
            <p:cNvSpPr/>
            <p:nvPr/>
          </p:nvSpPr>
          <p:spPr>
            <a:xfrm>
              <a:off x="3436074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3" name="tx4013"/>
            <p:cNvSpPr/>
            <p:nvPr/>
          </p:nvSpPr>
          <p:spPr>
            <a:xfrm>
              <a:off x="3631846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80</a:t>
              </a:r>
            </a:p>
          </p:txBody>
        </p:sp>
        <p:sp>
          <p:nvSpPr>
            <p:cNvPr id="4014" name="tx4014"/>
            <p:cNvSpPr/>
            <p:nvPr/>
          </p:nvSpPr>
          <p:spPr>
            <a:xfrm>
              <a:off x="3787294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5" name="tx4015"/>
            <p:cNvSpPr/>
            <p:nvPr/>
          </p:nvSpPr>
          <p:spPr>
            <a:xfrm>
              <a:off x="3832008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6" name="tx4016"/>
            <p:cNvSpPr/>
            <p:nvPr/>
          </p:nvSpPr>
          <p:spPr>
            <a:xfrm>
              <a:off x="4027781" y="4163300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75</a:t>
              </a:r>
            </a:p>
          </p:txBody>
        </p:sp>
        <p:sp>
          <p:nvSpPr>
            <p:cNvPr id="4017" name="tx4017"/>
            <p:cNvSpPr/>
            <p:nvPr/>
          </p:nvSpPr>
          <p:spPr>
            <a:xfrm>
              <a:off x="4183229" y="4144830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18" name="tx4018"/>
            <p:cNvSpPr/>
            <p:nvPr/>
          </p:nvSpPr>
          <p:spPr>
            <a:xfrm>
              <a:off x="4227943" y="4163300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19" name="tx4019"/>
            <p:cNvSpPr/>
            <p:nvPr/>
          </p:nvSpPr>
          <p:spPr>
            <a:xfrm>
              <a:off x="4423715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70</a:t>
              </a:r>
            </a:p>
          </p:txBody>
        </p:sp>
        <p:sp>
          <p:nvSpPr>
            <p:cNvPr id="4020" name="tx4020"/>
            <p:cNvSpPr/>
            <p:nvPr/>
          </p:nvSpPr>
          <p:spPr>
            <a:xfrm>
              <a:off x="4579163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1" name="tx4021"/>
            <p:cNvSpPr/>
            <p:nvPr/>
          </p:nvSpPr>
          <p:spPr>
            <a:xfrm>
              <a:off x="4623878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2" name="tx4022"/>
            <p:cNvSpPr/>
            <p:nvPr/>
          </p:nvSpPr>
          <p:spPr>
            <a:xfrm>
              <a:off x="4819650" y="4163666"/>
              <a:ext cx="155448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65</a:t>
              </a:r>
            </a:p>
          </p:txBody>
        </p:sp>
        <p:sp>
          <p:nvSpPr>
            <p:cNvPr id="4023" name="tx4023"/>
            <p:cNvSpPr/>
            <p:nvPr/>
          </p:nvSpPr>
          <p:spPr>
            <a:xfrm>
              <a:off x="4975098" y="4145195"/>
              <a:ext cx="44714" cy="9848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4024" name="tx4024"/>
            <p:cNvSpPr/>
            <p:nvPr/>
          </p:nvSpPr>
          <p:spPr>
            <a:xfrm>
              <a:off x="5019812" y="4163666"/>
              <a:ext cx="105430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W</a:t>
              </a:r>
            </a:p>
          </p:txBody>
        </p:sp>
        <p:sp>
          <p:nvSpPr>
            <p:cNvPr id="4025" name="tx4025"/>
            <p:cNvSpPr/>
            <p:nvPr/>
          </p:nvSpPr>
          <p:spPr>
            <a:xfrm>
              <a:off x="3212347" y="4303342"/>
              <a:ext cx="613928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4026" name="rc4026"/>
            <p:cNvSpPr/>
            <p:nvPr/>
          </p:nvSpPr>
          <p:spPr>
            <a:xfrm>
              <a:off x="5282947" y="2048095"/>
              <a:ext cx="1071226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27" name="tx4027"/>
            <p:cNvSpPr/>
            <p:nvPr/>
          </p:nvSpPr>
          <p:spPr>
            <a:xfrm>
              <a:off x="5352537" y="2132405"/>
              <a:ext cx="932047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Environmental </a:t>
              </a:r>
            </a:p>
          </p:txBody>
        </p:sp>
        <p:sp>
          <p:nvSpPr>
            <p:cNvPr id="4028" name="tx4028"/>
            <p:cNvSpPr/>
            <p:nvPr/>
          </p:nvSpPr>
          <p:spPr>
            <a:xfrm>
              <a:off x="5352537" y="2283281"/>
              <a:ext cx="543610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Distance</a:t>
              </a:r>
            </a:p>
          </p:txBody>
        </p:sp>
        <p:pic>
          <p:nvPicPr>
            <p:cNvPr id="4029" name="pic402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352537" y="2467628"/>
              <a:ext cx="219455" cy="1097280"/>
            </a:xfrm>
            <a:prstGeom prst="rect">
              <a:avLst/>
            </a:prstGeom>
          </p:spPr>
        </p:pic>
        <p:sp>
          <p:nvSpPr>
            <p:cNvPr id="4030" name="pl4030"/>
            <p:cNvSpPr/>
            <p:nvPr/>
          </p:nvSpPr>
          <p:spPr>
            <a:xfrm>
              <a:off x="5528101" y="356307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" name="pl4031"/>
            <p:cNvSpPr/>
            <p:nvPr/>
          </p:nvSpPr>
          <p:spPr>
            <a:xfrm>
              <a:off x="5528101" y="3380809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" name="pl4032"/>
            <p:cNvSpPr/>
            <p:nvPr/>
          </p:nvSpPr>
          <p:spPr>
            <a:xfrm>
              <a:off x="5528101" y="319853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" name="pl4033"/>
            <p:cNvSpPr/>
            <p:nvPr/>
          </p:nvSpPr>
          <p:spPr>
            <a:xfrm>
              <a:off x="5528101" y="3016268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" name="pl4034"/>
            <p:cNvSpPr/>
            <p:nvPr/>
          </p:nvSpPr>
          <p:spPr>
            <a:xfrm>
              <a:off x="5528101" y="283399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" name="pl4035"/>
            <p:cNvSpPr/>
            <p:nvPr/>
          </p:nvSpPr>
          <p:spPr>
            <a:xfrm>
              <a:off x="5528101" y="265172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l4036"/>
            <p:cNvSpPr/>
            <p:nvPr/>
          </p:nvSpPr>
          <p:spPr>
            <a:xfrm>
              <a:off x="5528101" y="2469457"/>
              <a:ext cx="43891" cy="0"/>
            </a:xfrm>
            <a:custGeom>
              <a:avLst/>
              <a:pathLst>
                <a:path w="43891" h="0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l4037"/>
            <p:cNvSpPr/>
            <p:nvPr/>
          </p:nvSpPr>
          <p:spPr>
            <a:xfrm>
              <a:off x="5352537" y="356307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l4038"/>
            <p:cNvSpPr/>
            <p:nvPr/>
          </p:nvSpPr>
          <p:spPr>
            <a:xfrm>
              <a:off x="5352537" y="3380809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l4039"/>
            <p:cNvSpPr/>
            <p:nvPr/>
          </p:nvSpPr>
          <p:spPr>
            <a:xfrm>
              <a:off x="5352537" y="319853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l4040"/>
            <p:cNvSpPr/>
            <p:nvPr/>
          </p:nvSpPr>
          <p:spPr>
            <a:xfrm>
              <a:off x="5352537" y="3016268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l4041"/>
            <p:cNvSpPr/>
            <p:nvPr/>
          </p:nvSpPr>
          <p:spPr>
            <a:xfrm>
              <a:off x="5352537" y="283399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l4042"/>
            <p:cNvSpPr/>
            <p:nvPr/>
          </p:nvSpPr>
          <p:spPr>
            <a:xfrm>
              <a:off x="5352537" y="265172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l4043"/>
            <p:cNvSpPr/>
            <p:nvPr/>
          </p:nvSpPr>
          <p:spPr>
            <a:xfrm>
              <a:off x="5352537" y="2469457"/>
              <a:ext cx="43891" cy="0"/>
            </a:xfrm>
            <a:custGeom>
              <a:avLst/>
              <a:pathLst>
                <a:path w="43891" h="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tx4044"/>
            <p:cNvSpPr/>
            <p:nvPr/>
          </p:nvSpPr>
          <p:spPr>
            <a:xfrm>
              <a:off x="5641582" y="3523074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4045" name="tx4045"/>
            <p:cNvSpPr/>
            <p:nvPr/>
          </p:nvSpPr>
          <p:spPr>
            <a:xfrm>
              <a:off x="5641582" y="3340804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</a:t>
              </a:r>
            </a:p>
          </p:txBody>
        </p:sp>
        <p:sp>
          <p:nvSpPr>
            <p:cNvPr id="4046" name="tx4046"/>
            <p:cNvSpPr/>
            <p:nvPr/>
          </p:nvSpPr>
          <p:spPr>
            <a:xfrm>
              <a:off x="5641582" y="3158533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4047" name="tx4047"/>
            <p:cNvSpPr/>
            <p:nvPr/>
          </p:nvSpPr>
          <p:spPr>
            <a:xfrm>
              <a:off x="5641582" y="2976263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</a:t>
              </a:r>
            </a:p>
          </p:txBody>
        </p:sp>
        <p:sp>
          <p:nvSpPr>
            <p:cNvPr id="4048" name="tx4048"/>
            <p:cNvSpPr/>
            <p:nvPr/>
          </p:nvSpPr>
          <p:spPr>
            <a:xfrm>
              <a:off x="5641582" y="2793992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4049" name="tx4049"/>
            <p:cNvSpPr/>
            <p:nvPr/>
          </p:nvSpPr>
          <p:spPr>
            <a:xfrm>
              <a:off x="5641582" y="2611722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4050" name="tx4050"/>
            <p:cNvSpPr/>
            <p:nvPr/>
          </p:nvSpPr>
          <p:spPr>
            <a:xfrm>
              <a:off x="5641582" y="2429452"/>
              <a:ext cx="62179" cy="80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</a:t>
              </a:r>
            </a:p>
          </p:txBody>
        </p:sp>
        <p:sp>
          <p:nvSpPr>
            <p:cNvPr id="4051" name="tx4051"/>
            <p:cNvSpPr/>
            <p:nvPr/>
          </p:nvSpPr>
          <p:spPr>
            <a:xfrm>
              <a:off x="1894852" y="1053578"/>
              <a:ext cx="3112526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(H) Environmental Distance to </a:t>
              </a:r>
            </a:p>
          </p:txBody>
        </p:sp>
        <p:sp>
          <p:nvSpPr>
            <p:cNvPr id="4052" name="tx4052"/>
            <p:cNvSpPr/>
            <p:nvPr/>
          </p:nvSpPr>
          <p:spPr>
            <a:xfrm>
              <a:off x="1894852" y="1300466"/>
              <a:ext cx="1045982" cy="16367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8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York River</a:t>
              </a:r>
            </a:p>
          </p:txBody>
        </p:sp>
        <p:sp>
          <p:nvSpPr>
            <p:cNvPr id="4053" name="rc4053"/>
            <p:cNvSpPr/>
            <p:nvPr/>
          </p:nvSpPr>
          <p:spPr>
            <a:xfrm>
              <a:off x="2045346" y="1707859"/>
              <a:ext cx="1161025" cy="1133437"/>
            </a:xfrm>
            <a:prstGeom prst="rect">
              <a:avLst/>
            </a:prstGeom>
            <a:noFill/>
          </p:spPr>
          <p:txBody>
            <a:bodyPr/>
            <a:lstStyle/>
            <a:p/>
          </p:txBody>
        </p:sp>
        <p:sp>
          <p:nvSpPr>
            <p:cNvPr id="4054" name="rc4054"/>
            <p:cNvSpPr/>
            <p:nvPr/>
          </p:nvSpPr>
          <p:spPr>
            <a:xfrm>
              <a:off x="2045346" y="1707859"/>
              <a:ext cx="1161025" cy="1133437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055" name="pl4055"/>
            <p:cNvSpPr/>
            <p:nvPr/>
          </p:nvSpPr>
          <p:spPr>
            <a:xfrm>
              <a:off x="2068379" y="1707859"/>
              <a:ext cx="0" cy="1133437"/>
            </a:xfrm>
            <a:custGeom>
              <a:avLst/>
              <a:pathLst>
                <a:path w="0" h="1133437">
                  <a:moveTo>
                    <a:pt x="0" y="1133437"/>
                  </a:moveTo>
                  <a:lnTo>
                    <a:pt x="0" y="1126889"/>
                  </a:lnTo>
                  <a:lnTo>
                    <a:pt x="0" y="1110956"/>
                  </a:lnTo>
                  <a:lnTo>
                    <a:pt x="0" y="1095024"/>
                  </a:lnTo>
                  <a:lnTo>
                    <a:pt x="0" y="1079092"/>
                  </a:lnTo>
                  <a:lnTo>
                    <a:pt x="0" y="1063160"/>
                  </a:lnTo>
                  <a:lnTo>
                    <a:pt x="0" y="1047227"/>
                  </a:lnTo>
                  <a:lnTo>
                    <a:pt x="0" y="1031295"/>
                  </a:lnTo>
                  <a:lnTo>
                    <a:pt x="0" y="1015363"/>
                  </a:lnTo>
                  <a:lnTo>
                    <a:pt x="0" y="999430"/>
                  </a:lnTo>
                  <a:lnTo>
                    <a:pt x="0" y="983498"/>
                  </a:lnTo>
                  <a:lnTo>
                    <a:pt x="0" y="967566"/>
                  </a:lnTo>
                  <a:lnTo>
                    <a:pt x="0" y="951633"/>
                  </a:lnTo>
                  <a:lnTo>
                    <a:pt x="0" y="935701"/>
                  </a:lnTo>
                  <a:lnTo>
                    <a:pt x="0" y="919769"/>
                  </a:lnTo>
                  <a:lnTo>
                    <a:pt x="0" y="903837"/>
                  </a:lnTo>
                  <a:lnTo>
                    <a:pt x="0" y="887904"/>
                  </a:lnTo>
                  <a:lnTo>
                    <a:pt x="0" y="871972"/>
                  </a:lnTo>
                  <a:lnTo>
                    <a:pt x="0" y="856040"/>
                  </a:lnTo>
                  <a:lnTo>
                    <a:pt x="0" y="840107"/>
                  </a:lnTo>
                  <a:lnTo>
                    <a:pt x="0" y="824175"/>
                  </a:lnTo>
                  <a:lnTo>
                    <a:pt x="0" y="808243"/>
                  </a:lnTo>
                  <a:lnTo>
                    <a:pt x="0" y="792310"/>
                  </a:lnTo>
                  <a:lnTo>
                    <a:pt x="0" y="776378"/>
                  </a:lnTo>
                  <a:lnTo>
                    <a:pt x="0" y="760446"/>
                  </a:lnTo>
                  <a:lnTo>
                    <a:pt x="0" y="744514"/>
                  </a:lnTo>
                  <a:lnTo>
                    <a:pt x="0" y="728581"/>
                  </a:lnTo>
                  <a:lnTo>
                    <a:pt x="0" y="712649"/>
                  </a:lnTo>
                  <a:lnTo>
                    <a:pt x="0" y="696717"/>
                  </a:lnTo>
                  <a:lnTo>
                    <a:pt x="0" y="680784"/>
                  </a:lnTo>
                  <a:lnTo>
                    <a:pt x="0" y="664852"/>
                  </a:lnTo>
                  <a:lnTo>
                    <a:pt x="0" y="648920"/>
                  </a:lnTo>
                  <a:lnTo>
                    <a:pt x="0" y="632987"/>
                  </a:lnTo>
                  <a:lnTo>
                    <a:pt x="0" y="617055"/>
                  </a:lnTo>
                  <a:lnTo>
                    <a:pt x="0" y="601123"/>
                  </a:lnTo>
                  <a:lnTo>
                    <a:pt x="0" y="585191"/>
                  </a:lnTo>
                  <a:lnTo>
                    <a:pt x="0" y="569258"/>
                  </a:lnTo>
                  <a:lnTo>
                    <a:pt x="0" y="553326"/>
                  </a:lnTo>
                  <a:lnTo>
                    <a:pt x="0" y="537394"/>
                  </a:lnTo>
                  <a:lnTo>
                    <a:pt x="0" y="521461"/>
                  </a:lnTo>
                  <a:lnTo>
                    <a:pt x="0" y="505529"/>
                  </a:lnTo>
                  <a:lnTo>
                    <a:pt x="0" y="489597"/>
                  </a:lnTo>
                  <a:lnTo>
                    <a:pt x="0" y="473665"/>
                  </a:lnTo>
                  <a:lnTo>
                    <a:pt x="0" y="457732"/>
                  </a:lnTo>
                  <a:lnTo>
                    <a:pt x="0" y="441800"/>
                  </a:lnTo>
                  <a:lnTo>
                    <a:pt x="0" y="425868"/>
                  </a:lnTo>
                  <a:lnTo>
                    <a:pt x="0" y="409935"/>
                  </a:lnTo>
                  <a:lnTo>
                    <a:pt x="0" y="394003"/>
                  </a:lnTo>
                  <a:lnTo>
                    <a:pt x="0" y="378071"/>
                  </a:lnTo>
                  <a:lnTo>
                    <a:pt x="0" y="362138"/>
                  </a:lnTo>
                  <a:lnTo>
                    <a:pt x="0" y="346206"/>
                  </a:lnTo>
                  <a:lnTo>
                    <a:pt x="0" y="330274"/>
                  </a:lnTo>
                  <a:lnTo>
                    <a:pt x="0" y="314342"/>
                  </a:lnTo>
                  <a:lnTo>
                    <a:pt x="0" y="298409"/>
                  </a:lnTo>
                  <a:lnTo>
                    <a:pt x="0" y="282477"/>
                  </a:lnTo>
                  <a:lnTo>
                    <a:pt x="0" y="266545"/>
                  </a:lnTo>
                  <a:lnTo>
                    <a:pt x="0" y="250612"/>
                  </a:lnTo>
                  <a:lnTo>
                    <a:pt x="0" y="234680"/>
                  </a:lnTo>
                  <a:lnTo>
                    <a:pt x="0" y="218748"/>
                  </a:lnTo>
                  <a:lnTo>
                    <a:pt x="0" y="202815"/>
                  </a:lnTo>
                  <a:lnTo>
                    <a:pt x="0" y="186883"/>
                  </a:lnTo>
                  <a:lnTo>
                    <a:pt x="0" y="170951"/>
                  </a:lnTo>
                  <a:lnTo>
                    <a:pt x="0" y="155019"/>
                  </a:lnTo>
                  <a:lnTo>
                    <a:pt x="0" y="139086"/>
                  </a:lnTo>
                  <a:lnTo>
                    <a:pt x="0" y="123154"/>
                  </a:lnTo>
                  <a:lnTo>
                    <a:pt x="0" y="107222"/>
                  </a:lnTo>
                  <a:lnTo>
                    <a:pt x="0" y="91289"/>
                  </a:lnTo>
                  <a:lnTo>
                    <a:pt x="0" y="75357"/>
                  </a:lnTo>
                  <a:lnTo>
                    <a:pt x="0" y="59425"/>
                  </a:lnTo>
                  <a:lnTo>
                    <a:pt x="0" y="43493"/>
                  </a:lnTo>
                  <a:lnTo>
                    <a:pt x="0" y="27560"/>
                  </a:lnTo>
                  <a:lnTo>
                    <a:pt x="0" y="1162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" name="pl4056"/>
            <p:cNvSpPr/>
            <p:nvPr/>
          </p:nvSpPr>
          <p:spPr>
            <a:xfrm>
              <a:off x="2275592" y="1707859"/>
              <a:ext cx="0" cy="1133437"/>
            </a:xfrm>
            <a:custGeom>
              <a:avLst/>
              <a:pathLst>
                <a:path w="0" h="1133437">
                  <a:moveTo>
                    <a:pt x="0" y="1133437"/>
                  </a:moveTo>
                  <a:lnTo>
                    <a:pt x="0" y="1126889"/>
                  </a:lnTo>
                  <a:lnTo>
                    <a:pt x="0" y="1110956"/>
                  </a:lnTo>
                  <a:lnTo>
                    <a:pt x="0" y="1095024"/>
                  </a:lnTo>
                  <a:lnTo>
                    <a:pt x="0" y="1079092"/>
                  </a:lnTo>
                  <a:lnTo>
                    <a:pt x="0" y="1063160"/>
                  </a:lnTo>
                  <a:lnTo>
                    <a:pt x="0" y="1047227"/>
                  </a:lnTo>
                  <a:lnTo>
                    <a:pt x="0" y="1031295"/>
                  </a:lnTo>
                  <a:lnTo>
                    <a:pt x="0" y="1015363"/>
                  </a:lnTo>
                  <a:lnTo>
                    <a:pt x="0" y="999430"/>
                  </a:lnTo>
                  <a:lnTo>
                    <a:pt x="0" y="983498"/>
                  </a:lnTo>
                  <a:lnTo>
                    <a:pt x="0" y="967566"/>
                  </a:lnTo>
                  <a:lnTo>
                    <a:pt x="0" y="951633"/>
                  </a:lnTo>
                  <a:lnTo>
                    <a:pt x="0" y="935701"/>
                  </a:lnTo>
                  <a:lnTo>
                    <a:pt x="0" y="919769"/>
                  </a:lnTo>
                  <a:lnTo>
                    <a:pt x="0" y="903837"/>
                  </a:lnTo>
                  <a:lnTo>
                    <a:pt x="0" y="887904"/>
                  </a:lnTo>
                  <a:lnTo>
                    <a:pt x="0" y="871972"/>
                  </a:lnTo>
                  <a:lnTo>
                    <a:pt x="0" y="856040"/>
                  </a:lnTo>
                  <a:lnTo>
                    <a:pt x="0" y="840107"/>
                  </a:lnTo>
                  <a:lnTo>
                    <a:pt x="0" y="824175"/>
                  </a:lnTo>
                  <a:lnTo>
                    <a:pt x="0" y="808243"/>
                  </a:lnTo>
                  <a:lnTo>
                    <a:pt x="0" y="792310"/>
                  </a:lnTo>
                  <a:lnTo>
                    <a:pt x="0" y="776378"/>
                  </a:lnTo>
                  <a:lnTo>
                    <a:pt x="0" y="760446"/>
                  </a:lnTo>
                  <a:lnTo>
                    <a:pt x="0" y="744514"/>
                  </a:lnTo>
                  <a:lnTo>
                    <a:pt x="0" y="728581"/>
                  </a:lnTo>
                  <a:lnTo>
                    <a:pt x="0" y="712649"/>
                  </a:lnTo>
                  <a:lnTo>
                    <a:pt x="0" y="696717"/>
                  </a:lnTo>
                  <a:lnTo>
                    <a:pt x="0" y="680784"/>
                  </a:lnTo>
                  <a:lnTo>
                    <a:pt x="0" y="664852"/>
                  </a:lnTo>
                  <a:lnTo>
                    <a:pt x="0" y="648920"/>
                  </a:lnTo>
                  <a:lnTo>
                    <a:pt x="0" y="632987"/>
                  </a:lnTo>
                  <a:lnTo>
                    <a:pt x="0" y="617055"/>
                  </a:lnTo>
                  <a:lnTo>
                    <a:pt x="0" y="601123"/>
                  </a:lnTo>
                  <a:lnTo>
                    <a:pt x="0" y="585191"/>
                  </a:lnTo>
                  <a:lnTo>
                    <a:pt x="0" y="569258"/>
                  </a:lnTo>
                  <a:lnTo>
                    <a:pt x="0" y="553326"/>
                  </a:lnTo>
                  <a:lnTo>
                    <a:pt x="0" y="537394"/>
                  </a:lnTo>
                  <a:lnTo>
                    <a:pt x="0" y="521461"/>
                  </a:lnTo>
                  <a:lnTo>
                    <a:pt x="0" y="505529"/>
                  </a:lnTo>
                  <a:lnTo>
                    <a:pt x="0" y="489597"/>
                  </a:lnTo>
                  <a:lnTo>
                    <a:pt x="0" y="473665"/>
                  </a:lnTo>
                  <a:lnTo>
                    <a:pt x="0" y="457732"/>
                  </a:lnTo>
                  <a:lnTo>
                    <a:pt x="0" y="441800"/>
                  </a:lnTo>
                  <a:lnTo>
                    <a:pt x="0" y="425868"/>
                  </a:lnTo>
                  <a:lnTo>
                    <a:pt x="0" y="409935"/>
                  </a:lnTo>
                  <a:lnTo>
                    <a:pt x="0" y="394003"/>
                  </a:lnTo>
                  <a:lnTo>
                    <a:pt x="0" y="378071"/>
                  </a:lnTo>
                  <a:lnTo>
                    <a:pt x="0" y="362138"/>
                  </a:lnTo>
                  <a:lnTo>
                    <a:pt x="0" y="346206"/>
                  </a:lnTo>
                  <a:lnTo>
                    <a:pt x="0" y="330274"/>
                  </a:lnTo>
                  <a:lnTo>
                    <a:pt x="0" y="314342"/>
                  </a:lnTo>
                  <a:lnTo>
                    <a:pt x="0" y="298409"/>
                  </a:lnTo>
                  <a:lnTo>
                    <a:pt x="0" y="282477"/>
                  </a:lnTo>
                  <a:lnTo>
                    <a:pt x="0" y="266545"/>
                  </a:lnTo>
                  <a:lnTo>
                    <a:pt x="0" y="250612"/>
                  </a:lnTo>
                  <a:lnTo>
                    <a:pt x="0" y="234680"/>
                  </a:lnTo>
                  <a:lnTo>
                    <a:pt x="0" y="218748"/>
                  </a:lnTo>
                  <a:lnTo>
                    <a:pt x="0" y="202815"/>
                  </a:lnTo>
                  <a:lnTo>
                    <a:pt x="0" y="186883"/>
                  </a:lnTo>
                  <a:lnTo>
                    <a:pt x="0" y="170951"/>
                  </a:lnTo>
                  <a:lnTo>
                    <a:pt x="0" y="155019"/>
                  </a:lnTo>
                  <a:lnTo>
                    <a:pt x="0" y="139086"/>
                  </a:lnTo>
                  <a:lnTo>
                    <a:pt x="0" y="123154"/>
                  </a:lnTo>
                  <a:lnTo>
                    <a:pt x="0" y="107222"/>
                  </a:lnTo>
                  <a:lnTo>
                    <a:pt x="0" y="91289"/>
                  </a:lnTo>
                  <a:lnTo>
                    <a:pt x="0" y="75357"/>
                  </a:lnTo>
                  <a:lnTo>
                    <a:pt x="0" y="59425"/>
                  </a:lnTo>
                  <a:lnTo>
                    <a:pt x="0" y="43493"/>
                  </a:lnTo>
                  <a:lnTo>
                    <a:pt x="0" y="27560"/>
                  </a:lnTo>
                  <a:lnTo>
                    <a:pt x="0" y="1162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" name="pl4057"/>
            <p:cNvSpPr/>
            <p:nvPr/>
          </p:nvSpPr>
          <p:spPr>
            <a:xfrm>
              <a:off x="2482805" y="1707859"/>
              <a:ext cx="0" cy="1133437"/>
            </a:xfrm>
            <a:custGeom>
              <a:avLst/>
              <a:pathLst>
                <a:path w="0" h="1133437">
                  <a:moveTo>
                    <a:pt x="0" y="1133437"/>
                  </a:moveTo>
                  <a:lnTo>
                    <a:pt x="0" y="1126889"/>
                  </a:lnTo>
                  <a:lnTo>
                    <a:pt x="0" y="1110956"/>
                  </a:lnTo>
                  <a:lnTo>
                    <a:pt x="0" y="1095024"/>
                  </a:lnTo>
                  <a:lnTo>
                    <a:pt x="0" y="1079092"/>
                  </a:lnTo>
                  <a:lnTo>
                    <a:pt x="0" y="1063160"/>
                  </a:lnTo>
                  <a:lnTo>
                    <a:pt x="0" y="1047227"/>
                  </a:lnTo>
                  <a:lnTo>
                    <a:pt x="0" y="1031295"/>
                  </a:lnTo>
                  <a:lnTo>
                    <a:pt x="0" y="1015363"/>
                  </a:lnTo>
                  <a:lnTo>
                    <a:pt x="0" y="999430"/>
                  </a:lnTo>
                  <a:lnTo>
                    <a:pt x="0" y="983498"/>
                  </a:lnTo>
                  <a:lnTo>
                    <a:pt x="0" y="967566"/>
                  </a:lnTo>
                  <a:lnTo>
                    <a:pt x="0" y="951633"/>
                  </a:lnTo>
                  <a:lnTo>
                    <a:pt x="0" y="935701"/>
                  </a:lnTo>
                  <a:lnTo>
                    <a:pt x="0" y="919769"/>
                  </a:lnTo>
                  <a:lnTo>
                    <a:pt x="0" y="903837"/>
                  </a:lnTo>
                  <a:lnTo>
                    <a:pt x="0" y="887904"/>
                  </a:lnTo>
                  <a:lnTo>
                    <a:pt x="0" y="871972"/>
                  </a:lnTo>
                  <a:lnTo>
                    <a:pt x="0" y="856040"/>
                  </a:lnTo>
                  <a:lnTo>
                    <a:pt x="0" y="840107"/>
                  </a:lnTo>
                  <a:lnTo>
                    <a:pt x="0" y="824175"/>
                  </a:lnTo>
                  <a:lnTo>
                    <a:pt x="0" y="808243"/>
                  </a:lnTo>
                  <a:lnTo>
                    <a:pt x="0" y="792310"/>
                  </a:lnTo>
                  <a:lnTo>
                    <a:pt x="0" y="776378"/>
                  </a:lnTo>
                  <a:lnTo>
                    <a:pt x="0" y="760446"/>
                  </a:lnTo>
                  <a:lnTo>
                    <a:pt x="0" y="744514"/>
                  </a:lnTo>
                  <a:lnTo>
                    <a:pt x="0" y="728581"/>
                  </a:lnTo>
                  <a:lnTo>
                    <a:pt x="0" y="712649"/>
                  </a:lnTo>
                  <a:lnTo>
                    <a:pt x="0" y="696717"/>
                  </a:lnTo>
                  <a:lnTo>
                    <a:pt x="0" y="680784"/>
                  </a:lnTo>
                  <a:lnTo>
                    <a:pt x="0" y="664852"/>
                  </a:lnTo>
                  <a:lnTo>
                    <a:pt x="0" y="648920"/>
                  </a:lnTo>
                  <a:lnTo>
                    <a:pt x="0" y="632987"/>
                  </a:lnTo>
                  <a:lnTo>
                    <a:pt x="0" y="617055"/>
                  </a:lnTo>
                  <a:lnTo>
                    <a:pt x="0" y="601123"/>
                  </a:lnTo>
                  <a:lnTo>
                    <a:pt x="0" y="585191"/>
                  </a:lnTo>
                  <a:lnTo>
                    <a:pt x="0" y="569258"/>
                  </a:lnTo>
                  <a:lnTo>
                    <a:pt x="0" y="553326"/>
                  </a:lnTo>
                  <a:lnTo>
                    <a:pt x="0" y="537394"/>
                  </a:lnTo>
                  <a:lnTo>
                    <a:pt x="0" y="521461"/>
                  </a:lnTo>
                  <a:lnTo>
                    <a:pt x="0" y="505529"/>
                  </a:lnTo>
                  <a:lnTo>
                    <a:pt x="0" y="489597"/>
                  </a:lnTo>
                  <a:lnTo>
                    <a:pt x="0" y="473665"/>
                  </a:lnTo>
                  <a:lnTo>
                    <a:pt x="0" y="457732"/>
                  </a:lnTo>
                  <a:lnTo>
                    <a:pt x="0" y="441800"/>
                  </a:lnTo>
                  <a:lnTo>
                    <a:pt x="0" y="425868"/>
                  </a:lnTo>
                  <a:lnTo>
                    <a:pt x="0" y="409935"/>
                  </a:lnTo>
                  <a:lnTo>
                    <a:pt x="0" y="394003"/>
                  </a:lnTo>
                  <a:lnTo>
                    <a:pt x="0" y="378071"/>
                  </a:lnTo>
                  <a:lnTo>
                    <a:pt x="0" y="362138"/>
                  </a:lnTo>
                  <a:lnTo>
                    <a:pt x="0" y="346206"/>
                  </a:lnTo>
                  <a:lnTo>
                    <a:pt x="0" y="330274"/>
                  </a:lnTo>
                  <a:lnTo>
                    <a:pt x="0" y="314342"/>
                  </a:lnTo>
                  <a:lnTo>
                    <a:pt x="0" y="298409"/>
                  </a:lnTo>
                  <a:lnTo>
                    <a:pt x="0" y="282477"/>
                  </a:lnTo>
                  <a:lnTo>
                    <a:pt x="0" y="266545"/>
                  </a:lnTo>
                  <a:lnTo>
                    <a:pt x="0" y="250612"/>
                  </a:lnTo>
                  <a:lnTo>
                    <a:pt x="0" y="234680"/>
                  </a:lnTo>
                  <a:lnTo>
                    <a:pt x="0" y="218748"/>
                  </a:lnTo>
                  <a:lnTo>
                    <a:pt x="0" y="202815"/>
                  </a:lnTo>
                  <a:lnTo>
                    <a:pt x="0" y="186883"/>
                  </a:lnTo>
                  <a:lnTo>
                    <a:pt x="0" y="170951"/>
                  </a:lnTo>
                  <a:lnTo>
                    <a:pt x="0" y="155019"/>
                  </a:lnTo>
                  <a:lnTo>
                    <a:pt x="0" y="139086"/>
                  </a:lnTo>
                  <a:lnTo>
                    <a:pt x="0" y="123154"/>
                  </a:lnTo>
                  <a:lnTo>
                    <a:pt x="0" y="107222"/>
                  </a:lnTo>
                  <a:lnTo>
                    <a:pt x="0" y="91289"/>
                  </a:lnTo>
                  <a:lnTo>
                    <a:pt x="0" y="75357"/>
                  </a:lnTo>
                  <a:lnTo>
                    <a:pt x="0" y="59425"/>
                  </a:lnTo>
                  <a:lnTo>
                    <a:pt x="0" y="43493"/>
                  </a:lnTo>
                  <a:lnTo>
                    <a:pt x="0" y="27560"/>
                  </a:lnTo>
                  <a:lnTo>
                    <a:pt x="0" y="1162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" name="pl4058"/>
            <p:cNvSpPr/>
            <p:nvPr/>
          </p:nvSpPr>
          <p:spPr>
            <a:xfrm>
              <a:off x="2690018" y="1707859"/>
              <a:ext cx="0" cy="1133437"/>
            </a:xfrm>
            <a:custGeom>
              <a:avLst/>
              <a:pathLst>
                <a:path w="0" h="1133437">
                  <a:moveTo>
                    <a:pt x="0" y="1133437"/>
                  </a:moveTo>
                  <a:lnTo>
                    <a:pt x="0" y="1126889"/>
                  </a:lnTo>
                  <a:lnTo>
                    <a:pt x="0" y="1110956"/>
                  </a:lnTo>
                  <a:lnTo>
                    <a:pt x="0" y="1095024"/>
                  </a:lnTo>
                  <a:lnTo>
                    <a:pt x="0" y="1079092"/>
                  </a:lnTo>
                  <a:lnTo>
                    <a:pt x="0" y="1063160"/>
                  </a:lnTo>
                  <a:lnTo>
                    <a:pt x="0" y="1047227"/>
                  </a:lnTo>
                  <a:lnTo>
                    <a:pt x="0" y="1031295"/>
                  </a:lnTo>
                  <a:lnTo>
                    <a:pt x="0" y="1015363"/>
                  </a:lnTo>
                  <a:lnTo>
                    <a:pt x="0" y="999430"/>
                  </a:lnTo>
                  <a:lnTo>
                    <a:pt x="0" y="983498"/>
                  </a:lnTo>
                  <a:lnTo>
                    <a:pt x="0" y="967566"/>
                  </a:lnTo>
                  <a:lnTo>
                    <a:pt x="0" y="951633"/>
                  </a:lnTo>
                  <a:lnTo>
                    <a:pt x="0" y="935701"/>
                  </a:lnTo>
                  <a:lnTo>
                    <a:pt x="0" y="919769"/>
                  </a:lnTo>
                  <a:lnTo>
                    <a:pt x="0" y="903837"/>
                  </a:lnTo>
                  <a:lnTo>
                    <a:pt x="0" y="887904"/>
                  </a:lnTo>
                  <a:lnTo>
                    <a:pt x="0" y="871972"/>
                  </a:lnTo>
                  <a:lnTo>
                    <a:pt x="0" y="856040"/>
                  </a:lnTo>
                  <a:lnTo>
                    <a:pt x="0" y="840107"/>
                  </a:lnTo>
                  <a:lnTo>
                    <a:pt x="0" y="824175"/>
                  </a:lnTo>
                  <a:lnTo>
                    <a:pt x="0" y="808243"/>
                  </a:lnTo>
                  <a:lnTo>
                    <a:pt x="0" y="792310"/>
                  </a:lnTo>
                  <a:lnTo>
                    <a:pt x="0" y="776378"/>
                  </a:lnTo>
                  <a:lnTo>
                    <a:pt x="0" y="760446"/>
                  </a:lnTo>
                  <a:lnTo>
                    <a:pt x="0" y="744514"/>
                  </a:lnTo>
                  <a:lnTo>
                    <a:pt x="0" y="728581"/>
                  </a:lnTo>
                  <a:lnTo>
                    <a:pt x="0" y="712649"/>
                  </a:lnTo>
                  <a:lnTo>
                    <a:pt x="0" y="696717"/>
                  </a:lnTo>
                  <a:lnTo>
                    <a:pt x="0" y="680784"/>
                  </a:lnTo>
                  <a:lnTo>
                    <a:pt x="0" y="664852"/>
                  </a:lnTo>
                  <a:lnTo>
                    <a:pt x="0" y="648920"/>
                  </a:lnTo>
                  <a:lnTo>
                    <a:pt x="0" y="632987"/>
                  </a:lnTo>
                  <a:lnTo>
                    <a:pt x="0" y="617055"/>
                  </a:lnTo>
                  <a:lnTo>
                    <a:pt x="0" y="601123"/>
                  </a:lnTo>
                  <a:lnTo>
                    <a:pt x="0" y="585191"/>
                  </a:lnTo>
                  <a:lnTo>
                    <a:pt x="0" y="569258"/>
                  </a:lnTo>
                  <a:lnTo>
                    <a:pt x="0" y="553326"/>
                  </a:lnTo>
                  <a:lnTo>
                    <a:pt x="0" y="537394"/>
                  </a:lnTo>
                  <a:lnTo>
                    <a:pt x="0" y="521461"/>
                  </a:lnTo>
                  <a:lnTo>
                    <a:pt x="0" y="505529"/>
                  </a:lnTo>
                  <a:lnTo>
                    <a:pt x="0" y="489597"/>
                  </a:lnTo>
                  <a:lnTo>
                    <a:pt x="0" y="473665"/>
                  </a:lnTo>
                  <a:lnTo>
                    <a:pt x="0" y="457732"/>
                  </a:lnTo>
                  <a:lnTo>
                    <a:pt x="0" y="441800"/>
                  </a:lnTo>
                  <a:lnTo>
                    <a:pt x="0" y="425868"/>
                  </a:lnTo>
                  <a:lnTo>
                    <a:pt x="0" y="409935"/>
                  </a:lnTo>
                  <a:lnTo>
                    <a:pt x="0" y="394003"/>
                  </a:lnTo>
                  <a:lnTo>
                    <a:pt x="0" y="378071"/>
                  </a:lnTo>
                  <a:lnTo>
                    <a:pt x="0" y="362138"/>
                  </a:lnTo>
                  <a:lnTo>
                    <a:pt x="0" y="346206"/>
                  </a:lnTo>
                  <a:lnTo>
                    <a:pt x="0" y="330274"/>
                  </a:lnTo>
                  <a:lnTo>
                    <a:pt x="0" y="314342"/>
                  </a:lnTo>
                  <a:lnTo>
                    <a:pt x="0" y="298409"/>
                  </a:lnTo>
                  <a:lnTo>
                    <a:pt x="0" y="282477"/>
                  </a:lnTo>
                  <a:lnTo>
                    <a:pt x="0" y="266545"/>
                  </a:lnTo>
                  <a:lnTo>
                    <a:pt x="0" y="250612"/>
                  </a:lnTo>
                  <a:lnTo>
                    <a:pt x="0" y="234680"/>
                  </a:lnTo>
                  <a:lnTo>
                    <a:pt x="0" y="218748"/>
                  </a:lnTo>
                  <a:lnTo>
                    <a:pt x="0" y="202815"/>
                  </a:lnTo>
                  <a:lnTo>
                    <a:pt x="0" y="186883"/>
                  </a:lnTo>
                  <a:lnTo>
                    <a:pt x="0" y="170951"/>
                  </a:lnTo>
                  <a:lnTo>
                    <a:pt x="0" y="155019"/>
                  </a:lnTo>
                  <a:lnTo>
                    <a:pt x="0" y="139086"/>
                  </a:lnTo>
                  <a:lnTo>
                    <a:pt x="0" y="123154"/>
                  </a:lnTo>
                  <a:lnTo>
                    <a:pt x="0" y="107222"/>
                  </a:lnTo>
                  <a:lnTo>
                    <a:pt x="0" y="91289"/>
                  </a:lnTo>
                  <a:lnTo>
                    <a:pt x="0" y="75357"/>
                  </a:lnTo>
                  <a:lnTo>
                    <a:pt x="0" y="59425"/>
                  </a:lnTo>
                  <a:lnTo>
                    <a:pt x="0" y="43493"/>
                  </a:lnTo>
                  <a:lnTo>
                    <a:pt x="0" y="27560"/>
                  </a:lnTo>
                  <a:lnTo>
                    <a:pt x="0" y="1162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" name="pl4059"/>
            <p:cNvSpPr/>
            <p:nvPr/>
          </p:nvSpPr>
          <p:spPr>
            <a:xfrm>
              <a:off x="2897231" y="1707859"/>
              <a:ext cx="0" cy="1133437"/>
            </a:xfrm>
            <a:custGeom>
              <a:avLst/>
              <a:pathLst>
                <a:path w="0" h="1133437">
                  <a:moveTo>
                    <a:pt x="0" y="1133437"/>
                  </a:moveTo>
                  <a:lnTo>
                    <a:pt x="0" y="1126889"/>
                  </a:lnTo>
                  <a:lnTo>
                    <a:pt x="0" y="1110956"/>
                  </a:lnTo>
                  <a:lnTo>
                    <a:pt x="0" y="1095024"/>
                  </a:lnTo>
                  <a:lnTo>
                    <a:pt x="0" y="1079092"/>
                  </a:lnTo>
                  <a:lnTo>
                    <a:pt x="0" y="1063160"/>
                  </a:lnTo>
                  <a:lnTo>
                    <a:pt x="0" y="1047227"/>
                  </a:lnTo>
                  <a:lnTo>
                    <a:pt x="0" y="1031295"/>
                  </a:lnTo>
                  <a:lnTo>
                    <a:pt x="0" y="1015363"/>
                  </a:lnTo>
                  <a:lnTo>
                    <a:pt x="0" y="999430"/>
                  </a:lnTo>
                  <a:lnTo>
                    <a:pt x="0" y="983498"/>
                  </a:lnTo>
                  <a:lnTo>
                    <a:pt x="0" y="967566"/>
                  </a:lnTo>
                  <a:lnTo>
                    <a:pt x="0" y="951633"/>
                  </a:lnTo>
                  <a:lnTo>
                    <a:pt x="0" y="935701"/>
                  </a:lnTo>
                  <a:lnTo>
                    <a:pt x="0" y="919769"/>
                  </a:lnTo>
                  <a:lnTo>
                    <a:pt x="0" y="903837"/>
                  </a:lnTo>
                  <a:lnTo>
                    <a:pt x="0" y="887904"/>
                  </a:lnTo>
                  <a:lnTo>
                    <a:pt x="0" y="871972"/>
                  </a:lnTo>
                  <a:lnTo>
                    <a:pt x="0" y="856040"/>
                  </a:lnTo>
                  <a:lnTo>
                    <a:pt x="0" y="840107"/>
                  </a:lnTo>
                  <a:lnTo>
                    <a:pt x="0" y="824175"/>
                  </a:lnTo>
                  <a:lnTo>
                    <a:pt x="0" y="808243"/>
                  </a:lnTo>
                  <a:lnTo>
                    <a:pt x="0" y="792310"/>
                  </a:lnTo>
                  <a:lnTo>
                    <a:pt x="0" y="776378"/>
                  </a:lnTo>
                  <a:lnTo>
                    <a:pt x="0" y="760446"/>
                  </a:lnTo>
                  <a:lnTo>
                    <a:pt x="0" y="744514"/>
                  </a:lnTo>
                  <a:lnTo>
                    <a:pt x="0" y="728581"/>
                  </a:lnTo>
                  <a:lnTo>
                    <a:pt x="0" y="712649"/>
                  </a:lnTo>
                  <a:lnTo>
                    <a:pt x="0" y="696717"/>
                  </a:lnTo>
                  <a:lnTo>
                    <a:pt x="0" y="680784"/>
                  </a:lnTo>
                  <a:lnTo>
                    <a:pt x="0" y="664852"/>
                  </a:lnTo>
                  <a:lnTo>
                    <a:pt x="0" y="648920"/>
                  </a:lnTo>
                  <a:lnTo>
                    <a:pt x="0" y="632987"/>
                  </a:lnTo>
                  <a:lnTo>
                    <a:pt x="0" y="617055"/>
                  </a:lnTo>
                  <a:lnTo>
                    <a:pt x="0" y="601123"/>
                  </a:lnTo>
                  <a:lnTo>
                    <a:pt x="0" y="585191"/>
                  </a:lnTo>
                  <a:lnTo>
                    <a:pt x="0" y="569258"/>
                  </a:lnTo>
                  <a:lnTo>
                    <a:pt x="0" y="553326"/>
                  </a:lnTo>
                  <a:lnTo>
                    <a:pt x="0" y="537394"/>
                  </a:lnTo>
                  <a:lnTo>
                    <a:pt x="0" y="521461"/>
                  </a:lnTo>
                  <a:lnTo>
                    <a:pt x="0" y="505529"/>
                  </a:lnTo>
                  <a:lnTo>
                    <a:pt x="0" y="489597"/>
                  </a:lnTo>
                  <a:lnTo>
                    <a:pt x="0" y="473665"/>
                  </a:lnTo>
                  <a:lnTo>
                    <a:pt x="0" y="457732"/>
                  </a:lnTo>
                  <a:lnTo>
                    <a:pt x="0" y="441800"/>
                  </a:lnTo>
                  <a:lnTo>
                    <a:pt x="0" y="425868"/>
                  </a:lnTo>
                  <a:lnTo>
                    <a:pt x="0" y="409935"/>
                  </a:lnTo>
                  <a:lnTo>
                    <a:pt x="0" y="394003"/>
                  </a:lnTo>
                  <a:lnTo>
                    <a:pt x="0" y="378071"/>
                  </a:lnTo>
                  <a:lnTo>
                    <a:pt x="0" y="362138"/>
                  </a:lnTo>
                  <a:lnTo>
                    <a:pt x="0" y="346206"/>
                  </a:lnTo>
                  <a:lnTo>
                    <a:pt x="0" y="330274"/>
                  </a:lnTo>
                  <a:lnTo>
                    <a:pt x="0" y="314342"/>
                  </a:lnTo>
                  <a:lnTo>
                    <a:pt x="0" y="298409"/>
                  </a:lnTo>
                  <a:lnTo>
                    <a:pt x="0" y="282477"/>
                  </a:lnTo>
                  <a:lnTo>
                    <a:pt x="0" y="266545"/>
                  </a:lnTo>
                  <a:lnTo>
                    <a:pt x="0" y="250612"/>
                  </a:lnTo>
                  <a:lnTo>
                    <a:pt x="0" y="234680"/>
                  </a:lnTo>
                  <a:lnTo>
                    <a:pt x="0" y="218748"/>
                  </a:lnTo>
                  <a:lnTo>
                    <a:pt x="0" y="202815"/>
                  </a:lnTo>
                  <a:lnTo>
                    <a:pt x="0" y="186883"/>
                  </a:lnTo>
                  <a:lnTo>
                    <a:pt x="0" y="170951"/>
                  </a:lnTo>
                  <a:lnTo>
                    <a:pt x="0" y="155019"/>
                  </a:lnTo>
                  <a:lnTo>
                    <a:pt x="0" y="139086"/>
                  </a:lnTo>
                  <a:lnTo>
                    <a:pt x="0" y="123154"/>
                  </a:lnTo>
                  <a:lnTo>
                    <a:pt x="0" y="107222"/>
                  </a:lnTo>
                  <a:lnTo>
                    <a:pt x="0" y="91289"/>
                  </a:lnTo>
                  <a:lnTo>
                    <a:pt x="0" y="75357"/>
                  </a:lnTo>
                  <a:lnTo>
                    <a:pt x="0" y="59425"/>
                  </a:lnTo>
                  <a:lnTo>
                    <a:pt x="0" y="43493"/>
                  </a:lnTo>
                  <a:lnTo>
                    <a:pt x="0" y="27560"/>
                  </a:lnTo>
                  <a:lnTo>
                    <a:pt x="0" y="1162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" name="pl4060"/>
            <p:cNvSpPr/>
            <p:nvPr/>
          </p:nvSpPr>
          <p:spPr>
            <a:xfrm>
              <a:off x="3104444" y="1707859"/>
              <a:ext cx="0" cy="1133437"/>
            </a:xfrm>
            <a:custGeom>
              <a:avLst/>
              <a:pathLst>
                <a:path w="0" h="1133437">
                  <a:moveTo>
                    <a:pt x="0" y="1133437"/>
                  </a:moveTo>
                  <a:lnTo>
                    <a:pt x="0" y="1126889"/>
                  </a:lnTo>
                  <a:lnTo>
                    <a:pt x="0" y="1110956"/>
                  </a:lnTo>
                  <a:lnTo>
                    <a:pt x="0" y="1095024"/>
                  </a:lnTo>
                  <a:lnTo>
                    <a:pt x="0" y="1079092"/>
                  </a:lnTo>
                  <a:lnTo>
                    <a:pt x="0" y="1063160"/>
                  </a:lnTo>
                  <a:lnTo>
                    <a:pt x="0" y="1047227"/>
                  </a:lnTo>
                  <a:lnTo>
                    <a:pt x="0" y="1031295"/>
                  </a:lnTo>
                  <a:lnTo>
                    <a:pt x="0" y="1015363"/>
                  </a:lnTo>
                  <a:lnTo>
                    <a:pt x="0" y="999430"/>
                  </a:lnTo>
                  <a:lnTo>
                    <a:pt x="0" y="983498"/>
                  </a:lnTo>
                  <a:lnTo>
                    <a:pt x="0" y="967566"/>
                  </a:lnTo>
                  <a:lnTo>
                    <a:pt x="0" y="951633"/>
                  </a:lnTo>
                  <a:lnTo>
                    <a:pt x="0" y="935701"/>
                  </a:lnTo>
                  <a:lnTo>
                    <a:pt x="0" y="919769"/>
                  </a:lnTo>
                  <a:lnTo>
                    <a:pt x="0" y="903837"/>
                  </a:lnTo>
                  <a:lnTo>
                    <a:pt x="0" y="887904"/>
                  </a:lnTo>
                  <a:lnTo>
                    <a:pt x="0" y="871972"/>
                  </a:lnTo>
                  <a:lnTo>
                    <a:pt x="0" y="856040"/>
                  </a:lnTo>
                  <a:lnTo>
                    <a:pt x="0" y="840107"/>
                  </a:lnTo>
                  <a:lnTo>
                    <a:pt x="0" y="824175"/>
                  </a:lnTo>
                  <a:lnTo>
                    <a:pt x="0" y="808243"/>
                  </a:lnTo>
                  <a:lnTo>
                    <a:pt x="0" y="792310"/>
                  </a:lnTo>
                  <a:lnTo>
                    <a:pt x="0" y="776378"/>
                  </a:lnTo>
                  <a:lnTo>
                    <a:pt x="0" y="760446"/>
                  </a:lnTo>
                  <a:lnTo>
                    <a:pt x="0" y="744514"/>
                  </a:lnTo>
                  <a:lnTo>
                    <a:pt x="0" y="728581"/>
                  </a:lnTo>
                  <a:lnTo>
                    <a:pt x="0" y="712649"/>
                  </a:lnTo>
                  <a:lnTo>
                    <a:pt x="0" y="696717"/>
                  </a:lnTo>
                  <a:lnTo>
                    <a:pt x="0" y="680784"/>
                  </a:lnTo>
                  <a:lnTo>
                    <a:pt x="0" y="664852"/>
                  </a:lnTo>
                  <a:lnTo>
                    <a:pt x="0" y="648920"/>
                  </a:lnTo>
                  <a:lnTo>
                    <a:pt x="0" y="632987"/>
                  </a:lnTo>
                  <a:lnTo>
                    <a:pt x="0" y="617055"/>
                  </a:lnTo>
                  <a:lnTo>
                    <a:pt x="0" y="601123"/>
                  </a:lnTo>
                  <a:lnTo>
                    <a:pt x="0" y="585191"/>
                  </a:lnTo>
                  <a:lnTo>
                    <a:pt x="0" y="569258"/>
                  </a:lnTo>
                  <a:lnTo>
                    <a:pt x="0" y="553326"/>
                  </a:lnTo>
                  <a:lnTo>
                    <a:pt x="0" y="537394"/>
                  </a:lnTo>
                  <a:lnTo>
                    <a:pt x="0" y="521461"/>
                  </a:lnTo>
                  <a:lnTo>
                    <a:pt x="0" y="505529"/>
                  </a:lnTo>
                  <a:lnTo>
                    <a:pt x="0" y="489597"/>
                  </a:lnTo>
                  <a:lnTo>
                    <a:pt x="0" y="473665"/>
                  </a:lnTo>
                  <a:lnTo>
                    <a:pt x="0" y="457732"/>
                  </a:lnTo>
                  <a:lnTo>
                    <a:pt x="0" y="441800"/>
                  </a:lnTo>
                  <a:lnTo>
                    <a:pt x="0" y="425868"/>
                  </a:lnTo>
                  <a:lnTo>
                    <a:pt x="0" y="409935"/>
                  </a:lnTo>
                  <a:lnTo>
                    <a:pt x="0" y="394003"/>
                  </a:lnTo>
                  <a:lnTo>
                    <a:pt x="0" y="378071"/>
                  </a:lnTo>
                  <a:lnTo>
                    <a:pt x="0" y="362138"/>
                  </a:lnTo>
                  <a:lnTo>
                    <a:pt x="0" y="346206"/>
                  </a:lnTo>
                  <a:lnTo>
                    <a:pt x="0" y="330274"/>
                  </a:lnTo>
                  <a:lnTo>
                    <a:pt x="0" y="314342"/>
                  </a:lnTo>
                  <a:lnTo>
                    <a:pt x="0" y="298409"/>
                  </a:lnTo>
                  <a:lnTo>
                    <a:pt x="0" y="282477"/>
                  </a:lnTo>
                  <a:lnTo>
                    <a:pt x="0" y="266545"/>
                  </a:lnTo>
                  <a:lnTo>
                    <a:pt x="0" y="250612"/>
                  </a:lnTo>
                  <a:lnTo>
                    <a:pt x="0" y="234680"/>
                  </a:lnTo>
                  <a:lnTo>
                    <a:pt x="0" y="218748"/>
                  </a:lnTo>
                  <a:lnTo>
                    <a:pt x="0" y="202815"/>
                  </a:lnTo>
                  <a:lnTo>
                    <a:pt x="0" y="186883"/>
                  </a:lnTo>
                  <a:lnTo>
                    <a:pt x="0" y="170951"/>
                  </a:lnTo>
                  <a:lnTo>
                    <a:pt x="0" y="155019"/>
                  </a:lnTo>
                  <a:lnTo>
                    <a:pt x="0" y="139086"/>
                  </a:lnTo>
                  <a:lnTo>
                    <a:pt x="0" y="123154"/>
                  </a:lnTo>
                  <a:lnTo>
                    <a:pt x="0" y="107222"/>
                  </a:lnTo>
                  <a:lnTo>
                    <a:pt x="0" y="91289"/>
                  </a:lnTo>
                  <a:lnTo>
                    <a:pt x="0" y="75357"/>
                  </a:lnTo>
                  <a:lnTo>
                    <a:pt x="0" y="59425"/>
                  </a:lnTo>
                  <a:lnTo>
                    <a:pt x="0" y="43493"/>
                  </a:lnTo>
                  <a:lnTo>
                    <a:pt x="0" y="27560"/>
                  </a:lnTo>
                  <a:lnTo>
                    <a:pt x="0" y="1162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" name="pl4061"/>
            <p:cNvSpPr/>
            <p:nvPr/>
          </p:nvSpPr>
          <p:spPr>
            <a:xfrm>
              <a:off x="2045346" y="2794917"/>
              <a:ext cx="1161025" cy="0"/>
            </a:xfrm>
            <a:custGeom>
              <a:avLst/>
              <a:pathLst>
                <a:path w="1161025" h="0">
                  <a:moveTo>
                    <a:pt x="0" y="0"/>
                  </a:moveTo>
                  <a:lnTo>
                    <a:pt x="6289" y="0"/>
                  </a:lnTo>
                  <a:lnTo>
                    <a:pt x="20940" y="0"/>
                  </a:lnTo>
                  <a:lnTo>
                    <a:pt x="35592" y="0"/>
                  </a:lnTo>
                  <a:lnTo>
                    <a:pt x="50243" y="0"/>
                  </a:lnTo>
                  <a:lnTo>
                    <a:pt x="64895" y="0"/>
                  </a:lnTo>
                  <a:lnTo>
                    <a:pt x="79546" y="0"/>
                  </a:lnTo>
                  <a:lnTo>
                    <a:pt x="94197" y="0"/>
                  </a:lnTo>
                  <a:lnTo>
                    <a:pt x="108849" y="0"/>
                  </a:lnTo>
                  <a:lnTo>
                    <a:pt x="123500" y="0"/>
                  </a:lnTo>
                  <a:lnTo>
                    <a:pt x="138152" y="0"/>
                  </a:lnTo>
                  <a:lnTo>
                    <a:pt x="152803" y="0"/>
                  </a:lnTo>
                  <a:lnTo>
                    <a:pt x="167454" y="0"/>
                  </a:lnTo>
                  <a:lnTo>
                    <a:pt x="182106" y="0"/>
                  </a:lnTo>
                  <a:lnTo>
                    <a:pt x="196757" y="0"/>
                  </a:lnTo>
                  <a:lnTo>
                    <a:pt x="211409" y="0"/>
                  </a:lnTo>
                  <a:lnTo>
                    <a:pt x="226060" y="0"/>
                  </a:lnTo>
                  <a:lnTo>
                    <a:pt x="240712" y="0"/>
                  </a:lnTo>
                  <a:lnTo>
                    <a:pt x="255363" y="0"/>
                  </a:lnTo>
                  <a:lnTo>
                    <a:pt x="270014" y="0"/>
                  </a:lnTo>
                  <a:lnTo>
                    <a:pt x="284666" y="0"/>
                  </a:lnTo>
                  <a:lnTo>
                    <a:pt x="299317" y="0"/>
                  </a:lnTo>
                  <a:lnTo>
                    <a:pt x="313969" y="0"/>
                  </a:lnTo>
                  <a:lnTo>
                    <a:pt x="328620" y="0"/>
                  </a:lnTo>
                  <a:lnTo>
                    <a:pt x="343271" y="0"/>
                  </a:lnTo>
                  <a:lnTo>
                    <a:pt x="357923" y="0"/>
                  </a:lnTo>
                  <a:lnTo>
                    <a:pt x="372574" y="0"/>
                  </a:lnTo>
                  <a:lnTo>
                    <a:pt x="387226" y="0"/>
                  </a:lnTo>
                  <a:lnTo>
                    <a:pt x="401877" y="0"/>
                  </a:lnTo>
                  <a:lnTo>
                    <a:pt x="416528" y="0"/>
                  </a:lnTo>
                  <a:lnTo>
                    <a:pt x="431180" y="0"/>
                  </a:lnTo>
                  <a:lnTo>
                    <a:pt x="445831" y="0"/>
                  </a:lnTo>
                  <a:lnTo>
                    <a:pt x="460483" y="0"/>
                  </a:lnTo>
                  <a:lnTo>
                    <a:pt x="475134" y="0"/>
                  </a:lnTo>
                  <a:lnTo>
                    <a:pt x="489786" y="0"/>
                  </a:lnTo>
                  <a:lnTo>
                    <a:pt x="504437" y="0"/>
                  </a:lnTo>
                  <a:lnTo>
                    <a:pt x="519088" y="0"/>
                  </a:lnTo>
                  <a:lnTo>
                    <a:pt x="533740" y="0"/>
                  </a:lnTo>
                  <a:lnTo>
                    <a:pt x="548391" y="0"/>
                  </a:lnTo>
                  <a:lnTo>
                    <a:pt x="563043" y="0"/>
                  </a:lnTo>
                  <a:lnTo>
                    <a:pt x="577694" y="0"/>
                  </a:lnTo>
                  <a:lnTo>
                    <a:pt x="592345" y="0"/>
                  </a:lnTo>
                  <a:lnTo>
                    <a:pt x="606997" y="0"/>
                  </a:lnTo>
                  <a:lnTo>
                    <a:pt x="621648" y="0"/>
                  </a:lnTo>
                  <a:lnTo>
                    <a:pt x="636300" y="0"/>
                  </a:lnTo>
                  <a:lnTo>
                    <a:pt x="650951" y="0"/>
                  </a:lnTo>
                  <a:lnTo>
                    <a:pt x="665602" y="0"/>
                  </a:lnTo>
                  <a:lnTo>
                    <a:pt x="680254" y="0"/>
                  </a:lnTo>
                  <a:lnTo>
                    <a:pt x="694905" y="0"/>
                  </a:lnTo>
                  <a:lnTo>
                    <a:pt x="709557" y="0"/>
                  </a:lnTo>
                  <a:lnTo>
                    <a:pt x="724208" y="0"/>
                  </a:lnTo>
                  <a:lnTo>
                    <a:pt x="738860" y="0"/>
                  </a:lnTo>
                  <a:lnTo>
                    <a:pt x="753511" y="0"/>
                  </a:lnTo>
                  <a:lnTo>
                    <a:pt x="768162" y="0"/>
                  </a:lnTo>
                  <a:lnTo>
                    <a:pt x="782814" y="0"/>
                  </a:lnTo>
                  <a:lnTo>
                    <a:pt x="797465" y="0"/>
                  </a:lnTo>
                  <a:lnTo>
                    <a:pt x="812117" y="0"/>
                  </a:lnTo>
                  <a:lnTo>
                    <a:pt x="826768" y="0"/>
                  </a:lnTo>
                  <a:lnTo>
                    <a:pt x="841419" y="0"/>
                  </a:lnTo>
                  <a:lnTo>
                    <a:pt x="856071" y="0"/>
                  </a:lnTo>
                  <a:lnTo>
                    <a:pt x="870722" y="0"/>
                  </a:lnTo>
                  <a:lnTo>
                    <a:pt x="885374" y="0"/>
                  </a:lnTo>
                  <a:lnTo>
                    <a:pt x="900025" y="0"/>
                  </a:lnTo>
                  <a:lnTo>
                    <a:pt x="914677" y="0"/>
                  </a:lnTo>
                  <a:lnTo>
                    <a:pt x="929328" y="0"/>
                  </a:lnTo>
                  <a:lnTo>
                    <a:pt x="943979" y="0"/>
                  </a:lnTo>
                  <a:lnTo>
                    <a:pt x="958631" y="0"/>
                  </a:lnTo>
                  <a:lnTo>
                    <a:pt x="973282" y="0"/>
                  </a:lnTo>
                  <a:lnTo>
                    <a:pt x="987934" y="0"/>
                  </a:lnTo>
                  <a:lnTo>
                    <a:pt x="1002585" y="0"/>
                  </a:lnTo>
                  <a:lnTo>
                    <a:pt x="1017236" y="0"/>
                  </a:lnTo>
                  <a:lnTo>
                    <a:pt x="1031888" y="0"/>
                  </a:lnTo>
                  <a:lnTo>
                    <a:pt x="1046539" y="0"/>
                  </a:lnTo>
                  <a:lnTo>
                    <a:pt x="1061191" y="0"/>
                  </a:lnTo>
                  <a:lnTo>
                    <a:pt x="1075842" y="0"/>
                  </a:lnTo>
                  <a:lnTo>
                    <a:pt x="1090493" y="0"/>
                  </a:lnTo>
                  <a:lnTo>
                    <a:pt x="1105145" y="0"/>
                  </a:lnTo>
                  <a:lnTo>
                    <a:pt x="1119796" y="0"/>
                  </a:lnTo>
                  <a:lnTo>
                    <a:pt x="1134448" y="0"/>
                  </a:lnTo>
                  <a:lnTo>
                    <a:pt x="1149099" y="0"/>
                  </a:lnTo>
                  <a:lnTo>
                    <a:pt x="1161025" y="0"/>
                  </a:lnTo>
                  <a:lnTo>
                    <a:pt x="1161025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" name="pl4062"/>
            <p:cNvSpPr/>
            <p:nvPr/>
          </p:nvSpPr>
          <p:spPr>
            <a:xfrm>
              <a:off x="2045346" y="2532034"/>
              <a:ext cx="1161025" cy="0"/>
            </a:xfrm>
            <a:custGeom>
              <a:avLst/>
              <a:pathLst>
                <a:path w="1161025" h="0">
                  <a:moveTo>
                    <a:pt x="0" y="0"/>
                  </a:moveTo>
                  <a:lnTo>
                    <a:pt x="6289" y="0"/>
                  </a:lnTo>
                  <a:lnTo>
                    <a:pt x="20940" y="0"/>
                  </a:lnTo>
                  <a:lnTo>
                    <a:pt x="35592" y="0"/>
                  </a:lnTo>
                  <a:lnTo>
                    <a:pt x="50243" y="0"/>
                  </a:lnTo>
                  <a:lnTo>
                    <a:pt x="64895" y="0"/>
                  </a:lnTo>
                  <a:lnTo>
                    <a:pt x="79546" y="0"/>
                  </a:lnTo>
                  <a:lnTo>
                    <a:pt x="94197" y="0"/>
                  </a:lnTo>
                  <a:lnTo>
                    <a:pt x="108849" y="0"/>
                  </a:lnTo>
                  <a:lnTo>
                    <a:pt x="123500" y="0"/>
                  </a:lnTo>
                  <a:lnTo>
                    <a:pt x="138152" y="0"/>
                  </a:lnTo>
                  <a:lnTo>
                    <a:pt x="152803" y="0"/>
                  </a:lnTo>
                  <a:lnTo>
                    <a:pt x="167454" y="0"/>
                  </a:lnTo>
                  <a:lnTo>
                    <a:pt x="182106" y="0"/>
                  </a:lnTo>
                  <a:lnTo>
                    <a:pt x="196757" y="0"/>
                  </a:lnTo>
                  <a:lnTo>
                    <a:pt x="211409" y="0"/>
                  </a:lnTo>
                  <a:lnTo>
                    <a:pt x="226060" y="0"/>
                  </a:lnTo>
                  <a:lnTo>
                    <a:pt x="240712" y="0"/>
                  </a:lnTo>
                  <a:lnTo>
                    <a:pt x="255363" y="0"/>
                  </a:lnTo>
                  <a:lnTo>
                    <a:pt x="270014" y="0"/>
                  </a:lnTo>
                  <a:lnTo>
                    <a:pt x="284666" y="0"/>
                  </a:lnTo>
                  <a:lnTo>
                    <a:pt x="299317" y="0"/>
                  </a:lnTo>
                  <a:lnTo>
                    <a:pt x="313969" y="0"/>
                  </a:lnTo>
                  <a:lnTo>
                    <a:pt x="328620" y="0"/>
                  </a:lnTo>
                  <a:lnTo>
                    <a:pt x="343271" y="0"/>
                  </a:lnTo>
                  <a:lnTo>
                    <a:pt x="357923" y="0"/>
                  </a:lnTo>
                  <a:lnTo>
                    <a:pt x="372574" y="0"/>
                  </a:lnTo>
                  <a:lnTo>
                    <a:pt x="387226" y="0"/>
                  </a:lnTo>
                  <a:lnTo>
                    <a:pt x="401877" y="0"/>
                  </a:lnTo>
                  <a:lnTo>
                    <a:pt x="416528" y="0"/>
                  </a:lnTo>
                  <a:lnTo>
                    <a:pt x="431180" y="0"/>
                  </a:lnTo>
                  <a:lnTo>
                    <a:pt x="445831" y="0"/>
                  </a:lnTo>
                  <a:lnTo>
                    <a:pt x="460483" y="0"/>
                  </a:lnTo>
                  <a:lnTo>
                    <a:pt x="475134" y="0"/>
                  </a:lnTo>
                  <a:lnTo>
                    <a:pt x="489786" y="0"/>
                  </a:lnTo>
                  <a:lnTo>
                    <a:pt x="504437" y="0"/>
                  </a:lnTo>
                  <a:lnTo>
                    <a:pt x="519088" y="0"/>
                  </a:lnTo>
                  <a:lnTo>
                    <a:pt x="533740" y="0"/>
                  </a:lnTo>
                  <a:lnTo>
                    <a:pt x="548391" y="0"/>
                  </a:lnTo>
                  <a:lnTo>
                    <a:pt x="563043" y="0"/>
                  </a:lnTo>
                  <a:lnTo>
                    <a:pt x="577694" y="0"/>
                  </a:lnTo>
                  <a:lnTo>
                    <a:pt x="592345" y="0"/>
                  </a:lnTo>
                  <a:lnTo>
                    <a:pt x="606997" y="0"/>
                  </a:lnTo>
                  <a:lnTo>
                    <a:pt x="621648" y="0"/>
                  </a:lnTo>
                  <a:lnTo>
                    <a:pt x="636300" y="0"/>
                  </a:lnTo>
                  <a:lnTo>
                    <a:pt x="650951" y="0"/>
                  </a:lnTo>
                  <a:lnTo>
                    <a:pt x="665602" y="0"/>
                  </a:lnTo>
                  <a:lnTo>
                    <a:pt x="680254" y="0"/>
                  </a:lnTo>
                  <a:lnTo>
                    <a:pt x="694905" y="0"/>
                  </a:lnTo>
                  <a:lnTo>
                    <a:pt x="709557" y="0"/>
                  </a:lnTo>
                  <a:lnTo>
                    <a:pt x="724208" y="0"/>
                  </a:lnTo>
                  <a:lnTo>
                    <a:pt x="738860" y="0"/>
                  </a:lnTo>
                  <a:lnTo>
                    <a:pt x="753511" y="0"/>
                  </a:lnTo>
                  <a:lnTo>
                    <a:pt x="768162" y="0"/>
                  </a:lnTo>
                  <a:lnTo>
                    <a:pt x="782814" y="0"/>
                  </a:lnTo>
                  <a:lnTo>
                    <a:pt x="797465" y="0"/>
                  </a:lnTo>
                  <a:lnTo>
                    <a:pt x="812117" y="0"/>
                  </a:lnTo>
                  <a:lnTo>
                    <a:pt x="826768" y="0"/>
                  </a:lnTo>
                  <a:lnTo>
                    <a:pt x="841419" y="0"/>
                  </a:lnTo>
                  <a:lnTo>
                    <a:pt x="856071" y="0"/>
                  </a:lnTo>
                  <a:lnTo>
                    <a:pt x="870722" y="0"/>
                  </a:lnTo>
                  <a:lnTo>
                    <a:pt x="885374" y="0"/>
                  </a:lnTo>
                  <a:lnTo>
                    <a:pt x="900025" y="0"/>
                  </a:lnTo>
                  <a:lnTo>
                    <a:pt x="914677" y="0"/>
                  </a:lnTo>
                  <a:lnTo>
                    <a:pt x="929328" y="0"/>
                  </a:lnTo>
                  <a:lnTo>
                    <a:pt x="943979" y="0"/>
                  </a:lnTo>
                  <a:lnTo>
                    <a:pt x="958631" y="0"/>
                  </a:lnTo>
                  <a:lnTo>
                    <a:pt x="973282" y="0"/>
                  </a:lnTo>
                  <a:lnTo>
                    <a:pt x="987934" y="0"/>
                  </a:lnTo>
                  <a:lnTo>
                    <a:pt x="1002585" y="0"/>
                  </a:lnTo>
                  <a:lnTo>
                    <a:pt x="1017236" y="0"/>
                  </a:lnTo>
                  <a:lnTo>
                    <a:pt x="1031888" y="0"/>
                  </a:lnTo>
                  <a:lnTo>
                    <a:pt x="1046539" y="0"/>
                  </a:lnTo>
                  <a:lnTo>
                    <a:pt x="1061191" y="0"/>
                  </a:lnTo>
                  <a:lnTo>
                    <a:pt x="1075842" y="0"/>
                  </a:lnTo>
                  <a:lnTo>
                    <a:pt x="1090493" y="0"/>
                  </a:lnTo>
                  <a:lnTo>
                    <a:pt x="1105145" y="0"/>
                  </a:lnTo>
                  <a:lnTo>
                    <a:pt x="1119796" y="0"/>
                  </a:lnTo>
                  <a:lnTo>
                    <a:pt x="1134448" y="0"/>
                  </a:lnTo>
                  <a:lnTo>
                    <a:pt x="1149099" y="0"/>
                  </a:lnTo>
                  <a:lnTo>
                    <a:pt x="1161025" y="0"/>
                  </a:lnTo>
                  <a:lnTo>
                    <a:pt x="1161025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" name="pl4063"/>
            <p:cNvSpPr/>
            <p:nvPr/>
          </p:nvSpPr>
          <p:spPr>
            <a:xfrm>
              <a:off x="2045346" y="2269151"/>
              <a:ext cx="1161025" cy="0"/>
            </a:xfrm>
            <a:custGeom>
              <a:avLst/>
              <a:pathLst>
                <a:path w="1161025" h="0">
                  <a:moveTo>
                    <a:pt x="0" y="0"/>
                  </a:moveTo>
                  <a:lnTo>
                    <a:pt x="6289" y="0"/>
                  </a:lnTo>
                  <a:lnTo>
                    <a:pt x="20940" y="0"/>
                  </a:lnTo>
                  <a:lnTo>
                    <a:pt x="35592" y="0"/>
                  </a:lnTo>
                  <a:lnTo>
                    <a:pt x="50243" y="0"/>
                  </a:lnTo>
                  <a:lnTo>
                    <a:pt x="64895" y="0"/>
                  </a:lnTo>
                  <a:lnTo>
                    <a:pt x="79546" y="0"/>
                  </a:lnTo>
                  <a:lnTo>
                    <a:pt x="94197" y="0"/>
                  </a:lnTo>
                  <a:lnTo>
                    <a:pt x="108849" y="0"/>
                  </a:lnTo>
                  <a:lnTo>
                    <a:pt x="123500" y="0"/>
                  </a:lnTo>
                  <a:lnTo>
                    <a:pt x="138152" y="0"/>
                  </a:lnTo>
                  <a:lnTo>
                    <a:pt x="152803" y="0"/>
                  </a:lnTo>
                  <a:lnTo>
                    <a:pt x="167454" y="0"/>
                  </a:lnTo>
                  <a:lnTo>
                    <a:pt x="182106" y="0"/>
                  </a:lnTo>
                  <a:lnTo>
                    <a:pt x="196757" y="0"/>
                  </a:lnTo>
                  <a:lnTo>
                    <a:pt x="211409" y="0"/>
                  </a:lnTo>
                  <a:lnTo>
                    <a:pt x="226060" y="0"/>
                  </a:lnTo>
                  <a:lnTo>
                    <a:pt x="240712" y="0"/>
                  </a:lnTo>
                  <a:lnTo>
                    <a:pt x="255363" y="0"/>
                  </a:lnTo>
                  <a:lnTo>
                    <a:pt x="270014" y="0"/>
                  </a:lnTo>
                  <a:lnTo>
                    <a:pt x="284666" y="0"/>
                  </a:lnTo>
                  <a:lnTo>
                    <a:pt x="299317" y="0"/>
                  </a:lnTo>
                  <a:lnTo>
                    <a:pt x="313969" y="0"/>
                  </a:lnTo>
                  <a:lnTo>
                    <a:pt x="328620" y="0"/>
                  </a:lnTo>
                  <a:lnTo>
                    <a:pt x="343271" y="0"/>
                  </a:lnTo>
                  <a:lnTo>
                    <a:pt x="357923" y="0"/>
                  </a:lnTo>
                  <a:lnTo>
                    <a:pt x="372574" y="0"/>
                  </a:lnTo>
                  <a:lnTo>
                    <a:pt x="387226" y="0"/>
                  </a:lnTo>
                  <a:lnTo>
                    <a:pt x="401877" y="0"/>
                  </a:lnTo>
                  <a:lnTo>
                    <a:pt x="416528" y="0"/>
                  </a:lnTo>
                  <a:lnTo>
                    <a:pt x="431180" y="0"/>
                  </a:lnTo>
                  <a:lnTo>
                    <a:pt x="445831" y="0"/>
                  </a:lnTo>
                  <a:lnTo>
                    <a:pt x="460483" y="0"/>
                  </a:lnTo>
                  <a:lnTo>
                    <a:pt x="475134" y="0"/>
                  </a:lnTo>
                  <a:lnTo>
                    <a:pt x="489786" y="0"/>
                  </a:lnTo>
                  <a:lnTo>
                    <a:pt x="504437" y="0"/>
                  </a:lnTo>
                  <a:lnTo>
                    <a:pt x="519088" y="0"/>
                  </a:lnTo>
                  <a:lnTo>
                    <a:pt x="533740" y="0"/>
                  </a:lnTo>
                  <a:lnTo>
                    <a:pt x="548391" y="0"/>
                  </a:lnTo>
                  <a:lnTo>
                    <a:pt x="563043" y="0"/>
                  </a:lnTo>
                  <a:lnTo>
                    <a:pt x="577694" y="0"/>
                  </a:lnTo>
                  <a:lnTo>
                    <a:pt x="592345" y="0"/>
                  </a:lnTo>
                  <a:lnTo>
                    <a:pt x="606997" y="0"/>
                  </a:lnTo>
                  <a:lnTo>
                    <a:pt x="621648" y="0"/>
                  </a:lnTo>
                  <a:lnTo>
                    <a:pt x="636300" y="0"/>
                  </a:lnTo>
                  <a:lnTo>
                    <a:pt x="650951" y="0"/>
                  </a:lnTo>
                  <a:lnTo>
                    <a:pt x="665602" y="0"/>
                  </a:lnTo>
                  <a:lnTo>
                    <a:pt x="680254" y="0"/>
                  </a:lnTo>
                  <a:lnTo>
                    <a:pt x="694905" y="0"/>
                  </a:lnTo>
                  <a:lnTo>
                    <a:pt x="709557" y="0"/>
                  </a:lnTo>
                  <a:lnTo>
                    <a:pt x="724208" y="0"/>
                  </a:lnTo>
                  <a:lnTo>
                    <a:pt x="738860" y="0"/>
                  </a:lnTo>
                  <a:lnTo>
                    <a:pt x="753511" y="0"/>
                  </a:lnTo>
                  <a:lnTo>
                    <a:pt x="768162" y="0"/>
                  </a:lnTo>
                  <a:lnTo>
                    <a:pt x="782814" y="0"/>
                  </a:lnTo>
                  <a:lnTo>
                    <a:pt x="797465" y="0"/>
                  </a:lnTo>
                  <a:lnTo>
                    <a:pt x="812117" y="0"/>
                  </a:lnTo>
                  <a:lnTo>
                    <a:pt x="826768" y="0"/>
                  </a:lnTo>
                  <a:lnTo>
                    <a:pt x="841419" y="0"/>
                  </a:lnTo>
                  <a:lnTo>
                    <a:pt x="856071" y="0"/>
                  </a:lnTo>
                  <a:lnTo>
                    <a:pt x="870722" y="0"/>
                  </a:lnTo>
                  <a:lnTo>
                    <a:pt x="885374" y="0"/>
                  </a:lnTo>
                  <a:lnTo>
                    <a:pt x="900025" y="0"/>
                  </a:lnTo>
                  <a:lnTo>
                    <a:pt x="914677" y="0"/>
                  </a:lnTo>
                  <a:lnTo>
                    <a:pt x="929328" y="0"/>
                  </a:lnTo>
                  <a:lnTo>
                    <a:pt x="943979" y="0"/>
                  </a:lnTo>
                  <a:lnTo>
                    <a:pt x="958631" y="0"/>
                  </a:lnTo>
                  <a:lnTo>
                    <a:pt x="973282" y="0"/>
                  </a:lnTo>
                  <a:lnTo>
                    <a:pt x="987934" y="0"/>
                  </a:lnTo>
                  <a:lnTo>
                    <a:pt x="1002585" y="0"/>
                  </a:lnTo>
                  <a:lnTo>
                    <a:pt x="1017236" y="0"/>
                  </a:lnTo>
                  <a:lnTo>
                    <a:pt x="1031888" y="0"/>
                  </a:lnTo>
                  <a:lnTo>
                    <a:pt x="1046539" y="0"/>
                  </a:lnTo>
                  <a:lnTo>
                    <a:pt x="1061191" y="0"/>
                  </a:lnTo>
                  <a:lnTo>
                    <a:pt x="1075842" y="0"/>
                  </a:lnTo>
                  <a:lnTo>
                    <a:pt x="1090493" y="0"/>
                  </a:lnTo>
                  <a:lnTo>
                    <a:pt x="1105145" y="0"/>
                  </a:lnTo>
                  <a:lnTo>
                    <a:pt x="1119796" y="0"/>
                  </a:lnTo>
                  <a:lnTo>
                    <a:pt x="1134448" y="0"/>
                  </a:lnTo>
                  <a:lnTo>
                    <a:pt x="1149099" y="0"/>
                  </a:lnTo>
                  <a:lnTo>
                    <a:pt x="1161025" y="0"/>
                  </a:lnTo>
                  <a:lnTo>
                    <a:pt x="1161025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l4064"/>
            <p:cNvSpPr/>
            <p:nvPr/>
          </p:nvSpPr>
          <p:spPr>
            <a:xfrm>
              <a:off x="2045346" y="2006268"/>
              <a:ext cx="1161025" cy="0"/>
            </a:xfrm>
            <a:custGeom>
              <a:avLst/>
              <a:pathLst>
                <a:path w="1161025" h="0">
                  <a:moveTo>
                    <a:pt x="0" y="0"/>
                  </a:moveTo>
                  <a:lnTo>
                    <a:pt x="6289" y="0"/>
                  </a:lnTo>
                  <a:lnTo>
                    <a:pt x="20940" y="0"/>
                  </a:lnTo>
                  <a:lnTo>
                    <a:pt x="35592" y="0"/>
                  </a:lnTo>
                  <a:lnTo>
                    <a:pt x="50243" y="0"/>
                  </a:lnTo>
                  <a:lnTo>
                    <a:pt x="64895" y="0"/>
                  </a:lnTo>
                  <a:lnTo>
                    <a:pt x="79546" y="0"/>
                  </a:lnTo>
                  <a:lnTo>
                    <a:pt x="94197" y="0"/>
                  </a:lnTo>
                  <a:lnTo>
                    <a:pt x="108849" y="0"/>
                  </a:lnTo>
                  <a:lnTo>
                    <a:pt x="123500" y="0"/>
                  </a:lnTo>
                  <a:lnTo>
                    <a:pt x="138152" y="0"/>
                  </a:lnTo>
                  <a:lnTo>
                    <a:pt x="152803" y="0"/>
                  </a:lnTo>
                  <a:lnTo>
                    <a:pt x="167454" y="0"/>
                  </a:lnTo>
                  <a:lnTo>
                    <a:pt x="182106" y="0"/>
                  </a:lnTo>
                  <a:lnTo>
                    <a:pt x="196757" y="0"/>
                  </a:lnTo>
                  <a:lnTo>
                    <a:pt x="211409" y="0"/>
                  </a:lnTo>
                  <a:lnTo>
                    <a:pt x="226060" y="0"/>
                  </a:lnTo>
                  <a:lnTo>
                    <a:pt x="240712" y="0"/>
                  </a:lnTo>
                  <a:lnTo>
                    <a:pt x="255363" y="0"/>
                  </a:lnTo>
                  <a:lnTo>
                    <a:pt x="270014" y="0"/>
                  </a:lnTo>
                  <a:lnTo>
                    <a:pt x="284666" y="0"/>
                  </a:lnTo>
                  <a:lnTo>
                    <a:pt x="299317" y="0"/>
                  </a:lnTo>
                  <a:lnTo>
                    <a:pt x="313969" y="0"/>
                  </a:lnTo>
                  <a:lnTo>
                    <a:pt x="328620" y="0"/>
                  </a:lnTo>
                  <a:lnTo>
                    <a:pt x="343271" y="0"/>
                  </a:lnTo>
                  <a:lnTo>
                    <a:pt x="357923" y="0"/>
                  </a:lnTo>
                  <a:lnTo>
                    <a:pt x="372574" y="0"/>
                  </a:lnTo>
                  <a:lnTo>
                    <a:pt x="387226" y="0"/>
                  </a:lnTo>
                  <a:lnTo>
                    <a:pt x="401877" y="0"/>
                  </a:lnTo>
                  <a:lnTo>
                    <a:pt x="416528" y="0"/>
                  </a:lnTo>
                  <a:lnTo>
                    <a:pt x="431180" y="0"/>
                  </a:lnTo>
                  <a:lnTo>
                    <a:pt x="445831" y="0"/>
                  </a:lnTo>
                  <a:lnTo>
                    <a:pt x="460483" y="0"/>
                  </a:lnTo>
                  <a:lnTo>
                    <a:pt x="475134" y="0"/>
                  </a:lnTo>
                  <a:lnTo>
                    <a:pt x="489786" y="0"/>
                  </a:lnTo>
                  <a:lnTo>
                    <a:pt x="504437" y="0"/>
                  </a:lnTo>
                  <a:lnTo>
                    <a:pt x="519088" y="0"/>
                  </a:lnTo>
                  <a:lnTo>
                    <a:pt x="533740" y="0"/>
                  </a:lnTo>
                  <a:lnTo>
                    <a:pt x="548391" y="0"/>
                  </a:lnTo>
                  <a:lnTo>
                    <a:pt x="563043" y="0"/>
                  </a:lnTo>
                  <a:lnTo>
                    <a:pt x="577694" y="0"/>
                  </a:lnTo>
                  <a:lnTo>
                    <a:pt x="592345" y="0"/>
                  </a:lnTo>
                  <a:lnTo>
                    <a:pt x="606997" y="0"/>
                  </a:lnTo>
                  <a:lnTo>
                    <a:pt x="621648" y="0"/>
                  </a:lnTo>
                  <a:lnTo>
                    <a:pt x="636300" y="0"/>
                  </a:lnTo>
                  <a:lnTo>
                    <a:pt x="650951" y="0"/>
                  </a:lnTo>
                  <a:lnTo>
                    <a:pt x="665602" y="0"/>
                  </a:lnTo>
                  <a:lnTo>
                    <a:pt x="680254" y="0"/>
                  </a:lnTo>
                  <a:lnTo>
                    <a:pt x="694905" y="0"/>
                  </a:lnTo>
                  <a:lnTo>
                    <a:pt x="709557" y="0"/>
                  </a:lnTo>
                  <a:lnTo>
                    <a:pt x="724208" y="0"/>
                  </a:lnTo>
                  <a:lnTo>
                    <a:pt x="738860" y="0"/>
                  </a:lnTo>
                  <a:lnTo>
                    <a:pt x="753511" y="0"/>
                  </a:lnTo>
                  <a:lnTo>
                    <a:pt x="768162" y="0"/>
                  </a:lnTo>
                  <a:lnTo>
                    <a:pt x="782814" y="0"/>
                  </a:lnTo>
                  <a:lnTo>
                    <a:pt x="797465" y="0"/>
                  </a:lnTo>
                  <a:lnTo>
                    <a:pt x="812117" y="0"/>
                  </a:lnTo>
                  <a:lnTo>
                    <a:pt x="826768" y="0"/>
                  </a:lnTo>
                  <a:lnTo>
                    <a:pt x="841419" y="0"/>
                  </a:lnTo>
                  <a:lnTo>
                    <a:pt x="856071" y="0"/>
                  </a:lnTo>
                  <a:lnTo>
                    <a:pt x="870722" y="0"/>
                  </a:lnTo>
                  <a:lnTo>
                    <a:pt x="885374" y="0"/>
                  </a:lnTo>
                  <a:lnTo>
                    <a:pt x="900025" y="0"/>
                  </a:lnTo>
                  <a:lnTo>
                    <a:pt x="914677" y="0"/>
                  </a:lnTo>
                  <a:lnTo>
                    <a:pt x="929328" y="0"/>
                  </a:lnTo>
                  <a:lnTo>
                    <a:pt x="943979" y="0"/>
                  </a:lnTo>
                  <a:lnTo>
                    <a:pt x="958631" y="0"/>
                  </a:lnTo>
                  <a:lnTo>
                    <a:pt x="973282" y="0"/>
                  </a:lnTo>
                  <a:lnTo>
                    <a:pt x="987934" y="0"/>
                  </a:lnTo>
                  <a:lnTo>
                    <a:pt x="1002585" y="0"/>
                  </a:lnTo>
                  <a:lnTo>
                    <a:pt x="1017236" y="0"/>
                  </a:lnTo>
                  <a:lnTo>
                    <a:pt x="1031888" y="0"/>
                  </a:lnTo>
                  <a:lnTo>
                    <a:pt x="1046539" y="0"/>
                  </a:lnTo>
                  <a:lnTo>
                    <a:pt x="1061191" y="0"/>
                  </a:lnTo>
                  <a:lnTo>
                    <a:pt x="1075842" y="0"/>
                  </a:lnTo>
                  <a:lnTo>
                    <a:pt x="1090493" y="0"/>
                  </a:lnTo>
                  <a:lnTo>
                    <a:pt x="1105145" y="0"/>
                  </a:lnTo>
                  <a:lnTo>
                    <a:pt x="1119796" y="0"/>
                  </a:lnTo>
                  <a:lnTo>
                    <a:pt x="1134448" y="0"/>
                  </a:lnTo>
                  <a:lnTo>
                    <a:pt x="1149099" y="0"/>
                  </a:lnTo>
                  <a:lnTo>
                    <a:pt x="1161025" y="0"/>
                  </a:lnTo>
                  <a:lnTo>
                    <a:pt x="1161025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l4065"/>
            <p:cNvSpPr/>
            <p:nvPr/>
          </p:nvSpPr>
          <p:spPr>
            <a:xfrm>
              <a:off x="2045346" y="1743385"/>
              <a:ext cx="1161025" cy="0"/>
            </a:xfrm>
            <a:custGeom>
              <a:avLst/>
              <a:pathLst>
                <a:path w="1161025" h="0">
                  <a:moveTo>
                    <a:pt x="0" y="0"/>
                  </a:moveTo>
                  <a:lnTo>
                    <a:pt x="6289" y="0"/>
                  </a:lnTo>
                  <a:lnTo>
                    <a:pt x="20940" y="0"/>
                  </a:lnTo>
                  <a:lnTo>
                    <a:pt x="35592" y="0"/>
                  </a:lnTo>
                  <a:lnTo>
                    <a:pt x="50243" y="0"/>
                  </a:lnTo>
                  <a:lnTo>
                    <a:pt x="64895" y="0"/>
                  </a:lnTo>
                  <a:lnTo>
                    <a:pt x="79546" y="0"/>
                  </a:lnTo>
                  <a:lnTo>
                    <a:pt x="94197" y="0"/>
                  </a:lnTo>
                  <a:lnTo>
                    <a:pt x="108849" y="0"/>
                  </a:lnTo>
                  <a:lnTo>
                    <a:pt x="123500" y="0"/>
                  </a:lnTo>
                  <a:lnTo>
                    <a:pt x="138152" y="0"/>
                  </a:lnTo>
                  <a:lnTo>
                    <a:pt x="152803" y="0"/>
                  </a:lnTo>
                  <a:lnTo>
                    <a:pt x="167454" y="0"/>
                  </a:lnTo>
                  <a:lnTo>
                    <a:pt x="182106" y="0"/>
                  </a:lnTo>
                  <a:lnTo>
                    <a:pt x="196757" y="0"/>
                  </a:lnTo>
                  <a:lnTo>
                    <a:pt x="211409" y="0"/>
                  </a:lnTo>
                  <a:lnTo>
                    <a:pt x="226060" y="0"/>
                  </a:lnTo>
                  <a:lnTo>
                    <a:pt x="240712" y="0"/>
                  </a:lnTo>
                  <a:lnTo>
                    <a:pt x="255363" y="0"/>
                  </a:lnTo>
                  <a:lnTo>
                    <a:pt x="270014" y="0"/>
                  </a:lnTo>
                  <a:lnTo>
                    <a:pt x="284666" y="0"/>
                  </a:lnTo>
                  <a:lnTo>
                    <a:pt x="299317" y="0"/>
                  </a:lnTo>
                  <a:lnTo>
                    <a:pt x="313969" y="0"/>
                  </a:lnTo>
                  <a:lnTo>
                    <a:pt x="328620" y="0"/>
                  </a:lnTo>
                  <a:lnTo>
                    <a:pt x="343271" y="0"/>
                  </a:lnTo>
                  <a:lnTo>
                    <a:pt x="357923" y="0"/>
                  </a:lnTo>
                  <a:lnTo>
                    <a:pt x="372574" y="0"/>
                  </a:lnTo>
                  <a:lnTo>
                    <a:pt x="387226" y="0"/>
                  </a:lnTo>
                  <a:lnTo>
                    <a:pt x="401877" y="0"/>
                  </a:lnTo>
                  <a:lnTo>
                    <a:pt x="416528" y="0"/>
                  </a:lnTo>
                  <a:lnTo>
                    <a:pt x="431180" y="0"/>
                  </a:lnTo>
                  <a:lnTo>
                    <a:pt x="445831" y="0"/>
                  </a:lnTo>
                  <a:lnTo>
                    <a:pt x="460483" y="0"/>
                  </a:lnTo>
                  <a:lnTo>
                    <a:pt x="475134" y="0"/>
                  </a:lnTo>
                  <a:lnTo>
                    <a:pt x="489786" y="0"/>
                  </a:lnTo>
                  <a:lnTo>
                    <a:pt x="504437" y="0"/>
                  </a:lnTo>
                  <a:lnTo>
                    <a:pt x="519088" y="0"/>
                  </a:lnTo>
                  <a:lnTo>
                    <a:pt x="533740" y="0"/>
                  </a:lnTo>
                  <a:lnTo>
                    <a:pt x="548391" y="0"/>
                  </a:lnTo>
                  <a:lnTo>
                    <a:pt x="563043" y="0"/>
                  </a:lnTo>
                  <a:lnTo>
                    <a:pt x="577694" y="0"/>
                  </a:lnTo>
                  <a:lnTo>
                    <a:pt x="592345" y="0"/>
                  </a:lnTo>
                  <a:lnTo>
                    <a:pt x="606997" y="0"/>
                  </a:lnTo>
                  <a:lnTo>
                    <a:pt x="621648" y="0"/>
                  </a:lnTo>
                  <a:lnTo>
                    <a:pt x="636300" y="0"/>
                  </a:lnTo>
                  <a:lnTo>
                    <a:pt x="650951" y="0"/>
                  </a:lnTo>
                  <a:lnTo>
                    <a:pt x="665602" y="0"/>
                  </a:lnTo>
                  <a:lnTo>
                    <a:pt x="680254" y="0"/>
                  </a:lnTo>
                  <a:lnTo>
                    <a:pt x="694905" y="0"/>
                  </a:lnTo>
                  <a:lnTo>
                    <a:pt x="709557" y="0"/>
                  </a:lnTo>
                  <a:lnTo>
                    <a:pt x="724208" y="0"/>
                  </a:lnTo>
                  <a:lnTo>
                    <a:pt x="738860" y="0"/>
                  </a:lnTo>
                  <a:lnTo>
                    <a:pt x="753511" y="0"/>
                  </a:lnTo>
                  <a:lnTo>
                    <a:pt x="768162" y="0"/>
                  </a:lnTo>
                  <a:lnTo>
                    <a:pt x="782814" y="0"/>
                  </a:lnTo>
                  <a:lnTo>
                    <a:pt x="797465" y="0"/>
                  </a:lnTo>
                  <a:lnTo>
                    <a:pt x="812117" y="0"/>
                  </a:lnTo>
                  <a:lnTo>
                    <a:pt x="826768" y="0"/>
                  </a:lnTo>
                  <a:lnTo>
                    <a:pt x="841419" y="0"/>
                  </a:lnTo>
                  <a:lnTo>
                    <a:pt x="856071" y="0"/>
                  </a:lnTo>
                  <a:lnTo>
                    <a:pt x="870722" y="0"/>
                  </a:lnTo>
                  <a:lnTo>
                    <a:pt x="885374" y="0"/>
                  </a:lnTo>
                  <a:lnTo>
                    <a:pt x="900025" y="0"/>
                  </a:lnTo>
                  <a:lnTo>
                    <a:pt x="914677" y="0"/>
                  </a:lnTo>
                  <a:lnTo>
                    <a:pt x="929328" y="0"/>
                  </a:lnTo>
                  <a:lnTo>
                    <a:pt x="943979" y="0"/>
                  </a:lnTo>
                  <a:lnTo>
                    <a:pt x="958631" y="0"/>
                  </a:lnTo>
                  <a:lnTo>
                    <a:pt x="973282" y="0"/>
                  </a:lnTo>
                  <a:lnTo>
                    <a:pt x="987934" y="0"/>
                  </a:lnTo>
                  <a:lnTo>
                    <a:pt x="1002585" y="0"/>
                  </a:lnTo>
                  <a:lnTo>
                    <a:pt x="1017236" y="0"/>
                  </a:lnTo>
                  <a:lnTo>
                    <a:pt x="1031888" y="0"/>
                  </a:lnTo>
                  <a:lnTo>
                    <a:pt x="1046539" y="0"/>
                  </a:lnTo>
                  <a:lnTo>
                    <a:pt x="1061191" y="0"/>
                  </a:lnTo>
                  <a:lnTo>
                    <a:pt x="1075842" y="0"/>
                  </a:lnTo>
                  <a:lnTo>
                    <a:pt x="1090493" y="0"/>
                  </a:lnTo>
                  <a:lnTo>
                    <a:pt x="1105145" y="0"/>
                  </a:lnTo>
                  <a:lnTo>
                    <a:pt x="1119796" y="0"/>
                  </a:lnTo>
                  <a:lnTo>
                    <a:pt x="1134448" y="0"/>
                  </a:lnTo>
                  <a:lnTo>
                    <a:pt x="1149099" y="0"/>
                  </a:lnTo>
                  <a:lnTo>
                    <a:pt x="1161025" y="0"/>
                  </a:lnTo>
                  <a:lnTo>
                    <a:pt x="1161025" y="0"/>
                  </a:lnTo>
                </a:path>
              </a:pathLst>
            </a:custGeom>
            <a:ln w="9525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h4066"/>
            <p:cNvSpPr/>
            <p:nvPr/>
          </p:nvSpPr>
          <p:spPr>
            <a:xfrm>
              <a:off x="1653948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h4067"/>
            <p:cNvSpPr/>
            <p:nvPr/>
          </p:nvSpPr>
          <p:spPr>
            <a:xfrm>
              <a:off x="1676733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h4068"/>
            <p:cNvSpPr/>
            <p:nvPr/>
          </p:nvSpPr>
          <p:spPr>
            <a:xfrm>
              <a:off x="1699517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h4069"/>
            <p:cNvSpPr/>
            <p:nvPr/>
          </p:nvSpPr>
          <p:spPr>
            <a:xfrm>
              <a:off x="1722302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h4070"/>
            <p:cNvSpPr/>
            <p:nvPr/>
          </p:nvSpPr>
          <p:spPr>
            <a:xfrm>
              <a:off x="1745087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h4071"/>
            <p:cNvSpPr/>
            <p:nvPr/>
          </p:nvSpPr>
          <p:spPr>
            <a:xfrm>
              <a:off x="1767871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h4072"/>
            <p:cNvSpPr/>
            <p:nvPr/>
          </p:nvSpPr>
          <p:spPr>
            <a:xfrm>
              <a:off x="1790656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h4073"/>
            <p:cNvSpPr/>
            <p:nvPr/>
          </p:nvSpPr>
          <p:spPr>
            <a:xfrm>
              <a:off x="1904578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1927363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1950148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1972932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1995717" y="8177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1631164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1653948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1676733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1699517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1722302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1745087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1767871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1790656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1904578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1927363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1950148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1972932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1995717" y="8466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1517241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1540025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1562810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1585595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1608379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1631164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1653948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1676733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1699517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1722302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1745087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1767871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1881794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1904578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1927363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1950148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1972932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1995717" y="87554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1494456" y="904447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1517241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1540025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1562810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1585595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1608379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1631164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1653948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8AA6">
                <a:alpha val="100000"/>
              </a:srgbClr>
            </a:solidFill>
            <a:ln w="5420" cap="flat">
              <a:solidFill>
                <a:srgbClr val="388A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1676733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1699517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1722302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1745087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1859009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1881794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1904578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1927363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1950148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1972932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1995717" y="9044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1448887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1471672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1494456" y="933353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1517241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1540025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1562810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1585595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1608379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87A6">
                <a:alpha val="100000"/>
              </a:srgbClr>
            </a:solidFill>
            <a:ln w="5420" cap="flat">
              <a:solidFill>
                <a:srgbClr val="38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1631164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1653948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1676733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1699517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8CA7">
                <a:alpha val="100000"/>
              </a:srgbClr>
            </a:solidFill>
            <a:ln w="5420" cap="flat">
              <a:solidFill>
                <a:srgbClr val="37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1836225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1859009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1881794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1904578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1927363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1950148" y="9333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1403318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1426103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1448887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1471672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1494456" y="962259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1517241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1540025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1562810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1585595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8CA7">
                <a:alpha val="100000"/>
              </a:srgbClr>
            </a:solidFill>
            <a:ln w="5420" cap="flat">
              <a:solidFill>
                <a:srgbClr val="388C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1608379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1631164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84A5">
                <a:alpha val="100000"/>
              </a:srgbClr>
            </a:solidFill>
            <a:ln w="5420" cap="flat">
              <a:solidFill>
                <a:srgbClr val="3984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1653948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82A4">
                <a:alpha val="100000"/>
              </a:srgbClr>
            </a:solidFill>
            <a:ln w="5420" cap="flat">
              <a:solidFill>
                <a:srgbClr val="3982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1676733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82A5">
                <a:alpha val="100000"/>
              </a:srgbClr>
            </a:solidFill>
            <a:ln w="5420" cap="flat">
              <a:solidFill>
                <a:srgbClr val="3982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1699517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1722302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9A9">
                <a:alpha val="100000"/>
              </a:srgbClr>
            </a:solidFill>
            <a:ln w="5420" cap="flat">
              <a:solidFill>
                <a:srgbClr val="37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1745087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1767871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1813440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1836225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1859009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1881794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1904578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1927363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1950148" y="9622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1403318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1426103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1448887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1471672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1494456" y="991165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1517241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1540025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1562810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1585595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1608379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8BA6">
                <a:alpha val="100000"/>
              </a:srgbClr>
            </a:solidFill>
            <a:ln w="5420" cap="flat">
              <a:solidFill>
                <a:srgbClr val="388B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1631164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1653948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87A6">
                <a:alpha val="100000"/>
              </a:srgbClr>
            </a:solidFill>
            <a:ln w="5420" cap="flat">
              <a:solidFill>
                <a:srgbClr val="398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1676733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88A6">
                <a:alpha val="100000"/>
              </a:srgbClr>
            </a:solidFill>
            <a:ln w="5420" cap="flat">
              <a:solidFill>
                <a:srgbClr val="3888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1699517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1722302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1745087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1767871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1790656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1813440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1836225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1859009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1881794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1904578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1927363" y="9911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AAA">
                <a:alpha val="100000"/>
              </a:srgbClr>
            </a:solidFill>
            <a:ln w="5420" cap="flat">
              <a:solidFill>
                <a:srgbClr val="46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1403318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1426103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1448887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1471672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1494456" y="1020071"/>
              <a:ext cx="937184" cy="943305"/>
            </a:xfrm>
            <a:custGeom>
              <a:avLst/>
              <a:pathLst>
                <a:path w="937184" h="943305">
                  <a:moveTo>
                    <a:pt x="914399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1517241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1540025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1562810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1585595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1608379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1631164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8EA7">
                <a:alpha val="100000"/>
              </a:srgbClr>
            </a:solidFill>
            <a:ln w="5420" cap="flat">
              <a:solidFill>
                <a:srgbClr val="378E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1653948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1676733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1699517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1722302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1745087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1767871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1790656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1813440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1836225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1859009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1881794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1904578" y="1020071"/>
              <a:ext cx="937184" cy="943305"/>
            </a:xfrm>
            <a:custGeom>
              <a:avLst/>
              <a:pathLst>
                <a:path w="937184" h="943305">
                  <a:moveTo>
                    <a:pt x="914400" y="914399"/>
                  </a:moveTo>
                  <a:lnTo>
                    <a:pt x="937184" y="914399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1334964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1357749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1403318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1426103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1448887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1471672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1494456" y="1048977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1517241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1540025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1562810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7A9">
                <a:alpha val="100000"/>
              </a:srgbClr>
            </a:solidFill>
            <a:ln w="5420" cap="flat">
              <a:solidFill>
                <a:srgbClr val="35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1631164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1653948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1676733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1699517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1722302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1745087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1767871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1790656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1813440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1836225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1859009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1881794" y="10489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1312180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1334964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1357749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1380534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1403318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1426103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1448887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1471672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1494456" y="1077883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1517241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1540025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1562810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1653948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1676733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1699517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1722302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1745087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1767871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1790656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1813440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1836225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1859009" y="10778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1289395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1312180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1334964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1357749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1380534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1403318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1426103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1448887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1471672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1494456" y="1106789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1517241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1540025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1562810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1653948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1676733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1699517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1722302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1745087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1767871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1790656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1813440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1836225" y="11067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1266611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1289395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1312180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1334964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1357749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1380534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1403318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1426103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1448887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1471672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1494456" y="1135694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1517241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1540025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1562810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1585595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1676733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1699517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1722302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1745087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1767871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1790656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1813440" y="113569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1266611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1289395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1312180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1334964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1357749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1380534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1403318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8A9">
                <a:alpha val="100000"/>
              </a:srgbClr>
            </a:solidFill>
            <a:ln w="5420" cap="flat">
              <a:solidFill>
                <a:srgbClr val="36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1426103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1448887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1471672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1494456" y="1164600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1517241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1540025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1562810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1585595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1676733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1699517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1722302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1745087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1767871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1790656" y="11646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1243826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1266611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1289395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1312180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1334964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1357749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1380534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1403318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1426103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1448887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1471672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1494456" y="1193506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1517241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1540025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1562810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1585595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1608379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1676733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1699517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1722302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1745087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1767871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9AEAB">
                <a:alpha val="100000"/>
              </a:srgbClr>
            </a:solidFill>
            <a:ln w="5420" cap="flat">
              <a:solidFill>
                <a:srgbClr val="49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1790656" y="11935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1243826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1266611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1289395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6A9">
                <a:alpha val="100000"/>
              </a:srgbClr>
            </a:solidFill>
            <a:ln w="5420" cap="flat">
              <a:solidFill>
                <a:srgbClr val="35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1312180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1334964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1357749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1380534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1403318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1426103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1448887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1471672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1494456" y="1222412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1517241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1540025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1562810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1585595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1608379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1631164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1699517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1722302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6AA">
                <a:alpha val="100000"/>
              </a:srgbClr>
            </a:solidFill>
            <a:ln w="5420" cap="flat">
              <a:solidFill>
                <a:srgbClr val="42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1745087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1767871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1790656" y="12224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1243826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1266611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1289395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1312180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1334964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1A8">
                <a:alpha val="100000"/>
              </a:srgbClr>
            </a:solidFill>
            <a:ln w="5420" cap="flat">
              <a:solidFill>
                <a:srgbClr val="369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1357749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1380534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1403318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1426103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1448887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1471672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1494456" y="1251318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1517241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1540025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1562810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1585595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DAA">
                <a:alpha val="100000"/>
              </a:srgbClr>
            </a:solidFill>
            <a:ln w="5420" cap="flat">
              <a:solidFill>
                <a:srgbClr val="3B9D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1608379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1631164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1676733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1699517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1722302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1745087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1767871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1790656" y="12513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6AA">
                <a:alpha val="100000"/>
              </a:srgbClr>
            </a:solidFill>
            <a:ln w="5420" cap="flat">
              <a:solidFill>
                <a:srgbClr val="43A6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1266611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1289395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1312180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1334964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1357749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1380534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1403318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1426103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1448887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1471672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6A9">
                <a:alpha val="100000"/>
              </a:srgbClr>
            </a:solidFill>
            <a:ln w="5420" cap="flat">
              <a:solidFill>
                <a:srgbClr val="3496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1494456" y="1280224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1517241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1540025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1562810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1585595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1608379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1631164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1653948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1676733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1699517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1722302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1745087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1A3AA">
                <a:alpha val="100000"/>
              </a:srgbClr>
            </a:solidFill>
            <a:ln w="5420" cap="flat">
              <a:solidFill>
                <a:srgbClr val="41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1767871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1A4AA">
                <a:alpha val="100000"/>
              </a:srgbClr>
            </a:solidFill>
            <a:ln w="5420" cap="flat">
              <a:solidFill>
                <a:srgbClr val="41A4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1790656" y="12802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1289395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1312180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1334964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1357749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1380534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1403318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1426103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1448887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1471672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1494456" y="1309130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1517241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1540025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1562810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1585595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1608379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1631164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1653948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1676733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1699517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1722302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1AA">
                <a:alpha val="100000"/>
              </a:srgbClr>
            </a:solidFill>
            <a:ln w="5420" cap="flat">
              <a:solidFill>
                <a:srgbClr val="3F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1745087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1767871" y="13091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1289395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1312180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1334964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1357749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1380534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1403318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1426103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1448887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1471672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1494456" y="1338036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3595A8">
                <a:alpha val="100000"/>
              </a:srgbClr>
            </a:solidFill>
            <a:ln w="5420" cap="flat">
              <a:solidFill>
                <a:srgbClr val="3595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1517241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1540025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1562810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1585595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1608379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1631164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1653948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1676733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DA9">
                <a:alpha val="100000"/>
              </a:srgbClr>
            </a:solidFill>
            <a:ln w="5420" cap="flat">
              <a:solidFill>
                <a:srgbClr val="3B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1699517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1722302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1745087" y="13380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1AA">
                <a:alpha val="100000"/>
              </a:srgbClr>
            </a:solidFill>
            <a:ln w="5420" cap="flat">
              <a:solidFill>
                <a:srgbClr val="3EA1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1334964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1357749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EA0AA">
                <a:alpha val="100000"/>
              </a:srgbClr>
            </a:solidFill>
            <a:ln w="5420" cap="flat">
              <a:solidFill>
                <a:srgbClr val="3E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1380534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1403318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BA9">
                <a:alpha val="100000"/>
              </a:srgbClr>
            </a:solidFill>
            <a:ln w="5420" cap="flat">
              <a:solidFill>
                <a:srgbClr val="39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1426103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8A9">
                <a:alpha val="100000"/>
              </a:srgbClr>
            </a:solidFill>
            <a:ln w="5420" cap="flat">
              <a:solidFill>
                <a:srgbClr val="359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1448887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1471672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1494456" y="1366942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1517241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1540025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1562810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1585595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A9CA9">
                <a:alpha val="100000"/>
              </a:srgbClr>
            </a:solidFill>
            <a:ln w="5420" cap="flat">
              <a:solidFill>
                <a:srgbClr val="3A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1608379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1631164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1653948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9AA9">
                <a:alpha val="100000"/>
              </a:srgbClr>
            </a:solidFill>
            <a:ln w="5420" cap="flat">
              <a:solidFill>
                <a:srgbClr val="37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1676733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1699517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B9EAA">
                <a:alpha val="100000"/>
              </a:srgbClr>
            </a:solidFill>
            <a:ln w="5420" cap="flat">
              <a:solidFill>
                <a:srgbClr val="3B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1722302" y="13669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1357749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3A7AA">
                <a:alpha val="100000"/>
              </a:srgbClr>
            </a:solidFill>
            <a:ln w="5420" cap="flat">
              <a:solidFill>
                <a:srgbClr val="43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1380534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1403318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FA2AA">
                <a:alpha val="100000"/>
              </a:srgbClr>
            </a:solidFill>
            <a:ln w="5420" cap="flat">
              <a:solidFill>
                <a:srgbClr val="3FA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1426103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FAA">
                <a:alpha val="100000"/>
              </a:srgbClr>
            </a:solidFill>
            <a:ln w="5420" cap="flat">
              <a:solidFill>
                <a:srgbClr val="3C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1448887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1471672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1494456" y="1395847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3A9DA9">
                <a:alpha val="100000"/>
              </a:srgbClr>
            </a:solidFill>
            <a:ln w="5420" cap="flat">
              <a:solidFill>
                <a:srgbClr val="3A9D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1517241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1540025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1562810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C9EAA">
                <a:alpha val="100000"/>
              </a:srgbClr>
            </a:solidFill>
            <a:ln w="5420" cap="flat">
              <a:solidFill>
                <a:srgbClr val="3C9E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1585595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BA9">
                <a:alpha val="100000"/>
              </a:srgbClr>
            </a:solidFill>
            <a:ln w="5420" cap="flat">
              <a:solidFill>
                <a:srgbClr val="389B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1608379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1631164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1653948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5A9">
                <a:alpha val="100000"/>
              </a:srgbClr>
            </a:solidFill>
            <a:ln w="5420" cap="flat">
              <a:solidFill>
                <a:srgbClr val="3595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1676733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1699517" y="139584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99CA9">
                <a:alpha val="100000"/>
              </a:srgbClr>
            </a:solidFill>
            <a:ln w="5420" cap="flat">
              <a:solidFill>
                <a:srgbClr val="399C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1380534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1403318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9ADAB">
                <a:alpha val="100000"/>
              </a:srgbClr>
            </a:solidFill>
            <a:ln w="5420" cap="flat">
              <a:solidFill>
                <a:srgbClr val="49A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1426103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7ABAA">
                <a:alpha val="100000"/>
              </a:srgbClr>
            </a:solidFill>
            <a:ln w="5420" cap="flat">
              <a:solidFill>
                <a:srgbClr val="47AB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1448887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6A9AA">
                <a:alpha val="100000"/>
              </a:srgbClr>
            </a:solidFill>
            <a:ln w="5420" cap="flat">
              <a:solidFill>
                <a:srgbClr val="46A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1471672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4A8AA">
                <a:alpha val="100000"/>
              </a:srgbClr>
            </a:solidFill>
            <a:ln w="5420" cap="flat">
              <a:solidFill>
                <a:srgbClr val="44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1494456" y="1424753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45A8AA">
                <a:alpha val="100000"/>
              </a:srgbClr>
            </a:solidFill>
            <a:ln w="5420" cap="flat">
              <a:solidFill>
                <a:srgbClr val="45A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1517241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1540025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2A5AA">
                <a:alpha val="100000"/>
              </a:srgbClr>
            </a:solidFill>
            <a:ln w="5420" cap="flat">
              <a:solidFill>
                <a:srgbClr val="42A5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1562810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A0AA">
                <a:alpha val="100000"/>
              </a:srgbClr>
            </a:solidFill>
            <a:ln w="5420" cap="flat">
              <a:solidFill>
                <a:srgbClr val="3DA0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1585595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1608379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2A8">
                <a:alpha val="100000"/>
              </a:srgbClr>
            </a:solidFill>
            <a:ln w="5420" cap="flat">
              <a:solidFill>
                <a:srgbClr val="369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1631164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1653948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1676733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4A8">
                <a:alpha val="100000"/>
              </a:srgbClr>
            </a:solidFill>
            <a:ln w="5420" cap="flat">
              <a:solidFill>
                <a:srgbClr val="3594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1699517" y="142475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89AA9">
                <a:alpha val="100000"/>
              </a:srgbClr>
            </a:solidFill>
            <a:ln w="5420" cap="flat">
              <a:solidFill>
                <a:srgbClr val="389A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1289395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1312180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1334964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1357749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1380534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1403318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1426103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1448887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BAB">
                <a:alpha val="100000"/>
              </a:srgbClr>
            </a:solidFill>
            <a:ln w="5420" cap="flat">
              <a:solidFill>
                <a:srgbClr val="54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1471672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1494456" y="1453659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1517241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1540025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1562810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1585595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9A9">
                <a:alpha val="100000"/>
              </a:srgbClr>
            </a:solidFill>
            <a:ln w="5420" cap="flat">
              <a:solidFill>
                <a:srgbClr val="3699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1608379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0A8">
                <a:alpha val="100000"/>
              </a:srgbClr>
            </a:solidFill>
            <a:ln w="5420" cap="flat">
              <a:solidFill>
                <a:srgbClr val="3690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1631164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8DA7">
                <a:alpha val="100000"/>
              </a:srgbClr>
            </a:solidFill>
            <a:ln w="5420" cap="flat">
              <a:solidFill>
                <a:srgbClr val="378D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1653948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78FA7">
                <a:alpha val="100000"/>
              </a:srgbClr>
            </a:solidFill>
            <a:ln w="5420" cap="flat">
              <a:solidFill>
                <a:srgbClr val="378F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1676733" y="145365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1266611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1289395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1312180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1334964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1357749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1380534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1403318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1426103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1448887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0CEAC">
                <a:alpha val="100000"/>
              </a:srgbClr>
            </a:solidFill>
            <a:ln w="5420" cap="flat">
              <a:solidFill>
                <a:srgbClr val="60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1471672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1494456" y="1482565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1517241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1540025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1562810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7AAAA">
                <a:alpha val="100000"/>
              </a:srgbClr>
            </a:solidFill>
            <a:ln w="5420" cap="flat">
              <a:solidFill>
                <a:srgbClr val="47AA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1585595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D9FAA">
                <a:alpha val="100000"/>
              </a:srgbClr>
            </a:solidFill>
            <a:ln w="5420" cap="flat">
              <a:solidFill>
                <a:srgbClr val="3D9F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1608379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1631164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693A8">
                <a:alpha val="100000"/>
              </a:srgbClr>
            </a:solidFill>
            <a:ln w="5420" cap="flat">
              <a:solidFill>
                <a:srgbClr val="36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1653948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593A8">
                <a:alpha val="100000"/>
              </a:srgbClr>
            </a:solidFill>
            <a:ln w="5420" cap="flat">
              <a:solidFill>
                <a:srgbClr val="3593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1676733" y="148256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3497A9">
                <a:alpha val="100000"/>
              </a:srgbClr>
            </a:solidFill>
            <a:ln w="5420" cap="flat">
              <a:solidFill>
                <a:srgbClr val="3497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1266611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1289395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1312180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C1AC">
                <a:alpha val="100000"/>
              </a:srgbClr>
            </a:solidFill>
            <a:ln w="5420" cap="flat">
              <a:solidFill>
                <a:srgbClr val="57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1334964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1357749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1380534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1403318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3CFAD">
                <a:alpha val="100000"/>
              </a:srgbClr>
            </a:solidFill>
            <a:ln w="5420" cap="flat">
              <a:solidFill>
                <a:srgbClr val="63CF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1426103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AD5B6">
                <a:alpha val="100000"/>
              </a:srgbClr>
            </a:solidFill>
            <a:ln w="5420" cap="flat">
              <a:solidFill>
                <a:srgbClr val="7A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1448887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9CE0C5">
                <a:alpha val="100000"/>
              </a:srgbClr>
            </a:solidFill>
            <a:ln w="5420" cap="flat">
              <a:solidFill>
                <a:srgbClr val="9CE0C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1471672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99DFC3">
                <a:alpha val="100000"/>
              </a:srgbClr>
            </a:solidFill>
            <a:ln w="5420" cap="flat">
              <a:solidFill>
                <a:srgbClr val="99DF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1494456" y="1511471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84D8BA">
                <a:alpha val="100000"/>
              </a:srgbClr>
            </a:solidFill>
            <a:ln w="5420" cap="flat">
              <a:solidFill>
                <a:srgbClr val="84D8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1517241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1540025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1562810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1585595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1608379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8ACAA">
                <a:alpha val="100000"/>
              </a:srgbClr>
            </a:solidFill>
            <a:ln w="5420" cap="flat">
              <a:solidFill>
                <a:srgbClr val="48AC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1631164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4A7AA">
                <a:alpha val="100000"/>
              </a:srgbClr>
            </a:solidFill>
            <a:ln w="5420" cap="flat">
              <a:solidFill>
                <a:srgbClr val="44A7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1653948" y="1511471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0A3AA">
                <a:alpha val="100000"/>
              </a:srgbClr>
            </a:solidFill>
            <a:ln w="5420" cap="flat">
              <a:solidFill>
                <a:srgbClr val="40A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1266611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1289395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1312180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1334964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1357749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1380534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1403318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1426103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1448887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9D5B5">
                <a:alpha val="100000"/>
              </a:srgbClr>
            </a:solidFill>
            <a:ln w="5420" cap="flat">
              <a:solidFill>
                <a:srgbClr val="79D5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1471672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98DEC3">
                <a:alpha val="100000"/>
              </a:srgbClr>
            </a:solidFill>
            <a:ln w="5420" cap="flat">
              <a:solidFill>
                <a:srgbClr val="98DEC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1494456" y="1540377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85D9BB">
                <a:alpha val="100000"/>
              </a:srgbClr>
            </a:solidFill>
            <a:ln w="5420" cap="flat">
              <a:solidFill>
                <a:srgbClr val="85D9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1517241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70D2B2">
                <a:alpha val="100000"/>
              </a:srgbClr>
            </a:solidFill>
            <a:ln w="5420" cap="flat">
              <a:solidFill>
                <a:srgbClr val="70D2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1540025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1562810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1585595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1608379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1631164" y="1540377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FAB">
                <a:alpha val="100000"/>
              </a:srgbClr>
            </a:solidFill>
            <a:ln w="5420" cap="flat">
              <a:solidFill>
                <a:srgbClr val="4A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1289395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1312180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1334964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1357749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5AC">
                <a:alpha val="100000"/>
              </a:srgbClr>
            </a:solidFill>
            <a:ln w="5420" cap="flat">
              <a:solidFill>
                <a:srgbClr val="5B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1380534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1403318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1426103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1448887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4AC">
                <a:alpha val="100000"/>
              </a:srgbClr>
            </a:solidFill>
            <a:ln w="5420" cap="flat">
              <a:solidFill>
                <a:srgbClr val="59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1471672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81D7B9">
                <a:alpha val="100000"/>
              </a:srgbClr>
            </a:solidFill>
            <a:ln w="5420" cap="flat">
              <a:solidFill>
                <a:srgbClr val="81D7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1494456" y="1569283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79D5B6">
                <a:alpha val="100000"/>
              </a:srgbClr>
            </a:solidFill>
            <a:ln w="5420" cap="flat">
              <a:solidFill>
                <a:srgbClr val="79D5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1517241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BD1B0">
                <a:alpha val="100000"/>
              </a:srgbClr>
            </a:solidFill>
            <a:ln w="5420" cap="flat">
              <a:solidFill>
                <a:srgbClr val="6B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1540025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ECBAC">
                <a:alpha val="100000"/>
              </a:srgbClr>
            </a:solidFill>
            <a:ln w="5420" cap="flat">
              <a:solidFill>
                <a:srgbClr val="5ECB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1562810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1585595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1608379" y="1569283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1357749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1380534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1403318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1426103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1448887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1471672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CD1B0">
                <a:alpha val="100000"/>
              </a:srgbClr>
            </a:solidFill>
            <a:ln w="5420" cap="flat">
              <a:solidFill>
                <a:srgbClr val="6C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1494456" y="1598189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6AD1B0">
                <a:alpha val="100000"/>
              </a:srgbClr>
            </a:solidFill>
            <a:ln w="5420" cap="flat">
              <a:solidFill>
                <a:srgbClr val="6AD1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1517241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1CEAC">
                <a:alpha val="100000"/>
              </a:srgbClr>
            </a:solidFill>
            <a:ln w="5420" cap="flat">
              <a:solidFill>
                <a:srgbClr val="61CE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1540025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1562810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1585595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1608379" y="1598189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1403318" y="162709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1426103" y="162709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1448887" y="162709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DCAAC">
                <a:alpha val="100000"/>
              </a:srgbClr>
            </a:solidFill>
            <a:ln w="5420" cap="flat">
              <a:solidFill>
                <a:srgbClr val="5D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1471672" y="162709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60CDAC">
                <a:alpha val="100000"/>
              </a:srgbClr>
            </a:solidFill>
            <a:ln w="5420" cap="flat">
              <a:solidFill>
                <a:srgbClr val="60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1494456" y="1627095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5FCDAC">
                <a:alpha val="100000"/>
              </a:srgbClr>
            </a:solidFill>
            <a:ln w="5420" cap="flat">
              <a:solidFill>
                <a:srgbClr val="5FCD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1517241" y="162709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ECAAC">
                <a:alpha val="100000"/>
              </a:srgbClr>
            </a:solidFill>
            <a:ln w="5420" cap="flat">
              <a:solidFill>
                <a:srgbClr val="5ECA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1540025" y="162709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1562810" y="162709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9C3AC">
                <a:alpha val="100000"/>
              </a:srgbClr>
            </a:solidFill>
            <a:ln w="5420" cap="flat">
              <a:solidFill>
                <a:srgbClr val="59C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1585595" y="162709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1608379" y="1627095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1426103" y="16560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7AC">
                <a:alpha val="100000"/>
              </a:srgbClr>
            </a:solidFill>
            <a:ln w="5420" cap="flat">
              <a:solidFill>
                <a:srgbClr val="5B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1448887" y="16560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CC8AC">
                <a:alpha val="100000"/>
              </a:srgbClr>
            </a:solidFill>
            <a:ln w="5420" cap="flat">
              <a:solidFill>
                <a:srgbClr val="5CC8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1471672" y="16560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1494456" y="1656000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5DC9AC">
                <a:alpha val="100000"/>
              </a:srgbClr>
            </a:solidFill>
            <a:ln w="5420" cap="flat">
              <a:solidFill>
                <a:srgbClr val="5DC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1517241" y="16560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CC7AC">
                <a:alpha val="100000"/>
              </a:srgbClr>
            </a:solidFill>
            <a:ln w="5420" cap="flat">
              <a:solidFill>
                <a:srgbClr val="5CC7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1540025" y="16560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5AC">
                <a:alpha val="100000"/>
              </a:srgbClr>
            </a:solidFill>
            <a:ln w="5420" cap="flat">
              <a:solidFill>
                <a:srgbClr val="5AC5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1562810" y="16560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1585595" y="16560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1608379" y="165600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1448887" y="16849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1471672" y="16849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1494456" y="1684906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5BC6AC">
                <a:alpha val="100000"/>
              </a:srgbClr>
            </a:solidFill>
            <a:ln w="5420" cap="flat">
              <a:solidFill>
                <a:srgbClr val="5BC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1517241" y="16849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AC4AC">
                <a:alpha val="100000"/>
              </a:srgbClr>
            </a:solidFill>
            <a:ln w="5420" cap="flat">
              <a:solidFill>
                <a:srgbClr val="5AC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1540025" y="16849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2AC">
                <a:alpha val="100000"/>
              </a:srgbClr>
            </a:solidFill>
            <a:ln w="5420" cap="flat">
              <a:solidFill>
                <a:srgbClr val="58C2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1562810" y="16849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C0AB">
                <a:alpha val="100000"/>
              </a:srgbClr>
            </a:solidFill>
            <a:ln w="5420" cap="flat">
              <a:solidFill>
                <a:srgbClr val="57C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1585595" y="16849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1608379" y="16849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1631164" y="168490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9AB">
                <a:alpha val="100000"/>
              </a:srgbClr>
            </a:solidFill>
            <a:ln w="5420" cap="flat">
              <a:solidFill>
                <a:srgbClr val="52B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1517241" y="17138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8C1AC">
                <a:alpha val="100000"/>
              </a:srgbClr>
            </a:solidFill>
            <a:ln w="5420" cap="flat">
              <a:solidFill>
                <a:srgbClr val="58C1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1540025" y="17138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7BFAB">
                <a:alpha val="100000"/>
              </a:srgbClr>
            </a:solidFill>
            <a:ln w="5420" cap="flat">
              <a:solidFill>
                <a:srgbClr val="57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1562810" y="17138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EAB">
                <a:alpha val="100000"/>
              </a:srgbClr>
            </a:solidFill>
            <a:ln w="5420" cap="flat">
              <a:solidFill>
                <a:srgbClr val="55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1585595" y="17138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1608379" y="17138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1631164" y="171381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1403318" y="17427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1494456" y="1742718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56BFAB">
                <a:alpha val="100000"/>
              </a:srgbClr>
            </a:solidFill>
            <a:ln w="5420" cap="flat">
              <a:solidFill>
                <a:srgbClr val="56B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1517241" y="17427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6BEAB">
                <a:alpha val="100000"/>
              </a:srgbClr>
            </a:solidFill>
            <a:ln w="5420" cap="flat">
              <a:solidFill>
                <a:srgbClr val="56B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1540025" y="17427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1562810" y="17427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1585595" y="17427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AAB">
                <a:alpha val="100000"/>
              </a:srgbClr>
            </a:solidFill>
            <a:ln w="5420" cap="flat">
              <a:solidFill>
                <a:srgbClr val="53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1608379" y="17427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8AB">
                <a:alpha val="100000"/>
              </a:srgbClr>
            </a:solidFill>
            <a:ln w="5420" cap="flat">
              <a:solidFill>
                <a:srgbClr val="52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1631164" y="1742718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1380534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1403318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1426103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1448887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1471672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5BDAB">
                <a:alpha val="100000"/>
              </a:srgbClr>
            </a:solidFill>
            <a:ln w="5420" cap="flat">
              <a:solidFill>
                <a:srgbClr val="55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1494456" y="1771624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54BDAB">
                <a:alpha val="100000"/>
              </a:srgbClr>
            </a:solidFill>
            <a:ln w="5420" cap="flat">
              <a:solidFill>
                <a:srgbClr val="54BD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1517241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4BCAB">
                <a:alpha val="100000"/>
              </a:srgbClr>
            </a:solidFill>
            <a:ln w="5420" cap="flat">
              <a:solidFill>
                <a:srgbClr val="54BC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1540025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3BBAB">
                <a:alpha val="100000"/>
              </a:srgbClr>
            </a:solidFill>
            <a:ln w="5420" cap="flat">
              <a:solidFill>
                <a:srgbClr val="53BB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1562810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2BAAB">
                <a:alpha val="100000"/>
              </a:srgbClr>
            </a:solidFill>
            <a:ln w="5420" cap="flat">
              <a:solidFill>
                <a:srgbClr val="52BA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1585595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1608379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1631164" y="1771624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1357749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1380534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7AB">
                <a:alpha val="100000"/>
              </a:srgbClr>
            </a:solidFill>
            <a:ln w="5420" cap="flat">
              <a:solidFill>
                <a:srgbClr val="50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1403318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1426103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1448887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1471672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1494456" y="1800530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51B8AB">
                <a:alpha val="100000"/>
              </a:srgbClr>
            </a:solidFill>
            <a:ln w="5420" cap="flat">
              <a:solidFill>
                <a:srgbClr val="51B8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1517241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1B7AB">
                <a:alpha val="100000"/>
              </a:srgbClr>
            </a:solidFill>
            <a:ln w="5420" cap="flat">
              <a:solidFill>
                <a:srgbClr val="51B7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1540025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50B6AB">
                <a:alpha val="100000"/>
              </a:srgbClr>
            </a:solidFill>
            <a:ln w="5420" cap="flat">
              <a:solidFill>
                <a:srgbClr val="50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1562810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6AB">
                <a:alpha val="100000"/>
              </a:srgbClr>
            </a:solidFill>
            <a:ln w="5420" cap="flat">
              <a:solidFill>
                <a:srgbClr val="4FB6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1585595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1608379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1631164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1653948" y="1800530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1357749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1380534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1403318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1426103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1448887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1471672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1494456" y="1829436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1517241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5AB">
                <a:alpha val="100000"/>
              </a:srgbClr>
            </a:solidFill>
            <a:ln w="5420" cap="flat">
              <a:solidFill>
                <a:srgbClr val="4FB5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1540025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FB4AB">
                <a:alpha val="100000"/>
              </a:srgbClr>
            </a:solidFill>
            <a:ln w="5420" cap="flat">
              <a:solidFill>
                <a:srgbClr val="4F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1562810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EB4AB">
                <a:alpha val="100000"/>
              </a:srgbClr>
            </a:solidFill>
            <a:ln w="5420" cap="flat">
              <a:solidFill>
                <a:srgbClr val="4EB4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1585595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1608379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1631164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1653948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1676733" y="1829436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1357749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1380534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1403318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1426103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1448887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1471672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EB3AB">
                <a:alpha val="100000"/>
              </a:srgbClr>
            </a:solidFill>
            <a:ln w="5420" cap="flat">
              <a:solidFill>
                <a:srgbClr val="4E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1494456" y="1858342"/>
              <a:ext cx="937184" cy="943305"/>
            </a:xfrm>
            <a:custGeom>
              <a:avLst/>
              <a:pathLst>
                <a:path w="937184" h="943305">
                  <a:moveTo>
                    <a:pt x="914399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399" y="943305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1517241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3AB">
                <a:alpha val="100000"/>
              </a:srgbClr>
            </a:solidFill>
            <a:ln w="5420" cap="flat">
              <a:solidFill>
                <a:srgbClr val="4DB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1540025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1562810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DB2AB">
                <a:alpha val="100000"/>
              </a:srgbClr>
            </a:solidFill>
            <a:ln w="5420" cap="flat">
              <a:solidFill>
                <a:srgbClr val="4DB2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1585595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1608379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CB1AB">
                <a:alpha val="100000"/>
              </a:srgbClr>
            </a:solidFill>
            <a:ln w="5420" cap="flat">
              <a:solidFill>
                <a:srgbClr val="4CB1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1631164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B0AB">
                <a:alpha val="100000"/>
              </a:srgbClr>
            </a:solidFill>
            <a:ln w="5420" cap="flat">
              <a:solidFill>
                <a:srgbClr val="4BB0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1653948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BAFAB">
                <a:alpha val="100000"/>
              </a:srgbClr>
            </a:solidFill>
            <a:ln w="5420" cap="flat">
              <a:solidFill>
                <a:srgbClr val="4BAF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1676733" y="1858342"/>
              <a:ext cx="937184" cy="943305"/>
            </a:xfrm>
            <a:custGeom>
              <a:avLst/>
              <a:pathLst>
                <a:path w="937184" h="943305">
                  <a:moveTo>
                    <a:pt x="914400" y="914400"/>
                  </a:moveTo>
                  <a:lnTo>
                    <a:pt x="937184" y="914400"/>
                  </a:lnTo>
                  <a:lnTo>
                    <a:pt x="937184" y="943305"/>
                  </a:lnTo>
                  <a:lnTo>
                    <a:pt x="914400" y="943305"/>
                  </a:lnTo>
                  <a:close/>
                </a:path>
              </a:pathLst>
            </a:custGeom>
            <a:solidFill>
              <a:srgbClr val="4AAEAB">
                <a:alpha val="100000"/>
              </a:srgbClr>
            </a:solidFill>
            <a:ln w="5420" cap="flat">
              <a:solidFill>
                <a:srgbClr val="4AAE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1972693" y="849215"/>
              <a:ext cx="914858" cy="949866"/>
            </a:xfrm>
            <a:custGeom>
              <a:avLst/>
              <a:pathLst>
                <a:path w="914858" h="949866">
                  <a:moveTo>
                    <a:pt x="914400" y="914400"/>
                  </a:moveTo>
                  <a:lnTo>
                    <a:pt x="907975" y="949866"/>
                  </a:lnTo>
                  <a:lnTo>
                    <a:pt x="907135" y="939096"/>
                  </a:lnTo>
                  <a:lnTo>
                    <a:pt x="909830" y="910163"/>
                  </a:lnTo>
                  <a:lnTo>
                    <a:pt x="914858" y="910163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1958457" y="845249"/>
              <a:ext cx="914521" cy="1176499"/>
            </a:xfrm>
            <a:custGeom>
              <a:avLst/>
              <a:pathLst>
                <a:path w="914521" h="1176499">
                  <a:moveTo>
                    <a:pt x="914400" y="914400"/>
                  </a:moveTo>
                  <a:lnTo>
                    <a:pt x="902278" y="970005"/>
                  </a:lnTo>
                  <a:lnTo>
                    <a:pt x="885614" y="999644"/>
                  </a:lnTo>
                  <a:lnTo>
                    <a:pt x="870266" y="1020143"/>
                  </a:lnTo>
                  <a:lnTo>
                    <a:pt x="854431" y="1016754"/>
                  </a:lnTo>
                  <a:lnTo>
                    <a:pt x="857993" y="1033043"/>
                  </a:lnTo>
                  <a:lnTo>
                    <a:pt x="853642" y="1041528"/>
                  </a:lnTo>
                  <a:lnTo>
                    <a:pt x="849919" y="1059229"/>
                  </a:lnTo>
                  <a:lnTo>
                    <a:pt x="840479" y="1070961"/>
                  </a:lnTo>
                  <a:lnTo>
                    <a:pt x="831605" y="1069832"/>
                  </a:lnTo>
                  <a:lnTo>
                    <a:pt x="818857" y="1077918"/>
                  </a:lnTo>
                  <a:lnTo>
                    <a:pt x="813828" y="1084105"/>
                  </a:lnTo>
                  <a:lnTo>
                    <a:pt x="813454" y="1095953"/>
                  </a:lnTo>
                  <a:lnTo>
                    <a:pt x="804925" y="1106376"/>
                  </a:lnTo>
                  <a:lnTo>
                    <a:pt x="774146" y="1160518"/>
                  </a:lnTo>
                  <a:lnTo>
                    <a:pt x="747425" y="1176499"/>
                  </a:lnTo>
                  <a:lnTo>
                    <a:pt x="741031" y="1174176"/>
                  </a:lnTo>
                  <a:lnTo>
                    <a:pt x="748073" y="1148619"/>
                  </a:lnTo>
                  <a:lnTo>
                    <a:pt x="752899" y="1122780"/>
                  </a:lnTo>
                  <a:lnTo>
                    <a:pt x="736680" y="1111536"/>
                  </a:lnTo>
                  <a:lnTo>
                    <a:pt x="721159" y="1105593"/>
                  </a:lnTo>
                  <a:lnTo>
                    <a:pt x="703352" y="1106376"/>
                  </a:lnTo>
                  <a:lnTo>
                    <a:pt x="683683" y="1086287"/>
                  </a:lnTo>
                  <a:lnTo>
                    <a:pt x="658328" y="1071680"/>
                  </a:lnTo>
                  <a:lnTo>
                    <a:pt x="622936" y="1032158"/>
                  </a:lnTo>
                  <a:lnTo>
                    <a:pt x="623968" y="1021196"/>
                  </a:lnTo>
                  <a:lnTo>
                    <a:pt x="623077" y="1002802"/>
                  </a:lnTo>
                  <a:lnTo>
                    <a:pt x="633833" y="973741"/>
                  </a:lnTo>
                  <a:lnTo>
                    <a:pt x="644143" y="953421"/>
                  </a:lnTo>
                  <a:lnTo>
                    <a:pt x="658378" y="942896"/>
                  </a:lnTo>
                  <a:lnTo>
                    <a:pt x="699689" y="932177"/>
                  </a:lnTo>
                  <a:lnTo>
                    <a:pt x="710050" y="916055"/>
                  </a:lnTo>
                  <a:lnTo>
                    <a:pt x="710921" y="914129"/>
                  </a:lnTo>
                  <a:lnTo>
                    <a:pt x="914521" y="914129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1739781" y="856647"/>
              <a:ext cx="942800" cy="1933128"/>
            </a:xfrm>
            <a:custGeom>
              <a:avLst/>
              <a:pathLst>
                <a:path w="942800" h="1933128">
                  <a:moveTo>
                    <a:pt x="914400" y="914400"/>
                  </a:moveTo>
                  <a:lnTo>
                    <a:pt x="883743" y="922307"/>
                  </a:lnTo>
                  <a:lnTo>
                    <a:pt x="867220" y="931009"/>
                  </a:lnTo>
                  <a:lnTo>
                    <a:pt x="854006" y="944320"/>
                  </a:lnTo>
                  <a:lnTo>
                    <a:pt x="846185" y="961033"/>
                  </a:lnTo>
                  <a:lnTo>
                    <a:pt x="828479" y="981173"/>
                  </a:lnTo>
                  <a:lnTo>
                    <a:pt x="829724" y="994664"/>
                  </a:lnTo>
                  <a:lnTo>
                    <a:pt x="832688" y="1004252"/>
                  </a:lnTo>
                  <a:lnTo>
                    <a:pt x="831322" y="1024238"/>
                  </a:lnTo>
                  <a:lnTo>
                    <a:pt x="842523" y="1043723"/>
                  </a:lnTo>
                  <a:lnTo>
                    <a:pt x="864731" y="1075646"/>
                  </a:lnTo>
                  <a:lnTo>
                    <a:pt x="868971" y="1125232"/>
                  </a:lnTo>
                  <a:lnTo>
                    <a:pt x="885918" y="1158413"/>
                  </a:lnTo>
                  <a:lnTo>
                    <a:pt x="911890" y="1197101"/>
                  </a:lnTo>
                  <a:lnTo>
                    <a:pt x="931863" y="1208102"/>
                  </a:lnTo>
                  <a:lnTo>
                    <a:pt x="932834" y="1222491"/>
                  </a:lnTo>
                  <a:lnTo>
                    <a:pt x="923617" y="1246251"/>
                  </a:lnTo>
                  <a:lnTo>
                    <a:pt x="911465" y="1257110"/>
                  </a:lnTo>
                  <a:lnTo>
                    <a:pt x="927269" y="1254941"/>
                  </a:lnTo>
                  <a:lnTo>
                    <a:pt x="935141" y="1260370"/>
                  </a:lnTo>
                  <a:lnTo>
                    <a:pt x="942800" y="1280189"/>
                  </a:lnTo>
                  <a:lnTo>
                    <a:pt x="942203" y="1300419"/>
                  </a:lnTo>
                  <a:lnTo>
                    <a:pt x="939613" y="1311817"/>
                  </a:lnTo>
                  <a:lnTo>
                    <a:pt x="934827" y="1316361"/>
                  </a:lnTo>
                  <a:lnTo>
                    <a:pt x="935030" y="1304719"/>
                  </a:lnTo>
                  <a:lnTo>
                    <a:pt x="931640" y="1300676"/>
                  </a:lnTo>
                  <a:lnTo>
                    <a:pt x="926045" y="1305720"/>
                  </a:lnTo>
                  <a:lnTo>
                    <a:pt x="922423" y="1311471"/>
                  </a:lnTo>
                  <a:lnTo>
                    <a:pt x="920915" y="1334126"/>
                  </a:lnTo>
                  <a:lnTo>
                    <a:pt x="917081" y="1345448"/>
                  </a:lnTo>
                  <a:lnTo>
                    <a:pt x="903523" y="1348811"/>
                  </a:lnTo>
                  <a:lnTo>
                    <a:pt x="889773" y="1378539"/>
                  </a:lnTo>
                  <a:lnTo>
                    <a:pt x="876984" y="1395406"/>
                  </a:lnTo>
                  <a:lnTo>
                    <a:pt x="826658" y="1509454"/>
                  </a:lnTo>
                  <a:lnTo>
                    <a:pt x="828580" y="1528516"/>
                  </a:lnTo>
                  <a:lnTo>
                    <a:pt x="819373" y="1534652"/>
                  </a:lnTo>
                  <a:lnTo>
                    <a:pt x="805431" y="1539645"/>
                  </a:lnTo>
                  <a:lnTo>
                    <a:pt x="791326" y="1551043"/>
                  </a:lnTo>
                  <a:lnTo>
                    <a:pt x="781967" y="1563610"/>
                  </a:lnTo>
                  <a:lnTo>
                    <a:pt x="773276" y="1597407"/>
                  </a:lnTo>
                  <a:lnTo>
                    <a:pt x="756622" y="1635453"/>
                  </a:lnTo>
                  <a:lnTo>
                    <a:pt x="746231" y="1619601"/>
                  </a:lnTo>
                  <a:lnTo>
                    <a:pt x="743570" y="1606033"/>
                  </a:lnTo>
                  <a:lnTo>
                    <a:pt x="748194" y="1570644"/>
                  </a:lnTo>
                  <a:lnTo>
                    <a:pt x="766204" y="1512625"/>
                  </a:lnTo>
                  <a:lnTo>
                    <a:pt x="786045" y="1476556"/>
                  </a:lnTo>
                  <a:lnTo>
                    <a:pt x="801181" y="1459458"/>
                  </a:lnTo>
                  <a:lnTo>
                    <a:pt x="813626" y="1424608"/>
                  </a:lnTo>
                  <a:lnTo>
                    <a:pt x="797903" y="1419409"/>
                  </a:lnTo>
                  <a:lnTo>
                    <a:pt x="773934" y="1419974"/>
                  </a:lnTo>
                  <a:lnTo>
                    <a:pt x="778446" y="1403891"/>
                  </a:lnTo>
                  <a:lnTo>
                    <a:pt x="785438" y="1389720"/>
                  </a:lnTo>
                  <a:lnTo>
                    <a:pt x="772942" y="1375600"/>
                  </a:lnTo>
                  <a:lnTo>
                    <a:pt x="765546" y="1373803"/>
                  </a:lnTo>
                  <a:lnTo>
                    <a:pt x="757927" y="1368014"/>
                  </a:lnTo>
                  <a:lnTo>
                    <a:pt x="766862" y="1356256"/>
                  </a:lnTo>
                  <a:lnTo>
                    <a:pt x="771222" y="1343831"/>
                  </a:lnTo>
                  <a:lnTo>
                    <a:pt x="768561" y="1328710"/>
                  </a:lnTo>
                  <a:lnTo>
                    <a:pt x="772305" y="1317324"/>
                  </a:lnTo>
                  <a:lnTo>
                    <a:pt x="766062" y="1319044"/>
                  </a:lnTo>
                  <a:lnTo>
                    <a:pt x="756025" y="1331097"/>
                  </a:lnTo>
                  <a:lnTo>
                    <a:pt x="749783" y="1335911"/>
                  </a:lnTo>
                  <a:lnTo>
                    <a:pt x="745978" y="1325244"/>
                  </a:lnTo>
                  <a:lnTo>
                    <a:pt x="741638" y="1327657"/>
                  </a:lnTo>
                  <a:lnTo>
                    <a:pt x="738815" y="1334986"/>
                  </a:lnTo>
                  <a:lnTo>
                    <a:pt x="732410" y="1339017"/>
                  </a:lnTo>
                  <a:lnTo>
                    <a:pt x="718883" y="1328992"/>
                  </a:lnTo>
                  <a:lnTo>
                    <a:pt x="699163" y="1317517"/>
                  </a:lnTo>
                  <a:lnTo>
                    <a:pt x="688185" y="1297775"/>
                  </a:lnTo>
                  <a:lnTo>
                    <a:pt x="681922" y="1282474"/>
                  </a:lnTo>
                  <a:lnTo>
                    <a:pt x="688287" y="1254787"/>
                  </a:lnTo>
                  <a:lnTo>
                    <a:pt x="701915" y="1249870"/>
                  </a:lnTo>
                  <a:lnTo>
                    <a:pt x="719621" y="1254363"/>
                  </a:lnTo>
                  <a:lnTo>
                    <a:pt x="742832" y="1254325"/>
                  </a:lnTo>
                  <a:lnTo>
                    <a:pt x="739513" y="1248176"/>
                  </a:lnTo>
                  <a:lnTo>
                    <a:pt x="731227" y="1249190"/>
                  </a:lnTo>
                  <a:lnTo>
                    <a:pt x="706762" y="1226727"/>
                  </a:lnTo>
                  <a:lnTo>
                    <a:pt x="698890" y="1213159"/>
                  </a:lnTo>
                  <a:lnTo>
                    <a:pt x="685352" y="1209437"/>
                  </a:lnTo>
                  <a:lnTo>
                    <a:pt x="679181" y="1222478"/>
                  </a:lnTo>
                  <a:lnTo>
                    <a:pt x="672331" y="1225944"/>
                  </a:lnTo>
                  <a:lnTo>
                    <a:pt x="680789" y="1197409"/>
                  </a:lnTo>
                  <a:lnTo>
                    <a:pt x="691848" y="1196241"/>
                  </a:lnTo>
                  <a:lnTo>
                    <a:pt x="708178" y="1188334"/>
                  </a:lnTo>
                  <a:lnTo>
                    <a:pt x="703433" y="1171814"/>
                  </a:lnTo>
                  <a:lnTo>
                    <a:pt x="693123" y="1164588"/>
                  </a:lnTo>
                  <a:lnTo>
                    <a:pt x="674506" y="1173650"/>
                  </a:lnTo>
                  <a:lnTo>
                    <a:pt x="674729" y="1162033"/>
                  </a:lnTo>
                  <a:lnTo>
                    <a:pt x="678219" y="1147156"/>
                  </a:lnTo>
                  <a:lnTo>
                    <a:pt x="692253" y="1147207"/>
                  </a:lnTo>
                  <a:lnTo>
                    <a:pt x="704546" y="1152060"/>
                  </a:lnTo>
                  <a:lnTo>
                    <a:pt x="715008" y="1128030"/>
                  </a:lnTo>
                  <a:lnTo>
                    <a:pt x="715473" y="1117299"/>
                  </a:lnTo>
                  <a:lnTo>
                    <a:pt x="698091" y="1132895"/>
                  </a:lnTo>
                  <a:lnTo>
                    <a:pt x="694185" y="1099252"/>
                  </a:lnTo>
                  <a:lnTo>
                    <a:pt x="711294" y="1066802"/>
                  </a:lnTo>
                  <a:lnTo>
                    <a:pt x="727615" y="1052657"/>
                  </a:lnTo>
                  <a:lnTo>
                    <a:pt x="748002" y="1053068"/>
                  </a:lnTo>
                  <a:lnTo>
                    <a:pt x="768723" y="1050783"/>
                  </a:lnTo>
                  <a:lnTo>
                    <a:pt x="755722" y="1044840"/>
                  </a:lnTo>
                  <a:lnTo>
                    <a:pt x="742376" y="1041618"/>
                  </a:lnTo>
                  <a:lnTo>
                    <a:pt x="752403" y="1028795"/>
                  </a:lnTo>
                  <a:lnTo>
                    <a:pt x="760953" y="1026497"/>
                  </a:lnTo>
                  <a:lnTo>
                    <a:pt x="769351" y="1015317"/>
                  </a:lnTo>
                  <a:lnTo>
                    <a:pt x="749155" y="1016973"/>
                  </a:lnTo>
                  <a:lnTo>
                    <a:pt x="751533" y="995819"/>
                  </a:lnTo>
                  <a:lnTo>
                    <a:pt x="741719" y="1000119"/>
                  </a:lnTo>
                  <a:lnTo>
                    <a:pt x="729972" y="1002108"/>
                  </a:lnTo>
                  <a:lnTo>
                    <a:pt x="725399" y="1011081"/>
                  </a:lnTo>
                  <a:lnTo>
                    <a:pt x="726299" y="1025984"/>
                  </a:lnTo>
                  <a:lnTo>
                    <a:pt x="722869" y="1035765"/>
                  </a:lnTo>
                  <a:lnTo>
                    <a:pt x="713733" y="1043620"/>
                  </a:lnTo>
                  <a:lnTo>
                    <a:pt x="698303" y="1049743"/>
                  </a:lnTo>
                  <a:lnTo>
                    <a:pt x="696806" y="1039128"/>
                  </a:lnTo>
                  <a:lnTo>
                    <a:pt x="691706" y="1034314"/>
                  </a:lnTo>
                  <a:lnTo>
                    <a:pt x="689804" y="1057047"/>
                  </a:lnTo>
                  <a:lnTo>
                    <a:pt x="685757" y="1064774"/>
                  </a:lnTo>
                  <a:lnTo>
                    <a:pt x="674476" y="1043441"/>
                  </a:lnTo>
                  <a:lnTo>
                    <a:pt x="671086" y="1047741"/>
                  </a:lnTo>
                  <a:lnTo>
                    <a:pt x="671521" y="1053799"/>
                  </a:lnTo>
                  <a:lnTo>
                    <a:pt x="668638" y="1064274"/>
                  </a:lnTo>
                  <a:lnTo>
                    <a:pt x="658965" y="1069729"/>
                  </a:lnTo>
                  <a:lnTo>
                    <a:pt x="659562" y="1083155"/>
                  </a:lnTo>
                  <a:lnTo>
                    <a:pt x="655808" y="1090472"/>
                  </a:lnTo>
                  <a:lnTo>
                    <a:pt x="624828" y="1078817"/>
                  </a:lnTo>
                  <a:lnTo>
                    <a:pt x="624099" y="1082770"/>
                  </a:lnTo>
                  <a:lnTo>
                    <a:pt x="641623" y="1107903"/>
                  </a:lnTo>
                  <a:lnTo>
                    <a:pt x="654422" y="1116491"/>
                  </a:lnTo>
                  <a:lnTo>
                    <a:pt x="655980" y="1130200"/>
                  </a:lnTo>
                  <a:lnTo>
                    <a:pt x="644992" y="1141572"/>
                  </a:lnTo>
                  <a:lnTo>
                    <a:pt x="629836" y="1131753"/>
                  </a:lnTo>
                  <a:lnTo>
                    <a:pt x="627286" y="1132472"/>
                  </a:lnTo>
                  <a:lnTo>
                    <a:pt x="635522" y="1149313"/>
                  </a:lnTo>
                  <a:lnTo>
                    <a:pt x="640713" y="1164023"/>
                  </a:lnTo>
                  <a:lnTo>
                    <a:pt x="635370" y="1176345"/>
                  </a:lnTo>
                  <a:lnTo>
                    <a:pt x="636200" y="1191518"/>
                  </a:lnTo>
                  <a:lnTo>
                    <a:pt x="635047" y="1205278"/>
                  </a:lnTo>
                  <a:lnTo>
                    <a:pt x="631779" y="1217280"/>
                  </a:lnTo>
                  <a:lnTo>
                    <a:pt x="639144" y="1272603"/>
                  </a:lnTo>
                  <a:lnTo>
                    <a:pt x="648018" y="1287647"/>
                  </a:lnTo>
                  <a:lnTo>
                    <a:pt x="656739" y="1302036"/>
                  </a:lnTo>
                  <a:lnTo>
                    <a:pt x="661363" y="1315501"/>
                  </a:lnTo>
                  <a:lnTo>
                    <a:pt x="652105" y="1317465"/>
                  </a:lnTo>
                  <a:lnTo>
                    <a:pt x="637364" y="1306388"/>
                  </a:lnTo>
                  <a:lnTo>
                    <a:pt x="624413" y="1297942"/>
                  </a:lnTo>
                  <a:lnTo>
                    <a:pt x="608983" y="1270934"/>
                  </a:lnTo>
                  <a:lnTo>
                    <a:pt x="606433" y="1260152"/>
                  </a:lnTo>
                  <a:lnTo>
                    <a:pt x="602670" y="1251629"/>
                  </a:lnTo>
                  <a:lnTo>
                    <a:pt x="604491" y="1271204"/>
                  </a:lnTo>
                  <a:lnTo>
                    <a:pt x="609995" y="1293064"/>
                  </a:lnTo>
                  <a:lnTo>
                    <a:pt x="658318" y="1341982"/>
                  </a:lnTo>
                  <a:lnTo>
                    <a:pt x="667242" y="1360748"/>
                  </a:lnTo>
                  <a:lnTo>
                    <a:pt x="674041" y="1375497"/>
                  </a:lnTo>
                  <a:lnTo>
                    <a:pt x="672331" y="1389630"/>
                  </a:lnTo>
                  <a:lnTo>
                    <a:pt x="659734" y="1379630"/>
                  </a:lnTo>
                  <a:lnTo>
                    <a:pt x="648868" y="1366884"/>
                  </a:lnTo>
                  <a:lnTo>
                    <a:pt x="620022" y="1352482"/>
                  </a:lnTo>
                  <a:lnTo>
                    <a:pt x="583648" y="1343381"/>
                  </a:lnTo>
                  <a:lnTo>
                    <a:pt x="563139" y="1309905"/>
                  </a:lnTo>
                  <a:lnTo>
                    <a:pt x="563210" y="1323870"/>
                  </a:lnTo>
                  <a:lnTo>
                    <a:pt x="558657" y="1335718"/>
                  </a:lnTo>
                  <a:lnTo>
                    <a:pt x="546121" y="1321278"/>
                  </a:lnTo>
                  <a:lnTo>
                    <a:pt x="538219" y="1308955"/>
                  </a:lnTo>
                  <a:lnTo>
                    <a:pt x="535568" y="1295451"/>
                  </a:lnTo>
                  <a:lnTo>
                    <a:pt x="519916" y="1296376"/>
                  </a:lnTo>
                  <a:lnTo>
                    <a:pt x="503505" y="1308108"/>
                  </a:lnTo>
                  <a:lnTo>
                    <a:pt x="487630" y="1305322"/>
                  </a:lnTo>
                  <a:lnTo>
                    <a:pt x="485748" y="1282423"/>
                  </a:lnTo>
                  <a:lnTo>
                    <a:pt x="490038" y="1270293"/>
                  </a:lnTo>
                  <a:lnTo>
                    <a:pt x="507856" y="1241604"/>
                  </a:lnTo>
                  <a:lnTo>
                    <a:pt x="524641" y="1226958"/>
                  </a:lnTo>
                  <a:lnTo>
                    <a:pt x="532047" y="1208050"/>
                  </a:lnTo>
                  <a:lnTo>
                    <a:pt x="529518" y="1178733"/>
                  </a:lnTo>
                  <a:lnTo>
                    <a:pt x="526361" y="1208564"/>
                  </a:lnTo>
                  <a:lnTo>
                    <a:pt x="516769" y="1223351"/>
                  </a:lnTo>
                  <a:lnTo>
                    <a:pt x="501694" y="1234647"/>
                  </a:lnTo>
                  <a:lnTo>
                    <a:pt x="481853" y="1254774"/>
                  </a:lnTo>
                  <a:lnTo>
                    <a:pt x="477006" y="1273386"/>
                  </a:lnTo>
                  <a:lnTo>
                    <a:pt x="470814" y="1308236"/>
                  </a:lnTo>
                  <a:lnTo>
                    <a:pt x="479192" y="1320032"/>
                  </a:lnTo>
                  <a:lnTo>
                    <a:pt x="487751" y="1323113"/>
                  </a:lnTo>
                  <a:lnTo>
                    <a:pt x="513036" y="1315206"/>
                  </a:lnTo>
                  <a:lnTo>
                    <a:pt x="526118" y="1318736"/>
                  </a:lnTo>
                  <a:lnTo>
                    <a:pt x="555217" y="1360697"/>
                  </a:lnTo>
                  <a:lnTo>
                    <a:pt x="609398" y="1377294"/>
                  </a:lnTo>
                  <a:lnTo>
                    <a:pt x="629158" y="1387666"/>
                  </a:lnTo>
                  <a:lnTo>
                    <a:pt x="645266" y="1409564"/>
                  </a:lnTo>
                  <a:lnTo>
                    <a:pt x="669478" y="1422169"/>
                  </a:lnTo>
                  <a:lnTo>
                    <a:pt x="688266" y="1440486"/>
                  </a:lnTo>
                  <a:lnTo>
                    <a:pt x="688772" y="1452437"/>
                  </a:lnTo>
                  <a:lnTo>
                    <a:pt x="682266" y="1466569"/>
                  </a:lnTo>
                  <a:lnTo>
                    <a:pt x="679697" y="1485695"/>
                  </a:lnTo>
                  <a:lnTo>
                    <a:pt x="671714" y="1497761"/>
                  </a:lnTo>
                  <a:lnTo>
                    <a:pt x="652550" y="1499147"/>
                  </a:lnTo>
                  <a:lnTo>
                    <a:pt x="640976" y="1496041"/>
                  </a:lnTo>
                  <a:lnTo>
                    <a:pt x="578751" y="1428805"/>
                  </a:lnTo>
                  <a:lnTo>
                    <a:pt x="571325" y="1422618"/>
                  </a:lnTo>
                  <a:lnTo>
                    <a:pt x="548246" y="1387409"/>
                  </a:lnTo>
                  <a:lnTo>
                    <a:pt x="521171" y="1368553"/>
                  </a:lnTo>
                  <a:lnTo>
                    <a:pt x="512793" y="1368951"/>
                  </a:lnTo>
                  <a:lnTo>
                    <a:pt x="551332" y="1403826"/>
                  </a:lnTo>
                  <a:lnTo>
                    <a:pt x="567065" y="1428215"/>
                  </a:lnTo>
                  <a:lnTo>
                    <a:pt x="594778" y="1462410"/>
                  </a:lnTo>
                  <a:lnTo>
                    <a:pt x="614588" y="1476889"/>
                  </a:lnTo>
                  <a:lnTo>
                    <a:pt x="629168" y="1499481"/>
                  </a:lnTo>
                  <a:lnTo>
                    <a:pt x="642716" y="1510071"/>
                  </a:lnTo>
                  <a:lnTo>
                    <a:pt x="679707" y="1525153"/>
                  </a:lnTo>
                  <a:lnTo>
                    <a:pt x="666847" y="1535987"/>
                  </a:lnTo>
                  <a:lnTo>
                    <a:pt x="687376" y="1545216"/>
                  </a:lnTo>
                  <a:lnTo>
                    <a:pt x="690310" y="1562185"/>
                  </a:lnTo>
                  <a:lnTo>
                    <a:pt x="688428" y="1581529"/>
                  </a:lnTo>
                  <a:lnTo>
                    <a:pt x="659936" y="1573879"/>
                  </a:lnTo>
                  <a:lnTo>
                    <a:pt x="659006" y="1588127"/>
                  </a:lnTo>
                  <a:lnTo>
                    <a:pt x="661555" y="1596534"/>
                  </a:lnTo>
                  <a:lnTo>
                    <a:pt x="648969" y="1603479"/>
                  </a:lnTo>
                  <a:lnTo>
                    <a:pt x="631465" y="1594057"/>
                  </a:lnTo>
                  <a:lnTo>
                    <a:pt x="586016" y="1542520"/>
                  </a:lnTo>
                  <a:lnTo>
                    <a:pt x="586400" y="1549413"/>
                  </a:lnTo>
                  <a:lnTo>
                    <a:pt x="590083" y="1557410"/>
                  </a:lnTo>
                  <a:lnTo>
                    <a:pt x="616440" y="1590591"/>
                  </a:lnTo>
                  <a:lnTo>
                    <a:pt x="639964" y="1610487"/>
                  </a:lnTo>
                  <a:lnTo>
                    <a:pt x="659906" y="1619472"/>
                  </a:lnTo>
                  <a:lnTo>
                    <a:pt x="675275" y="1636147"/>
                  </a:lnTo>
                  <a:lnTo>
                    <a:pt x="680698" y="1646236"/>
                  </a:lnTo>
                  <a:lnTo>
                    <a:pt x="684320" y="1661536"/>
                  </a:lnTo>
                  <a:lnTo>
                    <a:pt x="672928" y="1671934"/>
                  </a:lnTo>
                  <a:lnTo>
                    <a:pt x="659957" y="1677671"/>
                  </a:lnTo>
                  <a:lnTo>
                    <a:pt x="647289" y="1667300"/>
                  </a:lnTo>
                  <a:lnTo>
                    <a:pt x="638001" y="1656376"/>
                  </a:lnTo>
                  <a:lnTo>
                    <a:pt x="618221" y="1637828"/>
                  </a:lnTo>
                  <a:lnTo>
                    <a:pt x="612292" y="1617098"/>
                  </a:lnTo>
                  <a:lnTo>
                    <a:pt x="597246" y="1618163"/>
                  </a:lnTo>
                  <a:lnTo>
                    <a:pt x="534364" y="1591875"/>
                  </a:lnTo>
                  <a:lnTo>
                    <a:pt x="483826" y="1588846"/>
                  </a:lnTo>
                  <a:lnTo>
                    <a:pt x="488763" y="1594134"/>
                  </a:lnTo>
                  <a:lnTo>
                    <a:pt x="495158" y="1597651"/>
                  </a:lnTo>
                  <a:lnTo>
                    <a:pt x="535406" y="1604133"/>
                  </a:lnTo>
                  <a:lnTo>
                    <a:pt x="551312" y="1616238"/>
                  </a:lnTo>
                  <a:lnTo>
                    <a:pt x="584417" y="1626982"/>
                  </a:lnTo>
                  <a:lnTo>
                    <a:pt x="603803" y="1629921"/>
                  </a:lnTo>
                  <a:lnTo>
                    <a:pt x="611664" y="1662923"/>
                  </a:lnTo>
                  <a:lnTo>
                    <a:pt x="638456" y="1685630"/>
                  </a:lnTo>
                  <a:lnTo>
                    <a:pt x="641937" y="1702458"/>
                  </a:lnTo>
                  <a:lnTo>
                    <a:pt x="660230" y="1704345"/>
                  </a:lnTo>
                  <a:lnTo>
                    <a:pt x="692415" y="1687837"/>
                  </a:lnTo>
                  <a:lnTo>
                    <a:pt x="713187" y="1693627"/>
                  </a:lnTo>
                  <a:lnTo>
                    <a:pt x="743145" y="1698350"/>
                  </a:lnTo>
                  <a:lnTo>
                    <a:pt x="749995" y="1711674"/>
                  </a:lnTo>
                  <a:lnTo>
                    <a:pt x="755135" y="1737025"/>
                  </a:lnTo>
                  <a:lnTo>
                    <a:pt x="765728" y="1765547"/>
                  </a:lnTo>
                  <a:lnTo>
                    <a:pt x="793198" y="1878004"/>
                  </a:lnTo>
                  <a:lnTo>
                    <a:pt x="817931" y="1933128"/>
                  </a:lnTo>
                  <a:lnTo>
                    <a:pt x="810458" y="1933128"/>
                  </a:lnTo>
                  <a:lnTo>
                    <a:pt x="799340" y="1911006"/>
                  </a:lnTo>
                  <a:lnTo>
                    <a:pt x="782443" y="1867016"/>
                  </a:lnTo>
                  <a:lnTo>
                    <a:pt x="765081" y="1789345"/>
                  </a:lnTo>
                  <a:lnTo>
                    <a:pt x="760042" y="1771952"/>
                  </a:lnTo>
                  <a:lnTo>
                    <a:pt x="754113" y="1765008"/>
                  </a:lnTo>
                  <a:lnTo>
                    <a:pt x="750208" y="1770656"/>
                  </a:lnTo>
                  <a:lnTo>
                    <a:pt x="748528" y="1780552"/>
                  </a:lnTo>
                  <a:lnTo>
                    <a:pt x="751361" y="1788151"/>
                  </a:lnTo>
                  <a:lnTo>
                    <a:pt x="744521" y="1813721"/>
                  </a:lnTo>
                  <a:lnTo>
                    <a:pt x="747486" y="1825453"/>
                  </a:lnTo>
                  <a:lnTo>
                    <a:pt x="758595" y="1837583"/>
                  </a:lnTo>
                  <a:lnTo>
                    <a:pt x="770666" y="1867851"/>
                  </a:lnTo>
                  <a:lnTo>
                    <a:pt x="780308" y="1908605"/>
                  </a:lnTo>
                  <a:lnTo>
                    <a:pt x="767266" y="1892085"/>
                  </a:lnTo>
                  <a:lnTo>
                    <a:pt x="753344" y="1883331"/>
                  </a:lnTo>
                  <a:lnTo>
                    <a:pt x="731682" y="1876618"/>
                  </a:lnTo>
                  <a:lnTo>
                    <a:pt x="712387" y="1864847"/>
                  </a:lnTo>
                  <a:lnTo>
                    <a:pt x="713794" y="1881726"/>
                  </a:lnTo>
                  <a:lnTo>
                    <a:pt x="711942" y="1899954"/>
                  </a:lnTo>
                  <a:lnTo>
                    <a:pt x="697069" y="1894396"/>
                  </a:lnTo>
                  <a:lnTo>
                    <a:pt x="686951" y="1888350"/>
                  </a:lnTo>
                  <a:lnTo>
                    <a:pt x="695905" y="1907771"/>
                  </a:lnTo>
                  <a:lnTo>
                    <a:pt x="676469" y="1901943"/>
                  </a:lnTo>
                  <a:lnTo>
                    <a:pt x="663518" y="1903163"/>
                  </a:lnTo>
                  <a:lnTo>
                    <a:pt x="655100" y="1920402"/>
                  </a:lnTo>
                  <a:lnTo>
                    <a:pt x="643809" y="1930863"/>
                  </a:lnTo>
                  <a:lnTo>
                    <a:pt x="632607" y="1933128"/>
                  </a:lnTo>
                  <a:lnTo>
                    <a:pt x="625369" y="1933128"/>
                  </a:lnTo>
                  <a:lnTo>
                    <a:pt x="602346" y="1918476"/>
                  </a:lnTo>
                  <a:lnTo>
                    <a:pt x="594322" y="1899338"/>
                  </a:lnTo>
                  <a:lnTo>
                    <a:pt x="591004" y="1878030"/>
                  </a:lnTo>
                  <a:lnTo>
                    <a:pt x="589678" y="1903227"/>
                  </a:lnTo>
                  <a:lnTo>
                    <a:pt x="594090" y="1929464"/>
                  </a:lnTo>
                  <a:lnTo>
                    <a:pt x="593805" y="1933128"/>
                  </a:lnTo>
                  <a:lnTo>
                    <a:pt x="358338" y="1933128"/>
                  </a:lnTo>
                  <a:lnTo>
                    <a:pt x="358338" y="902731"/>
                  </a:lnTo>
                  <a:lnTo>
                    <a:pt x="924640" y="902731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1930926" y="952700"/>
              <a:ext cx="944186" cy="914400"/>
            </a:xfrm>
            <a:custGeom>
              <a:avLst/>
              <a:pathLst>
                <a:path w="944186" h="914400">
                  <a:moveTo>
                    <a:pt x="914400" y="914400"/>
                  </a:moveTo>
                  <a:lnTo>
                    <a:pt x="913843" y="906749"/>
                  </a:lnTo>
                  <a:lnTo>
                    <a:pt x="944186" y="857343"/>
                  </a:lnTo>
                  <a:lnTo>
                    <a:pt x="938702" y="87460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1697185" y="1388382"/>
              <a:ext cx="972547" cy="914400"/>
            </a:xfrm>
            <a:custGeom>
              <a:avLst/>
              <a:pathLst>
                <a:path w="972547" h="914400">
                  <a:moveTo>
                    <a:pt x="914400" y="914400"/>
                  </a:moveTo>
                  <a:lnTo>
                    <a:pt x="946008" y="861759"/>
                  </a:lnTo>
                  <a:lnTo>
                    <a:pt x="964361" y="817654"/>
                  </a:lnTo>
                  <a:lnTo>
                    <a:pt x="972547" y="802405"/>
                  </a:lnTo>
                  <a:lnTo>
                    <a:pt x="964604" y="833314"/>
                  </a:lnTo>
                  <a:lnTo>
                    <a:pt x="950722" y="861733"/>
                  </a:lnTo>
                  <a:lnTo>
                    <a:pt x="923819" y="910138"/>
                  </a:lnTo>
                  <a:close/>
                </a:path>
              </a:pathLst>
            </a:custGeom>
            <a:solidFill>
              <a:srgbClr val="FFEFDB">
                <a:alpha val="100000"/>
              </a:srgbClr>
            </a:solidFill>
            <a:ln w="5420" cap="flat">
              <a:solidFill>
                <a:srgbClr val="000000">
                  <a:alpha val="65098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t4714"/>
            <p:cNvSpPr/>
            <p:nvPr/>
          </p:nvSpPr>
          <p:spPr>
            <a:xfrm>
              <a:off x="2520841" y="2338335"/>
              <a:ext cx="63202" cy="63202"/>
            </a:xfrm>
            <a:prstGeom prst="ellipse">
              <a:avLst/>
            </a:prstGeom>
            <a:solidFill>
              <a:srgbClr val="378C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t4715"/>
            <p:cNvSpPr/>
            <p:nvPr/>
          </p:nvSpPr>
          <p:spPr>
            <a:xfrm>
              <a:off x="2676441" y="1955321"/>
              <a:ext cx="63202" cy="63202"/>
            </a:xfrm>
            <a:prstGeom prst="ellipse">
              <a:avLst/>
            </a:prstGeom>
            <a:solidFill>
              <a:srgbClr val="5BC6A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t4716"/>
            <p:cNvSpPr/>
            <p:nvPr/>
          </p:nvSpPr>
          <p:spPr>
            <a:xfrm>
              <a:off x="2551299" y="1860386"/>
              <a:ext cx="63202" cy="63202"/>
            </a:xfrm>
            <a:prstGeom prst="ellipse">
              <a:avLst/>
            </a:prstGeom>
            <a:solidFill>
              <a:srgbClr val="3A81A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t4717"/>
            <p:cNvSpPr/>
            <p:nvPr/>
          </p:nvSpPr>
          <p:spPr>
            <a:xfrm>
              <a:off x="2248821" y="2148969"/>
              <a:ext cx="63202" cy="63202"/>
            </a:xfrm>
            <a:prstGeom prst="ellipse">
              <a:avLst/>
            </a:prstGeom>
            <a:solidFill>
              <a:srgbClr val="3690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t4718"/>
            <p:cNvSpPr/>
            <p:nvPr/>
          </p:nvSpPr>
          <p:spPr>
            <a:xfrm>
              <a:off x="2328391" y="2215628"/>
              <a:ext cx="117405" cy="117405"/>
            </a:xfrm>
            <a:prstGeom prst="ellipse">
              <a:avLst/>
            </a:prstGeom>
            <a:solidFill>
              <a:srgbClr val="368FA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t4719"/>
            <p:cNvSpPr/>
            <p:nvPr/>
          </p:nvSpPr>
          <p:spPr>
            <a:xfrm>
              <a:off x="2320627" y="2408325"/>
              <a:ext cx="117405" cy="117405"/>
            </a:xfrm>
            <a:prstGeom prst="ellipse">
              <a:avLst/>
            </a:prstGeom>
            <a:solidFill>
              <a:srgbClr val="80D7B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t4720"/>
            <p:cNvSpPr/>
            <p:nvPr/>
          </p:nvSpPr>
          <p:spPr>
            <a:xfrm>
              <a:off x="2261026" y="2417863"/>
              <a:ext cx="117405" cy="117405"/>
            </a:xfrm>
            <a:prstGeom prst="ellipse">
              <a:avLst/>
            </a:prstGeom>
            <a:solidFill>
              <a:srgbClr val="4CB1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g4721"/>
            <p:cNvSpPr/>
            <p:nvPr/>
          </p:nvSpPr>
          <p:spPr>
            <a:xfrm>
              <a:off x="2279549" y="2349450"/>
              <a:ext cx="158117" cy="136934"/>
            </a:xfrm>
            <a:custGeom>
              <a:avLst/>
              <a:pathLst>
                <a:path w="158117" h="136934">
                  <a:moveTo>
                    <a:pt x="79058" y="0"/>
                  </a:moveTo>
                  <a:lnTo>
                    <a:pt x="158117" y="136934"/>
                  </a:lnTo>
                  <a:lnTo>
                    <a:pt x="0" y="136934"/>
                  </a:lnTo>
                  <a:close/>
                </a:path>
              </a:pathLst>
            </a:custGeom>
            <a:solidFill>
              <a:srgbClr val="FF149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l4722"/>
            <p:cNvSpPr/>
            <p:nvPr/>
          </p:nvSpPr>
          <p:spPr>
            <a:xfrm>
              <a:off x="2389492" y="1965837"/>
              <a:ext cx="53080" cy="295156"/>
            </a:xfrm>
            <a:custGeom>
              <a:avLst/>
              <a:pathLst>
                <a:path w="53080" h="295156">
                  <a:moveTo>
                    <a:pt x="53080" y="0"/>
                  </a:moveTo>
                  <a:lnTo>
                    <a:pt x="0" y="295156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l4723"/>
            <p:cNvSpPr/>
            <p:nvPr/>
          </p:nvSpPr>
          <p:spPr>
            <a:xfrm>
              <a:off x="2324981" y="2256418"/>
              <a:ext cx="87319" cy="207656"/>
            </a:xfrm>
            <a:custGeom>
              <a:avLst/>
              <a:pathLst>
                <a:path w="87319" h="207656">
                  <a:moveTo>
                    <a:pt x="87319" y="0"/>
                  </a:moveTo>
                  <a:lnTo>
                    <a:pt x="0" y="207656"/>
                  </a:lnTo>
                </a:path>
              </a:pathLst>
            </a:custGeom>
            <a:ln w="1355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g4724"/>
            <p:cNvSpPr/>
            <p:nvPr/>
          </p:nvSpPr>
          <p:spPr>
            <a:xfrm>
              <a:off x="2442573" y="1841005"/>
              <a:ext cx="718078" cy="194858"/>
            </a:xfrm>
            <a:custGeom>
              <a:avLst/>
              <a:pathLst>
                <a:path w="718078" h="194858">
                  <a:moveTo>
                    <a:pt x="27431" y="194858"/>
                  </a:moveTo>
                  <a:lnTo>
                    <a:pt x="690646" y="194858"/>
                  </a:lnTo>
                  <a:lnTo>
                    <a:pt x="689541" y="194836"/>
                  </a:lnTo>
                  <a:lnTo>
                    <a:pt x="693952" y="194658"/>
                  </a:lnTo>
                  <a:lnTo>
                    <a:pt x="698278" y="193775"/>
                  </a:lnTo>
                  <a:lnTo>
                    <a:pt x="702406" y="192210"/>
                  </a:lnTo>
                  <a:lnTo>
                    <a:pt x="706229" y="190002"/>
                  </a:lnTo>
                  <a:lnTo>
                    <a:pt x="709649" y="187210"/>
                  </a:lnTo>
                  <a:lnTo>
                    <a:pt x="712576" y="183906"/>
                  </a:lnTo>
                  <a:lnTo>
                    <a:pt x="714936" y="180174"/>
                  </a:lnTo>
                  <a:lnTo>
                    <a:pt x="716666" y="176113"/>
                  </a:lnTo>
                  <a:lnTo>
                    <a:pt x="717723" y="171827"/>
                  </a:lnTo>
                  <a:lnTo>
                    <a:pt x="718078" y="167426"/>
                  </a:lnTo>
                  <a:lnTo>
                    <a:pt x="718078" y="27431"/>
                  </a:lnTo>
                  <a:lnTo>
                    <a:pt x="717723" y="23031"/>
                  </a:lnTo>
                  <a:lnTo>
                    <a:pt x="716666" y="18745"/>
                  </a:lnTo>
                  <a:lnTo>
                    <a:pt x="714936" y="14683"/>
                  </a:lnTo>
                  <a:lnTo>
                    <a:pt x="712576" y="10952"/>
                  </a:lnTo>
                  <a:lnTo>
                    <a:pt x="709649" y="7647"/>
                  </a:lnTo>
                  <a:lnTo>
                    <a:pt x="706229" y="4855"/>
                  </a:lnTo>
                  <a:lnTo>
                    <a:pt x="702406" y="2648"/>
                  </a:lnTo>
                  <a:lnTo>
                    <a:pt x="698278" y="1083"/>
                  </a:lnTo>
                  <a:lnTo>
                    <a:pt x="693952" y="200"/>
                  </a:lnTo>
                  <a:lnTo>
                    <a:pt x="690646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6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tx4725"/>
            <p:cNvSpPr/>
            <p:nvPr/>
          </p:nvSpPr>
          <p:spPr>
            <a:xfrm>
              <a:off x="2488293" y="1886725"/>
              <a:ext cx="626638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S1_LOLA</a:t>
              </a:r>
            </a:p>
          </p:txBody>
        </p:sp>
        <p:sp>
          <p:nvSpPr>
            <p:cNvPr id="4726" name="pg4726"/>
            <p:cNvSpPr/>
            <p:nvPr/>
          </p:nvSpPr>
          <p:spPr>
            <a:xfrm>
              <a:off x="2418615" y="2413058"/>
              <a:ext cx="742035" cy="194858"/>
            </a:xfrm>
            <a:custGeom>
              <a:avLst/>
              <a:pathLst>
                <a:path w="742035" h="194858">
                  <a:moveTo>
                    <a:pt x="27431" y="194858"/>
                  </a:moveTo>
                  <a:lnTo>
                    <a:pt x="714603" y="194858"/>
                  </a:lnTo>
                  <a:lnTo>
                    <a:pt x="713499" y="194836"/>
                  </a:lnTo>
                  <a:lnTo>
                    <a:pt x="717910" y="194658"/>
                  </a:lnTo>
                  <a:lnTo>
                    <a:pt x="722235" y="193775"/>
                  </a:lnTo>
                  <a:lnTo>
                    <a:pt x="726363" y="192210"/>
                  </a:lnTo>
                  <a:lnTo>
                    <a:pt x="730186" y="190002"/>
                  </a:lnTo>
                  <a:lnTo>
                    <a:pt x="733606" y="187210"/>
                  </a:lnTo>
                  <a:lnTo>
                    <a:pt x="736533" y="183906"/>
                  </a:lnTo>
                  <a:lnTo>
                    <a:pt x="738893" y="180174"/>
                  </a:lnTo>
                  <a:lnTo>
                    <a:pt x="740623" y="176113"/>
                  </a:lnTo>
                  <a:lnTo>
                    <a:pt x="741680" y="171827"/>
                  </a:lnTo>
                  <a:lnTo>
                    <a:pt x="742035" y="167426"/>
                  </a:lnTo>
                  <a:lnTo>
                    <a:pt x="742035" y="27431"/>
                  </a:lnTo>
                  <a:lnTo>
                    <a:pt x="741680" y="23031"/>
                  </a:lnTo>
                  <a:lnTo>
                    <a:pt x="740623" y="18745"/>
                  </a:lnTo>
                  <a:lnTo>
                    <a:pt x="738893" y="14683"/>
                  </a:lnTo>
                  <a:lnTo>
                    <a:pt x="736533" y="10952"/>
                  </a:lnTo>
                  <a:lnTo>
                    <a:pt x="733606" y="7647"/>
                  </a:lnTo>
                  <a:lnTo>
                    <a:pt x="730186" y="4855"/>
                  </a:lnTo>
                  <a:lnTo>
                    <a:pt x="726363" y="2648"/>
                  </a:lnTo>
                  <a:lnTo>
                    <a:pt x="722235" y="1083"/>
                  </a:lnTo>
                  <a:lnTo>
                    <a:pt x="717910" y="200"/>
                  </a:lnTo>
                  <a:lnTo>
                    <a:pt x="71460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6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tx4727"/>
            <p:cNvSpPr/>
            <p:nvPr/>
          </p:nvSpPr>
          <p:spPr>
            <a:xfrm>
              <a:off x="2464335" y="2458778"/>
              <a:ext cx="650595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S2_DEBY</a:t>
              </a:r>
            </a:p>
          </p:txBody>
        </p:sp>
        <p:sp>
          <p:nvSpPr>
            <p:cNvPr id="4728" name="pg4728"/>
            <p:cNvSpPr/>
            <p:nvPr/>
          </p:nvSpPr>
          <p:spPr>
            <a:xfrm>
              <a:off x="2412300" y="2126754"/>
              <a:ext cx="570585" cy="194858"/>
            </a:xfrm>
            <a:custGeom>
              <a:avLst/>
              <a:pathLst>
                <a:path w="570585" h="194858">
                  <a:moveTo>
                    <a:pt x="27431" y="194858"/>
                  </a:moveTo>
                  <a:lnTo>
                    <a:pt x="543153" y="194858"/>
                  </a:lnTo>
                  <a:lnTo>
                    <a:pt x="542049" y="194836"/>
                  </a:lnTo>
                  <a:lnTo>
                    <a:pt x="546460" y="194658"/>
                  </a:lnTo>
                  <a:lnTo>
                    <a:pt x="550785" y="193775"/>
                  </a:lnTo>
                  <a:lnTo>
                    <a:pt x="554913" y="192210"/>
                  </a:lnTo>
                  <a:lnTo>
                    <a:pt x="558736" y="190002"/>
                  </a:lnTo>
                  <a:lnTo>
                    <a:pt x="562156" y="187210"/>
                  </a:lnTo>
                  <a:lnTo>
                    <a:pt x="565083" y="183906"/>
                  </a:lnTo>
                  <a:lnTo>
                    <a:pt x="567443" y="180174"/>
                  </a:lnTo>
                  <a:lnTo>
                    <a:pt x="569173" y="176113"/>
                  </a:lnTo>
                  <a:lnTo>
                    <a:pt x="570230" y="171827"/>
                  </a:lnTo>
                  <a:lnTo>
                    <a:pt x="570585" y="167426"/>
                  </a:lnTo>
                  <a:lnTo>
                    <a:pt x="570585" y="27431"/>
                  </a:lnTo>
                  <a:lnTo>
                    <a:pt x="570230" y="23031"/>
                  </a:lnTo>
                  <a:lnTo>
                    <a:pt x="569173" y="18745"/>
                  </a:lnTo>
                  <a:lnTo>
                    <a:pt x="567443" y="14683"/>
                  </a:lnTo>
                  <a:lnTo>
                    <a:pt x="565083" y="10952"/>
                  </a:lnTo>
                  <a:lnTo>
                    <a:pt x="562156" y="7647"/>
                  </a:lnTo>
                  <a:lnTo>
                    <a:pt x="558736" y="4855"/>
                  </a:lnTo>
                  <a:lnTo>
                    <a:pt x="554913" y="2648"/>
                  </a:lnTo>
                  <a:lnTo>
                    <a:pt x="550785" y="1083"/>
                  </a:lnTo>
                  <a:lnTo>
                    <a:pt x="546460" y="200"/>
                  </a:lnTo>
                  <a:lnTo>
                    <a:pt x="54315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7426"/>
                  </a:lnTo>
                  <a:lnTo>
                    <a:pt x="88" y="165219"/>
                  </a:lnTo>
                  <a:lnTo>
                    <a:pt x="88" y="169633"/>
                  </a:lnTo>
                  <a:lnTo>
                    <a:pt x="797" y="173991"/>
                  </a:lnTo>
                  <a:lnTo>
                    <a:pt x="2195" y="178179"/>
                  </a:lnTo>
                  <a:lnTo>
                    <a:pt x="4246" y="182088"/>
                  </a:lnTo>
                  <a:lnTo>
                    <a:pt x="6898" y="185617"/>
                  </a:lnTo>
                  <a:lnTo>
                    <a:pt x="10082" y="188675"/>
                  </a:lnTo>
                  <a:lnTo>
                    <a:pt x="13716" y="191183"/>
                  </a:lnTo>
                  <a:lnTo>
                    <a:pt x="17704" y="193076"/>
                  </a:lnTo>
                  <a:lnTo>
                    <a:pt x="21944" y="194304"/>
                  </a:lnTo>
                  <a:lnTo>
                    <a:pt x="26327" y="1948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tx4729"/>
            <p:cNvSpPr/>
            <p:nvPr/>
          </p:nvSpPr>
          <p:spPr>
            <a:xfrm>
              <a:off x="2458020" y="2172474"/>
              <a:ext cx="479145" cy="10341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38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W4_VA</a:t>
              </a:r>
            </a:p>
          </p:txBody>
        </p:sp>
        <p:sp>
          <p:nvSpPr>
            <p:cNvPr id="4730" name="rc4730"/>
            <p:cNvSpPr/>
            <p:nvPr/>
          </p:nvSpPr>
          <p:spPr>
            <a:xfrm>
              <a:off x="2045346" y="1707859"/>
              <a:ext cx="1161025" cy="1133437"/>
            </a:xfrm>
            <a:prstGeom prst="rect">
              <a:avLst/>
            </a:prstGeom>
            <a:noFill/>
            <a:ln w="2710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Macintosh PowerPoint</Application>
  <PresentationFormat>Présentation à l'écran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Thème</vt:lpstr>
      </vt:variant>
      <vt:variant>
        <vt:i4>1</vt:i4>
      </vt:variant>
      <vt:variant>
        <vt:lpstr>Titres des diapositives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/>
  <dc:subject/>
  <dc:creator/>
  <cp:keywords/>
  <dc:description/>
  <cp:lastModifiedBy>camillerumberger</cp:lastModifiedBy>
  <cp:revision>3</cp:revision>
  <dcterms:created xsi:type="dcterms:W3CDTF">2017-02-13T16:18:36Z</dcterms:created>
  <dcterms:modified xsi:type="dcterms:W3CDTF">2026-05-06T09:40:07Z</dcterms:modified>
  <cp:category/>
</cp:coreProperties>
</file>