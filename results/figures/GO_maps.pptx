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5e8acd4ba7ba11022f95afd307782cb1e07a0ce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DC0">
                <a:alpha val="100000"/>
              </a:srgbClr>
            </a:solidFill>
            <a:ln w="5420" cap="flat">
              <a:solidFill>
                <a:srgbClr val="92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A80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9FE0C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74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8FDB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66D0A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9DE0C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83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8ADA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5CC8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84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52BA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8BDAB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9EE0C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5CC8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91DCC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5BC6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A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5BC6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9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DC9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A79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61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7ED6B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4AA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C457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E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7FD7B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3691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47AB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B376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A9D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79D5B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449" y="4909125"/>
              <a:ext cx="52363" cy="84403"/>
            </a:xfrm>
            <a:custGeom>
              <a:avLst/>
              <a:pathLst>
                <a:path w="52363" h="84403">
                  <a:moveTo>
                    <a:pt x="0" y="0"/>
                  </a:moveTo>
                  <a:lnTo>
                    <a:pt x="52363" y="8440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5709452" y="2782992"/>
              <a:ext cx="116994" cy="139744"/>
            </a:xfrm>
            <a:custGeom>
              <a:avLst/>
              <a:pathLst>
                <a:path w="116994" h="139744">
                  <a:moveTo>
                    <a:pt x="0" y="0"/>
                  </a:moveTo>
                  <a:lnTo>
                    <a:pt x="116994" y="13974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507" y="4609365"/>
              <a:ext cx="54319" cy="79534"/>
            </a:xfrm>
            <a:custGeom>
              <a:avLst/>
              <a:pathLst>
                <a:path w="54319" h="79534">
                  <a:moveTo>
                    <a:pt x="0" y="0"/>
                  </a:moveTo>
                  <a:lnTo>
                    <a:pt x="54319" y="7953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3511749" y="4762551"/>
              <a:ext cx="53583" cy="82312"/>
            </a:xfrm>
            <a:custGeom>
              <a:avLst/>
              <a:pathLst>
                <a:path w="53583" h="82312">
                  <a:moveTo>
                    <a:pt x="0" y="0"/>
                  </a:moveTo>
                  <a:lnTo>
                    <a:pt x="53583" y="8231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5595308" y="3003256"/>
              <a:ext cx="81027" cy="48666"/>
            </a:xfrm>
            <a:custGeom>
              <a:avLst/>
              <a:pathLst>
                <a:path w="81027" h="48666">
                  <a:moveTo>
                    <a:pt x="0" y="0"/>
                  </a:moveTo>
                  <a:lnTo>
                    <a:pt x="81027" y="4866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g3967"/>
            <p:cNvSpPr/>
            <p:nvPr/>
          </p:nvSpPr>
          <p:spPr>
            <a:xfrm>
              <a:off x="2291933" y="4760425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2337653" y="4806145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5374995" y="2591060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5420715" y="2636780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537" y="4460418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4016257" y="4506138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2960914" y="4613818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3006634" y="4659538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5013567" y="2874375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1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5059287" y="2920095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tx4046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2201917" y="1998973"/>
              <a:ext cx="2151491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(LEA)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33411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415547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496984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57842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65985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848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2991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311355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392793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47423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6B8">
                <a:alpha val="100000"/>
              </a:srgbClr>
            </a:solidFill>
            <a:ln w="5420" cap="flat">
              <a:solidFill>
                <a:srgbClr val="7F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5">
                <a:alpha val="100000"/>
              </a:srgbClr>
            </a:solidFill>
            <a:ln w="5420" cap="flat">
              <a:solidFill>
                <a:srgbClr val="9CDF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C">
                <a:alpha val="100000"/>
              </a:srgbClr>
            </a:solidFill>
            <a:ln w="5420" cap="flat">
              <a:solidFill>
                <a:srgbClr val="8A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11255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19399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7542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35686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3830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51973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0117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8261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6405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84548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2692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00836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08979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17123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25267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33411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2301906" y="4297487"/>
              <a:ext cx="973520" cy="1423460"/>
            </a:xfrm>
            <a:custGeom>
              <a:avLst/>
              <a:pathLst>
                <a:path w="973520" h="1423460">
                  <a:moveTo>
                    <a:pt x="892083" y="1385064"/>
                  </a:moveTo>
                  <a:lnTo>
                    <a:pt x="973520" y="1385064"/>
                  </a:lnTo>
                  <a:lnTo>
                    <a:pt x="973520" y="1423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2301906" y="4351869"/>
              <a:ext cx="892083" cy="1369078"/>
            </a:xfrm>
            <a:custGeom>
              <a:avLst/>
              <a:pathLst>
                <a:path w="892083" h="1369078">
                  <a:moveTo>
                    <a:pt x="892083" y="1369078"/>
                  </a:moveTo>
                  <a:lnTo>
                    <a:pt x="892083" y="13306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2301906" y="4221734"/>
              <a:ext cx="1054958" cy="1499213"/>
            </a:xfrm>
            <a:custGeom>
              <a:avLst/>
              <a:pathLst>
                <a:path w="1054958" h="1499213">
                  <a:moveTo>
                    <a:pt x="973520" y="1460818"/>
                  </a:moveTo>
                  <a:lnTo>
                    <a:pt x="1054958" y="1460818"/>
                  </a:lnTo>
                  <a:lnTo>
                    <a:pt x="1054958" y="1499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2301906" y="4272355"/>
              <a:ext cx="973520" cy="1448592"/>
            </a:xfrm>
            <a:custGeom>
              <a:avLst/>
              <a:pathLst>
                <a:path w="973520" h="1448592">
                  <a:moveTo>
                    <a:pt x="973520" y="1448592"/>
                  </a:moveTo>
                  <a:lnTo>
                    <a:pt x="973520" y="141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2301906" y="4150120"/>
              <a:ext cx="1136395" cy="1570828"/>
            </a:xfrm>
            <a:custGeom>
              <a:avLst/>
              <a:pathLst>
                <a:path w="1136395" h="1570828">
                  <a:moveTo>
                    <a:pt x="1054958" y="1532432"/>
                  </a:moveTo>
                  <a:lnTo>
                    <a:pt x="1136395" y="1532432"/>
                  </a:lnTo>
                  <a:lnTo>
                    <a:pt x="1136395" y="15708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2301906" y="4197308"/>
              <a:ext cx="1054958" cy="1523639"/>
            </a:xfrm>
            <a:custGeom>
              <a:avLst/>
              <a:pathLst>
                <a:path w="1054958" h="1523639">
                  <a:moveTo>
                    <a:pt x="1054958" y="1523639"/>
                  </a:moveTo>
                  <a:lnTo>
                    <a:pt x="1054958" y="1485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2301906" y="4082314"/>
              <a:ext cx="1217832" cy="1638633"/>
            </a:xfrm>
            <a:custGeom>
              <a:avLst/>
              <a:pathLst>
                <a:path w="1217832" h="1638633">
                  <a:moveTo>
                    <a:pt x="1136395" y="1600238"/>
                  </a:moveTo>
                  <a:lnTo>
                    <a:pt x="1217832" y="1600238"/>
                  </a:lnTo>
                  <a:lnTo>
                    <a:pt x="1217832" y="16386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2301906" y="4126360"/>
              <a:ext cx="1136395" cy="1594587"/>
            </a:xfrm>
            <a:custGeom>
              <a:avLst/>
              <a:pathLst>
                <a:path w="1136395" h="1594587">
                  <a:moveTo>
                    <a:pt x="1136395" y="1594587"/>
                  </a:moveTo>
                  <a:lnTo>
                    <a:pt x="1136395" y="155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2301906" y="4018020"/>
              <a:ext cx="1299269" cy="1702927"/>
            </a:xfrm>
            <a:custGeom>
              <a:avLst/>
              <a:pathLst>
                <a:path w="1299269" h="1702927">
                  <a:moveTo>
                    <a:pt x="1217832" y="1664531"/>
                  </a:moveTo>
                  <a:lnTo>
                    <a:pt x="1299269" y="1664531"/>
                  </a:lnTo>
                  <a:lnTo>
                    <a:pt x="1299269" y="17029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2301906" y="4059186"/>
              <a:ext cx="1217832" cy="1661761"/>
            </a:xfrm>
            <a:custGeom>
              <a:avLst/>
              <a:pathLst>
                <a:path w="1217832" h="1661761">
                  <a:moveTo>
                    <a:pt x="1217832" y="1661761"/>
                  </a:moveTo>
                  <a:lnTo>
                    <a:pt x="1217832" y="1623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2301906" y="3956974"/>
              <a:ext cx="1380706" cy="1763973"/>
            </a:xfrm>
            <a:custGeom>
              <a:avLst/>
              <a:pathLst>
                <a:path w="1380706" h="1763973">
                  <a:moveTo>
                    <a:pt x="1299269" y="1725578"/>
                  </a:moveTo>
                  <a:lnTo>
                    <a:pt x="1380706" y="1725578"/>
                  </a:lnTo>
                  <a:lnTo>
                    <a:pt x="1380706" y="1763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2301906" y="3995492"/>
              <a:ext cx="1299269" cy="1725455"/>
            </a:xfrm>
            <a:custGeom>
              <a:avLst/>
              <a:pathLst>
                <a:path w="1299269" h="1725455">
                  <a:moveTo>
                    <a:pt x="1299269" y="1725455"/>
                  </a:moveTo>
                  <a:lnTo>
                    <a:pt x="1299269" y="16870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2301906" y="3898934"/>
              <a:ext cx="1462143" cy="1822013"/>
            </a:xfrm>
            <a:custGeom>
              <a:avLst/>
              <a:pathLst>
                <a:path w="1462143" h="1822013">
                  <a:moveTo>
                    <a:pt x="1380706" y="1783618"/>
                  </a:moveTo>
                  <a:lnTo>
                    <a:pt x="1462143" y="1783618"/>
                  </a:lnTo>
                  <a:lnTo>
                    <a:pt x="1462143" y="1822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2301906" y="3935014"/>
              <a:ext cx="1380706" cy="1785933"/>
            </a:xfrm>
            <a:custGeom>
              <a:avLst/>
              <a:pathLst>
                <a:path w="1380706" h="1785933">
                  <a:moveTo>
                    <a:pt x="1380706" y="1785933"/>
                  </a:moveTo>
                  <a:lnTo>
                    <a:pt x="1380706" y="17475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2301906" y="3843684"/>
              <a:ext cx="1543580" cy="1877263"/>
            </a:xfrm>
            <a:custGeom>
              <a:avLst/>
              <a:pathLst>
                <a:path w="1543580" h="1877263">
                  <a:moveTo>
                    <a:pt x="1462143" y="1838867"/>
                  </a:moveTo>
                  <a:lnTo>
                    <a:pt x="1543580" y="1838867"/>
                  </a:lnTo>
                  <a:lnTo>
                    <a:pt x="1543580" y="18772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2301906" y="3877515"/>
              <a:ext cx="1462143" cy="1843432"/>
            </a:xfrm>
            <a:custGeom>
              <a:avLst/>
              <a:pathLst>
                <a:path w="1462143" h="1843432">
                  <a:moveTo>
                    <a:pt x="1462143" y="1843432"/>
                  </a:moveTo>
                  <a:lnTo>
                    <a:pt x="1462143" y="18050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2301906" y="3791028"/>
              <a:ext cx="1625018" cy="1929919"/>
            </a:xfrm>
            <a:custGeom>
              <a:avLst/>
              <a:pathLst>
                <a:path w="1625018" h="1929919">
                  <a:moveTo>
                    <a:pt x="1543580" y="1891524"/>
                  </a:moveTo>
                  <a:lnTo>
                    <a:pt x="1625018" y="1891524"/>
                  </a:lnTo>
                  <a:lnTo>
                    <a:pt x="1625018" y="19299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2301906" y="3822780"/>
              <a:ext cx="1543580" cy="1898167"/>
            </a:xfrm>
            <a:custGeom>
              <a:avLst/>
              <a:pathLst>
                <a:path w="1543580" h="1898167">
                  <a:moveTo>
                    <a:pt x="1543580" y="1898167"/>
                  </a:moveTo>
                  <a:lnTo>
                    <a:pt x="1543580" y="18597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2301906" y="3740787"/>
              <a:ext cx="1706455" cy="1980160"/>
            </a:xfrm>
            <a:custGeom>
              <a:avLst/>
              <a:pathLst>
                <a:path w="1706455" h="1980160">
                  <a:moveTo>
                    <a:pt x="1625018" y="1941765"/>
                  </a:moveTo>
                  <a:lnTo>
                    <a:pt x="1706455" y="1941765"/>
                  </a:lnTo>
                  <a:lnTo>
                    <a:pt x="1706455" y="198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2301906" y="3770615"/>
              <a:ext cx="1625018" cy="1950332"/>
            </a:xfrm>
            <a:custGeom>
              <a:avLst/>
              <a:pathLst>
                <a:path w="1625018" h="1950332">
                  <a:moveTo>
                    <a:pt x="1625018" y="1950332"/>
                  </a:moveTo>
                  <a:lnTo>
                    <a:pt x="1625018" y="1911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2301906" y="3692798"/>
              <a:ext cx="1787892" cy="2028149"/>
            </a:xfrm>
            <a:custGeom>
              <a:avLst/>
              <a:pathLst>
                <a:path w="1787892" h="2028149">
                  <a:moveTo>
                    <a:pt x="1706455" y="1989754"/>
                  </a:moveTo>
                  <a:lnTo>
                    <a:pt x="1787892" y="1989754"/>
                  </a:lnTo>
                  <a:lnTo>
                    <a:pt x="1787892" y="20281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2301906" y="3720842"/>
              <a:ext cx="1706455" cy="2000106"/>
            </a:xfrm>
            <a:custGeom>
              <a:avLst/>
              <a:pathLst>
                <a:path w="1706455" h="2000106">
                  <a:moveTo>
                    <a:pt x="1706455" y="2000106"/>
                  </a:moveTo>
                  <a:lnTo>
                    <a:pt x="1706455" y="196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2301906" y="3646914"/>
              <a:ext cx="1869329" cy="2074033"/>
            </a:xfrm>
            <a:custGeom>
              <a:avLst/>
              <a:pathLst>
                <a:path w="1869329" h="2074033">
                  <a:moveTo>
                    <a:pt x="1787892" y="2035638"/>
                  </a:moveTo>
                  <a:lnTo>
                    <a:pt x="1869329" y="2035638"/>
                  </a:lnTo>
                  <a:lnTo>
                    <a:pt x="1869329" y="20740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2301906" y="3673300"/>
              <a:ext cx="1787892" cy="2047647"/>
            </a:xfrm>
            <a:custGeom>
              <a:avLst/>
              <a:pathLst>
                <a:path w="1787892" h="2047647">
                  <a:moveTo>
                    <a:pt x="1787892" y="2047647"/>
                  </a:moveTo>
                  <a:lnTo>
                    <a:pt x="1787892" y="2009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2301906" y="3602999"/>
              <a:ext cx="1950766" cy="2117948"/>
            </a:xfrm>
            <a:custGeom>
              <a:avLst/>
              <a:pathLst>
                <a:path w="1950766" h="2117948">
                  <a:moveTo>
                    <a:pt x="1869329" y="2079553"/>
                  </a:moveTo>
                  <a:lnTo>
                    <a:pt x="1950766" y="2079553"/>
                  </a:lnTo>
                  <a:lnTo>
                    <a:pt x="1950766" y="2117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2301906" y="3627844"/>
              <a:ext cx="1869329" cy="2093104"/>
            </a:xfrm>
            <a:custGeom>
              <a:avLst/>
              <a:pathLst>
                <a:path w="1869329" h="2093104">
                  <a:moveTo>
                    <a:pt x="1869329" y="2093104"/>
                  </a:moveTo>
                  <a:lnTo>
                    <a:pt x="1869329" y="2054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2301906" y="3560929"/>
              <a:ext cx="2032203" cy="2160018"/>
            </a:xfrm>
            <a:custGeom>
              <a:avLst/>
              <a:pathLst>
                <a:path w="2032203" h="2160018">
                  <a:moveTo>
                    <a:pt x="1950766" y="2121623"/>
                  </a:moveTo>
                  <a:lnTo>
                    <a:pt x="2032203" y="2121623"/>
                  </a:lnTo>
                  <a:lnTo>
                    <a:pt x="2032203" y="21600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2301906" y="3584338"/>
              <a:ext cx="1950766" cy="2136610"/>
            </a:xfrm>
            <a:custGeom>
              <a:avLst/>
              <a:pathLst>
                <a:path w="1950766" h="2136610">
                  <a:moveTo>
                    <a:pt x="1950766" y="2136610"/>
                  </a:moveTo>
                  <a:lnTo>
                    <a:pt x="1950766" y="2098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2301906" y="3520590"/>
              <a:ext cx="2113640" cy="2200358"/>
            </a:xfrm>
            <a:custGeom>
              <a:avLst/>
              <a:pathLst>
                <a:path w="2113640" h="2200358">
                  <a:moveTo>
                    <a:pt x="2032203" y="2161962"/>
                  </a:moveTo>
                  <a:lnTo>
                    <a:pt x="2113640" y="2161962"/>
                  </a:lnTo>
                  <a:lnTo>
                    <a:pt x="2113640" y="22003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2301906" y="3542659"/>
              <a:ext cx="2032203" cy="2178288"/>
            </a:xfrm>
            <a:custGeom>
              <a:avLst/>
              <a:pathLst>
                <a:path w="2032203" h="2178288">
                  <a:moveTo>
                    <a:pt x="2032203" y="2178288"/>
                  </a:moveTo>
                  <a:lnTo>
                    <a:pt x="2032203" y="21398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2301906" y="1669789"/>
              <a:ext cx="3035235" cy="4051159"/>
            </a:xfrm>
            <a:custGeom>
              <a:avLst/>
              <a:pathLst>
                <a:path w="3035235" h="4051159">
                  <a:moveTo>
                    <a:pt x="3035235" y="0"/>
                  </a:moveTo>
                  <a:lnTo>
                    <a:pt x="3023854" y="58391"/>
                  </a:lnTo>
                  <a:lnTo>
                    <a:pt x="3008593" y="199286"/>
                  </a:lnTo>
                  <a:lnTo>
                    <a:pt x="2985629" y="326050"/>
                  </a:lnTo>
                  <a:lnTo>
                    <a:pt x="2982628" y="287557"/>
                  </a:lnTo>
                  <a:lnTo>
                    <a:pt x="2996985" y="133449"/>
                  </a:lnTo>
                  <a:lnTo>
                    <a:pt x="2973732" y="149553"/>
                  </a:lnTo>
                  <a:lnTo>
                    <a:pt x="2957711" y="185109"/>
                  </a:lnTo>
                  <a:lnTo>
                    <a:pt x="2914388" y="383857"/>
                  </a:lnTo>
                  <a:lnTo>
                    <a:pt x="2854827" y="489792"/>
                  </a:lnTo>
                  <a:lnTo>
                    <a:pt x="2799967" y="563061"/>
                  </a:lnTo>
                  <a:lnTo>
                    <a:pt x="2743371" y="550949"/>
                  </a:lnTo>
                  <a:lnTo>
                    <a:pt x="2756101" y="609169"/>
                  </a:lnTo>
                  <a:lnTo>
                    <a:pt x="2740550" y="639495"/>
                  </a:lnTo>
                  <a:lnTo>
                    <a:pt x="2727242" y="702762"/>
                  </a:lnTo>
                  <a:lnTo>
                    <a:pt x="2693502" y="744696"/>
                  </a:lnTo>
                  <a:lnTo>
                    <a:pt x="2661787" y="740658"/>
                  </a:lnTo>
                  <a:lnTo>
                    <a:pt x="2616221" y="769562"/>
                  </a:lnTo>
                  <a:lnTo>
                    <a:pt x="2598248" y="791676"/>
                  </a:lnTo>
                  <a:lnTo>
                    <a:pt x="2596910" y="834022"/>
                  </a:lnTo>
                  <a:lnTo>
                    <a:pt x="2566424" y="871276"/>
                  </a:lnTo>
                  <a:lnTo>
                    <a:pt x="2456415" y="1064794"/>
                  </a:lnTo>
                  <a:lnTo>
                    <a:pt x="2360908" y="1121913"/>
                  </a:lnTo>
                  <a:lnTo>
                    <a:pt x="2338052" y="1113609"/>
                  </a:lnTo>
                  <a:lnTo>
                    <a:pt x="2363222" y="1022264"/>
                  </a:lnTo>
                  <a:lnTo>
                    <a:pt x="2380472" y="929909"/>
                  </a:lnTo>
                  <a:lnTo>
                    <a:pt x="2322502" y="889719"/>
                  </a:lnTo>
                  <a:lnTo>
                    <a:pt x="2267028" y="868477"/>
                  </a:lnTo>
                  <a:lnTo>
                    <a:pt x="2203380" y="871276"/>
                  </a:lnTo>
                  <a:lnTo>
                    <a:pt x="2133079" y="799475"/>
                  </a:lnTo>
                  <a:lnTo>
                    <a:pt x="2042453" y="747265"/>
                  </a:lnTo>
                  <a:lnTo>
                    <a:pt x="1915954" y="606003"/>
                  </a:lnTo>
                  <a:lnTo>
                    <a:pt x="1919643" y="566823"/>
                  </a:lnTo>
                  <a:lnTo>
                    <a:pt x="1916460" y="501078"/>
                  </a:lnTo>
                  <a:lnTo>
                    <a:pt x="1954902" y="397208"/>
                  </a:lnTo>
                  <a:lnTo>
                    <a:pt x="1991752" y="324581"/>
                  </a:lnTo>
                  <a:lnTo>
                    <a:pt x="2042634" y="286961"/>
                  </a:lnTo>
                  <a:lnTo>
                    <a:pt x="2190289" y="248652"/>
                  </a:lnTo>
                  <a:lnTo>
                    <a:pt x="2227320" y="191028"/>
                  </a:lnTo>
                  <a:lnTo>
                    <a:pt x="2249271" y="142488"/>
                  </a:lnTo>
                  <a:lnTo>
                    <a:pt x="2176113" y="225850"/>
                  </a:lnTo>
                  <a:lnTo>
                    <a:pt x="2066538" y="254111"/>
                  </a:lnTo>
                  <a:lnTo>
                    <a:pt x="2007483" y="285217"/>
                  </a:lnTo>
                  <a:lnTo>
                    <a:pt x="1960254" y="332794"/>
                  </a:lnTo>
                  <a:lnTo>
                    <a:pt x="1932300" y="392528"/>
                  </a:lnTo>
                  <a:lnTo>
                    <a:pt x="1869014" y="464513"/>
                  </a:lnTo>
                  <a:lnTo>
                    <a:pt x="1873462" y="512731"/>
                  </a:lnTo>
                  <a:lnTo>
                    <a:pt x="1884058" y="547003"/>
                  </a:lnTo>
                  <a:lnTo>
                    <a:pt x="1879176" y="618437"/>
                  </a:lnTo>
                  <a:lnTo>
                    <a:pt x="1919209" y="688081"/>
                  </a:lnTo>
                  <a:lnTo>
                    <a:pt x="1998587" y="802182"/>
                  </a:lnTo>
                  <a:lnTo>
                    <a:pt x="2013740" y="979413"/>
                  </a:lnTo>
                  <a:lnTo>
                    <a:pt x="2074313" y="1098010"/>
                  </a:lnTo>
                  <a:lnTo>
                    <a:pt x="2167144" y="1236290"/>
                  </a:lnTo>
                  <a:lnTo>
                    <a:pt x="2238531" y="1275608"/>
                  </a:lnTo>
                  <a:lnTo>
                    <a:pt x="2242003" y="1327038"/>
                  </a:lnTo>
                  <a:lnTo>
                    <a:pt x="2209058" y="1411960"/>
                  </a:lnTo>
                  <a:lnTo>
                    <a:pt x="2165626" y="1450774"/>
                  </a:lnTo>
                  <a:lnTo>
                    <a:pt x="2222113" y="1443021"/>
                  </a:lnTo>
                  <a:lnTo>
                    <a:pt x="2250248" y="1462427"/>
                  </a:lnTo>
                  <a:lnTo>
                    <a:pt x="2277623" y="1533265"/>
                  </a:lnTo>
                  <a:lnTo>
                    <a:pt x="2275490" y="1605570"/>
                  </a:lnTo>
                  <a:lnTo>
                    <a:pt x="2266232" y="1646311"/>
                  </a:lnTo>
                  <a:lnTo>
                    <a:pt x="2249127" y="1662552"/>
                  </a:lnTo>
                  <a:lnTo>
                    <a:pt x="2249850" y="1620939"/>
                  </a:lnTo>
                  <a:lnTo>
                    <a:pt x="2237735" y="1606488"/>
                  </a:lnTo>
                  <a:lnTo>
                    <a:pt x="2217737" y="1624518"/>
                  </a:lnTo>
                  <a:lnTo>
                    <a:pt x="2204791" y="1645072"/>
                  </a:lnTo>
                  <a:lnTo>
                    <a:pt x="2199402" y="1726048"/>
                  </a:lnTo>
                  <a:lnTo>
                    <a:pt x="2185696" y="1766514"/>
                  </a:lnTo>
                  <a:lnTo>
                    <a:pt x="2137237" y="1778534"/>
                  </a:lnTo>
                  <a:lnTo>
                    <a:pt x="2088091" y="1884790"/>
                  </a:lnTo>
                  <a:lnTo>
                    <a:pt x="2042381" y="1945075"/>
                  </a:lnTo>
                  <a:lnTo>
                    <a:pt x="1862504" y="2352710"/>
                  </a:lnTo>
                  <a:lnTo>
                    <a:pt x="1869376" y="2420840"/>
                  </a:lnTo>
                  <a:lnTo>
                    <a:pt x="1836467" y="2442770"/>
                  </a:lnTo>
                  <a:lnTo>
                    <a:pt x="1786634" y="2460617"/>
                  </a:lnTo>
                  <a:lnTo>
                    <a:pt x="1736222" y="2501358"/>
                  </a:lnTo>
                  <a:lnTo>
                    <a:pt x="1702771" y="2546274"/>
                  </a:lnTo>
                  <a:lnTo>
                    <a:pt x="1671707" y="2667073"/>
                  </a:lnTo>
                  <a:lnTo>
                    <a:pt x="1612182" y="2803059"/>
                  </a:lnTo>
                  <a:lnTo>
                    <a:pt x="1575042" y="2746398"/>
                  </a:lnTo>
                  <a:lnTo>
                    <a:pt x="1565531" y="2697904"/>
                  </a:lnTo>
                  <a:lnTo>
                    <a:pt x="1582058" y="2571415"/>
                  </a:lnTo>
                  <a:lnTo>
                    <a:pt x="1646428" y="2364042"/>
                  </a:lnTo>
                  <a:lnTo>
                    <a:pt x="1717345" y="2235122"/>
                  </a:lnTo>
                  <a:lnTo>
                    <a:pt x="1771445" y="2174011"/>
                  </a:lnTo>
                  <a:lnTo>
                    <a:pt x="1815926" y="2049450"/>
                  </a:lnTo>
                  <a:lnTo>
                    <a:pt x="1759728" y="2030869"/>
                  </a:lnTo>
                  <a:lnTo>
                    <a:pt x="1674057" y="2032887"/>
                  </a:lnTo>
                  <a:lnTo>
                    <a:pt x="1690186" y="1975401"/>
                  </a:lnTo>
                  <a:lnTo>
                    <a:pt x="1715175" y="1924750"/>
                  </a:lnTo>
                  <a:lnTo>
                    <a:pt x="1670513" y="1874283"/>
                  </a:lnTo>
                  <a:lnTo>
                    <a:pt x="1644078" y="1867860"/>
                  </a:lnTo>
                  <a:lnTo>
                    <a:pt x="1616847" y="1847169"/>
                  </a:lnTo>
                  <a:lnTo>
                    <a:pt x="1648779" y="1805144"/>
                  </a:lnTo>
                  <a:lnTo>
                    <a:pt x="1664366" y="1760733"/>
                  </a:lnTo>
                  <a:lnTo>
                    <a:pt x="1654855" y="1706687"/>
                  </a:lnTo>
                  <a:lnTo>
                    <a:pt x="1668235" y="1665993"/>
                  </a:lnTo>
                  <a:lnTo>
                    <a:pt x="1645922" y="1672140"/>
                  </a:lnTo>
                  <a:lnTo>
                    <a:pt x="1610048" y="1715221"/>
                  </a:lnTo>
                  <a:lnTo>
                    <a:pt x="1587735" y="1732425"/>
                  </a:lnTo>
                  <a:lnTo>
                    <a:pt x="1574138" y="1694300"/>
                  </a:lnTo>
                  <a:lnTo>
                    <a:pt x="1558624" y="1702925"/>
                  </a:lnTo>
                  <a:lnTo>
                    <a:pt x="1548534" y="1729122"/>
                  </a:lnTo>
                  <a:lnTo>
                    <a:pt x="1525643" y="1743528"/>
                  </a:lnTo>
                  <a:lnTo>
                    <a:pt x="1477293" y="1707697"/>
                  </a:lnTo>
                  <a:lnTo>
                    <a:pt x="1406810" y="1666681"/>
                  </a:lnTo>
                  <a:lnTo>
                    <a:pt x="1367573" y="1596119"/>
                  </a:lnTo>
                  <a:lnTo>
                    <a:pt x="1345188" y="1541431"/>
                  </a:lnTo>
                  <a:lnTo>
                    <a:pt x="1367935" y="1442470"/>
                  </a:lnTo>
                  <a:lnTo>
                    <a:pt x="1416647" y="1424898"/>
                  </a:lnTo>
                  <a:lnTo>
                    <a:pt x="1479932" y="1440956"/>
                  </a:lnTo>
                  <a:lnTo>
                    <a:pt x="1562891" y="1440818"/>
                  </a:lnTo>
                  <a:lnTo>
                    <a:pt x="1551030" y="1418842"/>
                  </a:lnTo>
                  <a:lnTo>
                    <a:pt x="1521412" y="1422467"/>
                  </a:lnTo>
                  <a:lnTo>
                    <a:pt x="1433969" y="1342178"/>
                  </a:lnTo>
                  <a:lnTo>
                    <a:pt x="1405834" y="1293684"/>
                  </a:lnTo>
                  <a:lnTo>
                    <a:pt x="1357447" y="1280379"/>
                  </a:lnTo>
                  <a:lnTo>
                    <a:pt x="1335388" y="1326992"/>
                  </a:lnTo>
                  <a:lnTo>
                    <a:pt x="1310905" y="1339380"/>
                  </a:lnTo>
                  <a:lnTo>
                    <a:pt x="1341138" y="1237391"/>
                  </a:lnTo>
                  <a:lnTo>
                    <a:pt x="1380664" y="1233216"/>
                  </a:lnTo>
                  <a:lnTo>
                    <a:pt x="1439032" y="1204954"/>
                  </a:lnTo>
                  <a:lnTo>
                    <a:pt x="1422071" y="1145908"/>
                  </a:lnTo>
                  <a:lnTo>
                    <a:pt x="1385221" y="1120078"/>
                  </a:lnTo>
                  <a:lnTo>
                    <a:pt x="1318680" y="1152469"/>
                  </a:lnTo>
                  <a:lnTo>
                    <a:pt x="1319476" y="1110948"/>
                  </a:lnTo>
                  <a:lnTo>
                    <a:pt x="1331952" y="1057774"/>
                  </a:lnTo>
                  <a:lnTo>
                    <a:pt x="1382111" y="1057958"/>
                  </a:lnTo>
                  <a:lnTo>
                    <a:pt x="1426049" y="1075300"/>
                  </a:lnTo>
                  <a:lnTo>
                    <a:pt x="1463442" y="989415"/>
                  </a:lnTo>
                  <a:lnTo>
                    <a:pt x="1465105" y="951060"/>
                  </a:lnTo>
                  <a:lnTo>
                    <a:pt x="1402977" y="1006803"/>
                  </a:lnTo>
                  <a:lnTo>
                    <a:pt x="1389018" y="886554"/>
                  </a:lnTo>
                  <a:lnTo>
                    <a:pt x="1450170" y="770572"/>
                  </a:lnTo>
                  <a:lnTo>
                    <a:pt x="1508502" y="720013"/>
                  </a:lnTo>
                  <a:lnTo>
                    <a:pt x="1581371" y="721481"/>
                  </a:lnTo>
                  <a:lnTo>
                    <a:pt x="1655433" y="713315"/>
                  </a:lnTo>
                  <a:lnTo>
                    <a:pt x="1608963" y="692073"/>
                  </a:lnTo>
                  <a:lnTo>
                    <a:pt x="1561264" y="680557"/>
                  </a:lnTo>
                  <a:lnTo>
                    <a:pt x="1597102" y="634724"/>
                  </a:lnTo>
                  <a:lnTo>
                    <a:pt x="1627660" y="626511"/>
                  </a:lnTo>
                  <a:lnTo>
                    <a:pt x="1657675" y="586551"/>
                  </a:lnTo>
                  <a:lnTo>
                    <a:pt x="1585493" y="592469"/>
                  </a:lnTo>
                  <a:lnTo>
                    <a:pt x="1593992" y="516861"/>
                  </a:lnTo>
                  <a:lnTo>
                    <a:pt x="1558913" y="532230"/>
                  </a:lnTo>
                  <a:lnTo>
                    <a:pt x="1516928" y="539341"/>
                  </a:lnTo>
                  <a:lnTo>
                    <a:pt x="1500582" y="571411"/>
                  </a:lnTo>
                  <a:lnTo>
                    <a:pt x="1503800" y="624676"/>
                  </a:lnTo>
                  <a:lnTo>
                    <a:pt x="1491541" y="659636"/>
                  </a:lnTo>
                  <a:lnTo>
                    <a:pt x="1458885" y="687714"/>
                  </a:lnTo>
                  <a:lnTo>
                    <a:pt x="1403736" y="709598"/>
                  </a:lnTo>
                  <a:lnTo>
                    <a:pt x="1398384" y="671656"/>
                  </a:lnTo>
                  <a:lnTo>
                    <a:pt x="1380158" y="654452"/>
                  </a:lnTo>
                  <a:lnTo>
                    <a:pt x="1373359" y="735703"/>
                  </a:lnTo>
                  <a:lnTo>
                    <a:pt x="1358894" y="763323"/>
                  </a:lnTo>
                  <a:lnTo>
                    <a:pt x="1318572" y="687072"/>
                  </a:lnTo>
                  <a:lnTo>
                    <a:pt x="1306457" y="702441"/>
                  </a:lnTo>
                  <a:lnTo>
                    <a:pt x="1308012" y="724096"/>
                  </a:lnTo>
                  <a:lnTo>
                    <a:pt x="1297705" y="761533"/>
                  </a:lnTo>
                  <a:lnTo>
                    <a:pt x="1263133" y="781032"/>
                  </a:lnTo>
                  <a:lnTo>
                    <a:pt x="1265267" y="829021"/>
                  </a:lnTo>
                  <a:lnTo>
                    <a:pt x="1251850" y="855172"/>
                  </a:lnTo>
                  <a:lnTo>
                    <a:pt x="1141118" y="813514"/>
                  </a:lnTo>
                  <a:lnTo>
                    <a:pt x="1138514" y="827645"/>
                  </a:lnTo>
                  <a:lnTo>
                    <a:pt x="1201149" y="917476"/>
                  </a:lnTo>
                  <a:lnTo>
                    <a:pt x="1246896" y="948169"/>
                  </a:lnTo>
                  <a:lnTo>
                    <a:pt x="1252465" y="997168"/>
                  </a:lnTo>
                  <a:lnTo>
                    <a:pt x="1213192" y="1037817"/>
                  </a:lnTo>
                  <a:lnTo>
                    <a:pt x="1159019" y="1002719"/>
                  </a:lnTo>
                  <a:lnTo>
                    <a:pt x="1149906" y="1005289"/>
                  </a:lnTo>
                  <a:lnTo>
                    <a:pt x="1179343" y="1065482"/>
                  </a:lnTo>
                  <a:lnTo>
                    <a:pt x="1197895" y="1118059"/>
                  </a:lnTo>
                  <a:lnTo>
                    <a:pt x="1178800" y="1162103"/>
                  </a:lnTo>
                  <a:lnTo>
                    <a:pt x="1181766" y="1216332"/>
                  </a:lnTo>
                  <a:lnTo>
                    <a:pt x="1177643" y="1265515"/>
                  </a:lnTo>
                  <a:lnTo>
                    <a:pt x="1165962" y="1308411"/>
                  </a:lnTo>
                  <a:lnTo>
                    <a:pt x="1192289" y="1506150"/>
                  </a:lnTo>
                  <a:lnTo>
                    <a:pt x="1224004" y="1559920"/>
                  </a:lnTo>
                  <a:lnTo>
                    <a:pt x="1255177" y="1611351"/>
                  </a:lnTo>
                  <a:lnTo>
                    <a:pt x="1271704" y="1659478"/>
                  </a:lnTo>
                  <a:lnTo>
                    <a:pt x="1238614" y="1666497"/>
                  </a:lnTo>
                  <a:lnTo>
                    <a:pt x="1185924" y="1626904"/>
                  </a:lnTo>
                  <a:lnTo>
                    <a:pt x="1139635" y="1596715"/>
                  </a:lnTo>
                  <a:lnTo>
                    <a:pt x="1084486" y="1500186"/>
                  </a:lnTo>
                  <a:lnTo>
                    <a:pt x="1075373" y="1461647"/>
                  </a:lnTo>
                  <a:lnTo>
                    <a:pt x="1061920" y="1431184"/>
                  </a:lnTo>
                  <a:lnTo>
                    <a:pt x="1068430" y="1501149"/>
                  </a:lnTo>
                  <a:lnTo>
                    <a:pt x="1088103" y="1579281"/>
                  </a:lnTo>
                  <a:lnTo>
                    <a:pt x="1260819" y="1754126"/>
                  </a:lnTo>
                  <a:lnTo>
                    <a:pt x="1292715" y="1821201"/>
                  </a:lnTo>
                  <a:lnTo>
                    <a:pt x="1317017" y="1873916"/>
                  </a:lnTo>
                  <a:lnTo>
                    <a:pt x="1310905" y="1924429"/>
                  </a:lnTo>
                  <a:lnTo>
                    <a:pt x="1265882" y="1888689"/>
                  </a:lnTo>
                  <a:lnTo>
                    <a:pt x="1227042" y="1843132"/>
                  </a:lnTo>
                  <a:lnTo>
                    <a:pt x="1123941" y="1791655"/>
                  </a:lnTo>
                  <a:lnTo>
                    <a:pt x="993933" y="1759127"/>
                  </a:lnTo>
                  <a:lnTo>
                    <a:pt x="920630" y="1639475"/>
                  </a:lnTo>
                  <a:lnTo>
                    <a:pt x="920883" y="1689391"/>
                  </a:lnTo>
                  <a:lnTo>
                    <a:pt x="904610" y="1731737"/>
                  </a:lnTo>
                  <a:lnTo>
                    <a:pt x="859803" y="1680123"/>
                  </a:lnTo>
                  <a:lnTo>
                    <a:pt x="831560" y="1636079"/>
                  </a:lnTo>
                  <a:lnTo>
                    <a:pt x="822085" y="1587815"/>
                  </a:lnTo>
                  <a:lnTo>
                    <a:pt x="766140" y="1591118"/>
                  </a:lnTo>
                  <a:lnTo>
                    <a:pt x="707483" y="1633051"/>
                  </a:lnTo>
                  <a:lnTo>
                    <a:pt x="650743" y="1623096"/>
                  </a:lnTo>
                  <a:lnTo>
                    <a:pt x="644017" y="1541248"/>
                  </a:lnTo>
                  <a:lnTo>
                    <a:pt x="659350" y="1497892"/>
                  </a:lnTo>
                  <a:lnTo>
                    <a:pt x="723034" y="1395352"/>
                  </a:lnTo>
                  <a:lnTo>
                    <a:pt x="783029" y="1343004"/>
                  </a:lnTo>
                  <a:lnTo>
                    <a:pt x="809500" y="1275424"/>
                  </a:lnTo>
                  <a:lnTo>
                    <a:pt x="800459" y="1170637"/>
                  </a:lnTo>
                  <a:lnTo>
                    <a:pt x="789176" y="1277260"/>
                  </a:lnTo>
                  <a:lnTo>
                    <a:pt x="754894" y="1330112"/>
                  </a:lnTo>
                  <a:lnTo>
                    <a:pt x="701010" y="1370486"/>
                  </a:lnTo>
                  <a:lnTo>
                    <a:pt x="630094" y="1442424"/>
                  </a:lnTo>
                  <a:lnTo>
                    <a:pt x="612772" y="1508949"/>
                  </a:lnTo>
                  <a:lnTo>
                    <a:pt x="590640" y="1633510"/>
                  </a:lnTo>
                  <a:lnTo>
                    <a:pt x="620583" y="1675673"/>
                  </a:lnTo>
                  <a:lnTo>
                    <a:pt x="651177" y="1686684"/>
                  </a:lnTo>
                  <a:lnTo>
                    <a:pt x="741549" y="1658423"/>
                  </a:lnTo>
                  <a:lnTo>
                    <a:pt x="788309" y="1671039"/>
                  </a:lnTo>
                  <a:lnTo>
                    <a:pt x="892314" y="1821018"/>
                  </a:lnTo>
                  <a:lnTo>
                    <a:pt x="1085969" y="1880339"/>
                  </a:lnTo>
                  <a:lnTo>
                    <a:pt x="1156596" y="1917410"/>
                  </a:lnTo>
                  <a:lnTo>
                    <a:pt x="1214168" y="1995679"/>
                  </a:lnTo>
                  <a:lnTo>
                    <a:pt x="1300707" y="2040733"/>
                  </a:lnTo>
                  <a:lnTo>
                    <a:pt x="1367862" y="2106202"/>
                  </a:lnTo>
                  <a:lnTo>
                    <a:pt x="1369670" y="2148915"/>
                  </a:lnTo>
                  <a:lnTo>
                    <a:pt x="1346417" y="2199428"/>
                  </a:lnTo>
                  <a:lnTo>
                    <a:pt x="1337232" y="2267788"/>
                  </a:lnTo>
                  <a:lnTo>
                    <a:pt x="1308699" y="2310914"/>
                  </a:lnTo>
                  <a:lnTo>
                    <a:pt x="1240206" y="2315869"/>
                  </a:lnTo>
                  <a:lnTo>
                    <a:pt x="1198835" y="2304766"/>
                  </a:lnTo>
                  <a:lnTo>
                    <a:pt x="976430" y="2064452"/>
                  </a:lnTo>
                  <a:lnTo>
                    <a:pt x="949886" y="2042338"/>
                  </a:lnTo>
                  <a:lnTo>
                    <a:pt x="867398" y="1916492"/>
                  </a:lnTo>
                  <a:lnTo>
                    <a:pt x="770625" y="1849096"/>
                  </a:lnTo>
                  <a:lnTo>
                    <a:pt x="740681" y="1850518"/>
                  </a:lnTo>
                  <a:lnTo>
                    <a:pt x="878428" y="1975171"/>
                  </a:lnTo>
                  <a:lnTo>
                    <a:pt x="934662" y="2062342"/>
                  </a:lnTo>
                  <a:lnTo>
                    <a:pt x="1033713" y="2184563"/>
                  </a:lnTo>
                  <a:lnTo>
                    <a:pt x="1104521" y="2236315"/>
                  </a:lnTo>
                  <a:lnTo>
                    <a:pt x="1156632" y="2317062"/>
                  </a:lnTo>
                  <a:lnTo>
                    <a:pt x="1205055" y="2354912"/>
                  </a:lnTo>
                  <a:lnTo>
                    <a:pt x="1337268" y="2408820"/>
                  </a:lnTo>
                  <a:lnTo>
                    <a:pt x="1291304" y="2447542"/>
                  </a:lnTo>
                  <a:lnTo>
                    <a:pt x="1364680" y="2480529"/>
                  </a:lnTo>
                  <a:lnTo>
                    <a:pt x="1375167" y="2541181"/>
                  </a:lnTo>
                  <a:lnTo>
                    <a:pt x="1368441" y="2610321"/>
                  </a:lnTo>
                  <a:lnTo>
                    <a:pt x="1266605" y="2582977"/>
                  </a:lnTo>
                  <a:lnTo>
                    <a:pt x="1263278" y="2633903"/>
                  </a:lnTo>
                  <a:lnTo>
                    <a:pt x="1272391" y="2663953"/>
                  </a:lnTo>
                  <a:lnTo>
                    <a:pt x="1227404" y="2688774"/>
                  </a:lnTo>
                  <a:lnTo>
                    <a:pt x="1164841" y="2655099"/>
                  </a:lnTo>
                  <a:lnTo>
                    <a:pt x="1002396" y="2470894"/>
                  </a:lnTo>
                  <a:lnTo>
                    <a:pt x="1003770" y="2495531"/>
                  </a:lnTo>
                  <a:lnTo>
                    <a:pt x="1016933" y="2524114"/>
                  </a:lnTo>
                  <a:lnTo>
                    <a:pt x="1111139" y="2642711"/>
                  </a:lnTo>
                  <a:lnTo>
                    <a:pt x="1195218" y="2713824"/>
                  </a:lnTo>
                  <a:lnTo>
                    <a:pt x="1266496" y="2745939"/>
                  </a:lnTo>
                  <a:lnTo>
                    <a:pt x="1321429" y="2805536"/>
                  </a:lnTo>
                  <a:lnTo>
                    <a:pt x="1340812" y="2841597"/>
                  </a:lnTo>
                  <a:lnTo>
                    <a:pt x="1353759" y="2896285"/>
                  </a:lnTo>
                  <a:lnTo>
                    <a:pt x="1313039" y="2933447"/>
                  </a:lnTo>
                  <a:lnTo>
                    <a:pt x="1266677" y="2953955"/>
                  </a:lnTo>
                  <a:lnTo>
                    <a:pt x="1221401" y="2916884"/>
                  </a:lnTo>
                  <a:lnTo>
                    <a:pt x="1188203" y="2877841"/>
                  </a:lnTo>
                  <a:lnTo>
                    <a:pt x="1117503" y="2811546"/>
                  </a:lnTo>
                  <a:lnTo>
                    <a:pt x="1096312" y="2737452"/>
                  </a:lnTo>
                  <a:lnTo>
                    <a:pt x="1042537" y="2741259"/>
                  </a:lnTo>
                  <a:lnTo>
                    <a:pt x="817782" y="2647299"/>
                  </a:lnTo>
                  <a:lnTo>
                    <a:pt x="637146" y="2636472"/>
                  </a:lnTo>
                  <a:lnTo>
                    <a:pt x="654793" y="2655374"/>
                  </a:lnTo>
                  <a:lnTo>
                    <a:pt x="677649" y="2667945"/>
                  </a:lnTo>
                  <a:lnTo>
                    <a:pt x="821506" y="2691114"/>
                  </a:lnTo>
                  <a:lnTo>
                    <a:pt x="878355" y="2734378"/>
                  </a:lnTo>
                  <a:lnTo>
                    <a:pt x="996682" y="2772778"/>
                  </a:lnTo>
                  <a:lnTo>
                    <a:pt x="1065971" y="2783285"/>
                  </a:lnTo>
                  <a:lnTo>
                    <a:pt x="1094070" y="2901240"/>
                  </a:lnTo>
                  <a:lnTo>
                    <a:pt x="1189830" y="2982400"/>
                  </a:lnTo>
                  <a:lnTo>
                    <a:pt x="1202270" y="3042547"/>
                  </a:lnTo>
                  <a:lnTo>
                    <a:pt x="1267654" y="3049291"/>
                  </a:lnTo>
                  <a:lnTo>
                    <a:pt x="1382689" y="2990291"/>
                  </a:lnTo>
                  <a:lnTo>
                    <a:pt x="1456933" y="3010982"/>
                  </a:lnTo>
                  <a:lnTo>
                    <a:pt x="1564012" y="3027866"/>
                  </a:lnTo>
                  <a:lnTo>
                    <a:pt x="1588495" y="3075488"/>
                  </a:lnTo>
                  <a:lnTo>
                    <a:pt x="1606866" y="3166099"/>
                  </a:lnTo>
                  <a:lnTo>
                    <a:pt x="1644729" y="3268043"/>
                  </a:lnTo>
                  <a:lnTo>
                    <a:pt x="1742912" y="3669989"/>
                  </a:lnTo>
                  <a:lnTo>
                    <a:pt x="1890423" y="3998758"/>
                  </a:lnTo>
                  <a:lnTo>
                    <a:pt x="1907225" y="4051159"/>
                  </a:lnTo>
                  <a:lnTo>
                    <a:pt x="0" y="19564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2301906" y="1669789"/>
              <a:ext cx="2083801" cy="4051159"/>
            </a:xfrm>
            <a:custGeom>
              <a:avLst/>
              <a:pathLst>
                <a:path w="2083801" h="4051159">
                  <a:moveTo>
                    <a:pt x="1905669" y="4051159"/>
                  </a:moveTo>
                  <a:lnTo>
                    <a:pt x="1874294" y="4005686"/>
                  </a:lnTo>
                  <a:lnTo>
                    <a:pt x="1764863" y="3787944"/>
                  </a:lnTo>
                  <a:lnTo>
                    <a:pt x="1704471" y="3630716"/>
                  </a:lnTo>
                  <a:lnTo>
                    <a:pt x="1642414" y="3353102"/>
                  </a:lnTo>
                  <a:lnTo>
                    <a:pt x="1624405" y="3290936"/>
                  </a:lnTo>
                  <a:lnTo>
                    <a:pt x="1603213" y="3266116"/>
                  </a:lnTo>
                  <a:lnTo>
                    <a:pt x="1589254" y="3286302"/>
                  </a:lnTo>
                  <a:lnTo>
                    <a:pt x="1583251" y="3321675"/>
                  </a:lnTo>
                  <a:lnTo>
                    <a:pt x="1593377" y="3348835"/>
                  </a:lnTo>
                  <a:lnTo>
                    <a:pt x="1568930" y="3440227"/>
                  </a:lnTo>
                  <a:lnTo>
                    <a:pt x="1579526" y="3482160"/>
                  </a:lnTo>
                  <a:lnTo>
                    <a:pt x="1619234" y="3525516"/>
                  </a:lnTo>
                  <a:lnTo>
                    <a:pt x="1662377" y="3633698"/>
                  </a:lnTo>
                  <a:lnTo>
                    <a:pt x="1696840" y="3779364"/>
                  </a:lnTo>
                  <a:lnTo>
                    <a:pt x="1650226" y="3720318"/>
                  </a:lnTo>
                  <a:lnTo>
                    <a:pt x="1600465" y="3689029"/>
                  </a:lnTo>
                  <a:lnTo>
                    <a:pt x="1523039" y="3665034"/>
                  </a:lnTo>
                  <a:lnTo>
                    <a:pt x="1454076" y="3622963"/>
                  </a:lnTo>
                  <a:lnTo>
                    <a:pt x="1459102" y="3683294"/>
                  </a:lnTo>
                  <a:lnTo>
                    <a:pt x="1452484" y="3748442"/>
                  </a:lnTo>
                  <a:lnTo>
                    <a:pt x="1399324" y="3728576"/>
                  </a:lnTo>
                  <a:lnTo>
                    <a:pt x="1363161" y="3706967"/>
                  </a:lnTo>
                  <a:lnTo>
                    <a:pt x="1395166" y="3776382"/>
                  </a:lnTo>
                  <a:lnTo>
                    <a:pt x="1325696" y="3755553"/>
                  </a:lnTo>
                  <a:lnTo>
                    <a:pt x="1279407" y="3759912"/>
                  </a:lnTo>
                  <a:lnTo>
                    <a:pt x="1249319" y="3821527"/>
                  </a:lnTo>
                  <a:lnTo>
                    <a:pt x="1208961" y="3858919"/>
                  </a:lnTo>
                  <a:lnTo>
                    <a:pt x="1149291" y="3870985"/>
                  </a:lnTo>
                  <a:lnTo>
                    <a:pt x="1060763" y="3814645"/>
                  </a:lnTo>
                  <a:lnTo>
                    <a:pt x="1032086" y="3746240"/>
                  </a:lnTo>
                  <a:lnTo>
                    <a:pt x="1020224" y="3670080"/>
                  </a:lnTo>
                  <a:lnTo>
                    <a:pt x="1015487" y="3760141"/>
                  </a:lnTo>
                  <a:lnTo>
                    <a:pt x="1031254" y="3853918"/>
                  </a:lnTo>
                  <a:lnTo>
                    <a:pt x="1025721" y="3925214"/>
                  </a:lnTo>
                  <a:lnTo>
                    <a:pt x="1110958" y="3938335"/>
                  </a:lnTo>
                  <a:lnTo>
                    <a:pt x="1190662" y="3926682"/>
                  </a:lnTo>
                  <a:lnTo>
                    <a:pt x="1298212" y="3929664"/>
                  </a:lnTo>
                  <a:lnTo>
                    <a:pt x="1368369" y="3916313"/>
                  </a:lnTo>
                  <a:lnTo>
                    <a:pt x="1410607" y="3893649"/>
                  </a:lnTo>
                  <a:lnTo>
                    <a:pt x="1511901" y="3913285"/>
                  </a:lnTo>
                  <a:lnTo>
                    <a:pt x="1519097" y="3999400"/>
                  </a:lnTo>
                  <a:lnTo>
                    <a:pt x="1512101" y="4051159"/>
                  </a:lnTo>
                  <a:lnTo>
                    <a:pt x="0" y="2194934"/>
                  </a:lnTo>
                  <a:lnTo>
                    <a:pt x="0" y="0"/>
                  </a:lnTo>
                  <a:lnTo>
                    <a:pt x="1889916" y="0"/>
                  </a:lnTo>
                  <a:lnTo>
                    <a:pt x="1889916" y="4051159"/>
                  </a:lnTo>
                  <a:lnTo>
                    <a:pt x="1984794" y="0"/>
                  </a:lnTo>
                  <a:lnTo>
                    <a:pt x="1984794" y="4051159"/>
                  </a:lnTo>
                  <a:lnTo>
                    <a:pt x="2083801" y="0"/>
                  </a:lnTo>
                  <a:lnTo>
                    <a:pt x="2083801" y="40511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3874240" y="5592617"/>
              <a:ext cx="172500" cy="128330"/>
            </a:xfrm>
            <a:custGeom>
              <a:avLst/>
              <a:pathLst>
                <a:path w="172500" h="128330">
                  <a:moveTo>
                    <a:pt x="0" y="128330"/>
                  </a:moveTo>
                  <a:lnTo>
                    <a:pt x="6867" y="60330"/>
                  </a:lnTo>
                  <a:lnTo>
                    <a:pt x="99445" y="0"/>
                  </a:lnTo>
                  <a:lnTo>
                    <a:pt x="130473" y="4129"/>
                  </a:lnTo>
                  <a:lnTo>
                    <a:pt x="159946" y="56614"/>
                  </a:lnTo>
                  <a:lnTo>
                    <a:pt x="169855" y="109834"/>
                  </a:lnTo>
                  <a:lnTo>
                    <a:pt x="172500" y="12833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074943" y="5605784"/>
              <a:ext cx="60356" cy="103870"/>
            </a:xfrm>
            <a:custGeom>
              <a:avLst/>
              <a:pathLst>
                <a:path w="60356" h="103870">
                  <a:moveTo>
                    <a:pt x="49182" y="103870"/>
                  </a:moveTo>
                  <a:lnTo>
                    <a:pt x="0" y="0"/>
                  </a:lnTo>
                  <a:lnTo>
                    <a:pt x="50592" y="33583"/>
                  </a:lnTo>
                  <a:lnTo>
                    <a:pt x="59633" y="61523"/>
                  </a:lnTo>
                  <a:lnTo>
                    <a:pt x="60356" y="8478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9FE0C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8FDB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84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9EE0C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3691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349319" y="4456260"/>
              <a:ext cx="198708" cy="198708"/>
            </a:xfrm>
            <a:prstGeom prst="ellipse">
              <a:avLst/>
            </a:prstGeom>
            <a:solidFill>
              <a:srgbClr val="3A9D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DEF5E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73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3462629" y="4296926"/>
              <a:ext cx="1081668" cy="255393"/>
            </a:xfrm>
            <a:custGeom>
              <a:avLst/>
              <a:pathLst>
                <a:path w="1081668" h="255393">
                  <a:moveTo>
                    <a:pt x="1081668" y="0"/>
                  </a:moveTo>
                  <a:lnTo>
                    <a:pt x="0" y="25539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3536967" y="3324743"/>
              <a:ext cx="1087494" cy="365182"/>
            </a:xfrm>
            <a:custGeom>
              <a:avLst/>
              <a:pathLst>
                <a:path w="1087494" h="365182">
                  <a:moveTo>
                    <a:pt x="1087494" y="0"/>
                  </a:moveTo>
                  <a:lnTo>
                    <a:pt x="0" y="36518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3508989" y="3883443"/>
              <a:ext cx="1280003" cy="494630"/>
            </a:xfrm>
            <a:custGeom>
              <a:avLst/>
              <a:pathLst>
                <a:path w="1280003" h="494630">
                  <a:moveTo>
                    <a:pt x="1280003" y="0"/>
                  </a:moveTo>
                  <a:lnTo>
                    <a:pt x="0" y="49463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544298" y="4130629"/>
              <a:ext cx="1193383" cy="324612"/>
            </a:xfrm>
            <a:custGeom>
              <a:avLst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tx735"/>
            <p:cNvSpPr/>
            <p:nvPr/>
          </p:nvSpPr>
          <p:spPr>
            <a:xfrm>
              <a:off x="4590018" y="4176349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736" name="pg736"/>
            <p:cNvSpPr/>
            <p:nvPr/>
          </p:nvSpPr>
          <p:spPr>
            <a:xfrm>
              <a:off x="4624462" y="3156336"/>
              <a:ext cx="1500987" cy="324611"/>
            </a:xfrm>
            <a:custGeom>
              <a:avLst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1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tx737"/>
            <p:cNvSpPr/>
            <p:nvPr/>
          </p:nvSpPr>
          <p:spPr>
            <a:xfrm>
              <a:off x="4670182" y="3202056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738" name="pg738"/>
            <p:cNvSpPr/>
            <p:nvPr/>
          </p:nvSpPr>
          <p:spPr>
            <a:xfrm>
              <a:off x="4788993" y="3714972"/>
              <a:ext cx="1554937" cy="324612"/>
            </a:xfrm>
            <a:custGeom>
              <a:avLst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tx739"/>
            <p:cNvSpPr/>
            <p:nvPr/>
          </p:nvSpPr>
          <p:spPr>
            <a:xfrm>
              <a:off x="4834713" y="3760692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740" name="rc740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tx741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6" name="pl756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tx767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86" name="tx786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87" name="rc787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tx788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89" name="pic78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90" name="pl790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tx800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4AA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4BC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4CB1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99DFC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54BC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40A3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47AB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5BC6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74D3B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5CC8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55B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7A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48AC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53BA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57C0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59C4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5E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4DB2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44A8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2B9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4BA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4CB1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5AC5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888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598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52BA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4AAE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B3E7D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78E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E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50B7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45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455" y="4909124"/>
              <a:ext cx="52357" cy="84403"/>
            </a:xfrm>
            <a:custGeom>
              <a:avLst/>
              <a:pathLst>
                <a:path w="52357" h="84403">
                  <a:moveTo>
                    <a:pt x="0" y="0"/>
                  </a:moveTo>
                  <a:lnTo>
                    <a:pt x="52357" y="8440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5710308" y="2781011"/>
              <a:ext cx="116265" cy="141662"/>
            </a:xfrm>
            <a:custGeom>
              <a:avLst/>
              <a:pathLst>
                <a:path w="116265" h="141662">
                  <a:moveTo>
                    <a:pt x="0" y="0"/>
                  </a:moveTo>
                  <a:lnTo>
                    <a:pt x="116265" y="14166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357" y="4609165"/>
              <a:ext cx="54468" cy="79734"/>
            </a:xfrm>
            <a:custGeom>
              <a:avLst/>
              <a:pathLst>
                <a:path w="54468" h="79734">
                  <a:moveTo>
                    <a:pt x="0" y="0"/>
                  </a:moveTo>
                  <a:lnTo>
                    <a:pt x="54468" y="7973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3511657" y="4762445"/>
              <a:ext cx="53673" cy="82419"/>
            </a:xfrm>
            <a:custGeom>
              <a:avLst/>
              <a:pathLst>
                <a:path w="53673" h="82419">
                  <a:moveTo>
                    <a:pt x="0" y="0"/>
                  </a:moveTo>
                  <a:lnTo>
                    <a:pt x="53673" y="8241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g3966"/>
            <p:cNvSpPr/>
            <p:nvPr/>
          </p:nvSpPr>
          <p:spPr>
            <a:xfrm>
              <a:off x="2291939" y="4760423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2337659" y="4806143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378407" y="2589078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424127" y="2634798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387" y="4460284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4016107" y="4506004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822" y="4613749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tx3973"/>
            <p:cNvSpPr/>
            <p:nvPr/>
          </p:nvSpPr>
          <p:spPr>
            <a:xfrm>
              <a:off x="3006542" y="4659469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5016666" y="2872432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tx3975"/>
            <p:cNvSpPr/>
            <p:nvPr/>
          </p:nvSpPr>
          <p:spPr>
            <a:xfrm>
              <a:off x="5062386" y="2918152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928496" y="448696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394015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48696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394015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tx4045"/>
            <p:cNvSpPr/>
            <p:nvPr/>
          </p:nvSpPr>
          <p:spPr>
            <a:xfrm>
              <a:off x="7041976" y="472032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44469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7041976" y="4173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390010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362670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201917" y="1998973"/>
              <a:ext cx="228645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(LEA)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33411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415547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496984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57842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65985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848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2991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311355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392793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47423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4">
                <a:alpha val="100000"/>
              </a:srgbClr>
            </a:solidFill>
            <a:ln w="5420" cap="flat">
              <a:solidFill>
                <a:srgbClr val="77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9BC">
                <a:alpha val="100000"/>
              </a:srgbClr>
            </a:solidFill>
            <a:ln w="5420" cap="flat">
              <a:solidFill>
                <a:srgbClr val="89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D">
                <a:alpha val="100000"/>
              </a:srgbClr>
            </a:solidFill>
            <a:ln w="5420" cap="flat">
              <a:solidFill>
                <a:srgbClr val="61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ABD">
                <a:alpha val="100000"/>
              </a:srgbClr>
            </a:solidFill>
            <a:ln w="5420" cap="flat">
              <a:solidFill>
                <a:srgbClr val="8C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C">
                <a:alpha val="100000"/>
              </a:srgbClr>
            </a:solidFill>
            <a:ln w="5420" cap="flat">
              <a:solidFill>
                <a:srgbClr val="AD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1E6CF">
                <a:alpha val="100000"/>
              </a:srgbClr>
            </a:solidFill>
            <a:ln w="5420" cap="flat">
              <a:solidFill>
                <a:srgbClr val="B1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2E7CF">
                <a:alpha val="100000"/>
              </a:srgbClr>
            </a:solidFill>
            <a:ln w="5420" cap="flat">
              <a:solidFill>
                <a:srgbClr val="B2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DFC4">
                <a:alpha val="100000"/>
              </a:srgbClr>
            </a:solidFill>
            <a:ln w="5420" cap="flat">
              <a:solidFill>
                <a:srgbClr val="9C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C">
                <a:alpha val="100000"/>
              </a:srgbClr>
            </a:solidFill>
            <a:ln w="5420" cap="flat">
              <a:solidFill>
                <a:srgbClr val="87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11255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AF">
                <a:alpha val="100000"/>
              </a:srgbClr>
            </a:solidFill>
            <a:ln w="5420" cap="flat">
              <a:solidFill>
                <a:srgbClr val="6AD1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19399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7542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35686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3830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51973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0117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8261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6405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84548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2692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00836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08979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17123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25267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33411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2301906" y="4297487"/>
              <a:ext cx="973520" cy="1423460"/>
            </a:xfrm>
            <a:custGeom>
              <a:avLst/>
              <a:pathLst>
                <a:path w="973520" h="1423460">
                  <a:moveTo>
                    <a:pt x="892083" y="1385064"/>
                  </a:moveTo>
                  <a:lnTo>
                    <a:pt x="973520" y="1385064"/>
                  </a:lnTo>
                  <a:lnTo>
                    <a:pt x="973520" y="1423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2301906" y="4351869"/>
              <a:ext cx="892083" cy="1369078"/>
            </a:xfrm>
            <a:custGeom>
              <a:avLst/>
              <a:pathLst>
                <a:path w="892083" h="1369078">
                  <a:moveTo>
                    <a:pt x="892083" y="1369078"/>
                  </a:moveTo>
                  <a:lnTo>
                    <a:pt x="892083" y="13306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2301906" y="4218155"/>
              <a:ext cx="1054958" cy="1502792"/>
            </a:xfrm>
            <a:custGeom>
              <a:avLst/>
              <a:pathLst>
                <a:path w="1054958" h="1502792">
                  <a:moveTo>
                    <a:pt x="973520" y="1464396"/>
                  </a:moveTo>
                  <a:lnTo>
                    <a:pt x="1054958" y="1464396"/>
                  </a:lnTo>
                  <a:lnTo>
                    <a:pt x="1054958" y="15027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2301906" y="4272355"/>
              <a:ext cx="973520" cy="1448592"/>
            </a:xfrm>
            <a:custGeom>
              <a:avLst/>
              <a:pathLst>
                <a:path w="973520" h="1448592">
                  <a:moveTo>
                    <a:pt x="973520" y="1448592"/>
                  </a:moveTo>
                  <a:lnTo>
                    <a:pt x="973520" y="141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2301906" y="4150120"/>
              <a:ext cx="1136395" cy="1570828"/>
            </a:xfrm>
            <a:custGeom>
              <a:avLst/>
              <a:pathLst>
                <a:path w="1136395" h="1570828">
                  <a:moveTo>
                    <a:pt x="1054958" y="1532432"/>
                  </a:moveTo>
                  <a:lnTo>
                    <a:pt x="1136395" y="1532432"/>
                  </a:lnTo>
                  <a:lnTo>
                    <a:pt x="1136395" y="15708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2301906" y="4197308"/>
              <a:ext cx="1054958" cy="1523639"/>
            </a:xfrm>
            <a:custGeom>
              <a:avLst/>
              <a:pathLst>
                <a:path w="1054958" h="1523639">
                  <a:moveTo>
                    <a:pt x="1054958" y="1523639"/>
                  </a:moveTo>
                  <a:lnTo>
                    <a:pt x="1054958" y="1485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2301906" y="4082314"/>
              <a:ext cx="1217832" cy="1638633"/>
            </a:xfrm>
            <a:custGeom>
              <a:avLst/>
              <a:pathLst>
                <a:path w="1217832" h="1638633">
                  <a:moveTo>
                    <a:pt x="1136395" y="1600238"/>
                  </a:moveTo>
                  <a:lnTo>
                    <a:pt x="1217832" y="1600238"/>
                  </a:lnTo>
                  <a:lnTo>
                    <a:pt x="1217832" y="16386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2301906" y="4126360"/>
              <a:ext cx="1136395" cy="1594587"/>
            </a:xfrm>
            <a:custGeom>
              <a:avLst/>
              <a:pathLst>
                <a:path w="1136395" h="1594587">
                  <a:moveTo>
                    <a:pt x="1136395" y="1594587"/>
                  </a:moveTo>
                  <a:lnTo>
                    <a:pt x="1136395" y="155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2301906" y="4018020"/>
              <a:ext cx="1299269" cy="1702927"/>
            </a:xfrm>
            <a:custGeom>
              <a:avLst/>
              <a:pathLst>
                <a:path w="1299269" h="1702927">
                  <a:moveTo>
                    <a:pt x="1217832" y="1664531"/>
                  </a:moveTo>
                  <a:lnTo>
                    <a:pt x="1299269" y="1664531"/>
                  </a:lnTo>
                  <a:lnTo>
                    <a:pt x="1299269" y="17029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2301906" y="4059186"/>
              <a:ext cx="1217832" cy="1661761"/>
            </a:xfrm>
            <a:custGeom>
              <a:avLst/>
              <a:pathLst>
                <a:path w="1217832" h="1661761">
                  <a:moveTo>
                    <a:pt x="1217832" y="1661761"/>
                  </a:moveTo>
                  <a:lnTo>
                    <a:pt x="1217832" y="1623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2301906" y="3956974"/>
              <a:ext cx="1380706" cy="1763973"/>
            </a:xfrm>
            <a:custGeom>
              <a:avLst/>
              <a:pathLst>
                <a:path w="1380706" h="1763973">
                  <a:moveTo>
                    <a:pt x="1299269" y="1725578"/>
                  </a:moveTo>
                  <a:lnTo>
                    <a:pt x="1380706" y="1725578"/>
                  </a:lnTo>
                  <a:lnTo>
                    <a:pt x="1380706" y="1763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2301906" y="3995492"/>
              <a:ext cx="1299269" cy="1725455"/>
            </a:xfrm>
            <a:custGeom>
              <a:avLst/>
              <a:pathLst>
                <a:path w="1299269" h="1725455">
                  <a:moveTo>
                    <a:pt x="1299269" y="1725455"/>
                  </a:moveTo>
                  <a:lnTo>
                    <a:pt x="1299269" y="16870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2301906" y="3898934"/>
              <a:ext cx="1462143" cy="1822013"/>
            </a:xfrm>
            <a:custGeom>
              <a:avLst/>
              <a:pathLst>
                <a:path w="1462143" h="1822013">
                  <a:moveTo>
                    <a:pt x="1380706" y="1783618"/>
                  </a:moveTo>
                  <a:lnTo>
                    <a:pt x="1462143" y="1783618"/>
                  </a:lnTo>
                  <a:lnTo>
                    <a:pt x="1462143" y="1822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2301906" y="3935014"/>
              <a:ext cx="1380706" cy="1785933"/>
            </a:xfrm>
            <a:custGeom>
              <a:avLst/>
              <a:pathLst>
                <a:path w="1380706" h="1785933">
                  <a:moveTo>
                    <a:pt x="1380706" y="1785933"/>
                  </a:moveTo>
                  <a:lnTo>
                    <a:pt x="1380706" y="17475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2301906" y="3843684"/>
              <a:ext cx="1543580" cy="1877263"/>
            </a:xfrm>
            <a:custGeom>
              <a:avLst/>
              <a:pathLst>
                <a:path w="1543580" h="1877263">
                  <a:moveTo>
                    <a:pt x="1462143" y="1838867"/>
                  </a:moveTo>
                  <a:lnTo>
                    <a:pt x="1543580" y="1838867"/>
                  </a:lnTo>
                  <a:lnTo>
                    <a:pt x="1543580" y="18772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2301906" y="3877515"/>
              <a:ext cx="1462143" cy="1843432"/>
            </a:xfrm>
            <a:custGeom>
              <a:avLst/>
              <a:pathLst>
                <a:path w="1462143" h="1843432">
                  <a:moveTo>
                    <a:pt x="1462143" y="1843432"/>
                  </a:moveTo>
                  <a:lnTo>
                    <a:pt x="1462143" y="18050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2301906" y="3791028"/>
              <a:ext cx="1625018" cy="1929919"/>
            </a:xfrm>
            <a:custGeom>
              <a:avLst/>
              <a:pathLst>
                <a:path w="1625018" h="1929919">
                  <a:moveTo>
                    <a:pt x="1543580" y="1891524"/>
                  </a:moveTo>
                  <a:lnTo>
                    <a:pt x="1625018" y="1891524"/>
                  </a:lnTo>
                  <a:lnTo>
                    <a:pt x="1625018" y="19299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2301906" y="3822780"/>
              <a:ext cx="1543580" cy="1898167"/>
            </a:xfrm>
            <a:custGeom>
              <a:avLst/>
              <a:pathLst>
                <a:path w="1543580" h="1898167">
                  <a:moveTo>
                    <a:pt x="1543580" y="1898167"/>
                  </a:moveTo>
                  <a:lnTo>
                    <a:pt x="1543580" y="18597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2301906" y="3740787"/>
              <a:ext cx="1706455" cy="1980160"/>
            </a:xfrm>
            <a:custGeom>
              <a:avLst/>
              <a:pathLst>
                <a:path w="1706455" h="1980160">
                  <a:moveTo>
                    <a:pt x="1625018" y="1941765"/>
                  </a:moveTo>
                  <a:lnTo>
                    <a:pt x="1706455" y="1941765"/>
                  </a:lnTo>
                  <a:lnTo>
                    <a:pt x="1706455" y="198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2301906" y="3770615"/>
              <a:ext cx="1625018" cy="1950332"/>
            </a:xfrm>
            <a:custGeom>
              <a:avLst/>
              <a:pathLst>
                <a:path w="1625018" h="1950332">
                  <a:moveTo>
                    <a:pt x="1625018" y="1950332"/>
                  </a:moveTo>
                  <a:lnTo>
                    <a:pt x="1625018" y="1911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2301906" y="3692798"/>
              <a:ext cx="1787892" cy="2028149"/>
            </a:xfrm>
            <a:custGeom>
              <a:avLst/>
              <a:pathLst>
                <a:path w="1787892" h="2028149">
                  <a:moveTo>
                    <a:pt x="1706455" y="1989754"/>
                  </a:moveTo>
                  <a:lnTo>
                    <a:pt x="1787892" y="1989754"/>
                  </a:lnTo>
                  <a:lnTo>
                    <a:pt x="1787892" y="20281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2301906" y="3720842"/>
              <a:ext cx="1706455" cy="2000106"/>
            </a:xfrm>
            <a:custGeom>
              <a:avLst/>
              <a:pathLst>
                <a:path w="1706455" h="2000106">
                  <a:moveTo>
                    <a:pt x="1706455" y="2000106"/>
                  </a:moveTo>
                  <a:lnTo>
                    <a:pt x="1706455" y="196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2301906" y="3646914"/>
              <a:ext cx="1869329" cy="2074033"/>
            </a:xfrm>
            <a:custGeom>
              <a:avLst/>
              <a:pathLst>
                <a:path w="1869329" h="2074033">
                  <a:moveTo>
                    <a:pt x="1787892" y="2035638"/>
                  </a:moveTo>
                  <a:lnTo>
                    <a:pt x="1869329" y="2035638"/>
                  </a:lnTo>
                  <a:lnTo>
                    <a:pt x="1869329" y="20740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2301906" y="3673300"/>
              <a:ext cx="1787892" cy="2047647"/>
            </a:xfrm>
            <a:custGeom>
              <a:avLst/>
              <a:pathLst>
                <a:path w="1787892" h="2047647">
                  <a:moveTo>
                    <a:pt x="1787892" y="2047647"/>
                  </a:moveTo>
                  <a:lnTo>
                    <a:pt x="1787892" y="2009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2301906" y="3574267"/>
              <a:ext cx="1950766" cy="2146680"/>
            </a:xfrm>
            <a:custGeom>
              <a:avLst/>
              <a:pathLst>
                <a:path w="1950766" h="2146680">
                  <a:moveTo>
                    <a:pt x="1869329" y="2108285"/>
                  </a:moveTo>
                  <a:lnTo>
                    <a:pt x="1950766" y="2108285"/>
                  </a:lnTo>
                  <a:lnTo>
                    <a:pt x="1950766" y="21466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2301906" y="3627844"/>
              <a:ext cx="1869329" cy="2093104"/>
            </a:xfrm>
            <a:custGeom>
              <a:avLst/>
              <a:pathLst>
                <a:path w="1869329" h="2093104">
                  <a:moveTo>
                    <a:pt x="1869329" y="2093104"/>
                  </a:moveTo>
                  <a:lnTo>
                    <a:pt x="1869329" y="2054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2301906" y="3560929"/>
              <a:ext cx="2032203" cy="2160018"/>
            </a:xfrm>
            <a:custGeom>
              <a:avLst/>
              <a:pathLst>
                <a:path w="2032203" h="2160018">
                  <a:moveTo>
                    <a:pt x="1950766" y="2121623"/>
                  </a:moveTo>
                  <a:lnTo>
                    <a:pt x="2032203" y="2121623"/>
                  </a:lnTo>
                  <a:lnTo>
                    <a:pt x="2032203" y="21600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2301906" y="3584338"/>
              <a:ext cx="1950766" cy="2136610"/>
            </a:xfrm>
            <a:custGeom>
              <a:avLst/>
              <a:pathLst>
                <a:path w="1950766" h="2136610">
                  <a:moveTo>
                    <a:pt x="1950766" y="2136610"/>
                  </a:moveTo>
                  <a:lnTo>
                    <a:pt x="1950766" y="2098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2301906" y="3520590"/>
              <a:ext cx="2113640" cy="2200358"/>
            </a:xfrm>
            <a:custGeom>
              <a:avLst/>
              <a:pathLst>
                <a:path w="2113640" h="2200358">
                  <a:moveTo>
                    <a:pt x="2032203" y="2161962"/>
                  </a:moveTo>
                  <a:lnTo>
                    <a:pt x="2113640" y="2161962"/>
                  </a:lnTo>
                  <a:lnTo>
                    <a:pt x="2113640" y="22003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2301906" y="3542659"/>
              <a:ext cx="2032203" cy="2178288"/>
            </a:xfrm>
            <a:custGeom>
              <a:avLst/>
              <a:pathLst>
                <a:path w="2032203" h="2178288">
                  <a:moveTo>
                    <a:pt x="2032203" y="2178288"/>
                  </a:moveTo>
                  <a:lnTo>
                    <a:pt x="2032203" y="21398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2892546" y="1669789"/>
              <a:ext cx="2444595" cy="4051159"/>
            </a:xfrm>
            <a:custGeom>
              <a:avLst/>
              <a:pathLst>
                <a:path w="2444595" h="4051159">
                  <a:moveTo>
                    <a:pt x="2444595" y="0"/>
                  </a:moveTo>
                  <a:lnTo>
                    <a:pt x="2433214" y="58391"/>
                  </a:lnTo>
                  <a:lnTo>
                    <a:pt x="2417953" y="199286"/>
                  </a:lnTo>
                  <a:lnTo>
                    <a:pt x="2394989" y="326050"/>
                  </a:lnTo>
                  <a:lnTo>
                    <a:pt x="2391988" y="287557"/>
                  </a:lnTo>
                  <a:lnTo>
                    <a:pt x="2406345" y="133449"/>
                  </a:lnTo>
                  <a:lnTo>
                    <a:pt x="2383091" y="149553"/>
                  </a:lnTo>
                  <a:lnTo>
                    <a:pt x="2367071" y="185109"/>
                  </a:lnTo>
                  <a:lnTo>
                    <a:pt x="2323747" y="383857"/>
                  </a:lnTo>
                  <a:lnTo>
                    <a:pt x="2264186" y="489792"/>
                  </a:lnTo>
                  <a:lnTo>
                    <a:pt x="2209327" y="563061"/>
                  </a:lnTo>
                  <a:lnTo>
                    <a:pt x="2152731" y="550949"/>
                  </a:lnTo>
                  <a:lnTo>
                    <a:pt x="2165460" y="609169"/>
                  </a:lnTo>
                  <a:lnTo>
                    <a:pt x="2149910" y="639495"/>
                  </a:lnTo>
                  <a:lnTo>
                    <a:pt x="2136602" y="702762"/>
                  </a:lnTo>
                  <a:lnTo>
                    <a:pt x="2102862" y="744696"/>
                  </a:lnTo>
                  <a:lnTo>
                    <a:pt x="2071146" y="740658"/>
                  </a:lnTo>
                  <a:lnTo>
                    <a:pt x="2025581" y="769562"/>
                  </a:lnTo>
                  <a:lnTo>
                    <a:pt x="2007608" y="791676"/>
                  </a:lnTo>
                  <a:lnTo>
                    <a:pt x="2006269" y="834022"/>
                  </a:lnTo>
                  <a:lnTo>
                    <a:pt x="1975784" y="871276"/>
                  </a:lnTo>
                  <a:lnTo>
                    <a:pt x="1865775" y="1064794"/>
                  </a:lnTo>
                  <a:lnTo>
                    <a:pt x="1770267" y="1121913"/>
                  </a:lnTo>
                  <a:lnTo>
                    <a:pt x="1747412" y="1113609"/>
                  </a:lnTo>
                  <a:lnTo>
                    <a:pt x="1772582" y="1022264"/>
                  </a:lnTo>
                  <a:lnTo>
                    <a:pt x="1789832" y="929909"/>
                  </a:lnTo>
                  <a:lnTo>
                    <a:pt x="1731862" y="889719"/>
                  </a:lnTo>
                  <a:lnTo>
                    <a:pt x="1676387" y="868477"/>
                  </a:lnTo>
                  <a:lnTo>
                    <a:pt x="1612740" y="871276"/>
                  </a:lnTo>
                  <a:lnTo>
                    <a:pt x="1542438" y="799475"/>
                  </a:lnTo>
                  <a:lnTo>
                    <a:pt x="1451813" y="747265"/>
                  </a:lnTo>
                  <a:lnTo>
                    <a:pt x="1325314" y="606003"/>
                  </a:lnTo>
                  <a:lnTo>
                    <a:pt x="1329002" y="566823"/>
                  </a:lnTo>
                  <a:lnTo>
                    <a:pt x="1325820" y="501078"/>
                  </a:lnTo>
                  <a:lnTo>
                    <a:pt x="1364262" y="397208"/>
                  </a:lnTo>
                  <a:lnTo>
                    <a:pt x="1401112" y="324581"/>
                  </a:lnTo>
                  <a:lnTo>
                    <a:pt x="1451994" y="286961"/>
                  </a:lnTo>
                  <a:lnTo>
                    <a:pt x="1599649" y="248652"/>
                  </a:lnTo>
                  <a:lnTo>
                    <a:pt x="1636680" y="191028"/>
                  </a:lnTo>
                  <a:lnTo>
                    <a:pt x="1658631" y="142488"/>
                  </a:lnTo>
                  <a:lnTo>
                    <a:pt x="1585473" y="225850"/>
                  </a:lnTo>
                  <a:lnTo>
                    <a:pt x="1475898" y="254111"/>
                  </a:lnTo>
                  <a:lnTo>
                    <a:pt x="1416843" y="285217"/>
                  </a:lnTo>
                  <a:lnTo>
                    <a:pt x="1369614" y="332794"/>
                  </a:lnTo>
                  <a:lnTo>
                    <a:pt x="1341660" y="392528"/>
                  </a:lnTo>
                  <a:lnTo>
                    <a:pt x="1278374" y="464513"/>
                  </a:lnTo>
                  <a:lnTo>
                    <a:pt x="1282822" y="512731"/>
                  </a:lnTo>
                  <a:lnTo>
                    <a:pt x="1293418" y="547003"/>
                  </a:lnTo>
                  <a:lnTo>
                    <a:pt x="1288536" y="618437"/>
                  </a:lnTo>
                  <a:lnTo>
                    <a:pt x="1328568" y="688081"/>
                  </a:lnTo>
                  <a:lnTo>
                    <a:pt x="1407947" y="802182"/>
                  </a:lnTo>
                  <a:lnTo>
                    <a:pt x="1423099" y="979413"/>
                  </a:lnTo>
                  <a:lnTo>
                    <a:pt x="1483673" y="1098010"/>
                  </a:lnTo>
                  <a:lnTo>
                    <a:pt x="1576504" y="1236290"/>
                  </a:lnTo>
                  <a:lnTo>
                    <a:pt x="1647891" y="1275608"/>
                  </a:lnTo>
                  <a:lnTo>
                    <a:pt x="1651362" y="1327038"/>
                  </a:lnTo>
                  <a:lnTo>
                    <a:pt x="1618418" y="1411960"/>
                  </a:lnTo>
                  <a:lnTo>
                    <a:pt x="1574985" y="1450774"/>
                  </a:lnTo>
                  <a:lnTo>
                    <a:pt x="1631473" y="1443021"/>
                  </a:lnTo>
                  <a:lnTo>
                    <a:pt x="1659608" y="1462427"/>
                  </a:lnTo>
                  <a:lnTo>
                    <a:pt x="1686983" y="1533265"/>
                  </a:lnTo>
                  <a:lnTo>
                    <a:pt x="1684850" y="1605570"/>
                  </a:lnTo>
                  <a:lnTo>
                    <a:pt x="1675592" y="1646311"/>
                  </a:lnTo>
                  <a:lnTo>
                    <a:pt x="1658487" y="1662552"/>
                  </a:lnTo>
                  <a:lnTo>
                    <a:pt x="1659210" y="1620939"/>
                  </a:lnTo>
                  <a:lnTo>
                    <a:pt x="1647095" y="1606488"/>
                  </a:lnTo>
                  <a:lnTo>
                    <a:pt x="1627097" y="1624518"/>
                  </a:lnTo>
                  <a:lnTo>
                    <a:pt x="1614150" y="1645072"/>
                  </a:lnTo>
                  <a:lnTo>
                    <a:pt x="1608762" y="1726048"/>
                  </a:lnTo>
                  <a:lnTo>
                    <a:pt x="1595056" y="1766514"/>
                  </a:lnTo>
                  <a:lnTo>
                    <a:pt x="1546597" y="1778534"/>
                  </a:lnTo>
                  <a:lnTo>
                    <a:pt x="1497451" y="1884790"/>
                  </a:lnTo>
                  <a:lnTo>
                    <a:pt x="1451741" y="1945075"/>
                  </a:lnTo>
                  <a:lnTo>
                    <a:pt x="1271864" y="2352710"/>
                  </a:lnTo>
                  <a:lnTo>
                    <a:pt x="1278735" y="2420840"/>
                  </a:lnTo>
                  <a:lnTo>
                    <a:pt x="1245827" y="2442770"/>
                  </a:lnTo>
                  <a:lnTo>
                    <a:pt x="1195994" y="2460617"/>
                  </a:lnTo>
                  <a:lnTo>
                    <a:pt x="1145582" y="2501358"/>
                  </a:lnTo>
                  <a:lnTo>
                    <a:pt x="1112131" y="2546274"/>
                  </a:lnTo>
                  <a:lnTo>
                    <a:pt x="1081066" y="2667073"/>
                  </a:lnTo>
                  <a:lnTo>
                    <a:pt x="1021542" y="2803059"/>
                  </a:lnTo>
                  <a:lnTo>
                    <a:pt x="984402" y="2746398"/>
                  </a:lnTo>
                  <a:lnTo>
                    <a:pt x="974891" y="2697904"/>
                  </a:lnTo>
                  <a:lnTo>
                    <a:pt x="991418" y="2571415"/>
                  </a:lnTo>
                  <a:lnTo>
                    <a:pt x="1055788" y="2364042"/>
                  </a:lnTo>
                  <a:lnTo>
                    <a:pt x="1126705" y="2235122"/>
                  </a:lnTo>
                  <a:lnTo>
                    <a:pt x="1180805" y="2174011"/>
                  </a:lnTo>
                  <a:lnTo>
                    <a:pt x="1225286" y="2049450"/>
                  </a:lnTo>
                  <a:lnTo>
                    <a:pt x="1169088" y="2030869"/>
                  </a:lnTo>
                  <a:lnTo>
                    <a:pt x="1083417" y="2032887"/>
                  </a:lnTo>
                  <a:lnTo>
                    <a:pt x="1099546" y="1975401"/>
                  </a:lnTo>
                  <a:lnTo>
                    <a:pt x="1124535" y="1924750"/>
                  </a:lnTo>
                  <a:lnTo>
                    <a:pt x="1079873" y="1874283"/>
                  </a:lnTo>
                  <a:lnTo>
                    <a:pt x="1053438" y="1867860"/>
                  </a:lnTo>
                  <a:lnTo>
                    <a:pt x="1026207" y="1847169"/>
                  </a:lnTo>
                  <a:lnTo>
                    <a:pt x="1058139" y="1805144"/>
                  </a:lnTo>
                  <a:lnTo>
                    <a:pt x="1073725" y="1760733"/>
                  </a:lnTo>
                  <a:lnTo>
                    <a:pt x="1064214" y="1706687"/>
                  </a:lnTo>
                  <a:lnTo>
                    <a:pt x="1077595" y="1665993"/>
                  </a:lnTo>
                  <a:lnTo>
                    <a:pt x="1055282" y="1672140"/>
                  </a:lnTo>
                  <a:lnTo>
                    <a:pt x="1019408" y="1715221"/>
                  </a:lnTo>
                  <a:lnTo>
                    <a:pt x="997095" y="1732425"/>
                  </a:lnTo>
                  <a:lnTo>
                    <a:pt x="983498" y="1694300"/>
                  </a:lnTo>
                  <a:lnTo>
                    <a:pt x="967984" y="1702925"/>
                  </a:lnTo>
                  <a:lnTo>
                    <a:pt x="957894" y="1729122"/>
                  </a:lnTo>
                  <a:lnTo>
                    <a:pt x="935003" y="1743528"/>
                  </a:lnTo>
                  <a:lnTo>
                    <a:pt x="886652" y="1707697"/>
                  </a:lnTo>
                  <a:lnTo>
                    <a:pt x="816170" y="1666681"/>
                  </a:lnTo>
                  <a:lnTo>
                    <a:pt x="776933" y="1596119"/>
                  </a:lnTo>
                  <a:lnTo>
                    <a:pt x="754548" y="1541431"/>
                  </a:lnTo>
                  <a:lnTo>
                    <a:pt x="777294" y="1442470"/>
                  </a:lnTo>
                  <a:lnTo>
                    <a:pt x="826006" y="1424898"/>
                  </a:lnTo>
                  <a:lnTo>
                    <a:pt x="889292" y="1440956"/>
                  </a:lnTo>
                  <a:lnTo>
                    <a:pt x="972251" y="1440818"/>
                  </a:lnTo>
                  <a:lnTo>
                    <a:pt x="960389" y="1418842"/>
                  </a:lnTo>
                  <a:lnTo>
                    <a:pt x="930772" y="1422467"/>
                  </a:lnTo>
                  <a:lnTo>
                    <a:pt x="843329" y="1342178"/>
                  </a:lnTo>
                  <a:lnTo>
                    <a:pt x="815194" y="1293684"/>
                  </a:lnTo>
                  <a:lnTo>
                    <a:pt x="766807" y="1280379"/>
                  </a:lnTo>
                  <a:lnTo>
                    <a:pt x="744747" y="1326992"/>
                  </a:lnTo>
                  <a:lnTo>
                    <a:pt x="720265" y="1339380"/>
                  </a:lnTo>
                  <a:lnTo>
                    <a:pt x="750497" y="1237391"/>
                  </a:lnTo>
                  <a:lnTo>
                    <a:pt x="790024" y="1233216"/>
                  </a:lnTo>
                  <a:lnTo>
                    <a:pt x="848392" y="1204954"/>
                  </a:lnTo>
                  <a:lnTo>
                    <a:pt x="831431" y="1145908"/>
                  </a:lnTo>
                  <a:lnTo>
                    <a:pt x="794580" y="1120078"/>
                  </a:lnTo>
                  <a:lnTo>
                    <a:pt x="728040" y="1152469"/>
                  </a:lnTo>
                  <a:lnTo>
                    <a:pt x="728836" y="1110948"/>
                  </a:lnTo>
                  <a:lnTo>
                    <a:pt x="741312" y="1057774"/>
                  </a:lnTo>
                  <a:lnTo>
                    <a:pt x="791470" y="1057958"/>
                  </a:lnTo>
                  <a:lnTo>
                    <a:pt x="835409" y="1075300"/>
                  </a:lnTo>
                  <a:lnTo>
                    <a:pt x="872802" y="989415"/>
                  </a:lnTo>
                  <a:lnTo>
                    <a:pt x="874465" y="951060"/>
                  </a:lnTo>
                  <a:lnTo>
                    <a:pt x="812337" y="1006803"/>
                  </a:lnTo>
                  <a:lnTo>
                    <a:pt x="798378" y="886554"/>
                  </a:lnTo>
                  <a:lnTo>
                    <a:pt x="859530" y="770572"/>
                  </a:lnTo>
                  <a:lnTo>
                    <a:pt x="917861" y="720013"/>
                  </a:lnTo>
                  <a:lnTo>
                    <a:pt x="990730" y="721481"/>
                  </a:lnTo>
                  <a:lnTo>
                    <a:pt x="1064793" y="713315"/>
                  </a:lnTo>
                  <a:lnTo>
                    <a:pt x="1018323" y="692073"/>
                  </a:lnTo>
                  <a:lnTo>
                    <a:pt x="970624" y="680557"/>
                  </a:lnTo>
                  <a:lnTo>
                    <a:pt x="1006462" y="634724"/>
                  </a:lnTo>
                  <a:lnTo>
                    <a:pt x="1037020" y="626511"/>
                  </a:lnTo>
                  <a:lnTo>
                    <a:pt x="1067035" y="586551"/>
                  </a:lnTo>
                  <a:lnTo>
                    <a:pt x="994853" y="592469"/>
                  </a:lnTo>
                  <a:lnTo>
                    <a:pt x="1003351" y="516861"/>
                  </a:lnTo>
                  <a:lnTo>
                    <a:pt x="968273" y="532230"/>
                  </a:lnTo>
                  <a:lnTo>
                    <a:pt x="926287" y="539341"/>
                  </a:lnTo>
                  <a:lnTo>
                    <a:pt x="909942" y="571411"/>
                  </a:lnTo>
                  <a:lnTo>
                    <a:pt x="913160" y="624676"/>
                  </a:lnTo>
                  <a:lnTo>
                    <a:pt x="900901" y="659636"/>
                  </a:lnTo>
                  <a:lnTo>
                    <a:pt x="868245" y="687714"/>
                  </a:lnTo>
                  <a:lnTo>
                    <a:pt x="813096" y="709598"/>
                  </a:lnTo>
                  <a:lnTo>
                    <a:pt x="807744" y="671656"/>
                  </a:lnTo>
                  <a:lnTo>
                    <a:pt x="789518" y="654452"/>
                  </a:lnTo>
                  <a:lnTo>
                    <a:pt x="782719" y="735703"/>
                  </a:lnTo>
                  <a:lnTo>
                    <a:pt x="768254" y="763323"/>
                  </a:lnTo>
                  <a:lnTo>
                    <a:pt x="727931" y="687072"/>
                  </a:lnTo>
                  <a:lnTo>
                    <a:pt x="715817" y="702441"/>
                  </a:lnTo>
                  <a:lnTo>
                    <a:pt x="717372" y="724096"/>
                  </a:lnTo>
                  <a:lnTo>
                    <a:pt x="707065" y="761533"/>
                  </a:lnTo>
                  <a:lnTo>
                    <a:pt x="672493" y="781032"/>
                  </a:lnTo>
                  <a:lnTo>
                    <a:pt x="674627" y="829021"/>
                  </a:lnTo>
                  <a:lnTo>
                    <a:pt x="661210" y="855172"/>
                  </a:lnTo>
                  <a:lnTo>
                    <a:pt x="550478" y="813514"/>
                  </a:lnTo>
                  <a:lnTo>
                    <a:pt x="547874" y="827645"/>
                  </a:lnTo>
                  <a:lnTo>
                    <a:pt x="610509" y="917476"/>
                  </a:lnTo>
                  <a:lnTo>
                    <a:pt x="656256" y="948169"/>
                  </a:lnTo>
                  <a:lnTo>
                    <a:pt x="661825" y="997168"/>
                  </a:lnTo>
                  <a:lnTo>
                    <a:pt x="622551" y="1037817"/>
                  </a:lnTo>
                  <a:lnTo>
                    <a:pt x="568379" y="1002719"/>
                  </a:lnTo>
                  <a:lnTo>
                    <a:pt x="559266" y="1005289"/>
                  </a:lnTo>
                  <a:lnTo>
                    <a:pt x="588703" y="1065482"/>
                  </a:lnTo>
                  <a:lnTo>
                    <a:pt x="607254" y="1118059"/>
                  </a:lnTo>
                  <a:lnTo>
                    <a:pt x="588160" y="1162103"/>
                  </a:lnTo>
                  <a:lnTo>
                    <a:pt x="591126" y="1216332"/>
                  </a:lnTo>
                  <a:lnTo>
                    <a:pt x="587003" y="1265515"/>
                  </a:lnTo>
                  <a:lnTo>
                    <a:pt x="575322" y="1308411"/>
                  </a:lnTo>
                  <a:lnTo>
                    <a:pt x="601649" y="1506150"/>
                  </a:lnTo>
                  <a:lnTo>
                    <a:pt x="633364" y="1559920"/>
                  </a:lnTo>
                  <a:lnTo>
                    <a:pt x="664537" y="1611351"/>
                  </a:lnTo>
                  <a:lnTo>
                    <a:pt x="681064" y="1659478"/>
                  </a:lnTo>
                  <a:lnTo>
                    <a:pt x="647974" y="1666497"/>
                  </a:lnTo>
                  <a:lnTo>
                    <a:pt x="595284" y="1626904"/>
                  </a:lnTo>
                  <a:lnTo>
                    <a:pt x="548995" y="1596715"/>
                  </a:lnTo>
                  <a:lnTo>
                    <a:pt x="493846" y="1500186"/>
                  </a:lnTo>
                  <a:lnTo>
                    <a:pt x="484733" y="1461647"/>
                  </a:lnTo>
                  <a:lnTo>
                    <a:pt x="471280" y="1431184"/>
                  </a:lnTo>
                  <a:lnTo>
                    <a:pt x="477790" y="1501149"/>
                  </a:lnTo>
                  <a:lnTo>
                    <a:pt x="497462" y="1579281"/>
                  </a:lnTo>
                  <a:lnTo>
                    <a:pt x="670179" y="1754126"/>
                  </a:lnTo>
                  <a:lnTo>
                    <a:pt x="702075" y="1821201"/>
                  </a:lnTo>
                  <a:lnTo>
                    <a:pt x="726376" y="1873916"/>
                  </a:lnTo>
                  <a:lnTo>
                    <a:pt x="720265" y="1924429"/>
                  </a:lnTo>
                  <a:lnTo>
                    <a:pt x="675241" y="1888689"/>
                  </a:lnTo>
                  <a:lnTo>
                    <a:pt x="636402" y="1843132"/>
                  </a:lnTo>
                  <a:lnTo>
                    <a:pt x="533300" y="1791655"/>
                  </a:lnTo>
                  <a:lnTo>
                    <a:pt x="403293" y="1759127"/>
                  </a:lnTo>
                  <a:lnTo>
                    <a:pt x="329990" y="1639475"/>
                  </a:lnTo>
                  <a:lnTo>
                    <a:pt x="330243" y="1689391"/>
                  </a:lnTo>
                  <a:lnTo>
                    <a:pt x="313970" y="1731737"/>
                  </a:lnTo>
                  <a:lnTo>
                    <a:pt x="269163" y="1680123"/>
                  </a:lnTo>
                  <a:lnTo>
                    <a:pt x="240920" y="1636079"/>
                  </a:lnTo>
                  <a:lnTo>
                    <a:pt x="231445" y="1587815"/>
                  </a:lnTo>
                  <a:lnTo>
                    <a:pt x="175500" y="1591118"/>
                  </a:lnTo>
                  <a:lnTo>
                    <a:pt x="116843" y="1633051"/>
                  </a:lnTo>
                  <a:lnTo>
                    <a:pt x="60103" y="1623096"/>
                  </a:lnTo>
                  <a:lnTo>
                    <a:pt x="53377" y="1541248"/>
                  </a:lnTo>
                  <a:lnTo>
                    <a:pt x="68710" y="1497892"/>
                  </a:lnTo>
                  <a:lnTo>
                    <a:pt x="132393" y="1395352"/>
                  </a:lnTo>
                  <a:lnTo>
                    <a:pt x="192388" y="1343004"/>
                  </a:lnTo>
                  <a:lnTo>
                    <a:pt x="218860" y="1275424"/>
                  </a:lnTo>
                  <a:lnTo>
                    <a:pt x="209819" y="1170637"/>
                  </a:lnTo>
                  <a:lnTo>
                    <a:pt x="198536" y="1277260"/>
                  </a:lnTo>
                  <a:lnTo>
                    <a:pt x="164253" y="1330112"/>
                  </a:lnTo>
                  <a:lnTo>
                    <a:pt x="110370" y="1370486"/>
                  </a:lnTo>
                  <a:lnTo>
                    <a:pt x="39454" y="1442424"/>
                  </a:lnTo>
                  <a:lnTo>
                    <a:pt x="22131" y="1508949"/>
                  </a:lnTo>
                  <a:lnTo>
                    <a:pt x="0" y="1633510"/>
                  </a:lnTo>
                  <a:lnTo>
                    <a:pt x="29943" y="1675673"/>
                  </a:lnTo>
                  <a:lnTo>
                    <a:pt x="60537" y="1686684"/>
                  </a:lnTo>
                  <a:lnTo>
                    <a:pt x="150909" y="1658423"/>
                  </a:lnTo>
                  <a:lnTo>
                    <a:pt x="197668" y="1671039"/>
                  </a:lnTo>
                  <a:lnTo>
                    <a:pt x="301674" y="1821018"/>
                  </a:lnTo>
                  <a:lnTo>
                    <a:pt x="495329" y="1880339"/>
                  </a:lnTo>
                  <a:lnTo>
                    <a:pt x="565956" y="1917410"/>
                  </a:lnTo>
                  <a:lnTo>
                    <a:pt x="623528" y="1995679"/>
                  </a:lnTo>
                  <a:lnTo>
                    <a:pt x="710067" y="2040733"/>
                  </a:lnTo>
                  <a:lnTo>
                    <a:pt x="777222" y="2106202"/>
                  </a:lnTo>
                  <a:lnTo>
                    <a:pt x="779030" y="2148915"/>
                  </a:lnTo>
                  <a:lnTo>
                    <a:pt x="755777" y="2199428"/>
                  </a:lnTo>
                  <a:lnTo>
                    <a:pt x="746592" y="2267788"/>
                  </a:lnTo>
                  <a:lnTo>
                    <a:pt x="718059" y="2310914"/>
                  </a:lnTo>
                  <a:lnTo>
                    <a:pt x="649565" y="2315869"/>
                  </a:lnTo>
                  <a:lnTo>
                    <a:pt x="608195" y="2304766"/>
                  </a:lnTo>
                  <a:lnTo>
                    <a:pt x="385790" y="2064452"/>
                  </a:lnTo>
                  <a:lnTo>
                    <a:pt x="359246" y="2042338"/>
                  </a:lnTo>
                  <a:lnTo>
                    <a:pt x="276758" y="1916492"/>
                  </a:lnTo>
                  <a:lnTo>
                    <a:pt x="179984" y="1849096"/>
                  </a:lnTo>
                  <a:lnTo>
                    <a:pt x="150041" y="1850518"/>
                  </a:lnTo>
                  <a:lnTo>
                    <a:pt x="287787" y="1975171"/>
                  </a:lnTo>
                  <a:lnTo>
                    <a:pt x="344021" y="2062342"/>
                  </a:lnTo>
                  <a:lnTo>
                    <a:pt x="443073" y="2184563"/>
                  </a:lnTo>
                  <a:lnTo>
                    <a:pt x="513881" y="2236315"/>
                  </a:lnTo>
                  <a:lnTo>
                    <a:pt x="565992" y="2317062"/>
                  </a:lnTo>
                  <a:lnTo>
                    <a:pt x="614415" y="2354912"/>
                  </a:lnTo>
                  <a:lnTo>
                    <a:pt x="746628" y="2408820"/>
                  </a:lnTo>
                  <a:lnTo>
                    <a:pt x="700664" y="2447542"/>
                  </a:lnTo>
                  <a:lnTo>
                    <a:pt x="774040" y="2480529"/>
                  </a:lnTo>
                  <a:lnTo>
                    <a:pt x="784527" y="2541181"/>
                  </a:lnTo>
                  <a:lnTo>
                    <a:pt x="777801" y="2610321"/>
                  </a:lnTo>
                  <a:lnTo>
                    <a:pt x="675965" y="2582977"/>
                  </a:lnTo>
                  <a:lnTo>
                    <a:pt x="672638" y="2633903"/>
                  </a:lnTo>
                  <a:lnTo>
                    <a:pt x="681751" y="2663953"/>
                  </a:lnTo>
                  <a:lnTo>
                    <a:pt x="636764" y="2688774"/>
                  </a:lnTo>
                  <a:lnTo>
                    <a:pt x="574201" y="2655099"/>
                  </a:lnTo>
                  <a:lnTo>
                    <a:pt x="411755" y="2470894"/>
                  </a:lnTo>
                  <a:lnTo>
                    <a:pt x="413130" y="2495531"/>
                  </a:lnTo>
                  <a:lnTo>
                    <a:pt x="426293" y="2524114"/>
                  </a:lnTo>
                  <a:lnTo>
                    <a:pt x="520498" y="2642711"/>
                  </a:lnTo>
                  <a:lnTo>
                    <a:pt x="604578" y="2713824"/>
                  </a:lnTo>
                  <a:lnTo>
                    <a:pt x="675856" y="2745939"/>
                  </a:lnTo>
                  <a:lnTo>
                    <a:pt x="730788" y="2805536"/>
                  </a:lnTo>
                  <a:lnTo>
                    <a:pt x="750172" y="2841597"/>
                  </a:lnTo>
                  <a:lnTo>
                    <a:pt x="763118" y="2896285"/>
                  </a:lnTo>
                  <a:lnTo>
                    <a:pt x="722398" y="2933447"/>
                  </a:lnTo>
                  <a:lnTo>
                    <a:pt x="676037" y="2953955"/>
                  </a:lnTo>
                  <a:lnTo>
                    <a:pt x="630761" y="2916884"/>
                  </a:lnTo>
                  <a:lnTo>
                    <a:pt x="597563" y="2877841"/>
                  </a:lnTo>
                  <a:lnTo>
                    <a:pt x="526863" y="2811546"/>
                  </a:lnTo>
                  <a:lnTo>
                    <a:pt x="505672" y="2737452"/>
                  </a:lnTo>
                  <a:lnTo>
                    <a:pt x="451897" y="2741259"/>
                  </a:lnTo>
                  <a:lnTo>
                    <a:pt x="227141" y="2647299"/>
                  </a:lnTo>
                  <a:lnTo>
                    <a:pt x="46506" y="2636472"/>
                  </a:lnTo>
                  <a:lnTo>
                    <a:pt x="64153" y="2655374"/>
                  </a:lnTo>
                  <a:lnTo>
                    <a:pt x="87009" y="2667945"/>
                  </a:lnTo>
                  <a:lnTo>
                    <a:pt x="230866" y="2691114"/>
                  </a:lnTo>
                  <a:lnTo>
                    <a:pt x="287715" y="2734378"/>
                  </a:lnTo>
                  <a:lnTo>
                    <a:pt x="406042" y="2772778"/>
                  </a:lnTo>
                  <a:lnTo>
                    <a:pt x="475330" y="2783285"/>
                  </a:lnTo>
                  <a:lnTo>
                    <a:pt x="503429" y="2901240"/>
                  </a:lnTo>
                  <a:lnTo>
                    <a:pt x="599190" y="2982400"/>
                  </a:lnTo>
                  <a:lnTo>
                    <a:pt x="611630" y="3042547"/>
                  </a:lnTo>
                  <a:lnTo>
                    <a:pt x="677013" y="3049291"/>
                  </a:lnTo>
                  <a:lnTo>
                    <a:pt x="792049" y="2990291"/>
                  </a:lnTo>
                  <a:lnTo>
                    <a:pt x="866292" y="3010982"/>
                  </a:lnTo>
                  <a:lnTo>
                    <a:pt x="973372" y="3027866"/>
                  </a:lnTo>
                  <a:lnTo>
                    <a:pt x="997855" y="3075488"/>
                  </a:lnTo>
                  <a:lnTo>
                    <a:pt x="1016226" y="3166099"/>
                  </a:lnTo>
                  <a:lnTo>
                    <a:pt x="1054089" y="3268043"/>
                  </a:lnTo>
                  <a:lnTo>
                    <a:pt x="1152272" y="3669989"/>
                  </a:lnTo>
                  <a:lnTo>
                    <a:pt x="1299782" y="3998758"/>
                  </a:lnTo>
                  <a:lnTo>
                    <a:pt x="1316585" y="40511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2301906" y="1669789"/>
              <a:ext cx="1905669" cy="4051159"/>
            </a:xfrm>
            <a:custGeom>
              <a:avLst/>
              <a:pathLst>
                <a:path w="1905669" h="4051159">
                  <a:moveTo>
                    <a:pt x="1905669" y="4051159"/>
                  </a:moveTo>
                  <a:lnTo>
                    <a:pt x="1874294" y="4005686"/>
                  </a:lnTo>
                  <a:lnTo>
                    <a:pt x="1764863" y="3787944"/>
                  </a:lnTo>
                  <a:lnTo>
                    <a:pt x="1704471" y="3630716"/>
                  </a:lnTo>
                  <a:lnTo>
                    <a:pt x="1642414" y="3353102"/>
                  </a:lnTo>
                  <a:lnTo>
                    <a:pt x="1624405" y="3290936"/>
                  </a:lnTo>
                  <a:lnTo>
                    <a:pt x="1603213" y="3266116"/>
                  </a:lnTo>
                  <a:lnTo>
                    <a:pt x="1589254" y="3286302"/>
                  </a:lnTo>
                  <a:lnTo>
                    <a:pt x="1583251" y="3321675"/>
                  </a:lnTo>
                  <a:lnTo>
                    <a:pt x="1593377" y="3348835"/>
                  </a:lnTo>
                  <a:lnTo>
                    <a:pt x="1568930" y="3440227"/>
                  </a:lnTo>
                  <a:lnTo>
                    <a:pt x="1579526" y="3482160"/>
                  </a:lnTo>
                  <a:lnTo>
                    <a:pt x="1619234" y="3525516"/>
                  </a:lnTo>
                  <a:lnTo>
                    <a:pt x="1662377" y="3633698"/>
                  </a:lnTo>
                  <a:lnTo>
                    <a:pt x="1696840" y="3779364"/>
                  </a:lnTo>
                  <a:lnTo>
                    <a:pt x="1650226" y="3720318"/>
                  </a:lnTo>
                  <a:lnTo>
                    <a:pt x="1600465" y="3689029"/>
                  </a:lnTo>
                  <a:lnTo>
                    <a:pt x="1523039" y="3665034"/>
                  </a:lnTo>
                  <a:lnTo>
                    <a:pt x="1454076" y="3622963"/>
                  </a:lnTo>
                  <a:lnTo>
                    <a:pt x="1459102" y="3683294"/>
                  </a:lnTo>
                  <a:lnTo>
                    <a:pt x="1452484" y="3748442"/>
                  </a:lnTo>
                  <a:lnTo>
                    <a:pt x="1399324" y="3728576"/>
                  </a:lnTo>
                  <a:lnTo>
                    <a:pt x="1363161" y="3706967"/>
                  </a:lnTo>
                  <a:lnTo>
                    <a:pt x="1395166" y="3776382"/>
                  </a:lnTo>
                  <a:lnTo>
                    <a:pt x="1325696" y="3755553"/>
                  </a:lnTo>
                  <a:lnTo>
                    <a:pt x="1279407" y="3759912"/>
                  </a:lnTo>
                  <a:lnTo>
                    <a:pt x="1249319" y="3821527"/>
                  </a:lnTo>
                  <a:lnTo>
                    <a:pt x="1208961" y="3858919"/>
                  </a:lnTo>
                  <a:lnTo>
                    <a:pt x="1149291" y="3870985"/>
                  </a:lnTo>
                  <a:lnTo>
                    <a:pt x="1060763" y="3814645"/>
                  </a:lnTo>
                  <a:lnTo>
                    <a:pt x="1032086" y="3746240"/>
                  </a:lnTo>
                  <a:lnTo>
                    <a:pt x="1020224" y="3670080"/>
                  </a:lnTo>
                  <a:lnTo>
                    <a:pt x="1015487" y="3760141"/>
                  </a:lnTo>
                  <a:lnTo>
                    <a:pt x="1031254" y="3853918"/>
                  </a:lnTo>
                  <a:lnTo>
                    <a:pt x="1025721" y="3925214"/>
                  </a:lnTo>
                  <a:lnTo>
                    <a:pt x="1110958" y="3938335"/>
                  </a:lnTo>
                  <a:lnTo>
                    <a:pt x="1190662" y="3926682"/>
                  </a:lnTo>
                  <a:lnTo>
                    <a:pt x="1298212" y="3929664"/>
                  </a:lnTo>
                  <a:lnTo>
                    <a:pt x="1368369" y="3916313"/>
                  </a:lnTo>
                  <a:lnTo>
                    <a:pt x="1410607" y="3893649"/>
                  </a:lnTo>
                  <a:lnTo>
                    <a:pt x="1511901" y="3913285"/>
                  </a:lnTo>
                  <a:lnTo>
                    <a:pt x="1519097" y="3999400"/>
                  </a:lnTo>
                  <a:lnTo>
                    <a:pt x="1512101" y="4051159"/>
                  </a:lnTo>
                  <a:lnTo>
                    <a:pt x="0" y="21949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2301906" y="1669789"/>
              <a:ext cx="1744834" cy="4051159"/>
            </a:xfrm>
            <a:custGeom>
              <a:avLst/>
              <a:pathLst>
                <a:path w="1744834" h="4051159">
                  <a:moveTo>
                    <a:pt x="1572333" y="4051159"/>
                  </a:moveTo>
                  <a:lnTo>
                    <a:pt x="1579201" y="3983159"/>
                  </a:lnTo>
                  <a:lnTo>
                    <a:pt x="1671779" y="3922828"/>
                  </a:lnTo>
                  <a:lnTo>
                    <a:pt x="1702807" y="3926957"/>
                  </a:lnTo>
                  <a:lnTo>
                    <a:pt x="1732280" y="3979443"/>
                  </a:lnTo>
                  <a:lnTo>
                    <a:pt x="1742189" y="4032662"/>
                  </a:lnTo>
                  <a:lnTo>
                    <a:pt x="1744834" y="40511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074943" y="5605784"/>
              <a:ext cx="60356" cy="103870"/>
            </a:xfrm>
            <a:custGeom>
              <a:avLst/>
              <a:pathLst>
                <a:path w="60356" h="103870">
                  <a:moveTo>
                    <a:pt x="49182" y="103870"/>
                  </a:moveTo>
                  <a:lnTo>
                    <a:pt x="0" y="0"/>
                  </a:lnTo>
                  <a:lnTo>
                    <a:pt x="50592" y="33583"/>
                  </a:lnTo>
                  <a:lnTo>
                    <a:pt x="59633" y="61523"/>
                  </a:lnTo>
                  <a:lnTo>
                    <a:pt x="60356" y="8478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54BC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99DFC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7A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5CC7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B3E7D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322218" y="4429159"/>
              <a:ext cx="252911" cy="252911"/>
            </a:xfrm>
            <a:prstGeom prst="ellipse">
              <a:avLst/>
            </a:prstGeom>
            <a:solidFill>
              <a:srgbClr val="BCEAD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DCF4E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3462316" y="4204784"/>
              <a:ext cx="1081984" cy="346461"/>
            </a:xfrm>
            <a:custGeom>
              <a:avLst/>
              <a:pathLst>
                <a:path w="1081984" h="346461">
                  <a:moveTo>
                    <a:pt x="1081984" y="0"/>
                  </a:moveTo>
                  <a:lnTo>
                    <a:pt x="0" y="34646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3536580" y="3232300"/>
              <a:ext cx="1087881" cy="456648"/>
            </a:xfrm>
            <a:custGeom>
              <a:avLst/>
              <a:pathLst>
                <a:path w="1087881" h="456648">
                  <a:moveTo>
                    <a:pt x="1087881" y="0"/>
                  </a:moveTo>
                  <a:lnTo>
                    <a:pt x="0" y="45664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3508636" y="3790465"/>
              <a:ext cx="1280360" cy="586810"/>
            </a:xfrm>
            <a:custGeom>
              <a:avLst/>
              <a:pathLst>
                <a:path w="1280360" h="586810">
                  <a:moveTo>
                    <a:pt x="1280360" y="0"/>
                  </a:moveTo>
                  <a:lnTo>
                    <a:pt x="0" y="58681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544301" y="4036665"/>
              <a:ext cx="1193383" cy="324612"/>
            </a:xfrm>
            <a:custGeom>
              <a:avLst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tx735"/>
            <p:cNvSpPr/>
            <p:nvPr/>
          </p:nvSpPr>
          <p:spPr>
            <a:xfrm>
              <a:off x="4590021" y="4082385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736" name="pg736"/>
            <p:cNvSpPr/>
            <p:nvPr/>
          </p:nvSpPr>
          <p:spPr>
            <a:xfrm>
              <a:off x="4624462" y="3062375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tx737"/>
            <p:cNvSpPr/>
            <p:nvPr/>
          </p:nvSpPr>
          <p:spPr>
            <a:xfrm>
              <a:off x="4670182" y="3108095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738" name="pg738"/>
            <p:cNvSpPr/>
            <p:nvPr/>
          </p:nvSpPr>
          <p:spPr>
            <a:xfrm>
              <a:off x="4788996" y="3621008"/>
              <a:ext cx="1554937" cy="324612"/>
            </a:xfrm>
            <a:custGeom>
              <a:avLst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6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tx739"/>
            <p:cNvSpPr/>
            <p:nvPr/>
          </p:nvSpPr>
          <p:spPr>
            <a:xfrm>
              <a:off x="4834716" y="3666728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740" name="rc740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tx741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6" name="pl756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tx767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86" name="tx786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87" name="rc787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tx788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89" name="pic78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90" name="pl790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836004" y="406913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836004" y="352231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6660439" y="406913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6660439" y="352231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tx800"/>
            <p:cNvSpPr/>
            <p:nvPr/>
          </p:nvSpPr>
          <p:spPr>
            <a:xfrm>
              <a:off x="6949485" y="4302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6949485" y="4029080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802" name="tx802"/>
            <p:cNvSpPr/>
            <p:nvPr/>
          </p:nvSpPr>
          <p:spPr>
            <a:xfrm>
              <a:off x="6949485" y="375567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6949485" y="348226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6949485" y="32088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2C8">
                <a:alpha val="100000"/>
              </a:srgbClr>
            </a:solidFill>
            <a:ln w="5420" cap="flat">
              <a:solidFill>
                <a:srgbClr val="A2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E">
                <a:alpha val="100000"/>
              </a:srgbClr>
            </a:solidFill>
            <a:ln w="5420" cap="flat">
              <a:solidFill>
                <a:srgbClr val="AF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CE5CC">
                <a:alpha val="100000"/>
              </a:srgbClr>
            </a:solidFill>
            <a:ln w="5420" cap="flat">
              <a:solidFill>
                <a:srgbClr val="ACE5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2">
                <a:alpha val="100000"/>
              </a:srgbClr>
            </a:solidFill>
            <a:ln w="5420" cap="flat">
              <a:solidFill>
                <a:srgbClr val="B9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FE6CD">
                <a:alpha val="100000"/>
              </a:srgbClr>
            </a:solidFill>
            <a:ln w="5420" cap="flat">
              <a:solidFill>
                <a:srgbClr val="AFE6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1E6CE">
                <a:alpha val="100000"/>
              </a:srgbClr>
            </a:solidFill>
            <a:ln w="5420" cap="flat">
              <a:solidFill>
                <a:srgbClr val="B1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D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E">
                <a:alpha val="100000"/>
              </a:srgbClr>
            </a:solidFill>
            <a:ln w="5420" cap="flat">
              <a:solidFill>
                <a:srgbClr val="64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B">
                <a:alpha val="100000"/>
              </a:srgbClr>
            </a:solidFill>
            <a:ln w="5420" cap="flat">
              <a:solidFill>
                <a:srgbClr val="33264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F">
                <a:alpha val="100000"/>
              </a:srgbClr>
            </a:solidFill>
            <a:ln w="5420" cap="flat">
              <a:solidFill>
                <a:srgbClr val="2C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B">
                <a:alpha val="100000"/>
              </a:srgbClr>
            </a:solidFill>
            <a:ln w="5420" cap="flat">
              <a:solidFill>
                <a:srgbClr val="2B20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2">
                <a:alpha val="100000"/>
              </a:srgbClr>
            </a:solidFill>
            <a:ln w="5420" cap="flat">
              <a:solidFill>
                <a:srgbClr val="2F23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7">
                <a:alpha val="100000"/>
              </a:srgbClr>
            </a:solidFill>
            <a:ln w="5420" cap="flat">
              <a:solidFill>
                <a:srgbClr val="3124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F39">
                <a:alpha val="100000"/>
              </a:srgbClr>
            </a:solidFill>
            <a:ln w="5420" cap="flat">
              <a:solidFill>
                <a:srgbClr val="291F3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4">
                <a:alpha val="100000"/>
              </a:srgbClr>
            </a:solidFill>
            <a:ln w="5420" cap="flat">
              <a:solidFill>
                <a:srgbClr val="271D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E37">
                <a:alpha val="100000"/>
              </a:srgbClr>
            </a:solidFill>
            <a:ln w="5420" cap="flat">
              <a:solidFill>
                <a:srgbClr val="281E3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81D36">
                <a:alpha val="100000"/>
              </a:srgbClr>
            </a:solidFill>
            <a:ln w="5420" cap="flat">
              <a:solidFill>
                <a:srgbClr val="28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B1420">
                <a:alpha val="100000"/>
              </a:srgbClr>
            </a:solidFill>
            <a:ln w="5420" cap="flat">
              <a:solidFill>
                <a:srgbClr val="1B142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421">
                <a:alpha val="100000"/>
              </a:srgbClr>
            </a:solidFill>
            <a:ln w="5420" cap="flat">
              <a:solidFill>
                <a:srgbClr val="1C142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4">
                <a:alpha val="100000"/>
              </a:srgbClr>
            </a:solidFill>
            <a:ln w="5420" cap="flat">
              <a:solidFill>
                <a:srgbClr val="1D152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6">
                <a:alpha val="100000"/>
              </a:srgbClr>
            </a:solidFill>
            <a:ln w="5420" cap="flat">
              <a:solidFill>
                <a:srgbClr val="1E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2">
                <a:alpha val="100000"/>
              </a:srgbClr>
            </a:solidFill>
            <a:ln w="5420" cap="flat">
              <a:solidFill>
                <a:srgbClr val="26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F">
                <a:alpha val="100000"/>
              </a:srgbClr>
            </a:solidFill>
            <a:ln w="5420" cap="flat">
              <a:solidFill>
                <a:srgbClr val="23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D">
                <a:alpha val="100000"/>
              </a:srgbClr>
            </a:solidFill>
            <a:ln w="5420" cap="flat">
              <a:solidFill>
                <a:srgbClr val="2B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8">
                <a:alpha val="100000"/>
              </a:srgbClr>
            </a:solidFill>
            <a:ln w="5420" cap="flat">
              <a:solidFill>
                <a:srgbClr val="1F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71019">
                <a:alpha val="100000"/>
              </a:srgbClr>
            </a:solidFill>
            <a:ln w="5420" cap="flat">
              <a:solidFill>
                <a:srgbClr val="17101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8111B">
                <a:alpha val="100000"/>
              </a:srgbClr>
            </a:solidFill>
            <a:ln w="5420" cap="flat">
              <a:solidFill>
                <a:srgbClr val="18111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6">
                <a:alpha val="100000"/>
              </a:srgbClr>
            </a:solidFill>
            <a:ln w="5420" cap="flat">
              <a:solidFill>
                <a:srgbClr val="1F17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2F">
                <a:alpha val="100000"/>
              </a:srgbClr>
            </a:solidFill>
            <a:ln w="5420" cap="flat">
              <a:solidFill>
                <a:srgbClr val="241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10A10">
                <a:alpha val="100000"/>
              </a:srgbClr>
            </a:solidFill>
            <a:ln w="5420" cap="flat">
              <a:solidFill>
                <a:srgbClr val="110A1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E060A">
                <a:alpha val="100000"/>
              </a:srgbClr>
            </a:solidFill>
            <a:ln w="5420" cap="flat">
              <a:solidFill>
                <a:srgbClr val="0E060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D0609">
                <a:alpha val="100000"/>
              </a:srgbClr>
            </a:solidFill>
            <a:ln w="5420" cap="flat">
              <a:solidFill>
                <a:srgbClr val="0D060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0090E">
                <a:alpha val="100000"/>
              </a:srgbClr>
            </a:solidFill>
            <a:ln w="5420" cap="flat">
              <a:solidFill>
                <a:srgbClr val="10090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50D16">
                <a:alpha val="100000"/>
              </a:srgbClr>
            </a:solidFill>
            <a:ln w="5420" cap="flat">
              <a:solidFill>
                <a:srgbClr val="150D1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F">
                <a:alpha val="100000"/>
              </a:srgbClr>
            </a:solidFill>
            <a:ln w="5420" cap="flat">
              <a:solidFill>
                <a:srgbClr val="23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626">
                <a:alpha val="100000"/>
              </a:srgbClr>
            </a:solidFill>
            <a:ln w="5420" cap="flat">
              <a:solidFill>
                <a:srgbClr val="1F162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10A10">
                <a:alpha val="100000"/>
              </a:srgbClr>
            </a:solidFill>
            <a:ln w="5420" cap="flat">
              <a:solidFill>
                <a:srgbClr val="110A1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C0507">
                <a:alpha val="100000"/>
              </a:srgbClr>
            </a:solidFill>
            <a:ln w="5420" cap="flat">
              <a:solidFill>
                <a:srgbClr val="0C050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0F080D">
                <a:alpha val="100000"/>
              </a:srgbClr>
            </a:solidFill>
            <a:ln w="5420" cap="flat">
              <a:solidFill>
                <a:srgbClr val="0F080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40D15">
                <a:alpha val="100000"/>
              </a:srgbClr>
            </a:solidFill>
            <a:ln w="5420" cap="flat">
              <a:solidFill>
                <a:srgbClr val="140D1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D">
                <a:alpha val="100000"/>
              </a:srgbClr>
            </a:solidFill>
            <a:ln w="5420" cap="flat">
              <a:solidFill>
                <a:srgbClr val="19121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D1523">
                <a:alpha val="100000"/>
              </a:srgbClr>
            </a:solidFill>
            <a:ln w="5420" cap="flat">
              <a:solidFill>
                <a:srgbClr val="1D152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92D">
                <a:alpha val="100000"/>
              </a:srgbClr>
            </a:solidFill>
            <a:ln w="5420" cap="flat">
              <a:solidFill>
                <a:srgbClr val="23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A">
                <a:alpha val="100000"/>
              </a:srgbClr>
            </a:solidFill>
            <a:ln w="5420" cap="flat">
              <a:solidFill>
                <a:srgbClr val="2A1F3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20A11">
                <a:alpha val="100000"/>
              </a:srgbClr>
            </a:solidFill>
            <a:ln w="5420" cap="flat">
              <a:solidFill>
                <a:srgbClr val="120A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60F17">
                <a:alpha val="100000"/>
              </a:srgbClr>
            </a:solidFill>
            <a:ln w="5420" cap="flat">
              <a:solidFill>
                <a:srgbClr val="160F1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A131E">
                <a:alpha val="100000"/>
              </a:srgbClr>
            </a:solidFill>
            <a:ln w="5420" cap="flat">
              <a:solidFill>
                <a:srgbClr val="1A13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829">
                <a:alpha val="100000"/>
              </a:srgbClr>
            </a:solidFill>
            <a:ln w="5420" cap="flat">
              <a:solidFill>
                <a:srgbClr val="20182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B203C">
                <a:alpha val="100000"/>
              </a:srgbClr>
            </a:solidFill>
            <a:ln w="5420" cap="flat">
              <a:solidFill>
                <a:srgbClr val="2B203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7">
                <a:alpha val="100000"/>
              </a:srgbClr>
            </a:solidFill>
            <a:ln w="5420" cap="flat">
              <a:solidFill>
                <a:srgbClr val="31254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9121C">
                <a:alpha val="100000"/>
              </a:srgbClr>
            </a:solidFill>
            <a:ln w="5420" cap="flat">
              <a:solidFill>
                <a:srgbClr val="1912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C1522">
                <a:alpha val="100000"/>
              </a:srgbClr>
            </a:solidFill>
            <a:ln w="5420" cap="flat">
              <a:solidFill>
                <a:srgbClr val="1C15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F1727">
                <a:alpha val="100000"/>
              </a:srgbClr>
            </a:solidFill>
            <a:ln w="5420" cap="flat">
              <a:solidFill>
                <a:srgbClr val="1F17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92B">
                <a:alpha val="100000"/>
              </a:srgbClr>
            </a:solidFill>
            <a:ln w="5420" cap="flat">
              <a:solidFill>
                <a:srgbClr val="21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F">
                <a:alpha val="100000"/>
              </a:srgbClr>
            </a:solidFill>
            <a:ln w="5420" cap="flat">
              <a:solidFill>
                <a:srgbClr val="23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5">
                <a:alpha val="100000"/>
              </a:srgbClr>
            </a:solidFill>
            <a:ln w="5420" cap="flat">
              <a:solidFill>
                <a:srgbClr val="271D3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3F">
                <a:alpha val="100000"/>
              </a:srgbClr>
            </a:solidFill>
            <a:ln w="5420" cap="flat">
              <a:solidFill>
                <a:srgbClr val="2D213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1E1625">
                <a:alpha val="100000"/>
              </a:srgbClr>
            </a:solidFill>
            <a:ln w="5420" cap="flat">
              <a:solidFill>
                <a:srgbClr val="1E16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01728">
                <a:alpha val="100000"/>
              </a:srgbClr>
            </a:solidFill>
            <a:ln w="5420" cap="flat">
              <a:solidFill>
                <a:srgbClr val="20172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1182A">
                <a:alpha val="100000"/>
              </a:srgbClr>
            </a:solidFill>
            <a:ln w="5420" cap="flat">
              <a:solidFill>
                <a:srgbClr val="21182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D">
                <a:alpha val="100000"/>
              </a:srgbClr>
            </a:solidFill>
            <a:ln w="5420" cap="flat">
              <a:solidFill>
                <a:srgbClr val="231A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F">
                <a:alpha val="100000"/>
              </a:srgbClr>
            </a:solidFill>
            <a:ln w="5420" cap="flat">
              <a:solidFill>
                <a:srgbClr val="23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2F">
                <a:alpha val="100000"/>
              </a:srgbClr>
            </a:solidFill>
            <a:ln w="5420" cap="flat">
              <a:solidFill>
                <a:srgbClr val="241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2F">
                <a:alpha val="100000"/>
              </a:srgbClr>
            </a:solidFill>
            <a:ln w="5420" cap="flat">
              <a:solidFill>
                <a:srgbClr val="241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2F">
                <a:alpha val="100000"/>
              </a:srgbClr>
            </a:solidFill>
            <a:ln w="5420" cap="flat">
              <a:solidFill>
                <a:srgbClr val="241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71D36">
                <a:alpha val="100000"/>
              </a:srgbClr>
            </a:solidFill>
            <a:ln w="5420" cap="flat">
              <a:solidFill>
                <a:srgbClr val="271D3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1">
                <a:alpha val="100000"/>
              </a:srgbClr>
            </a:solidFill>
            <a:ln w="5420" cap="flat">
              <a:solidFill>
                <a:srgbClr val="2E224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B">
                <a:alpha val="100000"/>
              </a:srgbClr>
            </a:solidFill>
            <a:ln w="5420" cap="flat">
              <a:solidFill>
                <a:srgbClr val="22192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C">
                <a:alpha val="100000"/>
              </a:srgbClr>
            </a:solidFill>
            <a:ln w="5420" cap="flat">
              <a:solidFill>
                <a:srgbClr val="2219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2192D">
                <a:alpha val="100000"/>
              </a:srgbClr>
            </a:solidFill>
            <a:ln w="5420" cap="flat">
              <a:solidFill>
                <a:srgbClr val="22192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31A2E">
                <a:alpha val="100000"/>
              </a:srgbClr>
            </a:solidFill>
            <a:ln w="5420" cap="flat">
              <a:solidFill>
                <a:srgbClr val="231A2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A2F">
                <a:alpha val="100000"/>
              </a:srgbClr>
            </a:solidFill>
            <a:ln w="5420" cap="flat">
              <a:solidFill>
                <a:srgbClr val="241A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41B30">
                <a:alpha val="100000"/>
              </a:srgbClr>
            </a:solidFill>
            <a:ln w="5420" cap="flat">
              <a:solidFill>
                <a:srgbClr val="241B3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B31">
                <a:alpha val="100000"/>
              </a:srgbClr>
            </a:solidFill>
            <a:ln w="5420" cap="flat">
              <a:solidFill>
                <a:srgbClr val="251B3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51C32">
                <a:alpha val="100000"/>
              </a:srgbClr>
            </a:solidFill>
            <a:ln w="5420" cap="flat">
              <a:solidFill>
                <a:srgbClr val="251C3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91E38">
                <a:alpha val="100000"/>
              </a:srgbClr>
            </a:solidFill>
            <a:ln w="5420" cap="flat">
              <a:solidFill>
                <a:srgbClr val="291E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A1F3B">
                <a:alpha val="100000"/>
              </a:srgbClr>
            </a:solidFill>
            <a:ln w="5420" cap="flat">
              <a:solidFill>
                <a:srgbClr val="2A1F3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03D">
                <a:alpha val="100000"/>
              </a:srgbClr>
            </a:solidFill>
            <a:ln w="5420" cap="flat">
              <a:solidFill>
                <a:srgbClr val="2C20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4">
                <a:alpha val="100000"/>
              </a:srgbClr>
            </a:solidFill>
            <a:ln w="5420" cap="flat">
              <a:solidFill>
                <a:srgbClr val="2F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548">
                <a:alpha val="100000"/>
              </a:srgbClr>
            </a:solidFill>
            <a:ln w="5420" cap="flat">
              <a:solidFill>
                <a:srgbClr val="31254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3">
                <a:alpha val="100000"/>
              </a:srgbClr>
            </a:solidFill>
            <a:ln w="5420" cap="flat">
              <a:solidFill>
                <a:srgbClr val="261C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61C34">
                <a:alpha val="100000"/>
              </a:srgbClr>
            </a:solidFill>
            <a:ln w="5420" cap="flat">
              <a:solidFill>
                <a:srgbClr val="261C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D">
                <a:alpha val="100000"/>
              </a:srgbClr>
            </a:solidFill>
            <a:ln w="5420" cap="flat">
              <a:solidFill>
                <a:srgbClr val="2C213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12446">
                <a:alpha val="100000"/>
              </a:srgbClr>
            </a:solidFill>
            <a:ln w="5420" cap="flat">
              <a:solidFill>
                <a:srgbClr val="31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6">
                <a:alpha val="100000"/>
              </a:srgbClr>
            </a:solidFill>
            <a:ln w="5420" cap="flat">
              <a:solidFill>
                <a:srgbClr val="30244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BDEAD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B4E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A5A9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5AC4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B71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D1F1D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1F17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692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4AAE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53BB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A6B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21192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39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D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0B040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7A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4BB0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C417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B71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75D4B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21192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56BE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BAE9D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C4C8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80D7B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BDEAD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58C1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3264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50B7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45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2850402" y="4909047"/>
              <a:ext cx="52409" cy="84481"/>
            </a:xfrm>
            <a:custGeom>
              <a:avLst/>
              <a:pathLst>
                <a:path w="52409" h="84481">
                  <a:moveTo>
                    <a:pt x="0" y="0"/>
                  </a:moveTo>
                  <a:lnTo>
                    <a:pt x="52409" y="8448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5734964" y="2848239"/>
              <a:ext cx="89310" cy="75799"/>
            </a:xfrm>
            <a:custGeom>
              <a:avLst/>
              <a:pathLst>
                <a:path w="89310" h="75799">
                  <a:moveTo>
                    <a:pt x="0" y="0"/>
                  </a:moveTo>
                  <a:lnTo>
                    <a:pt x="89310" y="7579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513535" y="4609398"/>
              <a:ext cx="54292" cy="79500"/>
            </a:xfrm>
            <a:custGeom>
              <a:avLst/>
              <a:pathLst>
                <a:path w="54292" h="79500">
                  <a:moveTo>
                    <a:pt x="0" y="0"/>
                  </a:moveTo>
                  <a:lnTo>
                    <a:pt x="54292" y="7950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3511676" y="4762451"/>
              <a:ext cx="53656" cy="82413"/>
            </a:xfrm>
            <a:custGeom>
              <a:avLst/>
              <a:pathLst>
                <a:path w="53656" h="82413">
                  <a:moveTo>
                    <a:pt x="0" y="0"/>
                  </a:moveTo>
                  <a:lnTo>
                    <a:pt x="53656" y="8241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514645" y="3035552"/>
              <a:ext cx="158454" cy="22016"/>
            </a:xfrm>
            <a:custGeom>
              <a:avLst/>
              <a:pathLst>
                <a:path w="158454" h="22016">
                  <a:moveTo>
                    <a:pt x="0" y="0"/>
                  </a:moveTo>
                  <a:lnTo>
                    <a:pt x="158454" y="220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g3966"/>
            <p:cNvSpPr/>
            <p:nvPr/>
          </p:nvSpPr>
          <p:spPr>
            <a:xfrm>
              <a:off x="2291887" y="4760369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2337607" y="4806089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293590" y="2656306"/>
              <a:ext cx="589605" cy="191932"/>
            </a:xfrm>
            <a:custGeom>
              <a:avLst/>
              <a:pathLst>
                <a:path w="589605" h="191932">
                  <a:moveTo>
                    <a:pt x="27431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339310" y="2702026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564" y="4460440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4016284" y="4506160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841" y="4613750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tx3973"/>
            <p:cNvSpPr/>
            <p:nvPr/>
          </p:nvSpPr>
          <p:spPr>
            <a:xfrm>
              <a:off x="3006561" y="4659470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4932904" y="2939185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tx3975"/>
            <p:cNvSpPr/>
            <p:nvPr/>
          </p:nvSpPr>
          <p:spPr>
            <a:xfrm>
              <a:off x="4978624" y="2984905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928496" y="444790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13544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382298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752931" y="444790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13544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382298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tx4043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7041976" y="440785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7041976" y="40953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37829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2201917" y="1998973"/>
              <a:ext cx="2218883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(RDA)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33411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415547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496984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57842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65985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848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2991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311355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392793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47423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2DCC0">
                <a:alpha val="100000"/>
              </a:srgbClr>
            </a:solidFill>
            <a:ln w="5420" cap="flat">
              <a:solidFill>
                <a:srgbClr val="92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CBF">
                <a:alpha val="100000"/>
              </a:srgbClr>
            </a:solidFill>
            <a:ln w="5420" cap="flat">
              <a:solidFill>
                <a:srgbClr val="8F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9D3">
                <a:alpha val="100000"/>
              </a:srgbClr>
            </a:solidFill>
            <a:ln w="5420" cap="flat">
              <a:solidFill>
                <a:srgbClr val="BB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BEFDC">
                <a:alpha val="100000"/>
              </a:srgbClr>
            </a:solidFill>
            <a:ln w="5420" cap="flat">
              <a:solidFill>
                <a:srgbClr val="CB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DF0DD">
                <a:alpha val="100000"/>
              </a:srgbClr>
            </a:solidFill>
            <a:ln w="5420" cap="flat">
              <a:solidFill>
                <a:srgbClr val="CD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4ECD8">
                <a:alpha val="100000"/>
              </a:srgbClr>
            </a:solidFill>
            <a:ln w="5420" cap="flat">
              <a:solidFill>
                <a:srgbClr val="C4EC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7EED9">
                <a:alpha val="100000"/>
              </a:srgbClr>
            </a:solidFill>
            <a:ln w="5420" cap="flat">
              <a:solidFill>
                <a:srgbClr val="C7EE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9EEDB">
                <a:alpha val="100000"/>
              </a:srgbClr>
            </a:solidFill>
            <a:ln w="5420" cap="flat">
              <a:solidFill>
                <a:srgbClr val="C9EE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C1ECD7">
                <a:alpha val="100000"/>
              </a:srgbClr>
            </a:solidFill>
            <a:ln w="5420" cap="flat">
              <a:solidFill>
                <a:srgbClr val="C1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3C9">
                <a:alpha val="100000"/>
              </a:srgbClr>
            </a:solidFill>
            <a:ln w="5420" cap="flat">
              <a:solidFill>
                <a:srgbClr val="A5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4E7D0">
                <a:alpha val="100000"/>
              </a:srgbClr>
            </a:solidFill>
            <a:ln w="5420" cap="flat">
              <a:solidFill>
                <a:srgbClr val="B4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8E8D2">
                <a:alpha val="100000"/>
              </a:srgbClr>
            </a:solidFill>
            <a:ln w="5420" cap="flat">
              <a:solidFill>
                <a:srgbClr val="B8E8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4">
                <a:alpha val="100000"/>
              </a:srgbClr>
            </a:solidFill>
            <a:ln w="5420" cap="flat">
              <a:solidFill>
                <a:srgbClr val="99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1">
                <a:alpha val="100000"/>
              </a:srgbClr>
            </a:solidFill>
            <a:ln w="5420" cap="flat">
              <a:solidFill>
                <a:srgbClr val="B5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AE9D3">
                <a:alpha val="100000"/>
              </a:srgbClr>
            </a:solidFill>
            <a:ln w="5420" cap="flat">
              <a:solidFill>
                <a:srgbClr val="BA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CF">
                <a:alpha val="100000"/>
              </a:srgbClr>
            </a:solidFill>
            <a:ln w="5420" cap="flat">
              <a:solidFill>
                <a:srgbClr val="B3E7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9E9D3">
                <a:alpha val="100000"/>
              </a:srgbClr>
            </a:solidFill>
            <a:ln w="5420" cap="flat">
              <a:solidFill>
                <a:srgbClr val="B9E9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BEAD4">
                <a:alpha val="100000"/>
              </a:srgbClr>
            </a:solidFill>
            <a:ln w="5420" cap="flat">
              <a:solidFill>
                <a:srgbClr val="BB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3E7D0">
                <a:alpha val="100000"/>
              </a:srgbClr>
            </a:solidFill>
            <a:ln w="5420" cap="flat">
              <a:solidFill>
                <a:srgbClr val="B3E7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B5E8D0">
                <a:alpha val="100000"/>
              </a:srgbClr>
            </a:solidFill>
            <a:ln w="5420" cap="flat">
              <a:solidFill>
                <a:srgbClr val="B5E8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AE4CB">
                <a:alpha val="100000"/>
              </a:srgbClr>
            </a:solidFill>
            <a:ln w="5420" cap="flat">
              <a:solidFill>
                <a:srgbClr val="AA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5E2C9">
                <a:alpha val="100000"/>
              </a:srgbClr>
            </a:solidFill>
            <a:ln w="5420" cap="flat">
              <a:solidFill>
                <a:srgbClr val="A5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9D5B6">
                <a:alpha val="100000"/>
              </a:srgbClr>
            </a:solidFill>
            <a:ln w="5420" cap="flat">
              <a:solidFill>
                <a:srgbClr val="79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2B1">
                <a:alpha val="100000"/>
              </a:srgbClr>
            </a:solidFill>
            <a:ln w="5420" cap="flat">
              <a:solidFill>
                <a:srgbClr val="6D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CD1B1">
                <a:alpha val="100000"/>
              </a:srgbClr>
            </a:solidFill>
            <a:ln w="5420" cap="flat">
              <a:solidFill>
                <a:srgbClr val="6C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11255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19399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7542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35686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3830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51973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0117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8261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6405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84548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2692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00836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08979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17123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25267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33411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2301906" y="4247186"/>
              <a:ext cx="973520" cy="1473761"/>
            </a:xfrm>
            <a:custGeom>
              <a:avLst/>
              <a:pathLst>
                <a:path w="973520" h="1473761">
                  <a:moveTo>
                    <a:pt x="892083" y="1435366"/>
                  </a:moveTo>
                  <a:lnTo>
                    <a:pt x="973520" y="1435366"/>
                  </a:lnTo>
                  <a:lnTo>
                    <a:pt x="973520" y="147376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2301906" y="4351869"/>
              <a:ext cx="892083" cy="1369078"/>
            </a:xfrm>
            <a:custGeom>
              <a:avLst/>
              <a:pathLst>
                <a:path w="892083" h="1369078">
                  <a:moveTo>
                    <a:pt x="892083" y="1369078"/>
                  </a:moveTo>
                  <a:lnTo>
                    <a:pt x="892083" y="13306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3275427" y="5682552"/>
              <a:ext cx="81437" cy="38395"/>
            </a:xfrm>
            <a:custGeom>
              <a:avLst/>
              <a:pathLst>
                <a:path w="81437" h="38395">
                  <a:moveTo>
                    <a:pt x="0" y="0"/>
                  </a:moveTo>
                  <a:lnTo>
                    <a:pt x="81437" y="0"/>
                  </a:lnTo>
                  <a:lnTo>
                    <a:pt x="81437" y="38395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2301906" y="4272355"/>
              <a:ext cx="973520" cy="1448592"/>
            </a:xfrm>
            <a:custGeom>
              <a:avLst/>
              <a:pathLst>
                <a:path w="973520" h="1448592">
                  <a:moveTo>
                    <a:pt x="973520" y="1448592"/>
                  </a:moveTo>
                  <a:lnTo>
                    <a:pt x="973520" y="141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2301906" y="4445988"/>
              <a:ext cx="1136395" cy="1274959"/>
            </a:xfrm>
            <a:custGeom>
              <a:avLst/>
              <a:pathLst>
                <a:path w="1136395" h="1274959">
                  <a:moveTo>
                    <a:pt x="1054958" y="1236563"/>
                  </a:moveTo>
                  <a:lnTo>
                    <a:pt x="1136395" y="1236563"/>
                  </a:lnTo>
                  <a:lnTo>
                    <a:pt x="1136395" y="12749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2301906" y="4197308"/>
              <a:ext cx="1054958" cy="1523639"/>
            </a:xfrm>
            <a:custGeom>
              <a:avLst/>
              <a:pathLst>
                <a:path w="1054958" h="1523639">
                  <a:moveTo>
                    <a:pt x="1054958" y="1523639"/>
                  </a:moveTo>
                  <a:lnTo>
                    <a:pt x="1054958" y="1485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2301906" y="3974324"/>
              <a:ext cx="1217832" cy="1746624"/>
            </a:xfrm>
            <a:custGeom>
              <a:avLst/>
              <a:pathLst>
                <a:path w="1217832" h="1746624">
                  <a:moveTo>
                    <a:pt x="1136395" y="1708228"/>
                  </a:moveTo>
                  <a:lnTo>
                    <a:pt x="1217832" y="1708228"/>
                  </a:lnTo>
                  <a:lnTo>
                    <a:pt x="1217832" y="17466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2301906" y="4126360"/>
              <a:ext cx="1136395" cy="1594587"/>
            </a:xfrm>
            <a:custGeom>
              <a:avLst/>
              <a:pathLst>
                <a:path w="1136395" h="1594587">
                  <a:moveTo>
                    <a:pt x="1136395" y="1594587"/>
                  </a:moveTo>
                  <a:lnTo>
                    <a:pt x="1136395" y="155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2301906" y="4018020"/>
              <a:ext cx="1299269" cy="1702927"/>
            </a:xfrm>
            <a:custGeom>
              <a:avLst/>
              <a:pathLst>
                <a:path w="1299269" h="1702927">
                  <a:moveTo>
                    <a:pt x="1217832" y="1664531"/>
                  </a:moveTo>
                  <a:lnTo>
                    <a:pt x="1299269" y="1664531"/>
                  </a:lnTo>
                  <a:lnTo>
                    <a:pt x="1299269" y="17029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2301906" y="4059186"/>
              <a:ext cx="1217832" cy="1661761"/>
            </a:xfrm>
            <a:custGeom>
              <a:avLst/>
              <a:pathLst>
                <a:path w="1217832" h="1661761">
                  <a:moveTo>
                    <a:pt x="1217832" y="1661761"/>
                  </a:moveTo>
                  <a:lnTo>
                    <a:pt x="1217832" y="1623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2301906" y="4296435"/>
              <a:ext cx="1380706" cy="1424512"/>
            </a:xfrm>
            <a:custGeom>
              <a:avLst/>
              <a:pathLst>
                <a:path w="1380706" h="1424512">
                  <a:moveTo>
                    <a:pt x="1299269" y="1386117"/>
                  </a:moveTo>
                  <a:lnTo>
                    <a:pt x="1380706" y="1386117"/>
                  </a:lnTo>
                  <a:lnTo>
                    <a:pt x="1380706" y="14245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2301906" y="3995492"/>
              <a:ext cx="1299269" cy="1725455"/>
            </a:xfrm>
            <a:custGeom>
              <a:avLst/>
              <a:pathLst>
                <a:path w="1299269" h="1725455">
                  <a:moveTo>
                    <a:pt x="1299269" y="1725455"/>
                  </a:moveTo>
                  <a:lnTo>
                    <a:pt x="1299269" y="16870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2301906" y="3989190"/>
              <a:ext cx="1462143" cy="1731757"/>
            </a:xfrm>
            <a:custGeom>
              <a:avLst/>
              <a:pathLst>
                <a:path w="1462143" h="1731757">
                  <a:moveTo>
                    <a:pt x="1380706" y="1693362"/>
                  </a:moveTo>
                  <a:lnTo>
                    <a:pt x="1462143" y="1693362"/>
                  </a:lnTo>
                  <a:lnTo>
                    <a:pt x="1462143" y="17317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2301906" y="3935014"/>
              <a:ext cx="1380706" cy="1785933"/>
            </a:xfrm>
            <a:custGeom>
              <a:avLst/>
              <a:pathLst>
                <a:path w="1380706" h="1785933">
                  <a:moveTo>
                    <a:pt x="1380706" y="1785933"/>
                  </a:moveTo>
                  <a:lnTo>
                    <a:pt x="1380706" y="17475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2301906" y="3843684"/>
              <a:ext cx="1543580" cy="1877263"/>
            </a:xfrm>
            <a:custGeom>
              <a:avLst/>
              <a:pathLst>
                <a:path w="1543580" h="1877263">
                  <a:moveTo>
                    <a:pt x="1462143" y="1838867"/>
                  </a:moveTo>
                  <a:lnTo>
                    <a:pt x="1543580" y="1838867"/>
                  </a:lnTo>
                  <a:lnTo>
                    <a:pt x="1543580" y="18772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2301906" y="3877515"/>
              <a:ext cx="1462143" cy="1843432"/>
            </a:xfrm>
            <a:custGeom>
              <a:avLst/>
              <a:pathLst>
                <a:path w="1462143" h="1843432">
                  <a:moveTo>
                    <a:pt x="1462143" y="1843432"/>
                  </a:moveTo>
                  <a:lnTo>
                    <a:pt x="1462143" y="18050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2301906" y="4152582"/>
              <a:ext cx="1625018" cy="1568365"/>
            </a:xfrm>
            <a:custGeom>
              <a:avLst/>
              <a:pathLst>
                <a:path w="1625018" h="1568365">
                  <a:moveTo>
                    <a:pt x="1543580" y="1529969"/>
                  </a:moveTo>
                  <a:lnTo>
                    <a:pt x="1625018" y="1529969"/>
                  </a:lnTo>
                  <a:lnTo>
                    <a:pt x="1625018" y="1568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2301906" y="3822780"/>
              <a:ext cx="1543580" cy="1898167"/>
            </a:xfrm>
            <a:custGeom>
              <a:avLst/>
              <a:pathLst>
                <a:path w="1543580" h="1898167">
                  <a:moveTo>
                    <a:pt x="1543580" y="1898167"/>
                  </a:moveTo>
                  <a:lnTo>
                    <a:pt x="1543580" y="18597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2301906" y="3740787"/>
              <a:ext cx="1706455" cy="1980160"/>
            </a:xfrm>
            <a:custGeom>
              <a:avLst/>
              <a:pathLst>
                <a:path w="1706455" h="1980160">
                  <a:moveTo>
                    <a:pt x="1625018" y="1941765"/>
                  </a:moveTo>
                  <a:lnTo>
                    <a:pt x="1706455" y="1941765"/>
                  </a:lnTo>
                  <a:lnTo>
                    <a:pt x="1706455" y="198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2301906" y="3770615"/>
              <a:ext cx="1625018" cy="1950332"/>
            </a:xfrm>
            <a:custGeom>
              <a:avLst/>
              <a:pathLst>
                <a:path w="1625018" h="1950332">
                  <a:moveTo>
                    <a:pt x="1625018" y="1950332"/>
                  </a:moveTo>
                  <a:lnTo>
                    <a:pt x="1625018" y="1911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2301906" y="3692798"/>
              <a:ext cx="1787892" cy="2028149"/>
            </a:xfrm>
            <a:custGeom>
              <a:avLst/>
              <a:pathLst>
                <a:path w="1787892" h="2028149">
                  <a:moveTo>
                    <a:pt x="1706455" y="1989754"/>
                  </a:moveTo>
                  <a:lnTo>
                    <a:pt x="1787892" y="1989754"/>
                  </a:lnTo>
                  <a:lnTo>
                    <a:pt x="1787892" y="20281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2301906" y="3720842"/>
              <a:ext cx="1706455" cy="2000106"/>
            </a:xfrm>
            <a:custGeom>
              <a:avLst/>
              <a:pathLst>
                <a:path w="1706455" h="2000106">
                  <a:moveTo>
                    <a:pt x="1706455" y="2000106"/>
                  </a:moveTo>
                  <a:lnTo>
                    <a:pt x="1706455" y="196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2301906" y="3183751"/>
              <a:ext cx="1869329" cy="2537196"/>
            </a:xfrm>
            <a:custGeom>
              <a:avLst/>
              <a:pathLst>
                <a:path w="1869329" h="2537196">
                  <a:moveTo>
                    <a:pt x="1787892" y="2498800"/>
                  </a:moveTo>
                  <a:lnTo>
                    <a:pt x="1869329" y="2498800"/>
                  </a:lnTo>
                  <a:lnTo>
                    <a:pt x="1869329" y="2537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2301906" y="3673300"/>
              <a:ext cx="1787892" cy="2047647"/>
            </a:xfrm>
            <a:custGeom>
              <a:avLst/>
              <a:pathLst>
                <a:path w="1787892" h="2047647">
                  <a:moveTo>
                    <a:pt x="1787892" y="2047647"/>
                  </a:moveTo>
                  <a:lnTo>
                    <a:pt x="1787892" y="2009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2301906" y="3602999"/>
              <a:ext cx="1950766" cy="2117948"/>
            </a:xfrm>
            <a:custGeom>
              <a:avLst/>
              <a:pathLst>
                <a:path w="1950766" h="2117948">
                  <a:moveTo>
                    <a:pt x="1869329" y="2079553"/>
                  </a:moveTo>
                  <a:lnTo>
                    <a:pt x="1950766" y="2079553"/>
                  </a:lnTo>
                  <a:lnTo>
                    <a:pt x="1950766" y="2117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2301906" y="3627844"/>
              <a:ext cx="1869329" cy="2093104"/>
            </a:xfrm>
            <a:custGeom>
              <a:avLst/>
              <a:pathLst>
                <a:path w="1869329" h="2093104">
                  <a:moveTo>
                    <a:pt x="1869329" y="2093104"/>
                  </a:moveTo>
                  <a:lnTo>
                    <a:pt x="1869329" y="2054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2301906" y="3569501"/>
              <a:ext cx="2032203" cy="2151446"/>
            </a:xfrm>
            <a:custGeom>
              <a:avLst/>
              <a:pathLst>
                <a:path w="2032203" h="2151446">
                  <a:moveTo>
                    <a:pt x="1950766" y="2113051"/>
                  </a:moveTo>
                  <a:lnTo>
                    <a:pt x="2032203" y="2113051"/>
                  </a:lnTo>
                  <a:lnTo>
                    <a:pt x="2032203" y="215144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2301906" y="3584338"/>
              <a:ext cx="1950766" cy="2136610"/>
            </a:xfrm>
            <a:custGeom>
              <a:avLst/>
              <a:pathLst>
                <a:path w="1950766" h="2136610">
                  <a:moveTo>
                    <a:pt x="1950766" y="2136610"/>
                  </a:moveTo>
                  <a:lnTo>
                    <a:pt x="1950766" y="2098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2301906" y="3954364"/>
              <a:ext cx="2113640" cy="1766583"/>
            </a:xfrm>
            <a:custGeom>
              <a:avLst/>
              <a:pathLst>
                <a:path w="2113640" h="1766583">
                  <a:moveTo>
                    <a:pt x="2032203" y="1728187"/>
                  </a:moveTo>
                  <a:lnTo>
                    <a:pt x="2113640" y="1728187"/>
                  </a:lnTo>
                  <a:lnTo>
                    <a:pt x="2113640" y="1766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2301906" y="3542659"/>
              <a:ext cx="2032203" cy="2178288"/>
            </a:xfrm>
            <a:custGeom>
              <a:avLst/>
              <a:pathLst>
                <a:path w="2032203" h="2178288">
                  <a:moveTo>
                    <a:pt x="2032203" y="2178288"/>
                  </a:moveTo>
                  <a:lnTo>
                    <a:pt x="2032203" y="21398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2301906" y="1669789"/>
              <a:ext cx="3035235" cy="4051159"/>
            </a:xfrm>
            <a:custGeom>
              <a:avLst/>
              <a:pathLst>
                <a:path w="3035235" h="4051159">
                  <a:moveTo>
                    <a:pt x="3035235" y="0"/>
                  </a:moveTo>
                  <a:lnTo>
                    <a:pt x="3023854" y="58391"/>
                  </a:lnTo>
                  <a:lnTo>
                    <a:pt x="3008593" y="199286"/>
                  </a:lnTo>
                  <a:lnTo>
                    <a:pt x="2985629" y="326050"/>
                  </a:lnTo>
                  <a:lnTo>
                    <a:pt x="2982628" y="287557"/>
                  </a:lnTo>
                  <a:lnTo>
                    <a:pt x="2996985" y="133449"/>
                  </a:lnTo>
                  <a:lnTo>
                    <a:pt x="2973732" y="149553"/>
                  </a:lnTo>
                  <a:lnTo>
                    <a:pt x="2957711" y="185109"/>
                  </a:lnTo>
                  <a:lnTo>
                    <a:pt x="2914388" y="383857"/>
                  </a:lnTo>
                  <a:lnTo>
                    <a:pt x="2854827" y="489792"/>
                  </a:lnTo>
                  <a:lnTo>
                    <a:pt x="2799967" y="563061"/>
                  </a:lnTo>
                  <a:lnTo>
                    <a:pt x="2743371" y="550949"/>
                  </a:lnTo>
                  <a:lnTo>
                    <a:pt x="2756101" y="609169"/>
                  </a:lnTo>
                  <a:lnTo>
                    <a:pt x="2740550" y="639495"/>
                  </a:lnTo>
                  <a:lnTo>
                    <a:pt x="2727242" y="702762"/>
                  </a:lnTo>
                  <a:lnTo>
                    <a:pt x="2693502" y="744696"/>
                  </a:lnTo>
                  <a:lnTo>
                    <a:pt x="2661787" y="740658"/>
                  </a:lnTo>
                  <a:lnTo>
                    <a:pt x="2616221" y="769562"/>
                  </a:lnTo>
                  <a:lnTo>
                    <a:pt x="2598248" y="791676"/>
                  </a:lnTo>
                  <a:lnTo>
                    <a:pt x="2596910" y="834022"/>
                  </a:lnTo>
                  <a:lnTo>
                    <a:pt x="2566424" y="871276"/>
                  </a:lnTo>
                  <a:lnTo>
                    <a:pt x="2456415" y="1064794"/>
                  </a:lnTo>
                  <a:lnTo>
                    <a:pt x="2360908" y="1121913"/>
                  </a:lnTo>
                  <a:lnTo>
                    <a:pt x="2338052" y="1113609"/>
                  </a:lnTo>
                  <a:lnTo>
                    <a:pt x="2363222" y="1022264"/>
                  </a:lnTo>
                  <a:lnTo>
                    <a:pt x="2380472" y="929909"/>
                  </a:lnTo>
                  <a:lnTo>
                    <a:pt x="2322502" y="889719"/>
                  </a:lnTo>
                  <a:lnTo>
                    <a:pt x="2267028" y="868477"/>
                  </a:lnTo>
                  <a:lnTo>
                    <a:pt x="2203380" y="871276"/>
                  </a:lnTo>
                  <a:lnTo>
                    <a:pt x="2133079" y="799475"/>
                  </a:lnTo>
                  <a:lnTo>
                    <a:pt x="2042453" y="747265"/>
                  </a:lnTo>
                  <a:lnTo>
                    <a:pt x="1915954" y="606003"/>
                  </a:lnTo>
                  <a:lnTo>
                    <a:pt x="1919643" y="566823"/>
                  </a:lnTo>
                  <a:lnTo>
                    <a:pt x="1916460" y="501078"/>
                  </a:lnTo>
                  <a:lnTo>
                    <a:pt x="1954902" y="397208"/>
                  </a:lnTo>
                  <a:lnTo>
                    <a:pt x="1991752" y="324581"/>
                  </a:lnTo>
                  <a:lnTo>
                    <a:pt x="2042634" y="286961"/>
                  </a:lnTo>
                  <a:lnTo>
                    <a:pt x="2190289" y="248652"/>
                  </a:lnTo>
                  <a:lnTo>
                    <a:pt x="2227320" y="191028"/>
                  </a:lnTo>
                  <a:lnTo>
                    <a:pt x="2249271" y="142488"/>
                  </a:lnTo>
                  <a:lnTo>
                    <a:pt x="2176113" y="225850"/>
                  </a:lnTo>
                  <a:lnTo>
                    <a:pt x="2066538" y="254111"/>
                  </a:lnTo>
                  <a:lnTo>
                    <a:pt x="2007483" y="285217"/>
                  </a:lnTo>
                  <a:lnTo>
                    <a:pt x="1960254" y="332794"/>
                  </a:lnTo>
                  <a:lnTo>
                    <a:pt x="1932300" y="392528"/>
                  </a:lnTo>
                  <a:lnTo>
                    <a:pt x="1869014" y="464513"/>
                  </a:lnTo>
                  <a:lnTo>
                    <a:pt x="1873462" y="512731"/>
                  </a:lnTo>
                  <a:lnTo>
                    <a:pt x="1884058" y="547003"/>
                  </a:lnTo>
                  <a:lnTo>
                    <a:pt x="1879176" y="618437"/>
                  </a:lnTo>
                  <a:lnTo>
                    <a:pt x="1919209" y="688081"/>
                  </a:lnTo>
                  <a:lnTo>
                    <a:pt x="1998587" y="802182"/>
                  </a:lnTo>
                  <a:lnTo>
                    <a:pt x="2013740" y="979413"/>
                  </a:lnTo>
                  <a:lnTo>
                    <a:pt x="2074313" y="1098010"/>
                  </a:lnTo>
                  <a:lnTo>
                    <a:pt x="2167144" y="1236290"/>
                  </a:lnTo>
                  <a:lnTo>
                    <a:pt x="2238531" y="1275608"/>
                  </a:lnTo>
                  <a:lnTo>
                    <a:pt x="2242003" y="1327038"/>
                  </a:lnTo>
                  <a:lnTo>
                    <a:pt x="2209058" y="1411960"/>
                  </a:lnTo>
                  <a:lnTo>
                    <a:pt x="2165626" y="1450774"/>
                  </a:lnTo>
                  <a:lnTo>
                    <a:pt x="2222113" y="1443021"/>
                  </a:lnTo>
                  <a:lnTo>
                    <a:pt x="2250248" y="1462427"/>
                  </a:lnTo>
                  <a:lnTo>
                    <a:pt x="2277623" y="1533265"/>
                  </a:lnTo>
                  <a:lnTo>
                    <a:pt x="2275490" y="1605570"/>
                  </a:lnTo>
                  <a:lnTo>
                    <a:pt x="2266232" y="1646311"/>
                  </a:lnTo>
                  <a:lnTo>
                    <a:pt x="2249127" y="1662552"/>
                  </a:lnTo>
                  <a:lnTo>
                    <a:pt x="2249850" y="1620939"/>
                  </a:lnTo>
                  <a:lnTo>
                    <a:pt x="2237735" y="1606488"/>
                  </a:lnTo>
                  <a:lnTo>
                    <a:pt x="2217737" y="1624518"/>
                  </a:lnTo>
                  <a:lnTo>
                    <a:pt x="2204791" y="1645072"/>
                  </a:lnTo>
                  <a:lnTo>
                    <a:pt x="2199402" y="1726048"/>
                  </a:lnTo>
                  <a:lnTo>
                    <a:pt x="2185696" y="1766514"/>
                  </a:lnTo>
                  <a:lnTo>
                    <a:pt x="2137237" y="1778534"/>
                  </a:lnTo>
                  <a:lnTo>
                    <a:pt x="2088091" y="1884790"/>
                  </a:lnTo>
                  <a:lnTo>
                    <a:pt x="2042381" y="1945075"/>
                  </a:lnTo>
                  <a:lnTo>
                    <a:pt x="1862504" y="2352710"/>
                  </a:lnTo>
                  <a:lnTo>
                    <a:pt x="1869376" y="2420840"/>
                  </a:lnTo>
                  <a:lnTo>
                    <a:pt x="1836467" y="2442770"/>
                  </a:lnTo>
                  <a:lnTo>
                    <a:pt x="1786634" y="2460617"/>
                  </a:lnTo>
                  <a:lnTo>
                    <a:pt x="1736222" y="2501358"/>
                  </a:lnTo>
                  <a:lnTo>
                    <a:pt x="1702771" y="2546274"/>
                  </a:lnTo>
                  <a:lnTo>
                    <a:pt x="1671707" y="2667073"/>
                  </a:lnTo>
                  <a:lnTo>
                    <a:pt x="1612182" y="2803059"/>
                  </a:lnTo>
                  <a:lnTo>
                    <a:pt x="1575042" y="2746398"/>
                  </a:lnTo>
                  <a:lnTo>
                    <a:pt x="1565531" y="2697904"/>
                  </a:lnTo>
                  <a:lnTo>
                    <a:pt x="1582058" y="2571415"/>
                  </a:lnTo>
                  <a:lnTo>
                    <a:pt x="1646428" y="2364042"/>
                  </a:lnTo>
                  <a:lnTo>
                    <a:pt x="1717345" y="2235122"/>
                  </a:lnTo>
                  <a:lnTo>
                    <a:pt x="1771445" y="2174011"/>
                  </a:lnTo>
                  <a:lnTo>
                    <a:pt x="1815926" y="2049450"/>
                  </a:lnTo>
                  <a:lnTo>
                    <a:pt x="1759728" y="2030869"/>
                  </a:lnTo>
                  <a:lnTo>
                    <a:pt x="1674057" y="2032887"/>
                  </a:lnTo>
                  <a:lnTo>
                    <a:pt x="1690186" y="1975401"/>
                  </a:lnTo>
                  <a:lnTo>
                    <a:pt x="1715175" y="1924750"/>
                  </a:lnTo>
                  <a:lnTo>
                    <a:pt x="1670513" y="1874283"/>
                  </a:lnTo>
                  <a:lnTo>
                    <a:pt x="1644078" y="1867860"/>
                  </a:lnTo>
                  <a:lnTo>
                    <a:pt x="1616847" y="1847169"/>
                  </a:lnTo>
                  <a:lnTo>
                    <a:pt x="1648779" y="1805144"/>
                  </a:lnTo>
                  <a:lnTo>
                    <a:pt x="1664366" y="1760733"/>
                  </a:lnTo>
                  <a:lnTo>
                    <a:pt x="1654855" y="1706687"/>
                  </a:lnTo>
                  <a:lnTo>
                    <a:pt x="1668235" y="1665993"/>
                  </a:lnTo>
                  <a:lnTo>
                    <a:pt x="1645922" y="1672140"/>
                  </a:lnTo>
                  <a:lnTo>
                    <a:pt x="1610048" y="1715221"/>
                  </a:lnTo>
                  <a:lnTo>
                    <a:pt x="1587735" y="1732425"/>
                  </a:lnTo>
                  <a:lnTo>
                    <a:pt x="1574138" y="1694300"/>
                  </a:lnTo>
                  <a:lnTo>
                    <a:pt x="1558624" y="1702925"/>
                  </a:lnTo>
                  <a:lnTo>
                    <a:pt x="1548534" y="1729122"/>
                  </a:lnTo>
                  <a:lnTo>
                    <a:pt x="1525643" y="1743528"/>
                  </a:lnTo>
                  <a:lnTo>
                    <a:pt x="1477293" y="1707697"/>
                  </a:lnTo>
                  <a:lnTo>
                    <a:pt x="1406810" y="1666681"/>
                  </a:lnTo>
                  <a:lnTo>
                    <a:pt x="1367573" y="1596119"/>
                  </a:lnTo>
                  <a:lnTo>
                    <a:pt x="1345188" y="1541431"/>
                  </a:lnTo>
                  <a:lnTo>
                    <a:pt x="1367935" y="1442470"/>
                  </a:lnTo>
                  <a:lnTo>
                    <a:pt x="1416647" y="1424898"/>
                  </a:lnTo>
                  <a:lnTo>
                    <a:pt x="1479932" y="1440956"/>
                  </a:lnTo>
                  <a:lnTo>
                    <a:pt x="1562891" y="1440818"/>
                  </a:lnTo>
                  <a:lnTo>
                    <a:pt x="1551030" y="1418842"/>
                  </a:lnTo>
                  <a:lnTo>
                    <a:pt x="1521412" y="1422467"/>
                  </a:lnTo>
                  <a:lnTo>
                    <a:pt x="1433969" y="1342178"/>
                  </a:lnTo>
                  <a:lnTo>
                    <a:pt x="1405834" y="1293684"/>
                  </a:lnTo>
                  <a:lnTo>
                    <a:pt x="1357447" y="1280379"/>
                  </a:lnTo>
                  <a:lnTo>
                    <a:pt x="1335388" y="1326992"/>
                  </a:lnTo>
                  <a:lnTo>
                    <a:pt x="1310905" y="1339380"/>
                  </a:lnTo>
                  <a:lnTo>
                    <a:pt x="1341138" y="1237391"/>
                  </a:lnTo>
                  <a:lnTo>
                    <a:pt x="1380664" y="1233216"/>
                  </a:lnTo>
                  <a:lnTo>
                    <a:pt x="1439032" y="1204954"/>
                  </a:lnTo>
                  <a:lnTo>
                    <a:pt x="1422071" y="1145908"/>
                  </a:lnTo>
                  <a:lnTo>
                    <a:pt x="1385221" y="1120078"/>
                  </a:lnTo>
                  <a:lnTo>
                    <a:pt x="1318680" y="1152469"/>
                  </a:lnTo>
                  <a:lnTo>
                    <a:pt x="1319476" y="1110948"/>
                  </a:lnTo>
                  <a:lnTo>
                    <a:pt x="1331952" y="1057774"/>
                  </a:lnTo>
                  <a:lnTo>
                    <a:pt x="1382111" y="1057958"/>
                  </a:lnTo>
                  <a:lnTo>
                    <a:pt x="1426049" y="1075300"/>
                  </a:lnTo>
                  <a:lnTo>
                    <a:pt x="1463442" y="989415"/>
                  </a:lnTo>
                  <a:lnTo>
                    <a:pt x="1465105" y="951060"/>
                  </a:lnTo>
                  <a:lnTo>
                    <a:pt x="1402977" y="1006803"/>
                  </a:lnTo>
                  <a:lnTo>
                    <a:pt x="1389018" y="886554"/>
                  </a:lnTo>
                  <a:lnTo>
                    <a:pt x="1450170" y="770572"/>
                  </a:lnTo>
                  <a:lnTo>
                    <a:pt x="1508502" y="720013"/>
                  </a:lnTo>
                  <a:lnTo>
                    <a:pt x="1581371" y="721481"/>
                  </a:lnTo>
                  <a:lnTo>
                    <a:pt x="1655433" y="713315"/>
                  </a:lnTo>
                  <a:lnTo>
                    <a:pt x="1608963" y="692073"/>
                  </a:lnTo>
                  <a:lnTo>
                    <a:pt x="1561264" y="680557"/>
                  </a:lnTo>
                  <a:lnTo>
                    <a:pt x="1597102" y="634724"/>
                  </a:lnTo>
                  <a:lnTo>
                    <a:pt x="1627660" y="626511"/>
                  </a:lnTo>
                  <a:lnTo>
                    <a:pt x="1657675" y="586551"/>
                  </a:lnTo>
                  <a:lnTo>
                    <a:pt x="1585493" y="592469"/>
                  </a:lnTo>
                  <a:lnTo>
                    <a:pt x="1593992" y="516861"/>
                  </a:lnTo>
                  <a:lnTo>
                    <a:pt x="1558913" y="532230"/>
                  </a:lnTo>
                  <a:lnTo>
                    <a:pt x="1516928" y="539341"/>
                  </a:lnTo>
                  <a:lnTo>
                    <a:pt x="1500582" y="571411"/>
                  </a:lnTo>
                  <a:lnTo>
                    <a:pt x="1503800" y="624676"/>
                  </a:lnTo>
                  <a:lnTo>
                    <a:pt x="1491541" y="659636"/>
                  </a:lnTo>
                  <a:lnTo>
                    <a:pt x="1458885" y="687714"/>
                  </a:lnTo>
                  <a:lnTo>
                    <a:pt x="1403736" y="709598"/>
                  </a:lnTo>
                  <a:lnTo>
                    <a:pt x="1398384" y="671656"/>
                  </a:lnTo>
                  <a:lnTo>
                    <a:pt x="1380158" y="654452"/>
                  </a:lnTo>
                  <a:lnTo>
                    <a:pt x="1373359" y="735703"/>
                  </a:lnTo>
                  <a:lnTo>
                    <a:pt x="1358894" y="763323"/>
                  </a:lnTo>
                  <a:lnTo>
                    <a:pt x="1318572" y="687072"/>
                  </a:lnTo>
                  <a:lnTo>
                    <a:pt x="1306457" y="702441"/>
                  </a:lnTo>
                  <a:lnTo>
                    <a:pt x="1308012" y="724096"/>
                  </a:lnTo>
                  <a:lnTo>
                    <a:pt x="1297705" y="761533"/>
                  </a:lnTo>
                  <a:lnTo>
                    <a:pt x="1263133" y="781032"/>
                  </a:lnTo>
                  <a:lnTo>
                    <a:pt x="1265267" y="829021"/>
                  </a:lnTo>
                  <a:lnTo>
                    <a:pt x="1251850" y="855172"/>
                  </a:lnTo>
                  <a:lnTo>
                    <a:pt x="1141118" y="813514"/>
                  </a:lnTo>
                  <a:lnTo>
                    <a:pt x="1138514" y="827645"/>
                  </a:lnTo>
                  <a:lnTo>
                    <a:pt x="1201149" y="917476"/>
                  </a:lnTo>
                  <a:lnTo>
                    <a:pt x="1246896" y="948169"/>
                  </a:lnTo>
                  <a:lnTo>
                    <a:pt x="1252465" y="997168"/>
                  </a:lnTo>
                  <a:lnTo>
                    <a:pt x="1213192" y="1037817"/>
                  </a:lnTo>
                  <a:lnTo>
                    <a:pt x="1159019" y="1002719"/>
                  </a:lnTo>
                  <a:lnTo>
                    <a:pt x="1149906" y="1005289"/>
                  </a:lnTo>
                  <a:lnTo>
                    <a:pt x="1179343" y="1065482"/>
                  </a:lnTo>
                  <a:lnTo>
                    <a:pt x="1197895" y="1118059"/>
                  </a:lnTo>
                  <a:lnTo>
                    <a:pt x="1178800" y="1162103"/>
                  </a:lnTo>
                  <a:lnTo>
                    <a:pt x="1181766" y="1216332"/>
                  </a:lnTo>
                  <a:lnTo>
                    <a:pt x="1177643" y="1265515"/>
                  </a:lnTo>
                  <a:lnTo>
                    <a:pt x="1165962" y="1308411"/>
                  </a:lnTo>
                  <a:lnTo>
                    <a:pt x="1192289" y="1506150"/>
                  </a:lnTo>
                  <a:lnTo>
                    <a:pt x="1224004" y="1559920"/>
                  </a:lnTo>
                  <a:lnTo>
                    <a:pt x="1255177" y="1611351"/>
                  </a:lnTo>
                  <a:lnTo>
                    <a:pt x="1271704" y="1659478"/>
                  </a:lnTo>
                  <a:lnTo>
                    <a:pt x="1238614" y="1666497"/>
                  </a:lnTo>
                  <a:lnTo>
                    <a:pt x="1185924" y="1626904"/>
                  </a:lnTo>
                  <a:lnTo>
                    <a:pt x="1139635" y="1596715"/>
                  </a:lnTo>
                  <a:lnTo>
                    <a:pt x="1084486" y="1500186"/>
                  </a:lnTo>
                  <a:lnTo>
                    <a:pt x="1075373" y="1461647"/>
                  </a:lnTo>
                  <a:lnTo>
                    <a:pt x="1061920" y="1431184"/>
                  </a:lnTo>
                  <a:lnTo>
                    <a:pt x="1068430" y="1501149"/>
                  </a:lnTo>
                  <a:lnTo>
                    <a:pt x="1088103" y="1579281"/>
                  </a:lnTo>
                  <a:lnTo>
                    <a:pt x="1260819" y="1754126"/>
                  </a:lnTo>
                  <a:lnTo>
                    <a:pt x="1292715" y="1821201"/>
                  </a:lnTo>
                  <a:lnTo>
                    <a:pt x="1317017" y="1873916"/>
                  </a:lnTo>
                  <a:lnTo>
                    <a:pt x="1310905" y="1924429"/>
                  </a:lnTo>
                  <a:lnTo>
                    <a:pt x="1265882" y="1888689"/>
                  </a:lnTo>
                  <a:lnTo>
                    <a:pt x="1227042" y="1843132"/>
                  </a:lnTo>
                  <a:lnTo>
                    <a:pt x="1123941" y="1791655"/>
                  </a:lnTo>
                  <a:lnTo>
                    <a:pt x="993933" y="1759127"/>
                  </a:lnTo>
                  <a:lnTo>
                    <a:pt x="920630" y="1639475"/>
                  </a:lnTo>
                  <a:lnTo>
                    <a:pt x="920883" y="1689391"/>
                  </a:lnTo>
                  <a:lnTo>
                    <a:pt x="904610" y="1731737"/>
                  </a:lnTo>
                  <a:lnTo>
                    <a:pt x="859803" y="1680123"/>
                  </a:lnTo>
                  <a:lnTo>
                    <a:pt x="831560" y="1636079"/>
                  </a:lnTo>
                  <a:lnTo>
                    <a:pt x="822085" y="1587815"/>
                  </a:lnTo>
                  <a:lnTo>
                    <a:pt x="766140" y="1591118"/>
                  </a:lnTo>
                  <a:lnTo>
                    <a:pt x="707483" y="1633051"/>
                  </a:lnTo>
                  <a:lnTo>
                    <a:pt x="650743" y="1623096"/>
                  </a:lnTo>
                  <a:lnTo>
                    <a:pt x="644017" y="1541248"/>
                  </a:lnTo>
                  <a:lnTo>
                    <a:pt x="659350" y="1497892"/>
                  </a:lnTo>
                  <a:lnTo>
                    <a:pt x="723034" y="1395352"/>
                  </a:lnTo>
                  <a:lnTo>
                    <a:pt x="783029" y="1343004"/>
                  </a:lnTo>
                  <a:lnTo>
                    <a:pt x="809500" y="1275424"/>
                  </a:lnTo>
                  <a:lnTo>
                    <a:pt x="800459" y="1170637"/>
                  </a:lnTo>
                  <a:lnTo>
                    <a:pt x="789176" y="1277260"/>
                  </a:lnTo>
                  <a:lnTo>
                    <a:pt x="754894" y="1330112"/>
                  </a:lnTo>
                  <a:lnTo>
                    <a:pt x="701010" y="1370486"/>
                  </a:lnTo>
                  <a:lnTo>
                    <a:pt x="630094" y="1442424"/>
                  </a:lnTo>
                  <a:lnTo>
                    <a:pt x="612772" y="1508949"/>
                  </a:lnTo>
                  <a:lnTo>
                    <a:pt x="590640" y="1633510"/>
                  </a:lnTo>
                  <a:lnTo>
                    <a:pt x="620583" y="1675673"/>
                  </a:lnTo>
                  <a:lnTo>
                    <a:pt x="651177" y="1686684"/>
                  </a:lnTo>
                  <a:lnTo>
                    <a:pt x="741549" y="1658423"/>
                  </a:lnTo>
                  <a:lnTo>
                    <a:pt x="788309" y="1671039"/>
                  </a:lnTo>
                  <a:lnTo>
                    <a:pt x="892314" y="1821018"/>
                  </a:lnTo>
                  <a:lnTo>
                    <a:pt x="1085969" y="1880339"/>
                  </a:lnTo>
                  <a:lnTo>
                    <a:pt x="1156596" y="1917410"/>
                  </a:lnTo>
                  <a:lnTo>
                    <a:pt x="1214168" y="1995679"/>
                  </a:lnTo>
                  <a:lnTo>
                    <a:pt x="1300707" y="2040733"/>
                  </a:lnTo>
                  <a:lnTo>
                    <a:pt x="1367862" y="2106202"/>
                  </a:lnTo>
                  <a:lnTo>
                    <a:pt x="1369670" y="2148915"/>
                  </a:lnTo>
                  <a:lnTo>
                    <a:pt x="1346417" y="2199428"/>
                  </a:lnTo>
                  <a:lnTo>
                    <a:pt x="1337232" y="2267788"/>
                  </a:lnTo>
                  <a:lnTo>
                    <a:pt x="1308699" y="2310914"/>
                  </a:lnTo>
                  <a:lnTo>
                    <a:pt x="1240206" y="2315869"/>
                  </a:lnTo>
                  <a:lnTo>
                    <a:pt x="1198835" y="2304766"/>
                  </a:lnTo>
                  <a:lnTo>
                    <a:pt x="976430" y="2064452"/>
                  </a:lnTo>
                  <a:lnTo>
                    <a:pt x="949886" y="2042338"/>
                  </a:lnTo>
                  <a:lnTo>
                    <a:pt x="867398" y="1916492"/>
                  </a:lnTo>
                  <a:lnTo>
                    <a:pt x="770625" y="1849096"/>
                  </a:lnTo>
                  <a:lnTo>
                    <a:pt x="740681" y="1850518"/>
                  </a:lnTo>
                  <a:lnTo>
                    <a:pt x="878428" y="1975171"/>
                  </a:lnTo>
                  <a:lnTo>
                    <a:pt x="934662" y="2062342"/>
                  </a:lnTo>
                  <a:lnTo>
                    <a:pt x="1033713" y="2184563"/>
                  </a:lnTo>
                  <a:lnTo>
                    <a:pt x="1104521" y="2236315"/>
                  </a:lnTo>
                  <a:lnTo>
                    <a:pt x="1156632" y="2317062"/>
                  </a:lnTo>
                  <a:lnTo>
                    <a:pt x="1205055" y="2354912"/>
                  </a:lnTo>
                  <a:lnTo>
                    <a:pt x="1337268" y="2408820"/>
                  </a:lnTo>
                  <a:lnTo>
                    <a:pt x="1291304" y="2447542"/>
                  </a:lnTo>
                  <a:lnTo>
                    <a:pt x="1364680" y="2480529"/>
                  </a:lnTo>
                  <a:lnTo>
                    <a:pt x="1375167" y="2541181"/>
                  </a:lnTo>
                  <a:lnTo>
                    <a:pt x="1368441" y="2610321"/>
                  </a:lnTo>
                  <a:lnTo>
                    <a:pt x="1266605" y="2582977"/>
                  </a:lnTo>
                  <a:lnTo>
                    <a:pt x="1263278" y="2633903"/>
                  </a:lnTo>
                  <a:lnTo>
                    <a:pt x="1272391" y="2663953"/>
                  </a:lnTo>
                  <a:lnTo>
                    <a:pt x="1227404" y="2688774"/>
                  </a:lnTo>
                  <a:lnTo>
                    <a:pt x="1164841" y="2655099"/>
                  </a:lnTo>
                  <a:lnTo>
                    <a:pt x="1002396" y="2470894"/>
                  </a:lnTo>
                  <a:lnTo>
                    <a:pt x="1003770" y="2495531"/>
                  </a:lnTo>
                  <a:lnTo>
                    <a:pt x="1016933" y="2524114"/>
                  </a:lnTo>
                  <a:lnTo>
                    <a:pt x="1111139" y="2642711"/>
                  </a:lnTo>
                  <a:lnTo>
                    <a:pt x="1195218" y="2713824"/>
                  </a:lnTo>
                  <a:lnTo>
                    <a:pt x="1266496" y="2745939"/>
                  </a:lnTo>
                  <a:lnTo>
                    <a:pt x="1321429" y="2805536"/>
                  </a:lnTo>
                  <a:lnTo>
                    <a:pt x="1340812" y="2841597"/>
                  </a:lnTo>
                  <a:lnTo>
                    <a:pt x="1353759" y="2896285"/>
                  </a:lnTo>
                  <a:lnTo>
                    <a:pt x="1313039" y="2933447"/>
                  </a:lnTo>
                  <a:lnTo>
                    <a:pt x="1266677" y="2953955"/>
                  </a:lnTo>
                  <a:lnTo>
                    <a:pt x="1221401" y="2916884"/>
                  </a:lnTo>
                  <a:lnTo>
                    <a:pt x="1188203" y="2877841"/>
                  </a:lnTo>
                  <a:lnTo>
                    <a:pt x="1117503" y="2811546"/>
                  </a:lnTo>
                  <a:lnTo>
                    <a:pt x="1096312" y="2737452"/>
                  </a:lnTo>
                  <a:lnTo>
                    <a:pt x="1042537" y="2741259"/>
                  </a:lnTo>
                  <a:lnTo>
                    <a:pt x="817782" y="2647299"/>
                  </a:lnTo>
                  <a:lnTo>
                    <a:pt x="637146" y="2636472"/>
                  </a:lnTo>
                  <a:lnTo>
                    <a:pt x="654793" y="2655374"/>
                  </a:lnTo>
                  <a:lnTo>
                    <a:pt x="677649" y="2667945"/>
                  </a:lnTo>
                  <a:lnTo>
                    <a:pt x="821506" y="2691114"/>
                  </a:lnTo>
                  <a:lnTo>
                    <a:pt x="878355" y="2734378"/>
                  </a:lnTo>
                  <a:lnTo>
                    <a:pt x="996682" y="2772778"/>
                  </a:lnTo>
                  <a:lnTo>
                    <a:pt x="1065971" y="2783285"/>
                  </a:lnTo>
                  <a:lnTo>
                    <a:pt x="1094070" y="2901240"/>
                  </a:lnTo>
                  <a:lnTo>
                    <a:pt x="1189830" y="2982400"/>
                  </a:lnTo>
                  <a:lnTo>
                    <a:pt x="1202270" y="3042547"/>
                  </a:lnTo>
                  <a:lnTo>
                    <a:pt x="1267654" y="3049291"/>
                  </a:lnTo>
                  <a:lnTo>
                    <a:pt x="1382689" y="2990291"/>
                  </a:lnTo>
                  <a:lnTo>
                    <a:pt x="1456933" y="3010982"/>
                  </a:lnTo>
                  <a:lnTo>
                    <a:pt x="1564012" y="3027866"/>
                  </a:lnTo>
                  <a:lnTo>
                    <a:pt x="1588495" y="3075488"/>
                  </a:lnTo>
                  <a:lnTo>
                    <a:pt x="1606866" y="3166099"/>
                  </a:lnTo>
                  <a:lnTo>
                    <a:pt x="1644729" y="3268043"/>
                  </a:lnTo>
                  <a:lnTo>
                    <a:pt x="1742912" y="3669989"/>
                  </a:lnTo>
                  <a:lnTo>
                    <a:pt x="1890423" y="3998758"/>
                  </a:lnTo>
                  <a:lnTo>
                    <a:pt x="1907225" y="4051159"/>
                  </a:lnTo>
                  <a:lnTo>
                    <a:pt x="0" y="117587"/>
                  </a:lnTo>
                  <a:lnTo>
                    <a:pt x="757237" y="0"/>
                  </a:lnTo>
                  <a:lnTo>
                    <a:pt x="1218721" y="0"/>
                  </a:lnTo>
                  <a:lnTo>
                    <a:pt x="1228649" y="404043"/>
                  </a:lnTo>
                  <a:lnTo>
                    <a:pt x="1228649" y="0"/>
                  </a:lnTo>
                  <a:lnTo>
                    <a:pt x="1226939" y="0"/>
                  </a:lnTo>
                  <a:lnTo>
                    <a:pt x="1217011" y="404043"/>
                  </a:lnTo>
                  <a:lnTo>
                    <a:pt x="1217011" y="0"/>
                  </a:lnTo>
                  <a:lnTo>
                    <a:pt x="930087" y="0"/>
                  </a:lnTo>
                  <a:lnTo>
                    <a:pt x="0" y="135431"/>
                  </a:lnTo>
                  <a:lnTo>
                    <a:pt x="1218721" y="0"/>
                  </a:lnTo>
                  <a:lnTo>
                    <a:pt x="1228649" y="404043"/>
                  </a:lnTo>
                  <a:lnTo>
                    <a:pt x="1228649" y="0"/>
                  </a:lnTo>
                  <a:lnTo>
                    <a:pt x="1226939" y="0"/>
                  </a:lnTo>
                  <a:lnTo>
                    <a:pt x="1217011" y="404043"/>
                  </a:lnTo>
                  <a:lnTo>
                    <a:pt x="1217011" y="0"/>
                  </a:lnTo>
                  <a:lnTo>
                    <a:pt x="0" y="135431"/>
                  </a:lnTo>
                  <a:lnTo>
                    <a:pt x="930087" y="0"/>
                  </a:lnTo>
                  <a:lnTo>
                    <a:pt x="1407994" y="0"/>
                  </a:lnTo>
                  <a:lnTo>
                    <a:pt x="1407994" y="402646"/>
                  </a:lnTo>
                  <a:lnTo>
                    <a:pt x="1420188" y="0"/>
                  </a:lnTo>
                  <a:lnTo>
                    <a:pt x="1422295" y="0"/>
                  </a:lnTo>
                  <a:lnTo>
                    <a:pt x="1422295" y="402646"/>
                  </a:lnTo>
                  <a:lnTo>
                    <a:pt x="1410102" y="0"/>
                  </a:lnTo>
                  <a:lnTo>
                    <a:pt x="0" y="119198"/>
                  </a:lnTo>
                  <a:lnTo>
                    <a:pt x="775757" y="0"/>
                  </a:lnTo>
                  <a:lnTo>
                    <a:pt x="1230363" y="0"/>
                  </a:lnTo>
                  <a:lnTo>
                    <a:pt x="1240286" y="402646"/>
                  </a:lnTo>
                  <a:lnTo>
                    <a:pt x="1240286" y="0"/>
                  </a:lnTo>
                  <a:lnTo>
                    <a:pt x="1250208" y="0"/>
                  </a:lnTo>
                  <a:lnTo>
                    <a:pt x="1240286" y="402646"/>
                  </a:lnTo>
                  <a:lnTo>
                    <a:pt x="1240286" y="0"/>
                  </a:lnTo>
                  <a:lnTo>
                    <a:pt x="0" y="134827"/>
                  </a:lnTo>
                  <a:lnTo>
                    <a:pt x="92867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2301906" y="3864723"/>
              <a:ext cx="1905669" cy="1856224"/>
            </a:xfrm>
            <a:custGeom>
              <a:avLst/>
              <a:pathLst>
                <a:path w="1905669" h="1856224">
                  <a:moveTo>
                    <a:pt x="1905669" y="1856224"/>
                  </a:moveTo>
                  <a:lnTo>
                    <a:pt x="1874294" y="1810751"/>
                  </a:lnTo>
                  <a:lnTo>
                    <a:pt x="1764863" y="1593009"/>
                  </a:lnTo>
                  <a:lnTo>
                    <a:pt x="1704471" y="1435782"/>
                  </a:lnTo>
                  <a:lnTo>
                    <a:pt x="1642414" y="1158168"/>
                  </a:lnTo>
                  <a:lnTo>
                    <a:pt x="1624405" y="1096002"/>
                  </a:lnTo>
                  <a:lnTo>
                    <a:pt x="1603213" y="1071181"/>
                  </a:lnTo>
                  <a:lnTo>
                    <a:pt x="1589254" y="1091368"/>
                  </a:lnTo>
                  <a:lnTo>
                    <a:pt x="1583251" y="1126741"/>
                  </a:lnTo>
                  <a:lnTo>
                    <a:pt x="1593377" y="1153901"/>
                  </a:lnTo>
                  <a:lnTo>
                    <a:pt x="1568930" y="1245292"/>
                  </a:lnTo>
                  <a:lnTo>
                    <a:pt x="1579526" y="1287225"/>
                  </a:lnTo>
                  <a:lnTo>
                    <a:pt x="1619234" y="1330581"/>
                  </a:lnTo>
                  <a:lnTo>
                    <a:pt x="1662377" y="1438764"/>
                  </a:lnTo>
                  <a:lnTo>
                    <a:pt x="1696840" y="1584430"/>
                  </a:lnTo>
                  <a:lnTo>
                    <a:pt x="1650226" y="1525383"/>
                  </a:lnTo>
                  <a:lnTo>
                    <a:pt x="1600465" y="1494094"/>
                  </a:lnTo>
                  <a:lnTo>
                    <a:pt x="1523039" y="1470099"/>
                  </a:lnTo>
                  <a:lnTo>
                    <a:pt x="1454076" y="1428028"/>
                  </a:lnTo>
                  <a:lnTo>
                    <a:pt x="1459102" y="1488359"/>
                  </a:lnTo>
                  <a:lnTo>
                    <a:pt x="1452484" y="1553507"/>
                  </a:lnTo>
                  <a:lnTo>
                    <a:pt x="1399324" y="1533642"/>
                  </a:lnTo>
                  <a:lnTo>
                    <a:pt x="1363161" y="1512033"/>
                  </a:lnTo>
                  <a:lnTo>
                    <a:pt x="1395166" y="1581448"/>
                  </a:lnTo>
                  <a:lnTo>
                    <a:pt x="1325696" y="1560619"/>
                  </a:lnTo>
                  <a:lnTo>
                    <a:pt x="1279407" y="1564977"/>
                  </a:lnTo>
                  <a:lnTo>
                    <a:pt x="1249319" y="1626593"/>
                  </a:lnTo>
                  <a:lnTo>
                    <a:pt x="1208961" y="1663984"/>
                  </a:lnTo>
                  <a:lnTo>
                    <a:pt x="1149291" y="1676050"/>
                  </a:lnTo>
                  <a:lnTo>
                    <a:pt x="1060763" y="1619711"/>
                  </a:lnTo>
                  <a:lnTo>
                    <a:pt x="1032086" y="1551305"/>
                  </a:lnTo>
                  <a:lnTo>
                    <a:pt x="1020224" y="1475146"/>
                  </a:lnTo>
                  <a:lnTo>
                    <a:pt x="1015487" y="1565206"/>
                  </a:lnTo>
                  <a:lnTo>
                    <a:pt x="1031254" y="1658983"/>
                  </a:lnTo>
                  <a:lnTo>
                    <a:pt x="1025721" y="1730279"/>
                  </a:lnTo>
                  <a:lnTo>
                    <a:pt x="1110958" y="1743401"/>
                  </a:lnTo>
                  <a:lnTo>
                    <a:pt x="1190662" y="1731747"/>
                  </a:lnTo>
                  <a:lnTo>
                    <a:pt x="1298212" y="1734729"/>
                  </a:lnTo>
                  <a:lnTo>
                    <a:pt x="1368369" y="1721379"/>
                  </a:lnTo>
                  <a:lnTo>
                    <a:pt x="1410607" y="1698714"/>
                  </a:lnTo>
                  <a:lnTo>
                    <a:pt x="1511901" y="1718351"/>
                  </a:lnTo>
                  <a:lnTo>
                    <a:pt x="1519097" y="1804466"/>
                  </a:lnTo>
                  <a:lnTo>
                    <a:pt x="1512101" y="1856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2301906" y="1669789"/>
              <a:ext cx="2415656" cy="4051159"/>
            </a:xfrm>
            <a:custGeom>
              <a:avLst/>
              <a:pathLst>
                <a:path w="2415656" h="4051159">
                  <a:moveTo>
                    <a:pt x="1572333" y="4051159"/>
                  </a:moveTo>
                  <a:lnTo>
                    <a:pt x="1579201" y="3983159"/>
                  </a:lnTo>
                  <a:lnTo>
                    <a:pt x="1671779" y="3922828"/>
                  </a:lnTo>
                  <a:lnTo>
                    <a:pt x="1702807" y="3926957"/>
                  </a:lnTo>
                  <a:lnTo>
                    <a:pt x="1732280" y="3979443"/>
                  </a:lnTo>
                  <a:lnTo>
                    <a:pt x="1742189" y="4032662"/>
                  </a:lnTo>
                  <a:lnTo>
                    <a:pt x="1744834" y="4051159"/>
                  </a:lnTo>
                  <a:lnTo>
                    <a:pt x="0" y="0"/>
                  </a:lnTo>
                  <a:lnTo>
                    <a:pt x="0" y="2048511"/>
                  </a:lnTo>
                  <a:lnTo>
                    <a:pt x="1622504" y="3911478"/>
                  </a:lnTo>
                  <a:lnTo>
                    <a:pt x="1622504" y="3923115"/>
                  </a:lnTo>
                  <a:lnTo>
                    <a:pt x="1636804" y="3923115"/>
                  </a:lnTo>
                  <a:lnTo>
                    <a:pt x="1636804" y="3911478"/>
                  </a:lnTo>
                  <a:lnTo>
                    <a:pt x="1622504" y="3911478"/>
                  </a:lnTo>
                  <a:lnTo>
                    <a:pt x="0" y="1537011"/>
                  </a:lnTo>
                  <a:lnTo>
                    <a:pt x="2136360" y="3397621"/>
                  </a:lnTo>
                  <a:lnTo>
                    <a:pt x="2147998" y="3397621"/>
                  </a:lnTo>
                  <a:lnTo>
                    <a:pt x="2147998" y="3411922"/>
                  </a:lnTo>
                  <a:lnTo>
                    <a:pt x="2136360" y="3411922"/>
                  </a:lnTo>
                  <a:lnTo>
                    <a:pt x="2136360" y="3397621"/>
                  </a:lnTo>
                  <a:lnTo>
                    <a:pt x="0" y="2048511"/>
                  </a:lnTo>
                  <a:lnTo>
                    <a:pt x="1622504" y="3911478"/>
                  </a:lnTo>
                  <a:lnTo>
                    <a:pt x="1622504" y="3923115"/>
                  </a:lnTo>
                  <a:lnTo>
                    <a:pt x="1636804" y="3923115"/>
                  </a:lnTo>
                  <a:lnTo>
                    <a:pt x="1636804" y="3911478"/>
                  </a:lnTo>
                  <a:lnTo>
                    <a:pt x="1622504" y="3911478"/>
                  </a:lnTo>
                  <a:lnTo>
                    <a:pt x="0" y="1541721"/>
                  </a:lnTo>
                  <a:lnTo>
                    <a:pt x="2124723" y="3397621"/>
                  </a:lnTo>
                  <a:lnTo>
                    <a:pt x="2136360" y="3397621"/>
                  </a:lnTo>
                  <a:lnTo>
                    <a:pt x="2136360" y="3411922"/>
                  </a:lnTo>
                  <a:lnTo>
                    <a:pt x="2124723" y="3411922"/>
                  </a:lnTo>
                  <a:lnTo>
                    <a:pt x="2124723" y="3397621"/>
                  </a:lnTo>
                  <a:lnTo>
                    <a:pt x="0" y="2042320"/>
                  </a:lnTo>
                  <a:lnTo>
                    <a:pt x="1622504" y="3899841"/>
                  </a:lnTo>
                  <a:lnTo>
                    <a:pt x="1622504" y="3911478"/>
                  </a:lnTo>
                  <a:lnTo>
                    <a:pt x="1636804" y="3911478"/>
                  </a:lnTo>
                  <a:lnTo>
                    <a:pt x="1636804" y="3899841"/>
                  </a:lnTo>
                  <a:lnTo>
                    <a:pt x="1622504" y="3899841"/>
                  </a:lnTo>
                  <a:lnTo>
                    <a:pt x="0" y="1541721"/>
                  </a:lnTo>
                  <a:lnTo>
                    <a:pt x="2124723" y="3397621"/>
                  </a:lnTo>
                  <a:lnTo>
                    <a:pt x="2136360" y="3397621"/>
                  </a:lnTo>
                  <a:lnTo>
                    <a:pt x="2136360" y="3411922"/>
                  </a:lnTo>
                  <a:lnTo>
                    <a:pt x="2124723" y="3411922"/>
                  </a:lnTo>
                  <a:lnTo>
                    <a:pt x="2124723" y="3397621"/>
                  </a:lnTo>
                  <a:lnTo>
                    <a:pt x="0" y="2042320"/>
                  </a:lnTo>
                  <a:lnTo>
                    <a:pt x="1622504" y="3899841"/>
                  </a:lnTo>
                  <a:lnTo>
                    <a:pt x="1622504" y="3911478"/>
                  </a:lnTo>
                  <a:lnTo>
                    <a:pt x="1636804" y="3911478"/>
                  </a:lnTo>
                  <a:lnTo>
                    <a:pt x="1636804" y="3899841"/>
                  </a:lnTo>
                  <a:lnTo>
                    <a:pt x="1622504" y="3899841"/>
                  </a:lnTo>
                  <a:lnTo>
                    <a:pt x="0" y="1541721"/>
                  </a:lnTo>
                  <a:lnTo>
                    <a:pt x="2124723" y="3397621"/>
                  </a:lnTo>
                  <a:lnTo>
                    <a:pt x="2136360" y="3397621"/>
                  </a:lnTo>
                  <a:lnTo>
                    <a:pt x="2136360" y="3411922"/>
                  </a:lnTo>
                  <a:lnTo>
                    <a:pt x="2124723" y="3411922"/>
                  </a:lnTo>
                  <a:lnTo>
                    <a:pt x="2124723" y="3397621"/>
                  </a:lnTo>
                  <a:lnTo>
                    <a:pt x="0" y="2042320"/>
                  </a:lnTo>
                  <a:lnTo>
                    <a:pt x="1622504" y="3899841"/>
                  </a:lnTo>
                  <a:lnTo>
                    <a:pt x="1622504" y="3911478"/>
                  </a:lnTo>
                  <a:lnTo>
                    <a:pt x="1636804" y="3911478"/>
                  </a:lnTo>
                  <a:lnTo>
                    <a:pt x="1636804" y="3899841"/>
                  </a:lnTo>
                  <a:lnTo>
                    <a:pt x="1622504" y="3899841"/>
                  </a:lnTo>
                  <a:lnTo>
                    <a:pt x="0" y="2042320"/>
                  </a:lnTo>
                  <a:lnTo>
                    <a:pt x="0" y="1541721"/>
                  </a:lnTo>
                  <a:lnTo>
                    <a:pt x="2124723" y="3397621"/>
                  </a:lnTo>
                  <a:lnTo>
                    <a:pt x="2136360" y="3397621"/>
                  </a:lnTo>
                  <a:lnTo>
                    <a:pt x="2136360" y="3411922"/>
                  </a:lnTo>
                  <a:lnTo>
                    <a:pt x="2124723" y="3411922"/>
                  </a:lnTo>
                  <a:lnTo>
                    <a:pt x="2124723" y="3397621"/>
                  </a:lnTo>
                  <a:lnTo>
                    <a:pt x="0" y="1541721"/>
                  </a:lnTo>
                  <a:lnTo>
                    <a:pt x="0" y="2042320"/>
                  </a:lnTo>
                  <a:lnTo>
                    <a:pt x="1622504" y="3899841"/>
                  </a:lnTo>
                  <a:lnTo>
                    <a:pt x="1622504" y="3911478"/>
                  </a:lnTo>
                  <a:lnTo>
                    <a:pt x="1636804" y="3911478"/>
                  </a:lnTo>
                  <a:lnTo>
                    <a:pt x="1636804" y="3899841"/>
                  </a:lnTo>
                  <a:lnTo>
                    <a:pt x="1622504" y="3899841"/>
                  </a:lnTo>
                  <a:lnTo>
                    <a:pt x="0" y="1546459"/>
                  </a:lnTo>
                  <a:lnTo>
                    <a:pt x="2113086" y="3397621"/>
                  </a:lnTo>
                  <a:lnTo>
                    <a:pt x="2124723" y="3397621"/>
                  </a:lnTo>
                  <a:lnTo>
                    <a:pt x="2124723" y="3411922"/>
                  </a:lnTo>
                  <a:lnTo>
                    <a:pt x="2113086" y="3411922"/>
                  </a:lnTo>
                  <a:lnTo>
                    <a:pt x="2113086" y="3397621"/>
                  </a:lnTo>
                  <a:lnTo>
                    <a:pt x="0" y="2036128"/>
                  </a:lnTo>
                  <a:lnTo>
                    <a:pt x="1622504" y="3888203"/>
                  </a:lnTo>
                  <a:lnTo>
                    <a:pt x="1622504" y="3899841"/>
                  </a:lnTo>
                  <a:lnTo>
                    <a:pt x="1636804" y="3899841"/>
                  </a:lnTo>
                  <a:lnTo>
                    <a:pt x="1636804" y="3888203"/>
                  </a:lnTo>
                  <a:lnTo>
                    <a:pt x="1622504" y="3888203"/>
                  </a:lnTo>
                  <a:lnTo>
                    <a:pt x="0" y="2036128"/>
                  </a:lnTo>
                  <a:lnTo>
                    <a:pt x="0" y="1546459"/>
                  </a:lnTo>
                  <a:lnTo>
                    <a:pt x="2113086" y="3397621"/>
                  </a:lnTo>
                  <a:lnTo>
                    <a:pt x="2124723" y="3397621"/>
                  </a:lnTo>
                  <a:lnTo>
                    <a:pt x="2124723" y="3411922"/>
                  </a:lnTo>
                  <a:lnTo>
                    <a:pt x="2113086" y="3411922"/>
                  </a:lnTo>
                  <a:lnTo>
                    <a:pt x="2113086" y="3397621"/>
                  </a:lnTo>
                  <a:lnTo>
                    <a:pt x="0" y="1546459"/>
                  </a:lnTo>
                  <a:lnTo>
                    <a:pt x="0" y="2036128"/>
                  </a:lnTo>
                  <a:lnTo>
                    <a:pt x="1622504" y="3888203"/>
                  </a:lnTo>
                  <a:lnTo>
                    <a:pt x="1622504" y="3899841"/>
                  </a:lnTo>
                  <a:lnTo>
                    <a:pt x="1636804" y="3899841"/>
                  </a:lnTo>
                  <a:lnTo>
                    <a:pt x="1636804" y="3888203"/>
                  </a:lnTo>
                  <a:lnTo>
                    <a:pt x="1622504" y="3888203"/>
                  </a:lnTo>
                  <a:lnTo>
                    <a:pt x="0" y="1546459"/>
                  </a:lnTo>
                  <a:lnTo>
                    <a:pt x="2113086" y="3397621"/>
                  </a:lnTo>
                  <a:lnTo>
                    <a:pt x="2124723" y="3397621"/>
                  </a:lnTo>
                  <a:lnTo>
                    <a:pt x="2124723" y="3411922"/>
                  </a:lnTo>
                  <a:lnTo>
                    <a:pt x="2113086" y="3411922"/>
                  </a:lnTo>
                  <a:lnTo>
                    <a:pt x="2113086" y="3397621"/>
                  </a:lnTo>
                  <a:lnTo>
                    <a:pt x="0" y="2036128"/>
                  </a:lnTo>
                  <a:lnTo>
                    <a:pt x="1622504" y="3888203"/>
                  </a:lnTo>
                  <a:lnTo>
                    <a:pt x="1622504" y="3899841"/>
                  </a:lnTo>
                  <a:lnTo>
                    <a:pt x="1636804" y="3899841"/>
                  </a:lnTo>
                  <a:lnTo>
                    <a:pt x="1636804" y="3888203"/>
                  </a:lnTo>
                  <a:lnTo>
                    <a:pt x="1622504" y="3888203"/>
                  </a:lnTo>
                  <a:lnTo>
                    <a:pt x="0" y="1546459"/>
                  </a:lnTo>
                  <a:lnTo>
                    <a:pt x="2113086" y="3397621"/>
                  </a:lnTo>
                  <a:lnTo>
                    <a:pt x="2124723" y="3397621"/>
                  </a:lnTo>
                  <a:lnTo>
                    <a:pt x="2124723" y="3411922"/>
                  </a:lnTo>
                  <a:lnTo>
                    <a:pt x="2113086" y="3411922"/>
                  </a:lnTo>
                  <a:lnTo>
                    <a:pt x="2113086" y="3397621"/>
                  </a:lnTo>
                  <a:lnTo>
                    <a:pt x="0" y="2036128"/>
                  </a:lnTo>
                  <a:lnTo>
                    <a:pt x="1622504" y="3888203"/>
                  </a:lnTo>
                  <a:lnTo>
                    <a:pt x="1622504" y="3899841"/>
                  </a:lnTo>
                  <a:lnTo>
                    <a:pt x="1636804" y="3899841"/>
                  </a:lnTo>
                  <a:lnTo>
                    <a:pt x="1636804" y="3888203"/>
                  </a:lnTo>
                  <a:lnTo>
                    <a:pt x="1622504" y="3888203"/>
                  </a:lnTo>
                  <a:lnTo>
                    <a:pt x="0" y="2534027"/>
                  </a:lnTo>
                  <a:lnTo>
                    <a:pt x="611870" y="3397621"/>
                  </a:lnTo>
                  <a:lnTo>
                    <a:pt x="623507" y="3397621"/>
                  </a:lnTo>
                  <a:lnTo>
                    <a:pt x="623507" y="3411922"/>
                  </a:lnTo>
                  <a:lnTo>
                    <a:pt x="611870" y="3411922"/>
                  </a:lnTo>
                  <a:lnTo>
                    <a:pt x="611870" y="3397621"/>
                  </a:lnTo>
                  <a:lnTo>
                    <a:pt x="0" y="1237416"/>
                  </a:lnTo>
                  <a:lnTo>
                    <a:pt x="1622504" y="2386988"/>
                  </a:lnTo>
                  <a:lnTo>
                    <a:pt x="1622504" y="2398625"/>
                  </a:lnTo>
                  <a:lnTo>
                    <a:pt x="1636804" y="2398625"/>
                  </a:lnTo>
                  <a:lnTo>
                    <a:pt x="1636804" y="2386988"/>
                  </a:lnTo>
                  <a:lnTo>
                    <a:pt x="1622504" y="2386988"/>
                  </a:lnTo>
                  <a:lnTo>
                    <a:pt x="0" y="2534027"/>
                  </a:lnTo>
                  <a:lnTo>
                    <a:pt x="611870" y="3397621"/>
                  </a:lnTo>
                  <a:lnTo>
                    <a:pt x="623507" y="3397621"/>
                  </a:lnTo>
                  <a:lnTo>
                    <a:pt x="623507" y="3411922"/>
                  </a:lnTo>
                  <a:lnTo>
                    <a:pt x="611870" y="3411922"/>
                  </a:lnTo>
                  <a:lnTo>
                    <a:pt x="611870" y="3397621"/>
                  </a:lnTo>
                  <a:lnTo>
                    <a:pt x="0" y="1237416"/>
                  </a:lnTo>
                  <a:lnTo>
                    <a:pt x="1622504" y="2386988"/>
                  </a:lnTo>
                  <a:lnTo>
                    <a:pt x="1622504" y="2398625"/>
                  </a:lnTo>
                  <a:lnTo>
                    <a:pt x="1636804" y="2398625"/>
                  </a:lnTo>
                  <a:lnTo>
                    <a:pt x="1636804" y="2386988"/>
                  </a:lnTo>
                  <a:lnTo>
                    <a:pt x="1622504" y="2386988"/>
                  </a:lnTo>
                  <a:lnTo>
                    <a:pt x="0" y="2534027"/>
                  </a:lnTo>
                  <a:lnTo>
                    <a:pt x="611870" y="3397621"/>
                  </a:lnTo>
                  <a:lnTo>
                    <a:pt x="623507" y="3397621"/>
                  </a:lnTo>
                  <a:lnTo>
                    <a:pt x="623507" y="3411922"/>
                  </a:lnTo>
                  <a:lnTo>
                    <a:pt x="611870" y="3411922"/>
                  </a:lnTo>
                  <a:lnTo>
                    <a:pt x="611870" y="3397621"/>
                  </a:lnTo>
                  <a:lnTo>
                    <a:pt x="0" y="1237416"/>
                  </a:lnTo>
                  <a:lnTo>
                    <a:pt x="1622504" y="2386988"/>
                  </a:lnTo>
                  <a:lnTo>
                    <a:pt x="1622504" y="2398625"/>
                  </a:lnTo>
                  <a:lnTo>
                    <a:pt x="1636804" y="2398625"/>
                  </a:lnTo>
                  <a:lnTo>
                    <a:pt x="1636804" y="2386988"/>
                  </a:lnTo>
                  <a:lnTo>
                    <a:pt x="1622504" y="2386988"/>
                  </a:lnTo>
                  <a:lnTo>
                    <a:pt x="0" y="2534027"/>
                  </a:lnTo>
                  <a:lnTo>
                    <a:pt x="611870" y="3397621"/>
                  </a:lnTo>
                  <a:lnTo>
                    <a:pt x="623507" y="3397621"/>
                  </a:lnTo>
                  <a:lnTo>
                    <a:pt x="623507" y="3411922"/>
                  </a:lnTo>
                  <a:lnTo>
                    <a:pt x="611870" y="3411922"/>
                  </a:lnTo>
                  <a:lnTo>
                    <a:pt x="611870" y="3397621"/>
                  </a:lnTo>
                  <a:lnTo>
                    <a:pt x="0" y="1237416"/>
                  </a:lnTo>
                  <a:lnTo>
                    <a:pt x="1622504" y="2386988"/>
                  </a:lnTo>
                  <a:lnTo>
                    <a:pt x="1622504" y="2398625"/>
                  </a:lnTo>
                  <a:lnTo>
                    <a:pt x="1636804" y="2398625"/>
                  </a:lnTo>
                  <a:lnTo>
                    <a:pt x="1636804" y="2386988"/>
                  </a:lnTo>
                  <a:lnTo>
                    <a:pt x="1622504" y="2386988"/>
                  </a:lnTo>
                  <a:lnTo>
                    <a:pt x="0" y="1237416"/>
                  </a:lnTo>
                  <a:lnTo>
                    <a:pt x="0" y="2546420"/>
                  </a:lnTo>
                  <a:lnTo>
                    <a:pt x="600233" y="3397621"/>
                  </a:lnTo>
                  <a:lnTo>
                    <a:pt x="611870" y="3397621"/>
                  </a:lnTo>
                  <a:lnTo>
                    <a:pt x="611870" y="3411922"/>
                  </a:lnTo>
                  <a:lnTo>
                    <a:pt x="600233" y="3411922"/>
                  </a:lnTo>
                  <a:lnTo>
                    <a:pt x="600233" y="3397621"/>
                  </a:lnTo>
                  <a:lnTo>
                    <a:pt x="0" y="2546420"/>
                  </a:lnTo>
                  <a:lnTo>
                    <a:pt x="0" y="1231225"/>
                  </a:lnTo>
                  <a:lnTo>
                    <a:pt x="1622504" y="2375350"/>
                  </a:lnTo>
                  <a:lnTo>
                    <a:pt x="1622504" y="2386988"/>
                  </a:lnTo>
                  <a:lnTo>
                    <a:pt x="1636804" y="2386988"/>
                  </a:lnTo>
                  <a:lnTo>
                    <a:pt x="1636804" y="2375350"/>
                  </a:lnTo>
                  <a:lnTo>
                    <a:pt x="1622504" y="2375350"/>
                  </a:lnTo>
                  <a:lnTo>
                    <a:pt x="0" y="2546420"/>
                  </a:lnTo>
                  <a:lnTo>
                    <a:pt x="600233" y="3397621"/>
                  </a:lnTo>
                  <a:lnTo>
                    <a:pt x="611870" y="3397621"/>
                  </a:lnTo>
                  <a:lnTo>
                    <a:pt x="611870" y="3411922"/>
                  </a:lnTo>
                  <a:lnTo>
                    <a:pt x="600233" y="3411922"/>
                  </a:lnTo>
                  <a:lnTo>
                    <a:pt x="600233" y="3397621"/>
                  </a:lnTo>
                  <a:lnTo>
                    <a:pt x="0" y="1231225"/>
                  </a:lnTo>
                  <a:lnTo>
                    <a:pt x="1622504" y="2375350"/>
                  </a:lnTo>
                  <a:lnTo>
                    <a:pt x="1622504" y="2386988"/>
                  </a:lnTo>
                  <a:lnTo>
                    <a:pt x="1636804" y="2386988"/>
                  </a:lnTo>
                  <a:lnTo>
                    <a:pt x="1636804" y="2375350"/>
                  </a:lnTo>
                  <a:lnTo>
                    <a:pt x="1622504" y="2375350"/>
                  </a:lnTo>
                  <a:lnTo>
                    <a:pt x="0" y="2546420"/>
                  </a:lnTo>
                  <a:lnTo>
                    <a:pt x="600233" y="3397621"/>
                  </a:lnTo>
                  <a:lnTo>
                    <a:pt x="611870" y="3397621"/>
                  </a:lnTo>
                  <a:lnTo>
                    <a:pt x="611870" y="3411922"/>
                  </a:lnTo>
                  <a:lnTo>
                    <a:pt x="600233" y="3411922"/>
                  </a:lnTo>
                  <a:lnTo>
                    <a:pt x="600233" y="3397621"/>
                  </a:lnTo>
                  <a:lnTo>
                    <a:pt x="0" y="2546420"/>
                  </a:lnTo>
                  <a:lnTo>
                    <a:pt x="0" y="1231225"/>
                  </a:lnTo>
                  <a:lnTo>
                    <a:pt x="1622504" y="2375350"/>
                  </a:lnTo>
                  <a:lnTo>
                    <a:pt x="1622504" y="2386988"/>
                  </a:lnTo>
                  <a:lnTo>
                    <a:pt x="1636804" y="2386988"/>
                  </a:lnTo>
                  <a:lnTo>
                    <a:pt x="1636804" y="2375350"/>
                  </a:lnTo>
                  <a:lnTo>
                    <a:pt x="1622504" y="2375350"/>
                  </a:lnTo>
                  <a:lnTo>
                    <a:pt x="0" y="1231225"/>
                  </a:lnTo>
                  <a:lnTo>
                    <a:pt x="0" y="2546420"/>
                  </a:lnTo>
                  <a:lnTo>
                    <a:pt x="600233" y="3397621"/>
                  </a:lnTo>
                  <a:lnTo>
                    <a:pt x="611870" y="3397621"/>
                  </a:lnTo>
                  <a:lnTo>
                    <a:pt x="611870" y="3411922"/>
                  </a:lnTo>
                  <a:lnTo>
                    <a:pt x="600233" y="3411922"/>
                  </a:lnTo>
                  <a:lnTo>
                    <a:pt x="600233" y="3397621"/>
                  </a:lnTo>
                  <a:lnTo>
                    <a:pt x="0" y="1231225"/>
                  </a:lnTo>
                  <a:lnTo>
                    <a:pt x="1622504" y="2375350"/>
                  </a:lnTo>
                  <a:lnTo>
                    <a:pt x="1622504" y="2386988"/>
                  </a:lnTo>
                  <a:lnTo>
                    <a:pt x="1636804" y="2386988"/>
                  </a:lnTo>
                  <a:lnTo>
                    <a:pt x="1636804" y="2375350"/>
                  </a:lnTo>
                  <a:lnTo>
                    <a:pt x="1622504" y="2375350"/>
                  </a:lnTo>
                  <a:lnTo>
                    <a:pt x="0" y="2558931"/>
                  </a:lnTo>
                  <a:lnTo>
                    <a:pt x="588595" y="3397621"/>
                  </a:lnTo>
                  <a:lnTo>
                    <a:pt x="600233" y="3397621"/>
                  </a:lnTo>
                  <a:lnTo>
                    <a:pt x="600233" y="3411922"/>
                  </a:lnTo>
                  <a:lnTo>
                    <a:pt x="588595" y="3411922"/>
                  </a:lnTo>
                  <a:lnTo>
                    <a:pt x="588595" y="3397621"/>
                  </a:lnTo>
                  <a:lnTo>
                    <a:pt x="0" y="1225033"/>
                  </a:lnTo>
                  <a:lnTo>
                    <a:pt x="1622504" y="2363713"/>
                  </a:lnTo>
                  <a:lnTo>
                    <a:pt x="1622504" y="2375350"/>
                  </a:lnTo>
                  <a:lnTo>
                    <a:pt x="1636804" y="2375350"/>
                  </a:lnTo>
                  <a:lnTo>
                    <a:pt x="1636804" y="2363713"/>
                  </a:lnTo>
                  <a:lnTo>
                    <a:pt x="1622504" y="2363713"/>
                  </a:lnTo>
                  <a:lnTo>
                    <a:pt x="0" y="2558931"/>
                  </a:lnTo>
                  <a:lnTo>
                    <a:pt x="588595" y="3397621"/>
                  </a:lnTo>
                  <a:lnTo>
                    <a:pt x="600233" y="3397621"/>
                  </a:lnTo>
                  <a:lnTo>
                    <a:pt x="600233" y="3411922"/>
                  </a:lnTo>
                  <a:lnTo>
                    <a:pt x="588595" y="3411922"/>
                  </a:lnTo>
                  <a:lnTo>
                    <a:pt x="588595" y="3397621"/>
                  </a:lnTo>
                  <a:lnTo>
                    <a:pt x="0" y="1225033"/>
                  </a:lnTo>
                  <a:lnTo>
                    <a:pt x="1622504" y="2363713"/>
                  </a:lnTo>
                  <a:lnTo>
                    <a:pt x="1622504" y="2375350"/>
                  </a:lnTo>
                  <a:lnTo>
                    <a:pt x="1636804" y="2375350"/>
                  </a:lnTo>
                  <a:lnTo>
                    <a:pt x="1636804" y="2363713"/>
                  </a:lnTo>
                  <a:lnTo>
                    <a:pt x="1622504" y="2363713"/>
                  </a:lnTo>
                  <a:lnTo>
                    <a:pt x="0" y="2558931"/>
                  </a:lnTo>
                  <a:lnTo>
                    <a:pt x="588595" y="3397621"/>
                  </a:lnTo>
                  <a:lnTo>
                    <a:pt x="600233" y="3397621"/>
                  </a:lnTo>
                  <a:lnTo>
                    <a:pt x="600233" y="3411922"/>
                  </a:lnTo>
                  <a:lnTo>
                    <a:pt x="588595" y="3411922"/>
                  </a:lnTo>
                  <a:lnTo>
                    <a:pt x="588595" y="3397621"/>
                  </a:lnTo>
                  <a:lnTo>
                    <a:pt x="0" y="1225033"/>
                  </a:lnTo>
                  <a:lnTo>
                    <a:pt x="1622504" y="2363713"/>
                  </a:lnTo>
                  <a:lnTo>
                    <a:pt x="1622504" y="2375350"/>
                  </a:lnTo>
                  <a:lnTo>
                    <a:pt x="1636804" y="2375350"/>
                  </a:lnTo>
                  <a:lnTo>
                    <a:pt x="1636804" y="2363713"/>
                  </a:lnTo>
                  <a:lnTo>
                    <a:pt x="1622504" y="2363713"/>
                  </a:lnTo>
                  <a:lnTo>
                    <a:pt x="0" y="2558931"/>
                  </a:lnTo>
                  <a:lnTo>
                    <a:pt x="588595" y="3397621"/>
                  </a:lnTo>
                  <a:lnTo>
                    <a:pt x="600233" y="3397621"/>
                  </a:lnTo>
                  <a:lnTo>
                    <a:pt x="600233" y="3411922"/>
                  </a:lnTo>
                  <a:lnTo>
                    <a:pt x="588595" y="3411922"/>
                  </a:lnTo>
                  <a:lnTo>
                    <a:pt x="588595" y="3397621"/>
                  </a:lnTo>
                  <a:lnTo>
                    <a:pt x="0" y="1225033"/>
                  </a:lnTo>
                  <a:lnTo>
                    <a:pt x="1622504" y="2363713"/>
                  </a:lnTo>
                  <a:lnTo>
                    <a:pt x="1622504" y="2375350"/>
                  </a:lnTo>
                  <a:lnTo>
                    <a:pt x="1636804" y="2375350"/>
                  </a:lnTo>
                  <a:lnTo>
                    <a:pt x="1636804" y="2363713"/>
                  </a:lnTo>
                  <a:lnTo>
                    <a:pt x="1622504" y="2363713"/>
                  </a:lnTo>
                  <a:lnTo>
                    <a:pt x="0" y="2571563"/>
                  </a:lnTo>
                  <a:lnTo>
                    <a:pt x="576958" y="3397621"/>
                  </a:lnTo>
                  <a:lnTo>
                    <a:pt x="588595" y="3397621"/>
                  </a:lnTo>
                  <a:lnTo>
                    <a:pt x="588595" y="3411922"/>
                  </a:lnTo>
                  <a:lnTo>
                    <a:pt x="576958" y="3411922"/>
                  </a:lnTo>
                  <a:lnTo>
                    <a:pt x="576958" y="3397621"/>
                  </a:lnTo>
                  <a:lnTo>
                    <a:pt x="0" y="2571563"/>
                  </a:lnTo>
                  <a:lnTo>
                    <a:pt x="0" y="1218842"/>
                  </a:lnTo>
                  <a:lnTo>
                    <a:pt x="1622504" y="2352076"/>
                  </a:lnTo>
                  <a:lnTo>
                    <a:pt x="1622504" y="2363713"/>
                  </a:lnTo>
                  <a:lnTo>
                    <a:pt x="1636804" y="2363713"/>
                  </a:lnTo>
                  <a:lnTo>
                    <a:pt x="1636804" y="2352076"/>
                  </a:lnTo>
                  <a:lnTo>
                    <a:pt x="1622504" y="2352076"/>
                  </a:lnTo>
                  <a:lnTo>
                    <a:pt x="0" y="1218842"/>
                  </a:lnTo>
                  <a:lnTo>
                    <a:pt x="0" y="2571563"/>
                  </a:lnTo>
                  <a:lnTo>
                    <a:pt x="576958" y="3397621"/>
                  </a:lnTo>
                  <a:lnTo>
                    <a:pt x="588595" y="3397621"/>
                  </a:lnTo>
                  <a:lnTo>
                    <a:pt x="588595" y="3411922"/>
                  </a:lnTo>
                  <a:lnTo>
                    <a:pt x="576958" y="3411922"/>
                  </a:lnTo>
                  <a:lnTo>
                    <a:pt x="576958" y="3397621"/>
                  </a:lnTo>
                  <a:lnTo>
                    <a:pt x="0" y="2571563"/>
                  </a:lnTo>
                  <a:lnTo>
                    <a:pt x="0" y="1218842"/>
                  </a:lnTo>
                  <a:lnTo>
                    <a:pt x="1622504" y="2352076"/>
                  </a:lnTo>
                  <a:lnTo>
                    <a:pt x="1622504" y="2363713"/>
                  </a:lnTo>
                  <a:lnTo>
                    <a:pt x="1636804" y="2363713"/>
                  </a:lnTo>
                  <a:lnTo>
                    <a:pt x="1636804" y="2352076"/>
                  </a:lnTo>
                  <a:lnTo>
                    <a:pt x="1622504" y="2352076"/>
                  </a:lnTo>
                  <a:lnTo>
                    <a:pt x="0" y="2571563"/>
                  </a:lnTo>
                  <a:lnTo>
                    <a:pt x="576958" y="3397621"/>
                  </a:lnTo>
                  <a:lnTo>
                    <a:pt x="588595" y="3397621"/>
                  </a:lnTo>
                  <a:lnTo>
                    <a:pt x="588595" y="3411922"/>
                  </a:lnTo>
                  <a:lnTo>
                    <a:pt x="576958" y="3411922"/>
                  </a:lnTo>
                  <a:lnTo>
                    <a:pt x="576958" y="3397621"/>
                  </a:lnTo>
                  <a:lnTo>
                    <a:pt x="0" y="1218842"/>
                  </a:lnTo>
                  <a:lnTo>
                    <a:pt x="1622504" y="2352076"/>
                  </a:lnTo>
                  <a:lnTo>
                    <a:pt x="1622504" y="2363713"/>
                  </a:lnTo>
                  <a:lnTo>
                    <a:pt x="1636804" y="2363713"/>
                  </a:lnTo>
                  <a:lnTo>
                    <a:pt x="1636804" y="2352076"/>
                  </a:lnTo>
                  <a:lnTo>
                    <a:pt x="1622504" y="2352076"/>
                  </a:lnTo>
                  <a:lnTo>
                    <a:pt x="0" y="1218842"/>
                  </a:lnTo>
                  <a:lnTo>
                    <a:pt x="0" y="2571563"/>
                  </a:lnTo>
                  <a:lnTo>
                    <a:pt x="576958" y="3397621"/>
                  </a:lnTo>
                  <a:lnTo>
                    <a:pt x="588595" y="3397621"/>
                  </a:lnTo>
                  <a:lnTo>
                    <a:pt x="588595" y="3411922"/>
                  </a:lnTo>
                  <a:lnTo>
                    <a:pt x="576958" y="3411922"/>
                  </a:lnTo>
                  <a:lnTo>
                    <a:pt x="576958" y="3397621"/>
                  </a:lnTo>
                  <a:lnTo>
                    <a:pt x="0" y="2571563"/>
                  </a:lnTo>
                  <a:lnTo>
                    <a:pt x="0" y="1218842"/>
                  </a:lnTo>
                  <a:lnTo>
                    <a:pt x="1622504" y="2352076"/>
                  </a:lnTo>
                  <a:lnTo>
                    <a:pt x="1622504" y="2363713"/>
                  </a:lnTo>
                  <a:lnTo>
                    <a:pt x="1636804" y="2363713"/>
                  </a:lnTo>
                  <a:lnTo>
                    <a:pt x="1636804" y="2352076"/>
                  </a:lnTo>
                  <a:lnTo>
                    <a:pt x="1622504" y="2352076"/>
                  </a:lnTo>
                  <a:lnTo>
                    <a:pt x="0" y="1218842"/>
                  </a:lnTo>
                  <a:lnTo>
                    <a:pt x="0" y="2584316"/>
                  </a:lnTo>
                  <a:lnTo>
                    <a:pt x="565321" y="3397621"/>
                  </a:lnTo>
                  <a:lnTo>
                    <a:pt x="576958" y="3397621"/>
                  </a:lnTo>
                  <a:lnTo>
                    <a:pt x="576958" y="3411922"/>
                  </a:lnTo>
                  <a:lnTo>
                    <a:pt x="565321" y="3411922"/>
                  </a:lnTo>
                  <a:lnTo>
                    <a:pt x="565321" y="3397621"/>
                  </a:lnTo>
                  <a:lnTo>
                    <a:pt x="0" y="1212650"/>
                  </a:lnTo>
                  <a:lnTo>
                    <a:pt x="1622504" y="2340438"/>
                  </a:lnTo>
                  <a:lnTo>
                    <a:pt x="1622504" y="2352076"/>
                  </a:lnTo>
                  <a:lnTo>
                    <a:pt x="1636804" y="2352076"/>
                  </a:lnTo>
                  <a:lnTo>
                    <a:pt x="1636804" y="2340438"/>
                  </a:lnTo>
                  <a:lnTo>
                    <a:pt x="1622504" y="2340438"/>
                  </a:lnTo>
                  <a:lnTo>
                    <a:pt x="0" y="2584316"/>
                  </a:lnTo>
                  <a:lnTo>
                    <a:pt x="565321" y="3397621"/>
                  </a:lnTo>
                  <a:lnTo>
                    <a:pt x="576958" y="3397621"/>
                  </a:lnTo>
                  <a:lnTo>
                    <a:pt x="576958" y="3411922"/>
                  </a:lnTo>
                  <a:lnTo>
                    <a:pt x="565321" y="3411922"/>
                  </a:lnTo>
                  <a:lnTo>
                    <a:pt x="565321" y="3397621"/>
                  </a:lnTo>
                  <a:lnTo>
                    <a:pt x="0" y="1212650"/>
                  </a:lnTo>
                  <a:lnTo>
                    <a:pt x="1622504" y="2340438"/>
                  </a:lnTo>
                  <a:lnTo>
                    <a:pt x="1622504" y="2352076"/>
                  </a:lnTo>
                  <a:lnTo>
                    <a:pt x="1636804" y="2352076"/>
                  </a:lnTo>
                  <a:lnTo>
                    <a:pt x="1636804" y="2340438"/>
                  </a:lnTo>
                  <a:lnTo>
                    <a:pt x="1622504" y="2340438"/>
                  </a:lnTo>
                  <a:lnTo>
                    <a:pt x="0" y="2584316"/>
                  </a:lnTo>
                  <a:lnTo>
                    <a:pt x="565321" y="3397621"/>
                  </a:lnTo>
                  <a:lnTo>
                    <a:pt x="576958" y="3397621"/>
                  </a:lnTo>
                  <a:lnTo>
                    <a:pt x="576958" y="3411922"/>
                  </a:lnTo>
                  <a:lnTo>
                    <a:pt x="565321" y="3411922"/>
                  </a:lnTo>
                  <a:lnTo>
                    <a:pt x="565321" y="3397621"/>
                  </a:lnTo>
                  <a:lnTo>
                    <a:pt x="0" y="1212650"/>
                  </a:lnTo>
                  <a:lnTo>
                    <a:pt x="1622504" y="2340438"/>
                  </a:lnTo>
                  <a:lnTo>
                    <a:pt x="1622504" y="2352076"/>
                  </a:lnTo>
                  <a:lnTo>
                    <a:pt x="1636804" y="2352076"/>
                  </a:lnTo>
                  <a:lnTo>
                    <a:pt x="1636804" y="2340438"/>
                  </a:lnTo>
                  <a:lnTo>
                    <a:pt x="1622504" y="2340438"/>
                  </a:lnTo>
                  <a:lnTo>
                    <a:pt x="0" y="2584316"/>
                  </a:lnTo>
                  <a:lnTo>
                    <a:pt x="565321" y="3397621"/>
                  </a:lnTo>
                  <a:lnTo>
                    <a:pt x="576958" y="3397621"/>
                  </a:lnTo>
                  <a:lnTo>
                    <a:pt x="576958" y="3411922"/>
                  </a:lnTo>
                  <a:lnTo>
                    <a:pt x="565321" y="3411922"/>
                  </a:lnTo>
                  <a:lnTo>
                    <a:pt x="565321" y="3397621"/>
                  </a:lnTo>
                  <a:lnTo>
                    <a:pt x="0" y="1212650"/>
                  </a:lnTo>
                  <a:lnTo>
                    <a:pt x="1622504" y="2340438"/>
                  </a:lnTo>
                  <a:lnTo>
                    <a:pt x="1622504" y="2352076"/>
                  </a:lnTo>
                  <a:lnTo>
                    <a:pt x="1636804" y="2352076"/>
                  </a:lnTo>
                  <a:lnTo>
                    <a:pt x="1636804" y="2340438"/>
                  </a:lnTo>
                  <a:lnTo>
                    <a:pt x="1622504" y="2340438"/>
                  </a:lnTo>
                  <a:lnTo>
                    <a:pt x="0" y="2597193"/>
                  </a:lnTo>
                  <a:lnTo>
                    <a:pt x="553683" y="3397621"/>
                  </a:lnTo>
                  <a:lnTo>
                    <a:pt x="565321" y="3397621"/>
                  </a:lnTo>
                  <a:lnTo>
                    <a:pt x="565321" y="3411922"/>
                  </a:lnTo>
                  <a:lnTo>
                    <a:pt x="553683" y="3411922"/>
                  </a:lnTo>
                  <a:lnTo>
                    <a:pt x="553683" y="3397621"/>
                  </a:lnTo>
                  <a:lnTo>
                    <a:pt x="0" y="2597193"/>
                  </a:lnTo>
                  <a:lnTo>
                    <a:pt x="0" y="1206458"/>
                  </a:lnTo>
                  <a:lnTo>
                    <a:pt x="1622504" y="2328801"/>
                  </a:lnTo>
                  <a:lnTo>
                    <a:pt x="1622504" y="2340438"/>
                  </a:lnTo>
                  <a:lnTo>
                    <a:pt x="1636804" y="2340438"/>
                  </a:lnTo>
                  <a:lnTo>
                    <a:pt x="1636804" y="2328801"/>
                  </a:lnTo>
                  <a:lnTo>
                    <a:pt x="1622504" y="2328801"/>
                  </a:lnTo>
                  <a:lnTo>
                    <a:pt x="0" y="2597193"/>
                  </a:lnTo>
                  <a:lnTo>
                    <a:pt x="553683" y="3397621"/>
                  </a:lnTo>
                  <a:lnTo>
                    <a:pt x="565321" y="3397621"/>
                  </a:lnTo>
                  <a:lnTo>
                    <a:pt x="565321" y="3411922"/>
                  </a:lnTo>
                  <a:lnTo>
                    <a:pt x="553683" y="3411922"/>
                  </a:lnTo>
                  <a:lnTo>
                    <a:pt x="553683" y="3397621"/>
                  </a:lnTo>
                  <a:lnTo>
                    <a:pt x="0" y="1206458"/>
                  </a:lnTo>
                  <a:lnTo>
                    <a:pt x="1622504" y="2328801"/>
                  </a:lnTo>
                  <a:lnTo>
                    <a:pt x="1622504" y="2340438"/>
                  </a:lnTo>
                  <a:lnTo>
                    <a:pt x="1636804" y="2340438"/>
                  </a:lnTo>
                  <a:lnTo>
                    <a:pt x="1636804" y="2328801"/>
                  </a:lnTo>
                  <a:lnTo>
                    <a:pt x="1622504" y="2328801"/>
                  </a:lnTo>
                  <a:lnTo>
                    <a:pt x="0" y="2597193"/>
                  </a:lnTo>
                  <a:lnTo>
                    <a:pt x="553683" y="3397621"/>
                  </a:lnTo>
                  <a:lnTo>
                    <a:pt x="565321" y="3397621"/>
                  </a:lnTo>
                  <a:lnTo>
                    <a:pt x="565321" y="3411922"/>
                  </a:lnTo>
                  <a:lnTo>
                    <a:pt x="553683" y="3411922"/>
                  </a:lnTo>
                  <a:lnTo>
                    <a:pt x="553683" y="3397621"/>
                  </a:lnTo>
                  <a:lnTo>
                    <a:pt x="0" y="1206458"/>
                  </a:lnTo>
                  <a:lnTo>
                    <a:pt x="1622504" y="2328801"/>
                  </a:lnTo>
                  <a:lnTo>
                    <a:pt x="1622504" y="2340438"/>
                  </a:lnTo>
                  <a:lnTo>
                    <a:pt x="1636804" y="2340438"/>
                  </a:lnTo>
                  <a:lnTo>
                    <a:pt x="1636804" y="2328801"/>
                  </a:lnTo>
                  <a:lnTo>
                    <a:pt x="1622504" y="2328801"/>
                  </a:lnTo>
                  <a:lnTo>
                    <a:pt x="0" y="1206458"/>
                  </a:lnTo>
                  <a:lnTo>
                    <a:pt x="0" y="2597193"/>
                  </a:lnTo>
                  <a:lnTo>
                    <a:pt x="553683" y="3397621"/>
                  </a:lnTo>
                  <a:lnTo>
                    <a:pt x="565321" y="3397621"/>
                  </a:lnTo>
                  <a:lnTo>
                    <a:pt x="565321" y="3411922"/>
                  </a:lnTo>
                  <a:lnTo>
                    <a:pt x="553683" y="3411922"/>
                  </a:lnTo>
                  <a:lnTo>
                    <a:pt x="553683" y="3397621"/>
                  </a:lnTo>
                  <a:lnTo>
                    <a:pt x="0" y="2597193"/>
                  </a:lnTo>
                  <a:lnTo>
                    <a:pt x="0" y="1206458"/>
                  </a:lnTo>
                  <a:lnTo>
                    <a:pt x="1622504" y="2328801"/>
                  </a:lnTo>
                  <a:lnTo>
                    <a:pt x="1622504" y="2340438"/>
                  </a:lnTo>
                  <a:lnTo>
                    <a:pt x="1636804" y="2340438"/>
                  </a:lnTo>
                  <a:lnTo>
                    <a:pt x="1636804" y="2328801"/>
                  </a:lnTo>
                  <a:lnTo>
                    <a:pt x="1622504" y="2328801"/>
                  </a:lnTo>
                  <a:lnTo>
                    <a:pt x="0" y="1206458"/>
                  </a:lnTo>
                  <a:lnTo>
                    <a:pt x="0" y="2610196"/>
                  </a:lnTo>
                  <a:lnTo>
                    <a:pt x="542046" y="3397621"/>
                  </a:lnTo>
                  <a:lnTo>
                    <a:pt x="553683" y="3397621"/>
                  </a:lnTo>
                  <a:lnTo>
                    <a:pt x="553683" y="3411922"/>
                  </a:lnTo>
                  <a:lnTo>
                    <a:pt x="542046" y="3411922"/>
                  </a:lnTo>
                  <a:lnTo>
                    <a:pt x="542046" y="3397621"/>
                  </a:lnTo>
                  <a:lnTo>
                    <a:pt x="0" y="2610196"/>
                  </a:lnTo>
                  <a:lnTo>
                    <a:pt x="0" y="1200267"/>
                  </a:lnTo>
                  <a:lnTo>
                    <a:pt x="1622504" y="2317164"/>
                  </a:lnTo>
                  <a:lnTo>
                    <a:pt x="1622504" y="2328801"/>
                  </a:lnTo>
                  <a:lnTo>
                    <a:pt x="1636804" y="2328801"/>
                  </a:lnTo>
                  <a:lnTo>
                    <a:pt x="1636804" y="2317164"/>
                  </a:lnTo>
                  <a:lnTo>
                    <a:pt x="1622504" y="2317164"/>
                  </a:lnTo>
                  <a:lnTo>
                    <a:pt x="0" y="1200267"/>
                  </a:lnTo>
                  <a:lnTo>
                    <a:pt x="0" y="2610196"/>
                  </a:lnTo>
                  <a:lnTo>
                    <a:pt x="542046" y="3397621"/>
                  </a:lnTo>
                  <a:lnTo>
                    <a:pt x="553683" y="3397621"/>
                  </a:lnTo>
                  <a:lnTo>
                    <a:pt x="553683" y="3411922"/>
                  </a:lnTo>
                  <a:lnTo>
                    <a:pt x="542046" y="3411922"/>
                  </a:lnTo>
                  <a:lnTo>
                    <a:pt x="542046" y="3397621"/>
                  </a:lnTo>
                  <a:lnTo>
                    <a:pt x="0" y="2610196"/>
                  </a:lnTo>
                  <a:lnTo>
                    <a:pt x="0" y="0"/>
                  </a:lnTo>
                  <a:lnTo>
                    <a:pt x="0" y="1435800"/>
                  </a:lnTo>
                  <a:lnTo>
                    <a:pt x="2404019" y="3397621"/>
                  </a:lnTo>
                  <a:lnTo>
                    <a:pt x="2415656" y="3397621"/>
                  </a:lnTo>
                  <a:lnTo>
                    <a:pt x="2415656" y="3411922"/>
                  </a:lnTo>
                  <a:lnTo>
                    <a:pt x="2404019" y="3411922"/>
                  </a:lnTo>
                  <a:lnTo>
                    <a:pt x="2404019" y="3397621"/>
                  </a:lnTo>
                  <a:lnTo>
                    <a:pt x="0" y="2190917"/>
                  </a:lnTo>
                  <a:lnTo>
                    <a:pt x="1518066" y="4051159"/>
                  </a:lnTo>
                  <a:lnTo>
                    <a:pt x="0" y="0"/>
                  </a:lnTo>
                  <a:lnTo>
                    <a:pt x="0" y="2190917"/>
                  </a:lnTo>
                  <a:lnTo>
                    <a:pt x="1518066" y="4051159"/>
                  </a:lnTo>
                  <a:lnTo>
                    <a:pt x="0" y="1435800"/>
                  </a:lnTo>
                  <a:lnTo>
                    <a:pt x="2404019" y="3397621"/>
                  </a:lnTo>
                  <a:lnTo>
                    <a:pt x="2415656" y="3397621"/>
                  </a:lnTo>
                  <a:lnTo>
                    <a:pt x="2415656" y="3411922"/>
                  </a:lnTo>
                  <a:lnTo>
                    <a:pt x="2404019" y="3411922"/>
                  </a:lnTo>
                  <a:lnTo>
                    <a:pt x="2404019" y="3397621"/>
                  </a:lnTo>
                  <a:lnTo>
                    <a:pt x="0" y="1435800"/>
                  </a:lnTo>
                  <a:lnTo>
                    <a:pt x="0" y="2190917"/>
                  </a:lnTo>
                  <a:lnTo>
                    <a:pt x="1518066" y="4051159"/>
                  </a:lnTo>
                  <a:lnTo>
                    <a:pt x="0" y="2190917"/>
                  </a:lnTo>
                  <a:lnTo>
                    <a:pt x="0" y="1435800"/>
                  </a:lnTo>
                  <a:lnTo>
                    <a:pt x="2404019" y="3397621"/>
                  </a:lnTo>
                  <a:lnTo>
                    <a:pt x="2415656" y="3397621"/>
                  </a:lnTo>
                  <a:lnTo>
                    <a:pt x="2415656" y="3411922"/>
                  </a:lnTo>
                  <a:lnTo>
                    <a:pt x="2404019" y="3411922"/>
                  </a:lnTo>
                  <a:lnTo>
                    <a:pt x="2404019" y="3397621"/>
                  </a:lnTo>
                  <a:lnTo>
                    <a:pt x="0" y="2190917"/>
                  </a:lnTo>
                  <a:lnTo>
                    <a:pt x="1518066" y="4051159"/>
                  </a:lnTo>
                  <a:lnTo>
                    <a:pt x="0" y="1439934"/>
                  </a:lnTo>
                  <a:lnTo>
                    <a:pt x="2392382" y="3397621"/>
                  </a:lnTo>
                  <a:lnTo>
                    <a:pt x="2404019" y="3397621"/>
                  </a:lnTo>
                  <a:lnTo>
                    <a:pt x="2404019" y="3411922"/>
                  </a:lnTo>
                  <a:lnTo>
                    <a:pt x="2392382" y="3411922"/>
                  </a:lnTo>
                  <a:lnTo>
                    <a:pt x="2392382" y="3397621"/>
                  </a:lnTo>
                  <a:lnTo>
                    <a:pt x="0" y="2184726"/>
                  </a:lnTo>
                  <a:lnTo>
                    <a:pt x="1527302" y="4051159"/>
                  </a:lnTo>
                  <a:lnTo>
                    <a:pt x="0" y="1439934"/>
                  </a:lnTo>
                  <a:lnTo>
                    <a:pt x="2392382" y="3397621"/>
                  </a:lnTo>
                  <a:lnTo>
                    <a:pt x="2404019" y="3397621"/>
                  </a:lnTo>
                  <a:lnTo>
                    <a:pt x="2404019" y="3411922"/>
                  </a:lnTo>
                  <a:lnTo>
                    <a:pt x="2392382" y="3411922"/>
                  </a:lnTo>
                  <a:lnTo>
                    <a:pt x="2392382" y="3397621"/>
                  </a:lnTo>
                  <a:lnTo>
                    <a:pt x="0" y="2184726"/>
                  </a:lnTo>
                  <a:lnTo>
                    <a:pt x="1527302" y="4051159"/>
                  </a:lnTo>
                  <a:lnTo>
                    <a:pt x="0" y="1439934"/>
                  </a:lnTo>
                  <a:lnTo>
                    <a:pt x="2392382" y="3397621"/>
                  </a:lnTo>
                  <a:lnTo>
                    <a:pt x="2404019" y="3397621"/>
                  </a:lnTo>
                  <a:lnTo>
                    <a:pt x="2404019" y="3411922"/>
                  </a:lnTo>
                  <a:lnTo>
                    <a:pt x="2392382" y="3411922"/>
                  </a:lnTo>
                  <a:lnTo>
                    <a:pt x="2392382" y="3397621"/>
                  </a:lnTo>
                  <a:lnTo>
                    <a:pt x="0" y="2184726"/>
                  </a:lnTo>
                  <a:lnTo>
                    <a:pt x="1527302" y="4051159"/>
                  </a:lnTo>
                  <a:lnTo>
                    <a:pt x="0" y="1439934"/>
                  </a:lnTo>
                  <a:lnTo>
                    <a:pt x="2392382" y="3397621"/>
                  </a:lnTo>
                  <a:lnTo>
                    <a:pt x="2404019" y="3397621"/>
                  </a:lnTo>
                  <a:lnTo>
                    <a:pt x="2404019" y="3411922"/>
                  </a:lnTo>
                  <a:lnTo>
                    <a:pt x="2392382" y="3411922"/>
                  </a:lnTo>
                  <a:lnTo>
                    <a:pt x="2392382" y="3397621"/>
                  </a:lnTo>
                  <a:lnTo>
                    <a:pt x="0" y="2184726"/>
                  </a:lnTo>
                  <a:lnTo>
                    <a:pt x="1527302" y="4051159"/>
                  </a:lnTo>
                  <a:lnTo>
                    <a:pt x="0" y="1444092"/>
                  </a:lnTo>
                  <a:lnTo>
                    <a:pt x="2380744" y="3397621"/>
                  </a:lnTo>
                  <a:lnTo>
                    <a:pt x="2392382" y="3397621"/>
                  </a:lnTo>
                  <a:lnTo>
                    <a:pt x="2392382" y="3411922"/>
                  </a:lnTo>
                  <a:lnTo>
                    <a:pt x="2380744" y="3411922"/>
                  </a:lnTo>
                  <a:lnTo>
                    <a:pt x="2380744" y="339762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074943" y="5605784"/>
              <a:ext cx="60356" cy="103870"/>
            </a:xfrm>
            <a:custGeom>
              <a:avLst/>
              <a:pathLst>
                <a:path w="60356" h="103870">
                  <a:moveTo>
                    <a:pt x="49182" y="103870"/>
                  </a:moveTo>
                  <a:lnTo>
                    <a:pt x="0" y="0"/>
                  </a:lnTo>
                  <a:lnTo>
                    <a:pt x="50592" y="33583"/>
                  </a:lnTo>
                  <a:lnTo>
                    <a:pt x="59633" y="61523"/>
                  </a:lnTo>
                  <a:lnTo>
                    <a:pt x="60356" y="8478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5AC4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D1F1D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A589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39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BDEAD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322218" y="4429159"/>
              <a:ext cx="252911" cy="252911"/>
            </a:xfrm>
            <a:prstGeom prst="ellipse">
              <a:avLst/>
            </a:prstGeom>
            <a:solidFill>
              <a:srgbClr val="3690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DAF4E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3598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3462319" y="4205979"/>
              <a:ext cx="1080689" cy="345275"/>
            </a:xfrm>
            <a:custGeom>
              <a:avLst/>
              <a:pathLst>
                <a:path w="1080689" h="345275">
                  <a:moveTo>
                    <a:pt x="1080689" y="0"/>
                  </a:moveTo>
                  <a:lnTo>
                    <a:pt x="0" y="34527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3536580" y="3232306"/>
              <a:ext cx="1087875" cy="456642"/>
            </a:xfrm>
            <a:custGeom>
              <a:avLst/>
              <a:pathLst>
                <a:path w="1087875" h="456642">
                  <a:moveTo>
                    <a:pt x="1087875" y="0"/>
                  </a:moveTo>
                  <a:lnTo>
                    <a:pt x="0" y="45664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3508638" y="3791261"/>
              <a:ext cx="1279917" cy="586019"/>
            </a:xfrm>
            <a:custGeom>
              <a:avLst/>
              <a:pathLst>
                <a:path w="1279917" h="586019">
                  <a:moveTo>
                    <a:pt x="1279917" y="0"/>
                  </a:moveTo>
                  <a:lnTo>
                    <a:pt x="0" y="58601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543009" y="4037870"/>
              <a:ext cx="1193383" cy="324612"/>
            </a:xfrm>
            <a:custGeom>
              <a:avLst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tx735"/>
            <p:cNvSpPr/>
            <p:nvPr/>
          </p:nvSpPr>
          <p:spPr>
            <a:xfrm>
              <a:off x="4588729" y="4083590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736" name="pg736"/>
            <p:cNvSpPr/>
            <p:nvPr/>
          </p:nvSpPr>
          <p:spPr>
            <a:xfrm>
              <a:off x="4624456" y="3062381"/>
              <a:ext cx="1500987" cy="324611"/>
            </a:xfrm>
            <a:custGeom>
              <a:avLst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tx737"/>
            <p:cNvSpPr/>
            <p:nvPr/>
          </p:nvSpPr>
          <p:spPr>
            <a:xfrm>
              <a:off x="4670176" y="3108101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738" name="pg738"/>
            <p:cNvSpPr/>
            <p:nvPr/>
          </p:nvSpPr>
          <p:spPr>
            <a:xfrm>
              <a:off x="4788556" y="3621807"/>
              <a:ext cx="1554937" cy="324612"/>
            </a:xfrm>
            <a:custGeom>
              <a:avLst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tx739"/>
            <p:cNvSpPr/>
            <p:nvPr/>
          </p:nvSpPr>
          <p:spPr>
            <a:xfrm>
              <a:off x="4834276" y="3667527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740" name="rc740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tx741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6" name="pl756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tx767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86" name="tx786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87" name="rc787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tx788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89" name="pic78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90" name="pl790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836004" y="40300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836004" y="371760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836004" y="340514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6660439" y="40300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6660439" y="371760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6660439" y="340514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tx798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6949485" y="39900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6949485" y="367755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6949485" y="33650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0D2B2">
                <a:alpha val="100000"/>
              </a:srgbClr>
            </a:solidFill>
            <a:ln w="5420" cap="flat">
              <a:solidFill>
                <a:srgbClr val="70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9">
                <a:alpha val="100000"/>
              </a:srgbClr>
            </a:solidFill>
            <a:ln w="5420" cap="flat">
              <a:solidFill>
                <a:srgbClr val="A4E2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0C6">
                <a:alpha val="100000"/>
              </a:srgbClr>
            </a:solidFill>
            <a:ln w="5420" cap="flat">
              <a:solidFill>
                <a:srgbClr val="9F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CEAD4">
                <a:alpha val="100000"/>
              </a:srgbClr>
            </a:solidFill>
            <a:ln w="5420" cap="flat">
              <a:solidFill>
                <a:srgbClr val="BCEAD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DEFDC">
                <a:alpha val="100000"/>
              </a:srgbClr>
            </a:solidFill>
            <a:ln w="5420" cap="flat">
              <a:solidFill>
                <a:srgbClr val="CDEFD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3ECD7">
                <a:alpha val="100000"/>
              </a:srgbClr>
            </a:solidFill>
            <a:ln w="5420" cap="flat">
              <a:solidFill>
                <a:srgbClr val="C3E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6E8D1">
                <a:alpha val="100000"/>
              </a:srgbClr>
            </a:solidFill>
            <a:ln w="5420" cap="flat">
              <a:solidFill>
                <a:srgbClr val="B6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FEBD6">
                <a:alpha val="100000"/>
              </a:srgbClr>
            </a:solidFill>
            <a:ln w="5420" cap="flat">
              <a:solidFill>
                <a:srgbClr val="BF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FF0DD">
                <a:alpha val="100000"/>
              </a:srgbClr>
            </a:solidFill>
            <a:ln w="5420" cap="flat">
              <a:solidFill>
                <a:srgbClr val="CF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EF0DD">
                <a:alpha val="100000"/>
              </a:srgbClr>
            </a:solidFill>
            <a:ln w="5420" cap="flat">
              <a:solidFill>
                <a:srgbClr val="CEF0D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4EDD8">
                <a:alpha val="100000"/>
              </a:srgbClr>
            </a:solidFill>
            <a:ln w="5420" cap="flat">
              <a:solidFill>
                <a:srgbClr val="C4ED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7E8D1">
                <a:alpha val="100000"/>
              </a:srgbClr>
            </a:solidFill>
            <a:ln w="5420" cap="flat">
              <a:solidFill>
                <a:srgbClr val="B7E8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0E6CE">
                <a:alpha val="100000"/>
              </a:srgbClr>
            </a:solidFill>
            <a:ln w="5420" cap="flat">
              <a:solidFill>
                <a:srgbClr val="B0E6C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1EBD6">
                <a:alpha val="100000"/>
              </a:srgbClr>
            </a:solidFill>
            <a:ln w="5420" cap="flat">
              <a:solidFill>
                <a:srgbClr val="C1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C0EBD6">
                <a:alpha val="100000"/>
              </a:srgbClr>
            </a:solidFill>
            <a:ln w="5420" cap="flat">
              <a:solidFill>
                <a:srgbClr val="C0EB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8E9D2">
                <a:alpha val="100000"/>
              </a:srgbClr>
            </a:solidFill>
            <a:ln w="5420" cap="flat">
              <a:solidFill>
                <a:srgbClr val="B8E9D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DE5CD">
                <a:alpha val="100000"/>
              </a:srgbClr>
            </a:solidFill>
            <a:ln w="5420" cap="flat">
              <a:solidFill>
                <a:srgbClr val="AD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8AC">
                <a:alpha val="100000"/>
              </a:srgbClr>
            </a:solidFill>
            <a:ln w="5420" cap="flat">
              <a:solidFill>
                <a:srgbClr val="5D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4B4">
                <a:alpha val="100000"/>
              </a:srgbClr>
            </a:solidFill>
            <a:ln w="5420" cap="flat">
              <a:solidFill>
                <a:srgbClr val="74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F">
                <a:alpha val="100000"/>
              </a:srgbClr>
            </a:solidFill>
            <a:ln w="5420" cap="flat">
              <a:solidFill>
                <a:srgbClr val="8E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AD1B0">
                <a:alpha val="100000"/>
              </a:srgbClr>
            </a:solidFill>
            <a:ln w="5420" cap="flat">
              <a:solidFill>
                <a:srgbClr val="6A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D">
                <a:alpha val="100000"/>
              </a:srgbClr>
            </a:solidFill>
            <a:ln w="5420" cap="flat">
              <a:solidFill>
                <a:srgbClr val="8CDB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6">
                <a:alpha val="100000"/>
              </a:srgbClr>
            </a:solidFill>
            <a:ln w="5420" cap="flat">
              <a:solidFill>
                <a:srgbClr val="A0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1E1C7">
                <a:alpha val="100000"/>
              </a:srgbClr>
            </a:solidFill>
            <a:ln w="5420" cap="flat">
              <a:solidFill>
                <a:srgbClr val="A1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FE1C6">
                <a:alpha val="100000"/>
              </a:srgbClr>
            </a:solidFill>
            <a:ln w="5420" cap="flat">
              <a:solidFill>
                <a:srgbClr val="9FE1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6E3C9">
                <a:alpha val="100000"/>
              </a:srgbClr>
            </a:solidFill>
            <a:ln w="5420" cap="flat">
              <a:solidFill>
                <a:srgbClr val="A6E3C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9E4CB">
                <a:alpha val="100000"/>
              </a:srgbClr>
            </a:solidFill>
            <a:ln w="5420" cap="flat">
              <a:solidFill>
                <a:srgbClr val="A9E4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8E3CA">
                <a:alpha val="100000"/>
              </a:srgbClr>
            </a:solidFill>
            <a:ln w="5420" cap="flat">
              <a:solidFill>
                <a:srgbClr val="A8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4E2C8">
                <a:alpha val="100000"/>
              </a:srgbClr>
            </a:solidFill>
            <a:ln w="5420" cap="flat">
              <a:solidFill>
                <a:srgbClr val="A4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2">
                <a:alpha val="100000"/>
              </a:srgbClr>
            </a:solidFill>
            <a:ln w="5420" cap="flat">
              <a:solidFill>
                <a:srgbClr val="95DD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0E1C7">
                <a:alpha val="100000"/>
              </a:srgbClr>
            </a:solidFill>
            <a:ln w="5420" cap="flat">
              <a:solidFill>
                <a:srgbClr val="A0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B2E6CF">
                <a:alpha val="100000"/>
              </a:srgbClr>
            </a:solidFill>
            <a:ln w="5420" cap="flat">
              <a:solidFill>
                <a:srgbClr val="B2E6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7E3CA">
                <a:alpha val="100000"/>
              </a:srgbClr>
            </a:solidFill>
            <a:ln w="5420" cap="flat">
              <a:solidFill>
                <a:srgbClr val="A7E3C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9">
                <a:alpha val="100000"/>
              </a:srgbClr>
            </a:solidFill>
            <a:ln w="5420" cap="flat">
              <a:solidFill>
                <a:srgbClr val="83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0">
                <a:alpha val="100000"/>
              </a:srgbClr>
            </a:solidFill>
            <a:ln w="5420" cap="flat">
              <a:solidFill>
                <a:srgbClr val="93DD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2E1C7">
                <a:alpha val="100000"/>
              </a:srgbClr>
            </a:solidFill>
            <a:ln w="5420" cap="flat">
              <a:solidFill>
                <a:srgbClr val="A2E1C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EE5CD">
                <a:alpha val="100000"/>
              </a:srgbClr>
            </a:solidFill>
            <a:ln w="5420" cap="flat">
              <a:solidFill>
                <a:srgbClr val="AEE5C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BE4CC">
                <a:alpha val="100000"/>
              </a:srgbClr>
            </a:solidFill>
            <a:ln w="5420" cap="flat">
              <a:solidFill>
                <a:srgbClr val="ABE4C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A3E2C8">
                <a:alpha val="100000"/>
              </a:srgbClr>
            </a:solidFill>
            <a:ln w="5420" cap="flat">
              <a:solidFill>
                <a:srgbClr val="A3E2C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2B2">
                <a:alpha val="100000"/>
              </a:srgbClr>
            </a:solidFill>
            <a:ln w="5420" cap="flat">
              <a:solidFill>
                <a:srgbClr val="71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A">
                <a:alpha val="100000"/>
              </a:srgbClr>
            </a:solidFill>
            <a:ln w="5420" cap="flat">
              <a:solidFill>
                <a:srgbClr val="85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6D0AE">
                <a:alpha val="100000"/>
              </a:srgbClr>
            </a:solidFill>
            <a:ln w="5420" cap="flat">
              <a:solidFill>
                <a:srgbClr val="66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9">
                <a:alpha val="100000"/>
              </a:srgbClr>
            </a:solidFill>
            <a:ln w="5420" cap="flat">
              <a:solidFill>
                <a:srgbClr val="80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8BB">
                <a:alpha val="100000"/>
              </a:srgbClr>
            </a:solidFill>
            <a:ln w="5420" cap="flat">
              <a:solidFill>
                <a:srgbClr val="85D8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7B9">
                <a:alpha val="100000"/>
              </a:srgbClr>
            </a:solidFill>
            <a:ln w="5420" cap="flat">
              <a:solidFill>
                <a:srgbClr val="82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3">
                <a:alpha val="100000"/>
              </a:srgbClr>
            </a:solidFill>
            <a:ln w="5420" cap="flat">
              <a:solidFill>
                <a:srgbClr val="97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1">
                <a:alpha val="100000"/>
              </a:srgbClr>
            </a:solidFill>
            <a:ln w="5420" cap="flat">
              <a:solidFill>
                <a:srgbClr val="6F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FD2B2">
                <a:alpha val="100000"/>
              </a:srgbClr>
            </a:solidFill>
            <a:ln w="5420" cap="flat">
              <a:solidFill>
                <a:srgbClr val="6FD2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3D3B3">
                <a:alpha val="100000"/>
              </a:srgbClr>
            </a:solidFill>
            <a:ln w="5420" cap="flat">
              <a:solidFill>
                <a:srgbClr val="73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9D5B5">
                <a:alpha val="100000"/>
              </a:srgbClr>
            </a:solidFill>
            <a:ln w="5420" cap="flat">
              <a:solidFill>
                <a:srgbClr val="79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AD5B6">
                <a:alpha val="100000"/>
              </a:srgbClr>
            </a:solidFill>
            <a:ln w="5420" cap="flat">
              <a:solidFill>
                <a:srgbClr val="7A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5B6">
                <a:alpha val="100000"/>
              </a:srgbClr>
            </a:solidFill>
            <a:ln w="5420" cap="flat">
              <a:solidFill>
                <a:srgbClr val="7BD5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5D9BB">
                <a:alpha val="100000"/>
              </a:srgbClr>
            </a:solidFill>
            <a:ln w="5420" cap="flat">
              <a:solidFill>
                <a:srgbClr val="85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8D9BC">
                <a:alpha val="100000"/>
              </a:srgbClr>
            </a:solidFill>
            <a:ln w="5420" cap="flat">
              <a:solidFill>
                <a:srgbClr val="88D9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3DDC1">
                <a:alpha val="100000"/>
              </a:srgbClr>
            </a:solidFill>
            <a:ln w="5420" cap="flat">
              <a:solidFill>
                <a:srgbClr val="93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7DEC2">
                <a:alpha val="100000"/>
              </a:srgbClr>
            </a:solidFill>
            <a:ln w="5420" cap="flat">
              <a:solidFill>
                <a:srgbClr val="97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EC3">
                <a:alpha val="100000"/>
              </a:srgbClr>
            </a:solidFill>
            <a:ln w="5420" cap="flat">
              <a:solidFill>
                <a:srgbClr val="99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DE0C5">
                <a:alpha val="100000"/>
              </a:srgbClr>
            </a:solidFill>
            <a:ln w="5420" cap="flat">
              <a:solidFill>
                <a:srgbClr val="9D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ADFC4">
                <a:alpha val="100000"/>
              </a:srgbClr>
            </a:solidFill>
            <a:ln w="5420" cap="flat">
              <a:solidFill>
                <a:srgbClr val="9A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CE0C5">
                <a:alpha val="100000"/>
              </a:srgbClr>
            </a:solidFill>
            <a:ln w="5420" cap="flat">
              <a:solidFill>
                <a:srgbClr val="9C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6">
                <a:alpha val="100000"/>
              </a:srgbClr>
            </a:solidFill>
            <a:ln w="5420" cap="flat">
              <a:solidFill>
                <a:srgbClr val="9EE0C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EE0C5">
                <a:alpha val="100000"/>
              </a:srgbClr>
            </a:solidFill>
            <a:ln w="5420" cap="flat">
              <a:solidFill>
                <a:srgbClr val="9EE0C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9DFC3">
                <a:alpha val="100000"/>
              </a:srgbClr>
            </a:solidFill>
            <a:ln w="5420" cap="flat">
              <a:solidFill>
                <a:srgbClr val="99DF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BDFC4">
                <a:alpha val="100000"/>
              </a:srgbClr>
            </a:solidFill>
            <a:ln w="5420" cap="flat">
              <a:solidFill>
                <a:srgbClr val="9BD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8DEC3">
                <a:alpha val="100000"/>
              </a:srgbClr>
            </a:solidFill>
            <a:ln w="5420" cap="flat">
              <a:solidFill>
                <a:srgbClr val="98DEC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5DDC1">
                <a:alpha val="100000"/>
              </a:srgbClr>
            </a:solidFill>
            <a:ln w="5420" cap="flat">
              <a:solidFill>
                <a:srgbClr val="95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6DEC2">
                <a:alpha val="100000"/>
              </a:srgbClr>
            </a:solidFill>
            <a:ln w="5420" cap="flat">
              <a:solidFill>
                <a:srgbClr val="96DEC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4DDC1">
                <a:alpha val="100000"/>
              </a:srgbClr>
            </a:solidFill>
            <a:ln w="5420" cap="flat">
              <a:solidFill>
                <a:srgbClr val="94DDC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1DCC0">
                <a:alpha val="100000"/>
              </a:srgbClr>
            </a:solidFill>
            <a:ln w="5420" cap="flat">
              <a:solidFill>
                <a:srgbClr val="91DCC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90DCBF">
                <a:alpha val="100000"/>
              </a:srgbClr>
            </a:solidFill>
            <a:ln w="5420" cap="flat">
              <a:solidFill>
                <a:srgbClr val="90DC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FDBBF">
                <a:alpha val="100000"/>
              </a:srgbClr>
            </a:solidFill>
            <a:ln w="5420" cap="flat">
              <a:solidFill>
                <a:srgbClr val="8FDBB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CDBBE">
                <a:alpha val="100000"/>
              </a:srgbClr>
            </a:solidFill>
            <a:ln w="5420" cap="flat">
              <a:solidFill>
                <a:srgbClr val="8C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9DABC">
                <a:alpha val="100000"/>
              </a:srgbClr>
            </a:solidFill>
            <a:ln w="5420" cap="flat">
              <a:solidFill>
                <a:srgbClr val="89DAB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D">
                <a:alpha val="100000"/>
              </a:srgbClr>
            </a:solidFill>
            <a:ln w="5420" cap="flat">
              <a:solidFill>
                <a:srgbClr val="3A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4D8BA">
                <a:alpha val="100000"/>
              </a:srgbClr>
            </a:solidFill>
            <a:ln w="5420" cap="flat">
              <a:solidFill>
                <a:srgbClr val="84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3D8BA">
                <a:alpha val="100000"/>
              </a:srgbClr>
            </a:solidFill>
            <a:ln w="5420" cap="flat">
              <a:solidFill>
                <a:srgbClr val="83D8B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2D8B9">
                <a:alpha val="100000"/>
              </a:srgbClr>
            </a:solidFill>
            <a:ln w="5420" cap="flat">
              <a:solidFill>
                <a:srgbClr val="82D8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80D7B8">
                <a:alpha val="100000"/>
              </a:srgbClr>
            </a:solidFill>
            <a:ln w="5420" cap="flat">
              <a:solidFill>
                <a:srgbClr val="80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7">
                <a:alpha val="100000"/>
              </a:srgbClr>
            </a:solidFill>
            <a:ln w="5420" cap="flat">
              <a:solidFill>
                <a:srgbClr val="38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6">
                <a:alpha val="100000"/>
              </a:srgbClr>
            </a:solidFill>
            <a:ln w="5420" cap="flat">
              <a:solidFill>
                <a:srgbClr val="382B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ED6B7">
                <a:alpha val="100000"/>
              </a:srgbClr>
            </a:solidFill>
            <a:ln w="5420" cap="flat">
              <a:solidFill>
                <a:srgbClr val="7E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15D">
                <a:alpha val="100000"/>
              </a:srgbClr>
            </a:solidFill>
            <a:ln w="5420" cap="flat">
              <a:solidFill>
                <a:srgbClr val="3931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4B5">
                <a:alpha val="100000"/>
              </a:srgbClr>
            </a:solidFill>
            <a:ln w="5420" cap="flat">
              <a:solidFill>
                <a:srgbClr val="78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8D5B5">
                <a:alpha val="100000"/>
              </a:srgbClr>
            </a:solidFill>
            <a:ln w="5420" cap="flat">
              <a:solidFill>
                <a:srgbClr val="78D5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7D4B5">
                <a:alpha val="100000"/>
              </a:srgbClr>
            </a:solidFill>
            <a:ln w="5420" cap="flat">
              <a:solidFill>
                <a:srgbClr val="77D4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6D4B4">
                <a:alpha val="100000"/>
              </a:srgbClr>
            </a:solidFill>
            <a:ln w="5420" cap="flat">
              <a:solidFill>
                <a:srgbClr val="76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75D4B4">
                <a:alpha val="100000"/>
              </a:srgbClr>
            </a:solidFill>
            <a:ln w="5420" cap="flat">
              <a:solidFill>
                <a:srgbClr val="75D4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240">
                <a:alpha val="100000"/>
              </a:srgbClr>
            </a:solidFill>
            <a:ln w="5420" cap="flat">
              <a:solidFill>
                <a:srgbClr val="2D22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D2140">
                <a:alpha val="100000"/>
              </a:srgbClr>
            </a:solidFill>
            <a:ln w="5420" cap="flat">
              <a:solidFill>
                <a:srgbClr val="2D21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F2343">
                <a:alpha val="100000"/>
              </a:srgbClr>
            </a:solidFill>
            <a:ln w="5420" cap="flat">
              <a:solidFill>
                <a:srgbClr val="2F2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64A">
                <a:alpha val="100000"/>
              </a:srgbClr>
            </a:solidFill>
            <a:ln w="5420" cap="flat">
              <a:solidFill>
                <a:srgbClr val="32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CD1B0">
                <a:alpha val="100000"/>
              </a:srgbClr>
            </a:solidFill>
            <a:ln w="5420" cap="flat">
              <a:solidFill>
                <a:srgbClr val="6C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C">
                <a:alpha val="100000"/>
              </a:srgbClr>
            </a:solidFill>
            <a:ln w="5420" cap="flat">
              <a:solidFill>
                <a:srgbClr val="392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344">
                <a:alpha val="100000"/>
              </a:srgbClr>
            </a:solidFill>
            <a:ln w="5420" cap="flat">
              <a:solidFill>
                <a:srgbClr val="3023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C213E">
                <a:alpha val="100000"/>
              </a:srgbClr>
            </a:solidFill>
            <a:ln w="5420" cap="flat">
              <a:solidFill>
                <a:srgbClr val="2C213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2E2242">
                <a:alpha val="100000"/>
              </a:srgbClr>
            </a:solidFill>
            <a:ln w="5420" cap="flat">
              <a:solidFill>
                <a:srgbClr val="2E224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22549">
                <a:alpha val="100000"/>
              </a:srgbClr>
            </a:solidFill>
            <a:ln w="5420" cap="flat">
              <a:solidFill>
                <a:srgbClr val="32254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7D0AF">
                <a:alpha val="100000"/>
              </a:srgbClr>
            </a:solidFill>
            <a:ln w="5420" cap="flat">
              <a:solidFill>
                <a:srgbClr val="67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02445">
                <a:alpha val="100000"/>
              </a:srgbClr>
            </a:solidFill>
            <a:ln w="5420" cap="flat">
              <a:solidFill>
                <a:srgbClr val="30244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C">
                <a:alpha val="100000"/>
              </a:srgbClr>
            </a:solidFill>
            <a:ln w="5420" cap="flat">
              <a:solidFill>
                <a:srgbClr val="34274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60">
                <a:alpha val="100000"/>
              </a:srgbClr>
            </a:solidFill>
            <a:ln w="5420" cap="flat">
              <a:solidFill>
                <a:srgbClr val="3A32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A">
                <a:alpha val="100000"/>
              </a:srgbClr>
            </a:solidFill>
            <a:ln w="5420" cap="flat">
              <a:solidFill>
                <a:srgbClr val="392F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A78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985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E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A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90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39315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2264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594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7DD6B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60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99DFC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9FE0C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A336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5E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2C203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53BB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986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A68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C487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8FDB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D3F2E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A336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A0E1C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A8E3C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B6E8D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61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95D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5DCA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23192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C0EBD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2850506" y="4909181"/>
              <a:ext cx="52307" cy="84346"/>
            </a:xfrm>
            <a:custGeom>
              <a:avLst/>
              <a:pathLst>
                <a:path w="52307" h="84346">
                  <a:moveTo>
                    <a:pt x="0" y="0"/>
                  </a:moveTo>
                  <a:lnTo>
                    <a:pt x="52307" y="843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5744280" y="2858066"/>
              <a:ext cx="79841" cy="66081"/>
            </a:xfrm>
            <a:custGeom>
              <a:avLst/>
              <a:pathLst>
                <a:path w="79841" h="66081">
                  <a:moveTo>
                    <a:pt x="0" y="0"/>
                  </a:moveTo>
                  <a:lnTo>
                    <a:pt x="79841" y="6608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513422" y="4609244"/>
              <a:ext cx="54404" cy="79654"/>
            </a:xfrm>
            <a:custGeom>
              <a:avLst/>
              <a:pathLst>
                <a:path w="54404" h="79654">
                  <a:moveTo>
                    <a:pt x="0" y="0"/>
                  </a:moveTo>
                  <a:lnTo>
                    <a:pt x="54404" y="7965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3511686" y="4762477"/>
              <a:ext cx="53645" cy="82387"/>
            </a:xfrm>
            <a:custGeom>
              <a:avLst/>
              <a:pathLst>
                <a:path w="53645" h="82387">
                  <a:moveTo>
                    <a:pt x="0" y="0"/>
                  </a:moveTo>
                  <a:lnTo>
                    <a:pt x="53645" y="8238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501242" y="3045002"/>
              <a:ext cx="171680" cy="13540"/>
            </a:xfrm>
            <a:custGeom>
              <a:avLst/>
              <a:pathLst>
                <a:path w="171680" h="13540">
                  <a:moveTo>
                    <a:pt x="0" y="0"/>
                  </a:moveTo>
                  <a:lnTo>
                    <a:pt x="171680" y="1354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g3966"/>
            <p:cNvSpPr/>
            <p:nvPr/>
          </p:nvSpPr>
          <p:spPr>
            <a:xfrm>
              <a:off x="2291991" y="4760459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2337711" y="4806179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280113" y="2666134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325833" y="2711854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451" y="4460336"/>
              <a:ext cx="542970" cy="191932"/>
            </a:xfrm>
            <a:custGeom>
              <a:avLst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4016171" y="4506056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2960851" y="4613770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tx3973"/>
            <p:cNvSpPr/>
            <p:nvPr/>
          </p:nvSpPr>
          <p:spPr>
            <a:xfrm>
              <a:off x="3006571" y="4659490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4919501" y="2948958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tx3975"/>
            <p:cNvSpPr/>
            <p:nvPr/>
          </p:nvSpPr>
          <p:spPr>
            <a:xfrm>
              <a:off x="4965221" y="2994678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928496" y="444790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13544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382298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752931" y="444790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13544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382298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tx4043"/>
            <p:cNvSpPr/>
            <p:nvPr/>
          </p:nvSpPr>
          <p:spPr>
            <a:xfrm>
              <a:off x="7041976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7041976" y="440785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7041976" y="40953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7041976" y="378293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2201917" y="1998973"/>
              <a:ext cx="2353848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(RDA)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33411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415547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496984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57842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65985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848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2991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311355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392793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47423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6CFAE">
                <a:alpha val="100000"/>
              </a:srgbClr>
            </a:solidFill>
            <a:ln w="5420" cap="flat">
              <a:solidFill>
                <a:srgbClr val="66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8D0AF">
                <a:alpha val="100000"/>
              </a:srgbClr>
            </a:solidFill>
            <a:ln w="5420" cap="flat">
              <a:solidFill>
                <a:srgbClr val="68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1D7B9">
                <a:alpha val="100000"/>
              </a:srgbClr>
            </a:solidFill>
            <a:ln w="5420" cap="flat">
              <a:solidFill>
                <a:srgbClr val="81D7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3">
                <a:alpha val="100000"/>
              </a:srgbClr>
            </a:solidFill>
            <a:ln w="5420" cap="flat">
              <a:solidFill>
                <a:srgbClr val="74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9D0AF">
                <a:alpha val="100000"/>
              </a:srgbClr>
            </a:solidFill>
            <a:ln w="5420" cap="flat">
              <a:solidFill>
                <a:srgbClr val="69D0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DAC">
                <a:alpha val="100000"/>
              </a:srgbClr>
            </a:solidFill>
            <a:ln w="5420" cap="flat">
              <a:solidFill>
                <a:srgbClr val="60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DDBBE">
                <a:alpha val="100000"/>
              </a:srgbClr>
            </a:solidFill>
            <a:ln w="5420" cap="flat">
              <a:solidFill>
                <a:srgbClr val="8D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EDBBE">
                <a:alpha val="100000"/>
              </a:srgbClr>
            </a:solidFill>
            <a:ln w="5420" cap="flat">
              <a:solidFill>
                <a:srgbClr val="8EDBB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7D9BB">
                <a:alpha val="100000"/>
              </a:srgbClr>
            </a:solidFill>
            <a:ln w="5420" cap="flat">
              <a:solidFill>
                <a:srgbClr val="87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DD6B7">
                <a:alpha val="100000"/>
              </a:srgbClr>
            </a:solidFill>
            <a:ln w="5420" cap="flat">
              <a:solidFill>
                <a:srgbClr val="7D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5CFAE">
                <a:alpha val="100000"/>
              </a:srgbClr>
            </a:solidFill>
            <a:ln w="5420" cap="flat">
              <a:solidFill>
                <a:srgbClr val="65CF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7D0AE">
                <a:alpha val="100000"/>
              </a:srgbClr>
            </a:solidFill>
            <a:ln w="5420" cap="flat">
              <a:solidFill>
                <a:srgbClr val="67D0A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ED6B8">
                <a:alpha val="100000"/>
              </a:srgbClr>
            </a:solidFill>
            <a:ln w="5420" cap="flat">
              <a:solidFill>
                <a:srgbClr val="7ED6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ADABD">
                <a:alpha val="100000"/>
              </a:srgbClr>
            </a:solidFill>
            <a:ln w="5420" cap="flat">
              <a:solidFill>
                <a:srgbClr val="8A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BDABD">
                <a:alpha val="100000"/>
              </a:srgbClr>
            </a:solidFill>
            <a:ln w="5420" cap="flat">
              <a:solidFill>
                <a:srgbClr val="8BDA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86D9BB">
                <a:alpha val="100000"/>
              </a:srgbClr>
            </a:solidFill>
            <a:ln w="5420" cap="flat">
              <a:solidFill>
                <a:srgbClr val="86D9B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1D3B2">
                <a:alpha val="100000"/>
              </a:srgbClr>
            </a:solidFill>
            <a:ln w="5420" cap="flat">
              <a:solidFill>
                <a:srgbClr val="71D3B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2D3B3">
                <a:alpha val="100000"/>
              </a:srgbClr>
            </a:solidFill>
            <a:ln w="5420" cap="flat">
              <a:solidFill>
                <a:srgbClr val="72D3B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CD6B7">
                <a:alpha val="100000"/>
              </a:srgbClr>
            </a:solidFill>
            <a:ln w="5420" cap="flat">
              <a:solidFill>
                <a:srgbClr val="7CD6B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FD7B8">
                <a:alpha val="100000"/>
              </a:srgbClr>
            </a:solidFill>
            <a:ln w="5420" cap="flat">
              <a:solidFill>
                <a:srgbClr val="7FD7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BD6B6">
                <a:alpha val="100000"/>
              </a:srgbClr>
            </a:solidFill>
            <a:ln w="5420" cap="flat">
              <a:solidFill>
                <a:srgbClr val="7BD6B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74D3B4">
                <a:alpha val="100000"/>
              </a:srgbClr>
            </a:solidFill>
            <a:ln w="5420" cap="flat">
              <a:solidFill>
                <a:srgbClr val="74D3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BD1B0">
                <a:alpha val="100000"/>
              </a:srgbClr>
            </a:solidFill>
            <a:ln w="5420" cap="flat">
              <a:solidFill>
                <a:srgbClr val="6BD1B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ED2B1">
                <a:alpha val="100000"/>
              </a:srgbClr>
            </a:solidFill>
            <a:ln w="5420" cap="flat">
              <a:solidFill>
                <a:srgbClr val="6ED2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DD1B1">
                <a:alpha val="100000"/>
              </a:srgbClr>
            </a:solidFill>
            <a:ln w="5420" cap="flat">
              <a:solidFill>
                <a:srgbClr val="6DD1B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1CEAC">
                <a:alpha val="100000"/>
              </a:srgbClr>
            </a:solidFill>
            <a:ln w="5420" cap="flat">
              <a:solidFill>
                <a:srgbClr val="61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0CEAC">
                <a:alpha val="100000"/>
              </a:srgbClr>
            </a:solidFill>
            <a:ln w="5420" cap="flat">
              <a:solidFill>
                <a:srgbClr val="60CE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DAC">
                <a:alpha val="100000"/>
              </a:srgbClr>
            </a:solidFill>
            <a:ln w="5420" cap="flat">
              <a:solidFill>
                <a:srgbClr val="5FCD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BFAB">
                <a:alpha val="100000"/>
              </a:srgbClr>
            </a:solidFill>
            <a:ln w="5420" cap="flat">
              <a:solidFill>
                <a:srgbClr val="57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5AC">
                <a:alpha val="100000"/>
              </a:srgbClr>
            </a:solidFill>
            <a:ln w="5420" cap="flat">
              <a:solidFill>
                <a:srgbClr val="5B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11255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19399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7542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35686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3830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51973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0117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8261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6405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84548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2692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00836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08979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17123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25267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33411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2301906" y="3765208"/>
              <a:ext cx="973520" cy="1955739"/>
            </a:xfrm>
            <a:custGeom>
              <a:avLst/>
              <a:pathLst>
                <a:path w="973520" h="1955739">
                  <a:moveTo>
                    <a:pt x="892083" y="1917344"/>
                  </a:moveTo>
                  <a:lnTo>
                    <a:pt x="973520" y="1917344"/>
                  </a:lnTo>
                  <a:lnTo>
                    <a:pt x="973520" y="1955739"/>
                  </a:lnTo>
                  <a:lnTo>
                    <a:pt x="481271" y="11104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2301906" y="4351869"/>
              <a:ext cx="892083" cy="1369078"/>
            </a:xfrm>
            <a:custGeom>
              <a:avLst/>
              <a:pathLst>
                <a:path w="892083" h="1369078">
                  <a:moveTo>
                    <a:pt x="892083" y="1369078"/>
                  </a:moveTo>
                  <a:lnTo>
                    <a:pt x="892083" y="13306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2301906" y="3000864"/>
              <a:ext cx="2081471" cy="2720083"/>
            </a:xfrm>
            <a:custGeom>
              <a:avLst/>
              <a:pathLst>
                <a:path w="2081471" h="2720083">
                  <a:moveTo>
                    <a:pt x="973520" y="2681688"/>
                  </a:moveTo>
                  <a:lnTo>
                    <a:pt x="1054958" y="2681688"/>
                  </a:lnTo>
                  <a:lnTo>
                    <a:pt x="1054958" y="2720083"/>
                  </a:lnTo>
                  <a:lnTo>
                    <a:pt x="2081471" y="15804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2301906" y="4272355"/>
              <a:ext cx="973520" cy="1448592"/>
            </a:xfrm>
            <a:custGeom>
              <a:avLst/>
              <a:pathLst>
                <a:path w="973520" h="1448592">
                  <a:moveTo>
                    <a:pt x="973520" y="1448592"/>
                  </a:moveTo>
                  <a:lnTo>
                    <a:pt x="973520" y="141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2301906" y="4391664"/>
              <a:ext cx="1136395" cy="1329283"/>
            </a:xfrm>
            <a:custGeom>
              <a:avLst/>
              <a:pathLst>
                <a:path w="1136395" h="1329283">
                  <a:moveTo>
                    <a:pt x="1054958" y="1290888"/>
                  </a:moveTo>
                  <a:lnTo>
                    <a:pt x="1136395" y="1290888"/>
                  </a:lnTo>
                  <a:lnTo>
                    <a:pt x="1136395" y="1329283"/>
                  </a:lnTo>
                  <a:lnTo>
                    <a:pt x="481271" y="7282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2301906" y="4197308"/>
              <a:ext cx="1054958" cy="1523639"/>
            </a:xfrm>
            <a:custGeom>
              <a:avLst/>
              <a:pathLst>
                <a:path w="1054958" h="1523639">
                  <a:moveTo>
                    <a:pt x="1054958" y="1523639"/>
                  </a:moveTo>
                  <a:lnTo>
                    <a:pt x="1054958" y="1485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2301906" y="3115653"/>
              <a:ext cx="2081471" cy="2605294"/>
            </a:xfrm>
            <a:custGeom>
              <a:avLst/>
              <a:pathLst>
                <a:path w="2081471" h="2605294">
                  <a:moveTo>
                    <a:pt x="1136395" y="2566899"/>
                  </a:moveTo>
                  <a:lnTo>
                    <a:pt x="1217832" y="2566899"/>
                  </a:lnTo>
                  <a:lnTo>
                    <a:pt x="1217832" y="2605294"/>
                  </a:lnTo>
                  <a:lnTo>
                    <a:pt x="2081471" y="17099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2301906" y="4126360"/>
              <a:ext cx="1136395" cy="1594587"/>
            </a:xfrm>
            <a:custGeom>
              <a:avLst/>
              <a:pathLst>
                <a:path w="1136395" h="1594587">
                  <a:moveTo>
                    <a:pt x="1136395" y="1594587"/>
                  </a:moveTo>
                  <a:lnTo>
                    <a:pt x="1136395" y="155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BC6AC">
                <a:alpha val="100000"/>
              </a:srgbClr>
            </a:solidFill>
            <a:ln w="5420" cap="flat">
              <a:solidFill>
                <a:srgbClr val="5BC6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2301906" y="4585424"/>
              <a:ext cx="1299269" cy="1135523"/>
            </a:xfrm>
            <a:custGeom>
              <a:avLst/>
              <a:pathLst>
                <a:path w="1299269" h="1135523">
                  <a:moveTo>
                    <a:pt x="1217832" y="1097127"/>
                  </a:moveTo>
                  <a:lnTo>
                    <a:pt x="1299269" y="1097127"/>
                  </a:lnTo>
                  <a:lnTo>
                    <a:pt x="1299269" y="1135523"/>
                  </a:lnTo>
                  <a:lnTo>
                    <a:pt x="481271" y="77882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2301906" y="4059186"/>
              <a:ext cx="1217832" cy="1661761"/>
            </a:xfrm>
            <a:custGeom>
              <a:avLst/>
              <a:pathLst>
                <a:path w="1217832" h="1661761">
                  <a:moveTo>
                    <a:pt x="1217832" y="1661761"/>
                  </a:moveTo>
                  <a:lnTo>
                    <a:pt x="1217832" y="1623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2301906" y="3230442"/>
              <a:ext cx="2081471" cy="2490505"/>
            </a:xfrm>
            <a:custGeom>
              <a:avLst/>
              <a:pathLst>
                <a:path w="2081471" h="2490505">
                  <a:moveTo>
                    <a:pt x="1299269" y="2452109"/>
                  </a:moveTo>
                  <a:lnTo>
                    <a:pt x="1380706" y="2452109"/>
                  </a:lnTo>
                  <a:lnTo>
                    <a:pt x="1380706" y="2490505"/>
                  </a:lnTo>
                  <a:lnTo>
                    <a:pt x="2081471" y="18394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2301906" y="3995492"/>
              <a:ext cx="1299269" cy="1725455"/>
            </a:xfrm>
            <a:custGeom>
              <a:avLst/>
              <a:pathLst>
                <a:path w="1299269" h="1725455">
                  <a:moveTo>
                    <a:pt x="1299269" y="1725455"/>
                  </a:moveTo>
                  <a:lnTo>
                    <a:pt x="1299269" y="16870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2301906" y="4779185"/>
              <a:ext cx="1462143" cy="941762"/>
            </a:xfrm>
            <a:custGeom>
              <a:avLst/>
              <a:pathLst>
                <a:path w="1462143" h="941762">
                  <a:moveTo>
                    <a:pt x="1380706" y="903367"/>
                  </a:moveTo>
                  <a:lnTo>
                    <a:pt x="1462143" y="903367"/>
                  </a:lnTo>
                  <a:lnTo>
                    <a:pt x="1462143" y="941762"/>
                  </a:lnTo>
                  <a:lnTo>
                    <a:pt x="481271" y="82937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2301906" y="3935014"/>
              <a:ext cx="1380706" cy="1785933"/>
            </a:xfrm>
            <a:custGeom>
              <a:avLst/>
              <a:pathLst>
                <a:path w="1380706" h="1785933">
                  <a:moveTo>
                    <a:pt x="1380706" y="1785933"/>
                  </a:moveTo>
                  <a:lnTo>
                    <a:pt x="1380706" y="17475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2301906" y="3345232"/>
              <a:ext cx="2081471" cy="2375716"/>
            </a:xfrm>
            <a:custGeom>
              <a:avLst/>
              <a:pathLst>
                <a:path w="2081471" h="2375716">
                  <a:moveTo>
                    <a:pt x="1462143" y="2337320"/>
                  </a:moveTo>
                  <a:lnTo>
                    <a:pt x="1543580" y="2337320"/>
                  </a:lnTo>
                  <a:lnTo>
                    <a:pt x="1543580" y="2375716"/>
                  </a:lnTo>
                  <a:lnTo>
                    <a:pt x="2081471" y="1969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2301906" y="3877515"/>
              <a:ext cx="1462143" cy="1843432"/>
            </a:xfrm>
            <a:custGeom>
              <a:avLst/>
              <a:pathLst>
                <a:path w="1462143" h="1843432">
                  <a:moveTo>
                    <a:pt x="1462143" y="1843432"/>
                  </a:moveTo>
                  <a:lnTo>
                    <a:pt x="1462143" y="18050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2301906" y="4972946"/>
              <a:ext cx="1625018" cy="748001"/>
            </a:xfrm>
            <a:custGeom>
              <a:avLst/>
              <a:pathLst>
                <a:path w="1625018" h="748001">
                  <a:moveTo>
                    <a:pt x="1543580" y="709606"/>
                  </a:moveTo>
                  <a:lnTo>
                    <a:pt x="1625018" y="709606"/>
                  </a:lnTo>
                  <a:lnTo>
                    <a:pt x="1625018" y="748001"/>
                  </a:lnTo>
                  <a:lnTo>
                    <a:pt x="409115" y="7480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2301906" y="3822780"/>
              <a:ext cx="1543580" cy="1898167"/>
            </a:xfrm>
            <a:custGeom>
              <a:avLst/>
              <a:pathLst>
                <a:path w="1543580" h="1898167">
                  <a:moveTo>
                    <a:pt x="1543580" y="1898167"/>
                  </a:moveTo>
                  <a:lnTo>
                    <a:pt x="1543580" y="18597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2301906" y="2886075"/>
              <a:ext cx="2081471" cy="2834872"/>
            </a:xfrm>
            <a:custGeom>
              <a:avLst/>
              <a:pathLst>
                <a:path w="2081471" h="2834872">
                  <a:moveTo>
                    <a:pt x="1625018" y="2796477"/>
                  </a:moveTo>
                  <a:lnTo>
                    <a:pt x="1706455" y="2796477"/>
                  </a:lnTo>
                  <a:lnTo>
                    <a:pt x="1706455" y="2834872"/>
                  </a:lnTo>
                  <a:lnTo>
                    <a:pt x="2081471" y="14509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2301906" y="3770615"/>
              <a:ext cx="1625018" cy="1950332"/>
            </a:xfrm>
            <a:custGeom>
              <a:avLst/>
              <a:pathLst>
                <a:path w="1625018" h="1950332">
                  <a:moveTo>
                    <a:pt x="1625018" y="1950332"/>
                  </a:moveTo>
                  <a:lnTo>
                    <a:pt x="1625018" y="1911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2301906" y="4087425"/>
              <a:ext cx="1787892" cy="1633522"/>
            </a:xfrm>
            <a:custGeom>
              <a:avLst/>
              <a:pathLst>
                <a:path w="1787892" h="1633522">
                  <a:moveTo>
                    <a:pt x="1706455" y="1595127"/>
                  </a:moveTo>
                  <a:lnTo>
                    <a:pt x="1787892" y="1595127"/>
                  </a:lnTo>
                  <a:lnTo>
                    <a:pt x="1787892" y="1633522"/>
                  </a:lnTo>
                  <a:lnTo>
                    <a:pt x="584587" y="7882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2301906" y="3720842"/>
              <a:ext cx="1706455" cy="2000106"/>
            </a:xfrm>
            <a:custGeom>
              <a:avLst/>
              <a:pathLst>
                <a:path w="1706455" h="2000106">
                  <a:moveTo>
                    <a:pt x="1706455" y="2000106"/>
                  </a:moveTo>
                  <a:lnTo>
                    <a:pt x="1706455" y="196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2301906" y="2964951"/>
              <a:ext cx="2184787" cy="2755996"/>
            </a:xfrm>
            <a:custGeom>
              <a:avLst/>
              <a:pathLst>
                <a:path w="2184787" h="2755996">
                  <a:moveTo>
                    <a:pt x="1787892" y="2717601"/>
                  </a:moveTo>
                  <a:lnTo>
                    <a:pt x="1869329" y="2717601"/>
                  </a:lnTo>
                  <a:lnTo>
                    <a:pt x="1869329" y="2755996"/>
                  </a:lnTo>
                  <a:lnTo>
                    <a:pt x="2184787" y="16163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2301906" y="3673300"/>
              <a:ext cx="1787892" cy="2047647"/>
            </a:xfrm>
            <a:custGeom>
              <a:avLst/>
              <a:pathLst>
                <a:path w="1787892" h="2047647">
                  <a:moveTo>
                    <a:pt x="1787892" y="2047647"/>
                  </a:moveTo>
                  <a:lnTo>
                    <a:pt x="1787892" y="2009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2301906" y="4272945"/>
              <a:ext cx="1950766" cy="1448002"/>
            </a:xfrm>
            <a:custGeom>
              <a:avLst/>
              <a:pathLst>
                <a:path w="1950766" h="1448002">
                  <a:moveTo>
                    <a:pt x="1869329" y="1409607"/>
                  </a:moveTo>
                  <a:lnTo>
                    <a:pt x="1950766" y="1409607"/>
                  </a:lnTo>
                  <a:lnTo>
                    <a:pt x="1950766" y="1448002"/>
                  </a:lnTo>
                  <a:lnTo>
                    <a:pt x="584587" y="8469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2301906" y="3627844"/>
              <a:ext cx="1869329" cy="2093104"/>
            </a:xfrm>
            <a:custGeom>
              <a:avLst/>
              <a:pathLst>
                <a:path w="1869329" h="2093104">
                  <a:moveTo>
                    <a:pt x="1869329" y="2093104"/>
                  </a:moveTo>
                  <a:lnTo>
                    <a:pt x="1869329" y="2054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2301906" y="3076797"/>
              <a:ext cx="2184787" cy="2644150"/>
            </a:xfrm>
            <a:custGeom>
              <a:avLst/>
              <a:pathLst>
                <a:path w="2184787" h="2644150">
                  <a:moveTo>
                    <a:pt x="1950766" y="2605755"/>
                  </a:moveTo>
                  <a:lnTo>
                    <a:pt x="2032203" y="2605755"/>
                  </a:lnTo>
                  <a:lnTo>
                    <a:pt x="2032203" y="2644150"/>
                  </a:lnTo>
                  <a:lnTo>
                    <a:pt x="2184787" y="174881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2301906" y="3584338"/>
              <a:ext cx="1950766" cy="2136610"/>
            </a:xfrm>
            <a:custGeom>
              <a:avLst/>
              <a:pathLst>
                <a:path w="1950766" h="2136610">
                  <a:moveTo>
                    <a:pt x="1950766" y="2136610"/>
                  </a:moveTo>
                  <a:lnTo>
                    <a:pt x="1950766" y="2098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2301906" y="4458465"/>
              <a:ext cx="2113640" cy="1262482"/>
            </a:xfrm>
            <a:custGeom>
              <a:avLst/>
              <a:pathLst>
                <a:path w="2113640" h="1262482">
                  <a:moveTo>
                    <a:pt x="2032203" y="1224087"/>
                  </a:moveTo>
                  <a:lnTo>
                    <a:pt x="2113640" y="1224087"/>
                  </a:lnTo>
                  <a:lnTo>
                    <a:pt x="2113640" y="1262482"/>
                  </a:lnTo>
                  <a:lnTo>
                    <a:pt x="584587" y="905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2301906" y="3542659"/>
              <a:ext cx="2032203" cy="2178288"/>
            </a:xfrm>
            <a:custGeom>
              <a:avLst/>
              <a:pathLst>
                <a:path w="2032203" h="2178288">
                  <a:moveTo>
                    <a:pt x="2032203" y="2178288"/>
                  </a:moveTo>
                  <a:lnTo>
                    <a:pt x="2032203" y="21398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2301906" y="1669789"/>
              <a:ext cx="3035235" cy="4051159"/>
            </a:xfrm>
            <a:custGeom>
              <a:avLst/>
              <a:pathLst>
                <a:path w="3035235" h="4051159">
                  <a:moveTo>
                    <a:pt x="3035235" y="0"/>
                  </a:moveTo>
                  <a:lnTo>
                    <a:pt x="3023854" y="58391"/>
                  </a:lnTo>
                  <a:lnTo>
                    <a:pt x="3008593" y="199286"/>
                  </a:lnTo>
                  <a:lnTo>
                    <a:pt x="2985629" y="326050"/>
                  </a:lnTo>
                  <a:lnTo>
                    <a:pt x="2982628" y="287557"/>
                  </a:lnTo>
                  <a:lnTo>
                    <a:pt x="2996985" y="133449"/>
                  </a:lnTo>
                  <a:lnTo>
                    <a:pt x="2973732" y="149553"/>
                  </a:lnTo>
                  <a:lnTo>
                    <a:pt x="2957711" y="185109"/>
                  </a:lnTo>
                  <a:lnTo>
                    <a:pt x="2914388" y="383857"/>
                  </a:lnTo>
                  <a:lnTo>
                    <a:pt x="2854827" y="489792"/>
                  </a:lnTo>
                  <a:lnTo>
                    <a:pt x="2799967" y="563061"/>
                  </a:lnTo>
                  <a:lnTo>
                    <a:pt x="2743371" y="550949"/>
                  </a:lnTo>
                  <a:lnTo>
                    <a:pt x="2756101" y="609169"/>
                  </a:lnTo>
                  <a:lnTo>
                    <a:pt x="2740550" y="639495"/>
                  </a:lnTo>
                  <a:lnTo>
                    <a:pt x="2727242" y="702762"/>
                  </a:lnTo>
                  <a:lnTo>
                    <a:pt x="2693502" y="744696"/>
                  </a:lnTo>
                  <a:lnTo>
                    <a:pt x="2661787" y="740658"/>
                  </a:lnTo>
                  <a:lnTo>
                    <a:pt x="2616221" y="769562"/>
                  </a:lnTo>
                  <a:lnTo>
                    <a:pt x="2598248" y="791676"/>
                  </a:lnTo>
                  <a:lnTo>
                    <a:pt x="2596910" y="834022"/>
                  </a:lnTo>
                  <a:lnTo>
                    <a:pt x="2566424" y="871276"/>
                  </a:lnTo>
                  <a:lnTo>
                    <a:pt x="2456415" y="1064794"/>
                  </a:lnTo>
                  <a:lnTo>
                    <a:pt x="2360908" y="1121913"/>
                  </a:lnTo>
                  <a:lnTo>
                    <a:pt x="2338052" y="1113609"/>
                  </a:lnTo>
                  <a:lnTo>
                    <a:pt x="2363222" y="1022264"/>
                  </a:lnTo>
                  <a:lnTo>
                    <a:pt x="2380472" y="929909"/>
                  </a:lnTo>
                  <a:lnTo>
                    <a:pt x="2322502" y="889719"/>
                  </a:lnTo>
                  <a:lnTo>
                    <a:pt x="2267028" y="868477"/>
                  </a:lnTo>
                  <a:lnTo>
                    <a:pt x="2203380" y="871276"/>
                  </a:lnTo>
                  <a:lnTo>
                    <a:pt x="2133079" y="799475"/>
                  </a:lnTo>
                  <a:lnTo>
                    <a:pt x="2042453" y="747265"/>
                  </a:lnTo>
                  <a:lnTo>
                    <a:pt x="1915954" y="606003"/>
                  </a:lnTo>
                  <a:lnTo>
                    <a:pt x="1919643" y="566823"/>
                  </a:lnTo>
                  <a:lnTo>
                    <a:pt x="1916460" y="501078"/>
                  </a:lnTo>
                  <a:lnTo>
                    <a:pt x="1954902" y="397208"/>
                  </a:lnTo>
                  <a:lnTo>
                    <a:pt x="1991752" y="324581"/>
                  </a:lnTo>
                  <a:lnTo>
                    <a:pt x="2042634" y="286961"/>
                  </a:lnTo>
                  <a:lnTo>
                    <a:pt x="2190289" y="248652"/>
                  </a:lnTo>
                  <a:lnTo>
                    <a:pt x="2227320" y="191028"/>
                  </a:lnTo>
                  <a:lnTo>
                    <a:pt x="2249271" y="142488"/>
                  </a:lnTo>
                  <a:lnTo>
                    <a:pt x="2176113" y="225850"/>
                  </a:lnTo>
                  <a:lnTo>
                    <a:pt x="2066538" y="254111"/>
                  </a:lnTo>
                  <a:lnTo>
                    <a:pt x="2007483" y="285217"/>
                  </a:lnTo>
                  <a:lnTo>
                    <a:pt x="1960254" y="332794"/>
                  </a:lnTo>
                  <a:lnTo>
                    <a:pt x="1932300" y="392528"/>
                  </a:lnTo>
                  <a:lnTo>
                    <a:pt x="1869014" y="464513"/>
                  </a:lnTo>
                  <a:lnTo>
                    <a:pt x="1873462" y="512731"/>
                  </a:lnTo>
                  <a:lnTo>
                    <a:pt x="1884058" y="547003"/>
                  </a:lnTo>
                  <a:lnTo>
                    <a:pt x="1879176" y="618437"/>
                  </a:lnTo>
                  <a:lnTo>
                    <a:pt x="1919209" y="688081"/>
                  </a:lnTo>
                  <a:lnTo>
                    <a:pt x="1998587" y="802182"/>
                  </a:lnTo>
                  <a:lnTo>
                    <a:pt x="2013740" y="979413"/>
                  </a:lnTo>
                  <a:lnTo>
                    <a:pt x="2074313" y="1098010"/>
                  </a:lnTo>
                  <a:lnTo>
                    <a:pt x="2167144" y="1236290"/>
                  </a:lnTo>
                  <a:lnTo>
                    <a:pt x="2238531" y="1275608"/>
                  </a:lnTo>
                  <a:lnTo>
                    <a:pt x="2242003" y="1327038"/>
                  </a:lnTo>
                  <a:lnTo>
                    <a:pt x="2209058" y="1411960"/>
                  </a:lnTo>
                  <a:lnTo>
                    <a:pt x="2165626" y="1450774"/>
                  </a:lnTo>
                  <a:lnTo>
                    <a:pt x="2222113" y="1443021"/>
                  </a:lnTo>
                  <a:lnTo>
                    <a:pt x="2250248" y="1462427"/>
                  </a:lnTo>
                  <a:lnTo>
                    <a:pt x="2277623" y="1533265"/>
                  </a:lnTo>
                  <a:lnTo>
                    <a:pt x="2275490" y="1605570"/>
                  </a:lnTo>
                  <a:lnTo>
                    <a:pt x="2266232" y="1646311"/>
                  </a:lnTo>
                  <a:lnTo>
                    <a:pt x="2249127" y="1662552"/>
                  </a:lnTo>
                  <a:lnTo>
                    <a:pt x="2249850" y="1620939"/>
                  </a:lnTo>
                  <a:lnTo>
                    <a:pt x="2237735" y="1606488"/>
                  </a:lnTo>
                  <a:lnTo>
                    <a:pt x="2217737" y="1624518"/>
                  </a:lnTo>
                  <a:lnTo>
                    <a:pt x="2204791" y="1645072"/>
                  </a:lnTo>
                  <a:lnTo>
                    <a:pt x="2199402" y="1726048"/>
                  </a:lnTo>
                  <a:lnTo>
                    <a:pt x="2185696" y="1766514"/>
                  </a:lnTo>
                  <a:lnTo>
                    <a:pt x="2137237" y="1778534"/>
                  </a:lnTo>
                  <a:lnTo>
                    <a:pt x="2088091" y="1884790"/>
                  </a:lnTo>
                  <a:lnTo>
                    <a:pt x="2042381" y="1945075"/>
                  </a:lnTo>
                  <a:lnTo>
                    <a:pt x="1862504" y="2352710"/>
                  </a:lnTo>
                  <a:lnTo>
                    <a:pt x="1869376" y="2420840"/>
                  </a:lnTo>
                  <a:lnTo>
                    <a:pt x="1836467" y="2442770"/>
                  </a:lnTo>
                  <a:lnTo>
                    <a:pt x="1786634" y="2460617"/>
                  </a:lnTo>
                  <a:lnTo>
                    <a:pt x="1736222" y="2501358"/>
                  </a:lnTo>
                  <a:lnTo>
                    <a:pt x="1702771" y="2546274"/>
                  </a:lnTo>
                  <a:lnTo>
                    <a:pt x="1671707" y="2667073"/>
                  </a:lnTo>
                  <a:lnTo>
                    <a:pt x="1612182" y="2803059"/>
                  </a:lnTo>
                  <a:lnTo>
                    <a:pt x="1575042" y="2746398"/>
                  </a:lnTo>
                  <a:lnTo>
                    <a:pt x="1565531" y="2697904"/>
                  </a:lnTo>
                  <a:lnTo>
                    <a:pt x="1582058" y="2571415"/>
                  </a:lnTo>
                  <a:lnTo>
                    <a:pt x="1646428" y="2364042"/>
                  </a:lnTo>
                  <a:lnTo>
                    <a:pt x="1717345" y="2235122"/>
                  </a:lnTo>
                  <a:lnTo>
                    <a:pt x="1771445" y="2174011"/>
                  </a:lnTo>
                  <a:lnTo>
                    <a:pt x="1815926" y="2049450"/>
                  </a:lnTo>
                  <a:lnTo>
                    <a:pt x="1759728" y="2030869"/>
                  </a:lnTo>
                  <a:lnTo>
                    <a:pt x="1674057" y="2032887"/>
                  </a:lnTo>
                  <a:lnTo>
                    <a:pt x="1690186" y="1975401"/>
                  </a:lnTo>
                  <a:lnTo>
                    <a:pt x="1715175" y="1924750"/>
                  </a:lnTo>
                  <a:lnTo>
                    <a:pt x="1670513" y="1874283"/>
                  </a:lnTo>
                  <a:lnTo>
                    <a:pt x="1644078" y="1867860"/>
                  </a:lnTo>
                  <a:lnTo>
                    <a:pt x="1616847" y="1847169"/>
                  </a:lnTo>
                  <a:lnTo>
                    <a:pt x="1648779" y="1805144"/>
                  </a:lnTo>
                  <a:lnTo>
                    <a:pt x="1664366" y="1760733"/>
                  </a:lnTo>
                  <a:lnTo>
                    <a:pt x="1654855" y="1706687"/>
                  </a:lnTo>
                  <a:lnTo>
                    <a:pt x="1668235" y="1665993"/>
                  </a:lnTo>
                  <a:lnTo>
                    <a:pt x="1645922" y="1672140"/>
                  </a:lnTo>
                  <a:lnTo>
                    <a:pt x="1610048" y="1715221"/>
                  </a:lnTo>
                  <a:lnTo>
                    <a:pt x="1587735" y="1732425"/>
                  </a:lnTo>
                  <a:lnTo>
                    <a:pt x="1574138" y="1694300"/>
                  </a:lnTo>
                  <a:lnTo>
                    <a:pt x="1558624" y="1702925"/>
                  </a:lnTo>
                  <a:lnTo>
                    <a:pt x="1548534" y="1729122"/>
                  </a:lnTo>
                  <a:lnTo>
                    <a:pt x="1525643" y="1743528"/>
                  </a:lnTo>
                  <a:lnTo>
                    <a:pt x="1477293" y="1707697"/>
                  </a:lnTo>
                  <a:lnTo>
                    <a:pt x="1406810" y="1666681"/>
                  </a:lnTo>
                  <a:lnTo>
                    <a:pt x="1367573" y="1596119"/>
                  </a:lnTo>
                  <a:lnTo>
                    <a:pt x="1345188" y="1541431"/>
                  </a:lnTo>
                  <a:lnTo>
                    <a:pt x="1367935" y="1442470"/>
                  </a:lnTo>
                  <a:lnTo>
                    <a:pt x="1416647" y="1424898"/>
                  </a:lnTo>
                  <a:lnTo>
                    <a:pt x="1479932" y="1440956"/>
                  </a:lnTo>
                  <a:lnTo>
                    <a:pt x="1562891" y="1440818"/>
                  </a:lnTo>
                  <a:lnTo>
                    <a:pt x="1551030" y="1418842"/>
                  </a:lnTo>
                  <a:lnTo>
                    <a:pt x="1521412" y="1422467"/>
                  </a:lnTo>
                  <a:lnTo>
                    <a:pt x="1433969" y="1342178"/>
                  </a:lnTo>
                  <a:lnTo>
                    <a:pt x="1405834" y="1293684"/>
                  </a:lnTo>
                  <a:lnTo>
                    <a:pt x="1357447" y="1280379"/>
                  </a:lnTo>
                  <a:lnTo>
                    <a:pt x="1335388" y="1326992"/>
                  </a:lnTo>
                  <a:lnTo>
                    <a:pt x="1310905" y="1339380"/>
                  </a:lnTo>
                  <a:lnTo>
                    <a:pt x="1341138" y="1237391"/>
                  </a:lnTo>
                  <a:lnTo>
                    <a:pt x="1380664" y="1233216"/>
                  </a:lnTo>
                  <a:lnTo>
                    <a:pt x="1439032" y="1204954"/>
                  </a:lnTo>
                  <a:lnTo>
                    <a:pt x="1422071" y="1145908"/>
                  </a:lnTo>
                  <a:lnTo>
                    <a:pt x="1385221" y="1120078"/>
                  </a:lnTo>
                  <a:lnTo>
                    <a:pt x="1318680" y="1152469"/>
                  </a:lnTo>
                  <a:lnTo>
                    <a:pt x="1319476" y="1110948"/>
                  </a:lnTo>
                  <a:lnTo>
                    <a:pt x="1331952" y="1057774"/>
                  </a:lnTo>
                  <a:lnTo>
                    <a:pt x="1382111" y="1057958"/>
                  </a:lnTo>
                  <a:lnTo>
                    <a:pt x="1426049" y="1075300"/>
                  </a:lnTo>
                  <a:lnTo>
                    <a:pt x="1463442" y="989415"/>
                  </a:lnTo>
                  <a:lnTo>
                    <a:pt x="1465105" y="951060"/>
                  </a:lnTo>
                  <a:lnTo>
                    <a:pt x="1402977" y="1006803"/>
                  </a:lnTo>
                  <a:lnTo>
                    <a:pt x="1389018" y="886554"/>
                  </a:lnTo>
                  <a:lnTo>
                    <a:pt x="1450170" y="770572"/>
                  </a:lnTo>
                  <a:lnTo>
                    <a:pt x="1508502" y="720013"/>
                  </a:lnTo>
                  <a:lnTo>
                    <a:pt x="1581371" y="721481"/>
                  </a:lnTo>
                  <a:lnTo>
                    <a:pt x="1655433" y="713315"/>
                  </a:lnTo>
                  <a:lnTo>
                    <a:pt x="1608963" y="692073"/>
                  </a:lnTo>
                  <a:lnTo>
                    <a:pt x="1561264" y="680557"/>
                  </a:lnTo>
                  <a:lnTo>
                    <a:pt x="1597102" y="634724"/>
                  </a:lnTo>
                  <a:lnTo>
                    <a:pt x="1627660" y="626511"/>
                  </a:lnTo>
                  <a:lnTo>
                    <a:pt x="1657675" y="586551"/>
                  </a:lnTo>
                  <a:lnTo>
                    <a:pt x="1585493" y="592469"/>
                  </a:lnTo>
                  <a:lnTo>
                    <a:pt x="1593992" y="516861"/>
                  </a:lnTo>
                  <a:lnTo>
                    <a:pt x="1558913" y="532230"/>
                  </a:lnTo>
                  <a:lnTo>
                    <a:pt x="1516928" y="539341"/>
                  </a:lnTo>
                  <a:lnTo>
                    <a:pt x="1500582" y="571411"/>
                  </a:lnTo>
                  <a:lnTo>
                    <a:pt x="1503800" y="624676"/>
                  </a:lnTo>
                  <a:lnTo>
                    <a:pt x="1491541" y="659636"/>
                  </a:lnTo>
                  <a:lnTo>
                    <a:pt x="1458885" y="687714"/>
                  </a:lnTo>
                  <a:lnTo>
                    <a:pt x="1403736" y="709598"/>
                  </a:lnTo>
                  <a:lnTo>
                    <a:pt x="1398384" y="671656"/>
                  </a:lnTo>
                  <a:lnTo>
                    <a:pt x="1380158" y="654452"/>
                  </a:lnTo>
                  <a:lnTo>
                    <a:pt x="1373359" y="735703"/>
                  </a:lnTo>
                  <a:lnTo>
                    <a:pt x="1358894" y="763323"/>
                  </a:lnTo>
                  <a:lnTo>
                    <a:pt x="1318572" y="687072"/>
                  </a:lnTo>
                  <a:lnTo>
                    <a:pt x="1306457" y="702441"/>
                  </a:lnTo>
                  <a:lnTo>
                    <a:pt x="1308012" y="724096"/>
                  </a:lnTo>
                  <a:lnTo>
                    <a:pt x="1297705" y="761533"/>
                  </a:lnTo>
                  <a:lnTo>
                    <a:pt x="1263133" y="781032"/>
                  </a:lnTo>
                  <a:lnTo>
                    <a:pt x="1265267" y="829021"/>
                  </a:lnTo>
                  <a:lnTo>
                    <a:pt x="1251850" y="855172"/>
                  </a:lnTo>
                  <a:lnTo>
                    <a:pt x="1141118" y="813514"/>
                  </a:lnTo>
                  <a:lnTo>
                    <a:pt x="1138514" y="827645"/>
                  </a:lnTo>
                  <a:lnTo>
                    <a:pt x="1201149" y="917476"/>
                  </a:lnTo>
                  <a:lnTo>
                    <a:pt x="1246896" y="948169"/>
                  </a:lnTo>
                  <a:lnTo>
                    <a:pt x="1252465" y="997168"/>
                  </a:lnTo>
                  <a:lnTo>
                    <a:pt x="1213192" y="1037817"/>
                  </a:lnTo>
                  <a:lnTo>
                    <a:pt x="1159019" y="1002719"/>
                  </a:lnTo>
                  <a:lnTo>
                    <a:pt x="1149906" y="1005289"/>
                  </a:lnTo>
                  <a:lnTo>
                    <a:pt x="1179343" y="1065482"/>
                  </a:lnTo>
                  <a:lnTo>
                    <a:pt x="1197895" y="1118059"/>
                  </a:lnTo>
                  <a:lnTo>
                    <a:pt x="1178800" y="1162103"/>
                  </a:lnTo>
                  <a:lnTo>
                    <a:pt x="1181766" y="1216332"/>
                  </a:lnTo>
                  <a:lnTo>
                    <a:pt x="1177643" y="1265515"/>
                  </a:lnTo>
                  <a:lnTo>
                    <a:pt x="1165962" y="1308411"/>
                  </a:lnTo>
                  <a:lnTo>
                    <a:pt x="1192289" y="1506150"/>
                  </a:lnTo>
                  <a:lnTo>
                    <a:pt x="1224004" y="1559920"/>
                  </a:lnTo>
                  <a:lnTo>
                    <a:pt x="1255177" y="1611351"/>
                  </a:lnTo>
                  <a:lnTo>
                    <a:pt x="1271704" y="1659478"/>
                  </a:lnTo>
                  <a:lnTo>
                    <a:pt x="1238614" y="1666497"/>
                  </a:lnTo>
                  <a:lnTo>
                    <a:pt x="1185924" y="1626904"/>
                  </a:lnTo>
                  <a:lnTo>
                    <a:pt x="1139635" y="1596715"/>
                  </a:lnTo>
                  <a:lnTo>
                    <a:pt x="1084486" y="1500186"/>
                  </a:lnTo>
                  <a:lnTo>
                    <a:pt x="1075373" y="1461647"/>
                  </a:lnTo>
                  <a:lnTo>
                    <a:pt x="1061920" y="1431184"/>
                  </a:lnTo>
                  <a:lnTo>
                    <a:pt x="1068430" y="1501149"/>
                  </a:lnTo>
                  <a:lnTo>
                    <a:pt x="1088103" y="1579281"/>
                  </a:lnTo>
                  <a:lnTo>
                    <a:pt x="1260819" y="1754126"/>
                  </a:lnTo>
                  <a:lnTo>
                    <a:pt x="1292715" y="1821201"/>
                  </a:lnTo>
                  <a:lnTo>
                    <a:pt x="1317017" y="1873916"/>
                  </a:lnTo>
                  <a:lnTo>
                    <a:pt x="1310905" y="1924429"/>
                  </a:lnTo>
                  <a:lnTo>
                    <a:pt x="1265882" y="1888689"/>
                  </a:lnTo>
                  <a:lnTo>
                    <a:pt x="1227042" y="1843132"/>
                  </a:lnTo>
                  <a:lnTo>
                    <a:pt x="1123941" y="1791655"/>
                  </a:lnTo>
                  <a:lnTo>
                    <a:pt x="993933" y="1759127"/>
                  </a:lnTo>
                  <a:lnTo>
                    <a:pt x="920630" y="1639475"/>
                  </a:lnTo>
                  <a:lnTo>
                    <a:pt x="920883" y="1689391"/>
                  </a:lnTo>
                  <a:lnTo>
                    <a:pt x="904610" y="1731737"/>
                  </a:lnTo>
                  <a:lnTo>
                    <a:pt x="859803" y="1680123"/>
                  </a:lnTo>
                  <a:lnTo>
                    <a:pt x="831560" y="1636079"/>
                  </a:lnTo>
                  <a:lnTo>
                    <a:pt x="822085" y="1587815"/>
                  </a:lnTo>
                  <a:lnTo>
                    <a:pt x="766140" y="1591118"/>
                  </a:lnTo>
                  <a:lnTo>
                    <a:pt x="707483" y="1633051"/>
                  </a:lnTo>
                  <a:lnTo>
                    <a:pt x="650743" y="1623096"/>
                  </a:lnTo>
                  <a:lnTo>
                    <a:pt x="644017" y="1541248"/>
                  </a:lnTo>
                  <a:lnTo>
                    <a:pt x="659350" y="1497892"/>
                  </a:lnTo>
                  <a:lnTo>
                    <a:pt x="723034" y="1395352"/>
                  </a:lnTo>
                  <a:lnTo>
                    <a:pt x="783029" y="1343004"/>
                  </a:lnTo>
                  <a:lnTo>
                    <a:pt x="809500" y="1275424"/>
                  </a:lnTo>
                  <a:lnTo>
                    <a:pt x="800459" y="1170637"/>
                  </a:lnTo>
                  <a:lnTo>
                    <a:pt x="789176" y="1277260"/>
                  </a:lnTo>
                  <a:lnTo>
                    <a:pt x="754894" y="1330112"/>
                  </a:lnTo>
                  <a:lnTo>
                    <a:pt x="701010" y="1370486"/>
                  </a:lnTo>
                  <a:lnTo>
                    <a:pt x="630094" y="1442424"/>
                  </a:lnTo>
                  <a:lnTo>
                    <a:pt x="612772" y="1508949"/>
                  </a:lnTo>
                  <a:lnTo>
                    <a:pt x="590640" y="1633510"/>
                  </a:lnTo>
                  <a:lnTo>
                    <a:pt x="620583" y="1675673"/>
                  </a:lnTo>
                  <a:lnTo>
                    <a:pt x="651177" y="1686684"/>
                  </a:lnTo>
                  <a:lnTo>
                    <a:pt x="741549" y="1658423"/>
                  </a:lnTo>
                  <a:lnTo>
                    <a:pt x="788309" y="1671039"/>
                  </a:lnTo>
                  <a:lnTo>
                    <a:pt x="892314" y="1821018"/>
                  </a:lnTo>
                  <a:lnTo>
                    <a:pt x="1085969" y="1880339"/>
                  </a:lnTo>
                  <a:lnTo>
                    <a:pt x="1156596" y="1917410"/>
                  </a:lnTo>
                  <a:lnTo>
                    <a:pt x="1214168" y="1995679"/>
                  </a:lnTo>
                  <a:lnTo>
                    <a:pt x="1300707" y="2040733"/>
                  </a:lnTo>
                  <a:lnTo>
                    <a:pt x="1367862" y="2106202"/>
                  </a:lnTo>
                  <a:lnTo>
                    <a:pt x="1369670" y="2148915"/>
                  </a:lnTo>
                  <a:lnTo>
                    <a:pt x="1346417" y="2199428"/>
                  </a:lnTo>
                  <a:lnTo>
                    <a:pt x="1337232" y="2267788"/>
                  </a:lnTo>
                  <a:lnTo>
                    <a:pt x="1308699" y="2310914"/>
                  </a:lnTo>
                  <a:lnTo>
                    <a:pt x="1240206" y="2315869"/>
                  </a:lnTo>
                  <a:lnTo>
                    <a:pt x="1198835" y="2304766"/>
                  </a:lnTo>
                  <a:lnTo>
                    <a:pt x="976430" y="2064452"/>
                  </a:lnTo>
                  <a:lnTo>
                    <a:pt x="949886" y="2042338"/>
                  </a:lnTo>
                  <a:lnTo>
                    <a:pt x="867398" y="1916492"/>
                  </a:lnTo>
                  <a:lnTo>
                    <a:pt x="770625" y="1849096"/>
                  </a:lnTo>
                  <a:lnTo>
                    <a:pt x="740681" y="1850518"/>
                  </a:lnTo>
                  <a:lnTo>
                    <a:pt x="878428" y="1975171"/>
                  </a:lnTo>
                  <a:lnTo>
                    <a:pt x="934662" y="2062342"/>
                  </a:lnTo>
                  <a:lnTo>
                    <a:pt x="1033713" y="2184563"/>
                  </a:lnTo>
                  <a:lnTo>
                    <a:pt x="1104521" y="2236315"/>
                  </a:lnTo>
                  <a:lnTo>
                    <a:pt x="1156632" y="2317062"/>
                  </a:lnTo>
                  <a:lnTo>
                    <a:pt x="1205055" y="2354912"/>
                  </a:lnTo>
                  <a:lnTo>
                    <a:pt x="1337268" y="2408820"/>
                  </a:lnTo>
                  <a:lnTo>
                    <a:pt x="1291304" y="2447542"/>
                  </a:lnTo>
                  <a:lnTo>
                    <a:pt x="1364680" y="2480529"/>
                  </a:lnTo>
                  <a:lnTo>
                    <a:pt x="1375167" y="2541181"/>
                  </a:lnTo>
                  <a:lnTo>
                    <a:pt x="1368441" y="2610321"/>
                  </a:lnTo>
                  <a:lnTo>
                    <a:pt x="1266605" y="2582977"/>
                  </a:lnTo>
                  <a:lnTo>
                    <a:pt x="1263278" y="2633903"/>
                  </a:lnTo>
                  <a:lnTo>
                    <a:pt x="1272391" y="2663953"/>
                  </a:lnTo>
                  <a:lnTo>
                    <a:pt x="1227404" y="2688774"/>
                  </a:lnTo>
                  <a:lnTo>
                    <a:pt x="1164841" y="2655099"/>
                  </a:lnTo>
                  <a:lnTo>
                    <a:pt x="1002396" y="2470894"/>
                  </a:lnTo>
                  <a:lnTo>
                    <a:pt x="1003770" y="2495531"/>
                  </a:lnTo>
                  <a:lnTo>
                    <a:pt x="1016933" y="2524114"/>
                  </a:lnTo>
                  <a:lnTo>
                    <a:pt x="1111139" y="2642711"/>
                  </a:lnTo>
                  <a:lnTo>
                    <a:pt x="1195218" y="2713824"/>
                  </a:lnTo>
                  <a:lnTo>
                    <a:pt x="1266496" y="2745939"/>
                  </a:lnTo>
                  <a:lnTo>
                    <a:pt x="1321429" y="2805536"/>
                  </a:lnTo>
                  <a:lnTo>
                    <a:pt x="1340812" y="2841597"/>
                  </a:lnTo>
                  <a:lnTo>
                    <a:pt x="1353759" y="2896285"/>
                  </a:lnTo>
                  <a:lnTo>
                    <a:pt x="1313039" y="2933447"/>
                  </a:lnTo>
                  <a:lnTo>
                    <a:pt x="1266677" y="2953955"/>
                  </a:lnTo>
                  <a:lnTo>
                    <a:pt x="1221401" y="2916884"/>
                  </a:lnTo>
                  <a:lnTo>
                    <a:pt x="1188203" y="2877841"/>
                  </a:lnTo>
                  <a:lnTo>
                    <a:pt x="1117503" y="2811546"/>
                  </a:lnTo>
                  <a:lnTo>
                    <a:pt x="1096312" y="2737452"/>
                  </a:lnTo>
                  <a:lnTo>
                    <a:pt x="1042537" y="2741259"/>
                  </a:lnTo>
                  <a:lnTo>
                    <a:pt x="817782" y="2647299"/>
                  </a:lnTo>
                  <a:lnTo>
                    <a:pt x="637146" y="2636472"/>
                  </a:lnTo>
                  <a:lnTo>
                    <a:pt x="654793" y="2655374"/>
                  </a:lnTo>
                  <a:lnTo>
                    <a:pt x="677649" y="2667945"/>
                  </a:lnTo>
                  <a:lnTo>
                    <a:pt x="821506" y="2691114"/>
                  </a:lnTo>
                  <a:lnTo>
                    <a:pt x="878355" y="2734378"/>
                  </a:lnTo>
                  <a:lnTo>
                    <a:pt x="996682" y="2772778"/>
                  </a:lnTo>
                  <a:lnTo>
                    <a:pt x="1065971" y="2783285"/>
                  </a:lnTo>
                  <a:lnTo>
                    <a:pt x="1094070" y="2901240"/>
                  </a:lnTo>
                  <a:lnTo>
                    <a:pt x="1189830" y="2982400"/>
                  </a:lnTo>
                  <a:lnTo>
                    <a:pt x="1202270" y="3042547"/>
                  </a:lnTo>
                  <a:lnTo>
                    <a:pt x="1267654" y="3049291"/>
                  </a:lnTo>
                  <a:lnTo>
                    <a:pt x="1382689" y="2990291"/>
                  </a:lnTo>
                  <a:lnTo>
                    <a:pt x="1456933" y="3010982"/>
                  </a:lnTo>
                  <a:lnTo>
                    <a:pt x="1564012" y="3027866"/>
                  </a:lnTo>
                  <a:lnTo>
                    <a:pt x="1588495" y="3075488"/>
                  </a:lnTo>
                  <a:lnTo>
                    <a:pt x="1606866" y="3166099"/>
                  </a:lnTo>
                  <a:lnTo>
                    <a:pt x="1644729" y="3268043"/>
                  </a:lnTo>
                  <a:lnTo>
                    <a:pt x="1742912" y="3669989"/>
                  </a:lnTo>
                  <a:lnTo>
                    <a:pt x="1890423" y="3998758"/>
                  </a:lnTo>
                  <a:lnTo>
                    <a:pt x="1907225" y="4051159"/>
                  </a:lnTo>
                  <a:lnTo>
                    <a:pt x="0" y="365209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2301906" y="1669789"/>
              <a:ext cx="4149766" cy="4051159"/>
            </a:xfrm>
            <a:custGeom>
              <a:avLst/>
              <a:pathLst>
                <a:path w="4149766" h="4051159">
                  <a:moveTo>
                    <a:pt x="1905669" y="4051159"/>
                  </a:moveTo>
                  <a:lnTo>
                    <a:pt x="1874294" y="4005686"/>
                  </a:lnTo>
                  <a:lnTo>
                    <a:pt x="1764863" y="3787944"/>
                  </a:lnTo>
                  <a:lnTo>
                    <a:pt x="1704471" y="3630716"/>
                  </a:lnTo>
                  <a:lnTo>
                    <a:pt x="1642414" y="3353102"/>
                  </a:lnTo>
                  <a:lnTo>
                    <a:pt x="1624405" y="3290936"/>
                  </a:lnTo>
                  <a:lnTo>
                    <a:pt x="1603213" y="3266116"/>
                  </a:lnTo>
                  <a:lnTo>
                    <a:pt x="1589254" y="3286302"/>
                  </a:lnTo>
                  <a:lnTo>
                    <a:pt x="1583251" y="3321675"/>
                  </a:lnTo>
                  <a:lnTo>
                    <a:pt x="1593377" y="3348835"/>
                  </a:lnTo>
                  <a:lnTo>
                    <a:pt x="1568930" y="3440227"/>
                  </a:lnTo>
                  <a:lnTo>
                    <a:pt x="1579526" y="3482160"/>
                  </a:lnTo>
                  <a:lnTo>
                    <a:pt x="1619234" y="3525516"/>
                  </a:lnTo>
                  <a:lnTo>
                    <a:pt x="1662377" y="3633698"/>
                  </a:lnTo>
                  <a:lnTo>
                    <a:pt x="1696840" y="3779364"/>
                  </a:lnTo>
                  <a:lnTo>
                    <a:pt x="1650226" y="3720318"/>
                  </a:lnTo>
                  <a:lnTo>
                    <a:pt x="1600465" y="3689029"/>
                  </a:lnTo>
                  <a:lnTo>
                    <a:pt x="1523039" y="3665034"/>
                  </a:lnTo>
                  <a:lnTo>
                    <a:pt x="1454076" y="3622963"/>
                  </a:lnTo>
                  <a:lnTo>
                    <a:pt x="1459102" y="3683294"/>
                  </a:lnTo>
                  <a:lnTo>
                    <a:pt x="1452484" y="3748442"/>
                  </a:lnTo>
                  <a:lnTo>
                    <a:pt x="1399324" y="3728576"/>
                  </a:lnTo>
                  <a:lnTo>
                    <a:pt x="1363161" y="3706967"/>
                  </a:lnTo>
                  <a:lnTo>
                    <a:pt x="1395166" y="3776382"/>
                  </a:lnTo>
                  <a:lnTo>
                    <a:pt x="1325696" y="3755553"/>
                  </a:lnTo>
                  <a:lnTo>
                    <a:pt x="1279407" y="3759912"/>
                  </a:lnTo>
                  <a:lnTo>
                    <a:pt x="1249319" y="3821527"/>
                  </a:lnTo>
                  <a:lnTo>
                    <a:pt x="1208961" y="3858919"/>
                  </a:lnTo>
                  <a:lnTo>
                    <a:pt x="1149291" y="3870985"/>
                  </a:lnTo>
                  <a:lnTo>
                    <a:pt x="1060763" y="3814645"/>
                  </a:lnTo>
                  <a:lnTo>
                    <a:pt x="1032086" y="3746240"/>
                  </a:lnTo>
                  <a:lnTo>
                    <a:pt x="1020224" y="3670080"/>
                  </a:lnTo>
                  <a:lnTo>
                    <a:pt x="1015487" y="3760141"/>
                  </a:lnTo>
                  <a:lnTo>
                    <a:pt x="1031254" y="3853918"/>
                  </a:lnTo>
                  <a:lnTo>
                    <a:pt x="1025721" y="3925214"/>
                  </a:lnTo>
                  <a:lnTo>
                    <a:pt x="1110958" y="3938335"/>
                  </a:lnTo>
                  <a:lnTo>
                    <a:pt x="1190662" y="3926682"/>
                  </a:lnTo>
                  <a:lnTo>
                    <a:pt x="1298212" y="3929664"/>
                  </a:lnTo>
                  <a:lnTo>
                    <a:pt x="1368369" y="3916313"/>
                  </a:lnTo>
                  <a:lnTo>
                    <a:pt x="1410607" y="3893649"/>
                  </a:lnTo>
                  <a:lnTo>
                    <a:pt x="1511901" y="3913285"/>
                  </a:lnTo>
                  <a:lnTo>
                    <a:pt x="1519097" y="3999400"/>
                  </a:lnTo>
                  <a:lnTo>
                    <a:pt x="1512101" y="4051159"/>
                  </a:lnTo>
                  <a:lnTo>
                    <a:pt x="0" y="2194934"/>
                  </a:lnTo>
                  <a:lnTo>
                    <a:pt x="0" y="4051159"/>
                  </a:lnTo>
                  <a:lnTo>
                    <a:pt x="1557504" y="4051159"/>
                  </a:lnTo>
                  <a:lnTo>
                    <a:pt x="1592895" y="0"/>
                  </a:lnTo>
                  <a:lnTo>
                    <a:pt x="1908916" y="0"/>
                  </a:lnTo>
                  <a:lnTo>
                    <a:pt x="1960075" y="2945788"/>
                  </a:lnTo>
                  <a:lnTo>
                    <a:pt x="2012442" y="2945788"/>
                  </a:lnTo>
                  <a:lnTo>
                    <a:pt x="2064810" y="2945788"/>
                  </a:lnTo>
                  <a:lnTo>
                    <a:pt x="2117177" y="2945788"/>
                  </a:lnTo>
                  <a:lnTo>
                    <a:pt x="2169544" y="2945788"/>
                  </a:lnTo>
                  <a:lnTo>
                    <a:pt x="2221912" y="2945788"/>
                  </a:lnTo>
                  <a:lnTo>
                    <a:pt x="2274279" y="2945788"/>
                  </a:lnTo>
                  <a:lnTo>
                    <a:pt x="2326647" y="2945788"/>
                  </a:lnTo>
                  <a:lnTo>
                    <a:pt x="2379014" y="2945788"/>
                  </a:lnTo>
                  <a:lnTo>
                    <a:pt x="2431382" y="2945788"/>
                  </a:lnTo>
                  <a:lnTo>
                    <a:pt x="2483749" y="2945788"/>
                  </a:lnTo>
                  <a:lnTo>
                    <a:pt x="2536117" y="2945788"/>
                  </a:lnTo>
                  <a:lnTo>
                    <a:pt x="2588484" y="2945788"/>
                  </a:lnTo>
                  <a:lnTo>
                    <a:pt x="2640851" y="2945788"/>
                  </a:lnTo>
                  <a:lnTo>
                    <a:pt x="2693219" y="2945788"/>
                  </a:lnTo>
                  <a:lnTo>
                    <a:pt x="2745586" y="2945788"/>
                  </a:lnTo>
                  <a:lnTo>
                    <a:pt x="2797954" y="2945788"/>
                  </a:lnTo>
                  <a:lnTo>
                    <a:pt x="2850321" y="2945788"/>
                  </a:lnTo>
                  <a:lnTo>
                    <a:pt x="2902689" y="2945788"/>
                  </a:lnTo>
                  <a:lnTo>
                    <a:pt x="2955056" y="2945788"/>
                  </a:lnTo>
                  <a:lnTo>
                    <a:pt x="3007424" y="2945788"/>
                  </a:lnTo>
                  <a:lnTo>
                    <a:pt x="3059791" y="2945788"/>
                  </a:lnTo>
                  <a:lnTo>
                    <a:pt x="3112158" y="2945788"/>
                  </a:lnTo>
                  <a:lnTo>
                    <a:pt x="3164526" y="2945788"/>
                  </a:lnTo>
                  <a:lnTo>
                    <a:pt x="3216893" y="2945788"/>
                  </a:lnTo>
                  <a:lnTo>
                    <a:pt x="3269261" y="2945788"/>
                  </a:lnTo>
                  <a:lnTo>
                    <a:pt x="3321628" y="2945788"/>
                  </a:lnTo>
                  <a:lnTo>
                    <a:pt x="3373996" y="2945788"/>
                  </a:lnTo>
                  <a:lnTo>
                    <a:pt x="3426363" y="2945788"/>
                  </a:lnTo>
                  <a:lnTo>
                    <a:pt x="3478730" y="2945788"/>
                  </a:lnTo>
                  <a:lnTo>
                    <a:pt x="3531098" y="2945788"/>
                  </a:lnTo>
                  <a:lnTo>
                    <a:pt x="3583465" y="2945788"/>
                  </a:lnTo>
                  <a:lnTo>
                    <a:pt x="3635833" y="2945788"/>
                  </a:lnTo>
                  <a:lnTo>
                    <a:pt x="3688200" y="2945788"/>
                  </a:lnTo>
                  <a:lnTo>
                    <a:pt x="3740568" y="2945788"/>
                  </a:lnTo>
                  <a:lnTo>
                    <a:pt x="3792935" y="2945788"/>
                  </a:lnTo>
                  <a:lnTo>
                    <a:pt x="3845303" y="2945788"/>
                  </a:lnTo>
                  <a:lnTo>
                    <a:pt x="3897670" y="2945788"/>
                  </a:lnTo>
                  <a:lnTo>
                    <a:pt x="3950037" y="2945788"/>
                  </a:lnTo>
                  <a:lnTo>
                    <a:pt x="4002405" y="2945788"/>
                  </a:lnTo>
                  <a:lnTo>
                    <a:pt x="4054772" y="2945788"/>
                  </a:lnTo>
                  <a:lnTo>
                    <a:pt x="4107140" y="2945788"/>
                  </a:lnTo>
                  <a:lnTo>
                    <a:pt x="4149766" y="2945788"/>
                  </a:lnTo>
                  <a:lnTo>
                    <a:pt x="0" y="2945788"/>
                  </a:lnTo>
                  <a:lnTo>
                    <a:pt x="1170671" y="2945788"/>
                  </a:lnTo>
                  <a:lnTo>
                    <a:pt x="1170671" y="0"/>
                  </a:lnTo>
                  <a:lnTo>
                    <a:pt x="0" y="0"/>
                  </a:lnTo>
                  <a:lnTo>
                    <a:pt x="0" y="4051159"/>
                  </a:lnTo>
                  <a:lnTo>
                    <a:pt x="1557504" y="4051159"/>
                  </a:lnTo>
                  <a:lnTo>
                    <a:pt x="1592895" y="0"/>
                  </a:lnTo>
                  <a:lnTo>
                    <a:pt x="1908916" y="0"/>
                  </a:lnTo>
                  <a:lnTo>
                    <a:pt x="1960075" y="2945788"/>
                  </a:lnTo>
                  <a:lnTo>
                    <a:pt x="2012442" y="2945788"/>
                  </a:lnTo>
                  <a:lnTo>
                    <a:pt x="2064810" y="2945788"/>
                  </a:lnTo>
                  <a:lnTo>
                    <a:pt x="2117177" y="2945788"/>
                  </a:lnTo>
                  <a:lnTo>
                    <a:pt x="2169544" y="2945788"/>
                  </a:lnTo>
                  <a:lnTo>
                    <a:pt x="2221912" y="2945788"/>
                  </a:lnTo>
                  <a:lnTo>
                    <a:pt x="2274279" y="2945788"/>
                  </a:lnTo>
                  <a:lnTo>
                    <a:pt x="2326647" y="2945788"/>
                  </a:lnTo>
                  <a:lnTo>
                    <a:pt x="2379014" y="2945788"/>
                  </a:lnTo>
                  <a:lnTo>
                    <a:pt x="2431382" y="2945788"/>
                  </a:lnTo>
                  <a:lnTo>
                    <a:pt x="2483749" y="2945788"/>
                  </a:lnTo>
                  <a:lnTo>
                    <a:pt x="2536117" y="2945788"/>
                  </a:lnTo>
                  <a:lnTo>
                    <a:pt x="2588484" y="2945788"/>
                  </a:lnTo>
                  <a:lnTo>
                    <a:pt x="2640851" y="2945788"/>
                  </a:lnTo>
                  <a:lnTo>
                    <a:pt x="2693219" y="2945788"/>
                  </a:lnTo>
                  <a:lnTo>
                    <a:pt x="2745586" y="2945788"/>
                  </a:lnTo>
                  <a:lnTo>
                    <a:pt x="2797954" y="2945788"/>
                  </a:lnTo>
                  <a:lnTo>
                    <a:pt x="2850321" y="2945788"/>
                  </a:lnTo>
                  <a:lnTo>
                    <a:pt x="2902689" y="2945788"/>
                  </a:lnTo>
                  <a:lnTo>
                    <a:pt x="2955056" y="2945788"/>
                  </a:lnTo>
                  <a:lnTo>
                    <a:pt x="3007424" y="2945788"/>
                  </a:lnTo>
                  <a:lnTo>
                    <a:pt x="3059791" y="2945788"/>
                  </a:lnTo>
                  <a:lnTo>
                    <a:pt x="3112158" y="2945788"/>
                  </a:lnTo>
                  <a:lnTo>
                    <a:pt x="3164526" y="2945788"/>
                  </a:lnTo>
                  <a:lnTo>
                    <a:pt x="3216893" y="2945788"/>
                  </a:lnTo>
                  <a:lnTo>
                    <a:pt x="3269261" y="2945788"/>
                  </a:lnTo>
                  <a:lnTo>
                    <a:pt x="3321628" y="2945788"/>
                  </a:lnTo>
                  <a:lnTo>
                    <a:pt x="3373996" y="2945788"/>
                  </a:lnTo>
                  <a:lnTo>
                    <a:pt x="3426363" y="2945788"/>
                  </a:lnTo>
                  <a:lnTo>
                    <a:pt x="3478730" y="2945788"/>
                  </a:lnTo>
                  <a:lnTo>
                    <a:pt x="3531098" y="2945788"/>
                  </a:lnTo>
                  <a:lnTo>
                    <a:pt x="3583465" y="2945788"/>
                  </a:lnTo>
                  <a:lnTo>
                    <a:pt x="3635833" y="2945788"/>
                  </a:lnTo>
                  <a:lnTo>
                    <a:pt x="3688200" y="2945788"/>
                  </a:lnTo>
                  <a:lnTo>
                    <a:pt x="3740568" y="2945788"/>
                  </a:lnTo>
                  <a:lnTo>
                    <a:pt x="3792935" y="2945788"/>
                  </a:lnTo>
                  <a:lnTo>
                    <a:pt x="3845303" y="2945788"/>
                  </a:lnTo>
                  <a:lnTo>
                    <a:pt x="3897670" y="2945788"/>
                  </a:lnTo>
                  <a:lnTo>
                    <a:pt x="3950037" y="2945788"/>
                  </a:lnTo>
                  <a:lnTo>
                    <a:pt x="4002405" y="2945788"/>
                  </a:lnTo>
                  <a:lnTo>
                    <a:pt x="4054772" y="2945788"/>
                  </a:lnTo>
                  <a:lnTo>
                    <a:pt x="4107140" y="2945788"/>
                  </a:lnTo>
                  <a:lnTo>
                    <a:pt x="4149766" y="2945788"/>
                  </a:lnTo>
                  <a:lnTo>
                    <a:pt x="0" y="2945788"/>
                  </a:lnTo>
                  <a:lnTo>
                    <a:pt x="1170671" y="2945788"/>
                  </a:lnTo>
                  <a:lnTo>
                    <a:pt x="1170671" y="0"/>
                  </a:lnTo>
                  <a:lnTo>
                    <a:pt x="1170671" y="1775117"/>
                  </a:lnTo>
                  <a:lnTo>
                    <a:pt x="1170671" y="1797597"/>
                  </a:lnTo>
                  <a:lnTo>
                    <a:pt x="1170671" y="1849964"/>
                  </a:lnTo>
                  <a:lnTo>
                    <a:pt x="1170671" y="1902332"/>
                  </a:lnTo>
                  <a:lnTo>
                    <a:pt x="1170671" y="1954699"/>
                  </a:lnTo>
                  <a:lnTo>
                    <a:pt x="1170671" y="2007067"/>
                  </a:lnTo>
                  <a:lnTo>
                    <a:pt x="1170671" y="2059434"/>
                  </a:lnTo>
                  <a:lnTo>
                    <a:pt x="1170671" y="2111801"/>
                  </a:lnTo>
                  <a:lnTo>
                    <a:pt x="1170671" y="2164169"/>
                  </a:lnTo>
                  <a:lnTo>
                    <a:pt x="1170671" y="2216536"/>
                  </a:lnTo>
                  <a:lnTo>
                    <a:pt x="1170671" y="2268904"/>
                  </a:lnTo>
                  <a:lnTo>
                    <a:pt x="1170671" y="2321271"/>
                  </a:lnTo>
                  <a:lnTo>
                    <a:pt x="1170671" y="2373639"/>
                  </a:lnTo>
                  <a:lnTo>
                    <a:pt x="1170671" y="2426006"/>
                  </a:lnTo>
                  <a:lnTo>
                    <a:pt x="1170671" y="2478374"/>
                  </a:lnTo>
                  <a:lnTo>
                    <a:pt x="1170671" y="2530741"/>
                  </a:lnTo>
                  <a:lnTo>
                    <a:pt x="1170671" y="2583108"/>
                  </a:lnTo>
                  <a:lnTo>
                    <a:pt x="1170671" y="2635476"/>
                  </a:lnTo>
                  <a:lnTo>
                    <a:pt x="1170671" y="2687843"/>
                  </a:lnTo>
                  <a:lnTo>
                    <a:pt x="1170671" y="2740211"/>
                  </a:lnTo>
                  <a:lnTo>
                    <a:pt x="1170671" y="2792578"/>
                  </a:lnTo>
                  <a:lnTo>
                    <a:pt x="1170671" y="2844946"/>
                  </a:lnTo>
                  <a:lnTo>
                    <a:pt x="1170671" y="2897313"/>
                  </a:lnTo>
                  <a:lnTo>
                    <a:pt x="1170671" y="2949681"/>
                  </a:lnTo>
                  <a:lnTo>
                    <a:pt x="1170671" y="3002048"/>
                  </a:lnTo>
                  <a:lnTo>
                    <a:pt x="1170671" y="3054415"/>
                  </a:lnTo>
                  <a:lnTo>
                    <a:pt x="1170671" y="3106783"/>
                  </a:lnTo>
                  <a:lnTo>
                    <a:pt x="1170671" y="3159150"/>
                  </a:lnTo>
                  <a:lnTo>
                    <a:pt x="1170671" y="3211518"/>
                  </a:lnTo>
                  <a:lnTo>
                    <a:pt x="1170671" y="3263885"/>
                  </a:lnTo>
                  <a:lnTo>
                    <a:pt x="1170671" y="3316253"/>
                  </a:lnTo>
                  <a:lnTo>
                    <a:pt x="1170671" y="3368620"/>
                  </a:lnTo>
                  <a:lnTo>
                    <a:pt x="1170671" y="3420988"/>
                  </a:lnTo>
                  <a:lnTo>
                    <a:pt x="1170671" y="3473355"/>
                  </a:lnTo>
                  <a:lnTo>
                    <a:pt x="1170671" y="3525722"/>
                  </a:lnTo>
                  <a:lnTo>
                    <a:pt x="1170671" y="3578090"/>
                  </a:lnTo>
                  <a:lnTo>
                    <a:pt x="1170671" y="3630457"/>
                  </a:lnTo>
                  <a:lnTo>
                    <a:pt x="1170671" y="3682825"/>
                  </a:lnTo>
                  <a:lnTo>
                    <a:pt x="1170671" y="3735192"/>
                  </a:lnTo>
                  <a:lnTo>
                    <a:pt x="1170671" y="3787560"/>
                  </a:lnTo>
                  <a:lnTo>
                    <a:pt x="1170671" y="3839927"/>
                  </a:lnTo>
                  <a:lnTo>
                    <a:pt x="1170671" y="3892295"/>
                  </a:lnTo>
                  <a:lnTo>
                    <a:pt x="1170671" y="3944662"/>
                  </a:lnTo>
                  <a:lnTo>
                    <a:pt x="0" y="3964993"/>
                  </a:lnTo>
                  <a:lnTo>
                    <a:pt x="0" y="4051159"/>
                  </a:lnTo>
                  <a:lnTo>
                    <a:pt x="1557504" y="4051159"/>
                  </a:lnTo>
                  <a:lnTo>
                    <a:pt x="1592895" y="0"/>
                  </a:lnTo>
                  <a:lnTo>
                    <a:pt x="1908916" y="0"/>
                  </a:lnTo>
                  <a:lnTo>
                    <a:pt x="1960075" y="2945788"/>
                  </a:lnTo>
                  <a:lnTo>
                    <a:pt x="2012442" y="2945788"/>
                  </a:lnTo>
                  <a:lnTo>
                    <a:pt x="2064810" y="2945788"/>
                  </a:lnTo>
                  <a:lnTo>
                    <a:pt x="2117177" y="2945788"/>
                  </a:lnTo>
                  <a:lnTo>
                    <a:pt x="2169544" y="2945788"/>
                  </a:lnTo>
                  <a:lnTo>
                    <a:pt x="2221912" y="2945788"/>
                  </a:lnTo>
                  <a:lnTo>
                    <a:pt x="2274279" y="2945788"/>
                  </a:lnTo>
                  <a:lnTo>
                    <a:pt x="2326647" y="2945788"/>
                  </a:lnTo>
                  <a:lnTo>
                    <a:pt x="2379014" y="2945788"/>
                  </a:lnTo>
                  <a:lnTo>
                    <a:pt x="2431382" y="2945788"/>
                  </a:lnTo>
                  <a:lnTo>
                    <a:pt x="2483749" y="2945788"/>
                  </a:lnTo>
                  <a:lnTo>
                    <a:pt x="2536117" y="2945788"/>
                  </a:lnTo>
                  <a:lnTo>
                    <a:pt x="2588484" y="2945788"/>
                  </a:lnTo>
                  <a:lnTo>
                    <a:pt x="2640851" y="2945788"/>
                  </a:lnTo>
                  <a:lnTo>
                    <a:pt x="2693219" y="2945788"/>
                  </a:lnTo>
                  <a:lnTo>
                    <a:pt x="2745586" y="2945788"/>
                  </a:lnTo>
                  <a:lnTo>
                    <a:pt x="2797954" y="2945788"/>
                  </a:lnTo>
                  <a:lnTo>
                    <a:pt x="2850321" y="2945788"/>
                  </a:lnTo>
                  <a:lnTo>
                    <a:pt x="2902689" y="2945788"/>
                  </a:lnTo>
                  <a:lnTo>
                    <a:pt x="2955056" y="2945788"/>
                  </a:lnTo>
                  <a:lnTo>
                    <a:pt x="3007424" y="2945788"/>
                  </a:lnTo>
                  <a:lnTo>
                    <a:pt x="3059791" y="2945788"/>
                  </a:lnTo>
                  <a:lnTo>
                    <a:pt x="3112158" y="2945788"/>
                  </a:lnTo>
                  <a:lnTo>
                    <a:pt x="3164526" y="2945788"/>
                  </a:lnTo>
                  <a:lnTo>
                    <a:pt x="3216893" y="2945788"/>
                  </a:lnTo>
                  <a:lnTo>
                    <a:pt x="3269261" y="2945788"/>
                  </a:lnTo>
                  <a:lnTo>
                    <a:pt x="3321628" y="2945788"/>
                  </a:lnTo>
                  <a:lnTo>
                    <a:pt x="3373996" y="2945788"/>
                  </a:lnTo>
                  <a:lnTo>
                    <a:pt x="3426363" y="2945788"/>
                  </a:lnTo>
                  <a:lnTo>
                    <a:pt x="3478730" y="2945788"/>
                  </a:lnTo>
                  <a:lnTo>
                    <a:pt x="3531098" y="2945788"/>
                  </a:lnTo>
                  <a:lnTo>
                    <a:pt x="3583465" y="2945788"/>
                  </a:lnTo>
                  <a:lnTo>
                    <a:pt x="3635833" y="2945788"/>
                  </a:lnTo>
                  <a:lnTo>
                    <a:pt x="3688200" y="2945788"/>
                  </a:lnTo>
                  <a:lnTo>
                    <a:pt x="3740568" y="2945788"/>
                  </a:lnTo>
                  <a:lnTo>
                    <a:pt x="3792935" y="2945788"/>
                  </a:lnTo>
                  <a:lnTo>
                    <a:pt x="3845303" y="2945788"/>
                  </a:lnTo>
                  <a:lnTo>
                    <a:pt x="3897670" y="2945788"/>
                  </a:lnTo>
                  <a:lnTo>
                    <a:pt x="3950037" y="2945788"/>
                  </a:lnTo>
                  <a:lnTo>
                    <a:pt x="4002405" y="2945788"/>
                  </a:lnTo>
                  <a:lnTo>
                    <a:pt x="4054772" y="2945788"/>
                  </a:lnTo>
                  <a:lnTo>
                    <a:pt x="4107140" y="2945788"/>
                  </a:lnTo>
                  <a:lnTo>
                    <a:pt x="4149766" y="2945788"/>
                  </a:lnTo>
                  <a:lnTo>
                    <a:pt x="0" y="2945788"/>
                  </a:lnTo>
                  <a:lnTo>
                    <a:pt x="1170671" y="2945788"/>
                  </a:lnTo>
                  <a:lnTo>
                    <a:pt x="1170671" y="0"/>
                  </a:lnTo>
                  <a:lnTo>
                    <a:pt x="1170671" y="2232317"/>
                  </a:lnTo>
                  <a:lnTo>
                    <a:pt x="1170671" y="2254797"/>
                  </a:lnTo>
                  <a:lnTo>
                    <a:pt x="1170671" y="2307164"/>
                  </a:lnTo>
                  <a:lnTo>
                    <a:pt x="1170671" y="2359532"/>
                  </a:lnTo>
                  <a:lnTo>
                    <a:pt x="1170671" y="2411899"/>
                  </a:lnTo>
                  <a:lnTo>
                    <a:pt x="1170671" y="2464267"/>
                  </a:lnTo>
                  <a:lnTo>
                    <a:pt x="1170671" y="2516634"/>
                  </a:lnTo>
                  <a:lnTo>
                    <a:pt x="1170671" y="2569001"/>
                  </a:lnTo>
                  <a:lnTo>
                    <a:pt x="1170671" y="2621369"/>
                  </a:lnTo>
                  <a:lnTo>
                    <a:pt x="1170671" y="2673736"/>
                  </a:lnTo>
                  <a:lnTo>
                    <a:pt x="1170671" y="2726104"/>
                  </a:lnTo>
                  <a:lnTo>
                    <a:pt x="1170671" y="2778471"/>
                  </a:lnTo>
                  <a:lnTo>
                    <a:pt x="1170671" y="2830839"/>
                  </a:lnTo>
                  <a:lnTo>
                    <a:pt x="1170671" y="2883206"/>
                  </a:lnTo>
                  <a:lnTo>
                    <a:pt x="1170671" y="2935574"/>
                  </a:lnTo>
                  <a:lnTo>
                    <a:pt x="1170671" y="2987941"/>
                  </a:lnTo>
                  <a:lnTo>
                    <a:pt x="1170671" y="3040308"/>
                  </a:lnTo>
                  <a:lnTo>
                    <a:pt x="1170671" y="3092676"/>
                  </a:lnTo>
                  <a:lnTo>
                    <a:pt x="1170671" y="3145043"/>
                  </a:lnTo>
                  <a:lnTo>
                    <a:pt x="1170671" y="3197411"/>
                  </a:lnTo>
                  <a:lnTo>
                    <a:pt x="1170671" y="3249778"/>
                  </a:lnTo>
                  <a:lnTo>
                    <a:pt x="1170671" y="3302146"/>
                  </a:lnTo>
                  <a:lnTo>
                    <a:pt x="1170671" y="3354513"/>
                  </a:lnTo>
                  <a:lnTo>
                    <a:pt x="1170671" y="3406881"/>
                  </a:lnTo>
                  <a:lnTo>
                    <a:pt x="1170671" y="3459248"/>
                  </a:lnTo>
                  <a:lnTo>
                    <a:pt x="1170671" y="3511615"/>
                  </a:lnTo>
                  <a:lnTo>
                    <a:pt x="1170671" y="3563983"/>
                  </a:lnTo>
                  <a:lnTo>
                    <a:pt x="1170671" y="3616350"/>
                  </a:lnTo>
                  <a:lnTo>
                    <a:pt x="1170671" y="3668718"/>
                  </a:lnTo>
                  <a:lnTo>
                    <a:pt x="1170671" y="3721085"/>
                  </a:lnTo>
                  <a:lnTo>
                    <a:pt x="1170671" y="3773453"/>
                  </a:lnTo>
                  <a:lnTo>
                    <a:pt x="1170671" y="3825820"/>
                  </a:lnTo>
                  <a:lnTo>
                    <a:pt x="1170671" y="3878188"/>
                  </a:lnTo>
                  <a:lnTo>
                    <a:pt x="1170671" y="3930555"/>
                  </a:lnTo>
                  <a:lnTo>
                    <a:pt x="1170671" y="3982922"/>
                  </a:lnTo>
                  <a:lnTo>
                    <a:pt x="1170671" y="4035290"/>
                  </a:lnTo>
                  <a:lnTo>
                    <a:pt x="1170671" y="4051159"/>
                  </a:lnTo>
                  <a:lnTo>
                    <a:pt x="2069622" y="4051159"/>
                  </a:lnTo>
                  <a:lnTo>
                    <a:pt x="2102505" y="0"/>
                  </a:lnTo>
                  <a:lnTo>
                    <a:pt x="2365697" y="0"/>
                  </a:lnTo>
                  <a:lnTo>
                    <a:pt x="2411660" y="4051159"/>
                  </a:lnTo>
                  <a:lnTo>
                    <a:pt x="2770871" y="4051159"/>
                  </a:lnTo>
                  <a:lnTo>
                    <a:pt x="2770871" y="0"/>
                  </a:lnTo>
                  <a:lnTo>
                    <a:pt x="2770871" y="2006186"/>
                  </a:lnTo>
                  <a:lnTo>
                    <a:pt x="0" y="2006186"/>
                  </a:lnTo>
                  <a:lnTo>
                    <a:pt x="231068" y="2006186"/>
                  </a:lnTo>
                  <a:lnTo>
                    <a:pt x="2310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2301906" y="3717900"/>
              <a:ext cx="1744834" cy="2003048"/>
            </a:xfrm>
            <a:custGeom>
              <a:avLst/>
              <a:pathLst>
                <a:path w="1744834" h="2003048">
                  <a:moveTo>
                    <a:pt x="1572333" y="2003048"/>
                  </a:moveTo>
                  <a:lnTo>
                    <a:pt x="1579201" y="1935048"/>
                  </a:lnTo>
                  <a:lnTo>
                    <a:pt x="1671779" y="1874717"/>
                  </a:lnTo>
                  <a:lnTo>
                    <a:pt x="1702807" y="1878846"/>
                  </a:lnTo>
                  <a:lnTo>
                    <a:pt x="1732280" y="1931332"/>
                  </a:lnTo>
                  <a:lnTo>
                    <a:pt x="1742189" y="1984551"/>
                  </a:lnTo>
                  <a:lnTo>
                    <a:pt x="1744834" y="20030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074943" y="5605784"/>
              <a:ext cx="60356" cy="103870"/>
            </a:xfrm>
            <a:custGeom>
              <a:avLst/>
              <a:pathLst>
                <a:path w="60356" h="103870">
                  <a:moveTo>
                    <a:pt x="49182" y="103870"/>
                  </a:moveTo>
                  <a:lnTo>
                    <a:pt x="0" y="0"/>
                  </a:lnTo>
                  <a:lnTo>
                    <a:pt x="50592" y="33583"/>
                  </a:lnTo>
                  <a:lnTo>
                    <a:pt x="59633" y="61523"/>
                  </a:lnTo>
                  <a:lnTo>
                    <a:pt x="60356" y="8478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E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90DCB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A7E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56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61CE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322218" y="4429159"/>
              <a:ext cx="252911" cy="252911"/>
            </a:xfrm>
            <a:prstGeom prst="ellipse">
              <a:avLst/>
            </a:prstGeom>
            <a:solidFill>
              <a:srgbClr val="C8EED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3A9D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69183" y="4256777"/>
              <a:ext cx="252911" cy="252911"/>
            </a:xfrm>
            <a:prstGeom prst="ellipse">
              <a:avLst/>
            </a:prstGeom>
            <a:solidFill>
              <a:srgbClr val="D6F3E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3461516" y="4022197"/>
              <a:ext cx="1079914" cy="527149"/>
            </a:xfrm>
            <a:custGeom>
              <a:avLst/>
              <a:pathLst>
                <a:path w="1079914" h="527149">
                  <a:moveTo>
                    <a:pt x="1079914" y="0"/>
                  </a:moveTo>
                  <a:lnTo>
                    <a:pt x="0" y="52714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3535687" y="3046628"/>
              <a:ext cx="1088771" cy="640620"/>
            </a:xfrm>
            <a:custGeom>
              <a:avLst/>
              <a:pathLst>
                <a:path w="1088771" h="640620">
                  <a:moveTo>
                    <a:pt x="1088771" y="0"/>
                  </a:moveTo>
                  <a:lnTo>
                    <a:pt x="0" y="640620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3507861" y="3606293"/>
              <a:ext cx="1278681" cy="769583"/>
            </a:xfrm>
            <a:custGeom>
              <a:avLst/>
              <a:pathLst>
                <a:path w="1278681" h="769583">
                  <a:moveTo>
                    <a:pt x="1278681" y="0"/>
                  </a:moveTo>
                  <a:lnTo>
                    <a:pt x="0" y="76958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541430" y="3851176"/>
              <a:ext cx="1193383" cy="324611"/>
            </a:xfrm>
            <a:custGeom>
              <a:avLst/>
              <a:pathLst>
                <a:path w="1193383" h="324611">
                  <a:moveTo>
                    <a:pt x="27431" y="324611"/>
                  </a:moveTo>
                  <a:lnTo>
                    <a:pt x="1165951" y="324611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1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tx735"/>
            <p:cNvSpPr/>
            <p:nvPr/>
          </p:nvSpPr>
          <p:spPr>
            <a:xfrm>
              <a:off x="4587150" y="3896896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736" name="pg736"/>
            <p:cNvSpPr/>
            <p:nvPr/>
          </p:nvSpPr>
          <p:spPr>
            <a:xfrm>
              <a:off x="4624458" y="2874458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tx737"/>
            <p:cNvSpPr/>
            <p:nvPr/>
          </p:nvSpPr>
          <p:spPr>
            <a:xfrm>
              <a:off x="4670178" y="2920178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738" name="pg738"/>
            <p:cNvSpPr/>
            <p:nvPr/>
          </p:nvSpPr>
          <p:spPr>
            <a:xfrm>
              <a:off x="4786543" y="3435343"/>
              <a:ext cx="1554937" cy="324612"/>
            </a:xfrm>
            <a:custGeom>
              <a:avLst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tx739"/>
            <p:cNvSpPr/>
            <p:nvPr/>
          </p:nvSpPr>
          <p:spPr>
            <a:xfrm>
              <a:off x="4832263" y="3481063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740" name="rc740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tx741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6" name="pl756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tx767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86" name="tx786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87" name="rc787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tx788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89" name="pic78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90" name="pl790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836004" y="40300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836004" y="3717609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836004" y="340514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6660439" y="40300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6660439" y="3717609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6660439" y="340514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tx798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99" name="tx799"/>
            <p:cNvSpPr/>
            <p:nvPr/>
          </p:nvSpPr>
          <p:spPr>
            <a:xfrm>
              <a:off x="6949485" y="39900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0" name="tx800"/>
            <p:cNvSpPr/>
            <p:nvPr/>
          </p:nvSpPr>
          <p:spPr>
            <a:xfrm>
              <a:off x="6949485" y="367755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01" name="tx801"/>
            <p:cNvSpPr/>
            <p:nvPr/>
          </p:nvSpPr>
          <p:spPr>
            <a:xfrm>
              <a:off x="6949485" y="33650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A53">
                <a:alpha val="100000"/>
              </a:srgbClr>
            </a:solidFill>
            <a:ln w="5420" cap="flat">
              <a:solidFill>
                <a:srgbClr val="37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1">
                <a:alpha val="100000"/>
              </a:srgbClr>
            </a:solidFill>
            <a:ln w="5420" cap="flat">
              <a:solidFill>
                <a:srgbClr val="37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F">
                <a:alpha val="100000"/>
              </a:srgbClr>
            </a:solidFill>
            <a:ln w="5420" cap="flat">
              <a:solidFill>
                <a:srgbClr val="35284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0">
                <a:alpha val="100000"/>
              </a:srgbClr>
            </a:solidFill>
            <a:ln w="5420" cap="flat">
              <a:solidFill>
                <a:srgbClr val="3629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B55">
                <a:alpha val="100000"/>
              </a:srgbClr>
            </a:solidFill>
            <a:ln w="5420" cap="flat">
              <a:solidFill>
                <a:srgbClr val="382B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8">
                <a:alpha val="100000"/>
              </a:srgbClr>
            </a:solidFill>
            <a:ln w="5420" cap="flat">
              <a:solidFill>
                <a:srgbClr val="392D5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850">
                <a:alpha val="100000"/>
              </a:srgbClr>
            </a:solidFill>
            <a:ln w="5420" cap="flat">
              <a:solidFill>
                <a:srgbClr val="36285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74E">
                <a:alpha val="100000"/>
              </a:srgbClr>
            </a:solidFill>
            <a:ln w="5420" cap="flat">
              <a:solidFill>
                <a:srgbClr val="3527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284E">
                <a:alpha val="100000"/>
              </a:srgbClr>
            </a:solidFill>
            <a:ln w="5420" cap="flat">
              <a:solidFill>
                <a:srgbClr val="35284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2951">
                <a:alpha val="100000"/>
              </a:srgbClr>
            </a:solidFill>
            <a:ln w="5420" cap="flat">
              <a:solidFill>
                <a:srgbClr val="3629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9">
                <a:alpha val="100000"/>
              </a:srgbClr>
            </a:solidFill>
            <a:ln w="5420" cap="flat">
              <a:solidFill>
                <a:srgbClr val="392E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C56">
                <a:alpha val="100000"/>
              </a:srgbClr>
            </a:solidFill>
            <a:ln w="5420" cap="flat">
              <a:solidFill>
                <a:srgbClr val="382C5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3">
                <a:alpha val="100000"/>
              </a:srgbClr>
            </a:solidFill>
            <a:ln w="5420" cap="flat">
              <a:solidFill>
                <a:srgbClr val="382A5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2952">
                <a:alpha val="100000"/>
              </a:srgbClr>
            </a:solidFill>
            <a:ln w="5420" cap="flat">
              <a:solidFill>
                <a:srgbClr val="3729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C57">
                <a:alpha val="100000"/>
              </a:srgbClr>
            </a:solidFill>
            <a:ln w="5420" cap="flat">
              <a:solidFill>
                <a:srgbClr val="392C5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D59">
                <a:alpha val="100000"/>
              </a:srgbClr>
            </a:solidFill>
            <a:ln w="5420" cap="flat">
              <a:solidFill>
                <a:srgbClr val="392D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F5B">
                <a:alpha val="100000"/>
              </a:srgbClr>
            </a:solidFill>
            <a:ln w="5420" cap="flat">
              <a:solidFill>
                <a:srgbClr val="392F5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D">
                <a:alpha val="100000"/>
              </a:srgbClr>
            </a:solidFill>
            <a:ln w="5420" cap="flat">
              <a:solidFill>
                <a:srgbClr val="39305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4">
                <a:alpha val="100000"/>
              </a:srgbClr>
            </a:solidFill>
            <a:ln w="5420" cap="flat">
              <a:solidFill>
                <a:srgbClr val="3A35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B">
                <a:alpha val="100000"/>
              </a:srgbClr>
            </a:solidFill>
            <a:ln w="5420" cap="flat">
              <a:solidFill>
                <a:srgbClr val="3B3A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B538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B4E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C437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3A7F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38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C407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4274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C477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3A6E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3A80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4AA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3B51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67D0A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C467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A32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58C2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C4D8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57BF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C457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95B9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9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95D9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C447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3A599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3B518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3B70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C457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B4E8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51B8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A325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C407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451" y="4909124"/>
              <a:ext cx="52361" cy="84404"/>
            </a:xfrm>
            <a:custGeom>
              <a:avLst/>
              <a:pathLst>
                <a:path w="52361" h="84404">
                  <a:moveTo>
                    <a:pt x="0" y="0"/>
                  </a:moveTo>
                  <a:lnTo>
                    <a:pt x="52361" y="8440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3511650" y="4762439"/>
              <a:ext cx="53680" cy="82425"/>
            </a:xfrm>
            <a:custGeom>
              <a:avLst/>
              <a:pathLst>
                <a:path w="53680" h="82425">
                  <a:moveTo>
                    <a:pt x="0" y="0"/>
                  </a:moveTo>
                  <a:lnTo>
                    <a:pt x="53680" y="8242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460" y="4609310"/>
              <a:ext cx="54365" cy="79589"/>
            </a:xfrm>
            <a:custGeom>
              <a:avLst/>
              <a:pathLst>
                <a:path w="54365" h="79589">
                  <a:moveTo>
                    <a:pt x="0" y="0"/>
                  </a:moveTo>
                  <a:lnTo>
                    <a:pt x="54365" y="7958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508403" y="3048161"/>
              <a:ext cx="164491" cy="10617"/>
            </a:xfrm>
            <a:custGeom>
              <a:avLst/>
              <a:pathLst>
                <a:path w="164491" h="10617">
                  <a:moveTo>
                    <a:pt x="0" y="0"/>
                  </a:moveTo>
                  <a:lnTo>
                    <a:pt x="164491" y="1061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5747527" y="2860796"/>
              <a:ext cx="76591" cy="63354"/>
            </a:xfrm>
            <a:custGeom>
              <a:avLst/>
              <a:pathLst>
                <a:path w="76591" h="63354">
                  <a:moveTo>
                    <a:pt x="0" y="0"/>
                  </a:moveTo>
                  <a:lnTo>
                    <a:pt x="76591" y="6335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g3967"/>
            <p:cNvSpPr/>
            <p:nvPr/>
          </p:nvSpPr>
          <p:spPr>
            <a:xfrm>
              <a:off x="2291936" y="4760423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2337656" y="4806143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9" name="pg3969"/>
            <p:cNvSpPr/>
            <p:nvPr/>
          </p:nvSpPr>
          <p:spPr>
            <a:xfrm>
              <a:off x="2960815" y="4613746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3006535" y="4659466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1" name="pg3971"/>
            <p:cNvSpPr/>
            <p:nvPr/>
          </p:nvSpPr>
          <p:spPr>
            <a:xfrm>
              <a:off x="3970490" y="4460383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1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tx3972"/>
            <p:cNvSpPr/>
            <p:nvPr/>
          </p:nvSpPr>
          <p:spPr>
            <a:xfrm>
              <a:off x="4016210" y="4506103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3" name="pg3973"/>
            <p:cNvSpPr/>
            <p:nvPr/>
          </p:nvSpPr>
          <p:spPr>
            <a:xfrm>
              <a:off x="4926662" y="2952154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tx3974"/>
            <p:cNvSpPr/>
            <p:nvPr/>
          </p:nvSpPr>
          <p:spPr>
            <a:xfrm>
              <a:off x="4972382" y="2997874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5" name="pg3975"/>
            <p:cNvSpPr/>
            <p:nvPr/>
          </p:nvSpPr>
          <p:spPr>
            <a:xfrm>
              <a:off x="5288325" y="2668864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tx3976"/>
            <p:cNvSpPr/>
            <p:nvPr/>
          </p:nvSpPr>
          <p:spPr>
            <a:xfrm>
              <a:off x="5334045" y="2714584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7" name="rc3977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tx3978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2" name="tx3992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3" name="pl3993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tx4006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30" name="tx4030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1" name="tx4031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2" name="rc4032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3" name="tx4033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4" name="tx4034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5" name="pic403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6" name="pl4036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54164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432292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410420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388547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54164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432292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410420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6752931" y="388547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tx4048"/>
            <p:cNvSpPr/>
            <p:nvPr/>
          </p:nvSpPr>
          <p:spPr>
            <a:xfrm>
              <a:off x="7041976" y="472032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450159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428287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406414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384542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7041976" y="362670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5" name="tx4055"/>
            <p:cNvSpPr/>
            <p:nvPr/>
          </p:nvSpPr>
          <p:spPr>
            <a:xfrm>
              <a:off x="2201917" y="1998973"/>
              <a:ext cx="1998695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 (GF)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33411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415547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496984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57842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65985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848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2991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311355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392793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47423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FAD">
                <a:alpha val="100000"/>
              </a:srgbClr>
            </a:solidFill>
            <a:ln w="5420" cap="flat">
              <a:solidFill>
                <a:srgbClr val="62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2CEAD">
                <a:alpha val="100000"/>
              </a:srgbClr>
            </a:solidFill>
            <a:ln w="5420" cap="flat">
              <a:solidFill>
                <a:srgbClr val="62CE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4AC">
                <a:alpha val="100000"/>
              </a:srgbClr>
            </a:solidFill>
            <a:ln w="5420" cap="flat">
              <a:solidFill>
                <a:srgbClr val="5A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FCCAC">
                <a:alpha val="100000"/>
              </a:srgbClr>
            </a:solidFill>
            <a:ln w="5420" cap="flat">
              <a:solidFill>
                <a:srgbClr val="5F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4CFAD">
                <a:alpha val="100000"/>
              </a:srgbClr>
            </a:solidFill>
            <a:ln w="5420" cap="flat">
              <a:solidFill>
                <a:srgbClr val="64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63CFAD">
                <a:alpha val="100000"/>
              </a:srgbClr>
            </a:solidFill>
            <a:ln w="5420" cap="flat">
              <a:solidFill>
                <a:srgbClr val="63CFA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AAC">
                <a:alpha val="100000"/>
              </a:srgbClr>
            </a:solidFill>
            <a:ln w="5420" cap="flat">
              <a:solidFill>
                <a:srgbClr val="5E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11255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19399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7542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35686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3830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51973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0117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8261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6405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84548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2692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00836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08979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17123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25267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33411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2301906" y="4297487"/>
              <a:ext cx="973520" cy="1423460"/>
            </a:xfrm>
            <a:custGeom>
              <a:avLst/>
              <a:pathLst>
                <a:path w="973520" h="1423460">
                  <a:moveTo>
                    <a:pt x="892083" y="1385064"/>
                  </a:moveTo>
                  <a:lnTo>
                    <a:pt x="973520" y="1385064"/>
                  </a:lnTo>
                  <a:lnTo>
                    <a:pt x="973520" y="1423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2301906" y="4351869"/>
              <a:ext cx="892083" cy="1369078"/>
            </a:xfrm>
            <a:custGeom>
              <a:avLst/>
              <a:pathLst>
                <a:path w="892083" h="1369078">
                  <a:moveTo>
                    <a:pt x="892083" y="1369078"/>
                  </a:moveTo>
                  <a:lnTo>
                    <a:pt x="892083" y="13306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2301906" y="4221734"/>
              <a:ext cx="1054958" cy="1499213"/>
            </a:xfrm>
            <a:custGeom>
              <a:avLst/>
              <a:pathLst>
                <a:path w="1054958" h="1499213">
                  <a:moveTo>
                    <a:pt x="973520" y="1460818"/>
                  </a:moveTo>
                  <a:lnTo>
                    <a:pt x="1054958" y="1460818"/>
                  </a:lnTo>
                  <a:lnTo>
                    <a:pt x="1054958" y="1499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2301906" y="4272355"/>
              <a:ext cx="973520" cy="1448592"/>
            </a:xfrm>
            <a:custGeom>
              <a:avLst/>
              <a:pathLst>
                <a:path w="973520" h="1448592">
                  <a:moveTo>
                    <a:pt x="973520" y="1448592"/>
                  </a:moveTo>
                  <a:lnTo>
                    <a:pt x="973520" y="141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2301906" y="4150120"/>
              <a:ext cx="1136395" cy="1570828"/>
            </a:xfrm>
            <a:custGeom>
              <a:avLst/>
              <a:pathLst>
                <a:path w="1136395" h="1570828">
                  <a:moveTo>
                    <a:pt x="1054958" y="1532432"/>
                  </a:moveTo>
                  <a:lnTo>
                    <a:pt x="1136395" y="1532432"/>
                  </a:lnTo>
                  <a:lnTo>
                    <a:pt x="1136395" y="15708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2301906" y="4197308"/>
              <a:ext cx="1054958" cy="1523639"/>
            </a:xfrm>
            <a:custGeom>
              <a:avLst/>
              <a:pathLst>
                <a:path w="1054958" h="1523639">
                  <a:moveTo>
                    <a:pt x="1054958" y="1523639"/>
                  </a:moveTo>
                  <a:lnTo>
                    <a:pt x="1054958" y="1485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2301906" y="4082314"/>
              <a:ext cx="1217832" cy="1638633"/>
            </a:xfrm>
            <a:custGeom>
              <a:avLst/>
              <a:pathLst>
                <a:path w="1217832" h="1638633">
                  <a:moveTo>
                    <a:pt x="1136395" y="1600238"/>
                  </a:moveTo>
                  <a:lnTo>
                    <a:pt x="1217832" y="1600238"/>
                  </a:lnTo>
                  <a:lnTo>
                    <a:pt x="1217832" y="16386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2301906" y="4126360"/>
              <a:ext cx="1136395" cy="1594587"/>
            </a:xfrm>
            <a:custGeom>
              <a:avLst/>
              <a:pathLst>
                <a:path w="1136395" h="1594587">
                  <a:moveTo>
                    <a:pt x="1136395" y="1594587"/>
                  </a:moveTo>
                  <a:lnTo>
                    <a:pt x="1136395" y="155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2301906" y="4018020"/>
              <a:ext cx="1299269" cy="1702927"/>
            </a:xfrm>
            <a:custGeom>
              <a:avLst/>
              <a:pathLst>
                <a:path w="1299269" h="1702927">
                  <a:moveTo>
                    <a:pt x="1217832" y="1664531"/>
                  </a:moveTo>
                  <a:lnTo>
                    <a:pt x="1299269" y="1664531"/>
                  </a:lnTo>
                  <a:lnTo>
                    <a:pt x="1299269" y="17029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2301906" y="4059186"/>
              <a:ext cx="1217832" cy="1661761"/>
            </a:xfrm>
            <a:custGeom>
              <a:avLst/>
              <a:pathLst>
                <a:path w="1217832" h="1661761">
                  <a:moveTo>
                    <a:pt x="1217832" y="1661761"/>
                  </a:moveTo>
                  <a:lnTo>
                    <a:pt x="1217832" y="1623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2301906" y="3956974"/>
              <a:ext cx="1380706" cy="1763973"/>
            </a:xfrm>
            <a:custGeom>
              <a:avLst/>
              <a:pathLst>
                <a:path w="1380706" h="1763973">
                  <a:moveTo>
                    <a:pt x="1299269" y="1725578"/>
                  </a:moveTo>
                  <a:lnTo>
                    <a:pt x="1380706" y="1725578"/>
                  </a:lnTo>
                  <a:lnTo>
                    <a:pt x="1380706" y="1763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2301906" y="3995492"/>
              <a:ext cx="1299269" cy="1725455"/>
            </a:xfrm>
            <a:custGeom>
              <a:avLst/>
              <a:pathLst>
                <a:path w="1299269" h="1725455">
                  <a:moveTo>
                    <a:pt x="1299269" y="1725455"/>
                  </a:moveTo>
                  <a:lnTo>
                    <a:pt x="1299269" y="16870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2301906" y="3898934"/>
              <a:ext cx="1462143" cy="1822013"/>
            </a:xfrm>
            <a:custGeom>
              <a:avLst/>
              <a:pathLst>
                <a:path w="1462143" h="1822013">
                  <a:moveTo>
                    <a:pt x="1380706" y="1783618"/>
                  </a:moveTo>
                  <a:lnTo>
                    <a:pt x="1462143" y="1783618"/>
                  </a:lnTo>
                  <a:lnTo>
                    <a:pt x="1462143" y="1822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2301906" y="3935014"/>
              <a:ext cx="1380706" cy="1785933"/>
            </a:xfrm>
            <a:custGeom>
              <a:avLst/>
              <a:pathLst>
                <a:path w="1380706" h="1785933">
                  <a:moveTo>
                    <a:pt x="1380706" y="1785933"/>
                  </a:moveTo>
                  <a:lnTo>
                    <a:pt x="1380706" y="17475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2301906" y="3843684"/>
              <a:ext cx="1543580" cy="1877263"/>
            </a:xfrm>
            <a:custGeom>
              <a:avLst/>
              <a:pathLst>
                <a:path w="1543580" h="1877263">
                  <a:moveTo>
                    <a:pt x="1462143" y="1838867"/>
                  </a:moveTo>
                  <a:lnTo>
                    <a:pt x="1543580" y="1838867"/>
                  </a:lnTo>
                  <a:lnTo>
                    <a:pt x="1543580" y="18772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2301906" y="3877515"/>
              <a:ext cx="1462143" cy="1843432"/>
            </a:xfrm>
            <a:custGeom>
              <a:avLst/>
              <a:pathLst>
                <a:path w="1462143" h="1843432">
                  <a:moveTo>
                    <a:pt x="1462143" y="1843432"/>
                  </a:moveTo>
                  <a:lnTo>
                    <a:pt x="1462143" y="18050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2301906" y="3791028"/>
              <a:ext cx="1625018" cy="1929919"/>
            </a:xfrm>
            <a:custGeom>
              <a:avLst/>
              <a:pathLst>
                <a:path w="1625018" h="1929919">
                  <a:moveTo>
                    <a:pt x="1543580" y="1891524"/>
                  </a:moveTo>
                  <a:lnTo>
                    <a:pt x="1625018" y="1891524"/>
                  </a:lnTo>
                  <a:lnTo>
                    <a:pt x="1625018" y="19299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2301906" y="3822780"/>
              <a:ext cx="1543580" cy="1898167"/>
            </a:xfrm>
            <a:custGeom>
              <a:avLst/>
              <a:pathLst>
                <a:path w="1543580" h="1898167">
                  <a:moveTo>
                    <a:pt x="1543580" y="1898167"/>
                  </a:moveTo>
                  <a:lnTo>
                    <a:pt x="1543580" y="18597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2301906" y="3740787"/>
              <a:ext cx="1706455" cy="1980160"/>
            </a:xfrm>
            <a:custGeom>
              <a:avLst/>
              <a:pathLst>
                <a:path w="1706455" h="1980160">
                  <a:moveTo>
                    <a:pt x="1625018" y="1941765"/>
                  </a:moveTo>
                  <a:lnTo>
                    <a:pt x="1706455" y="1941765"/>
                  </a:lnTo>
                  <a:lnTo>
                    <a:pt x="1706455" y="198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2301906" y="3770615"/>
              <a:ext cx="1625018" cy="1950332"/>
            </a:xfrm>
            <a:custGeom>
              <a:avLst/>
              <a:pathLst>
                <a:path w="1625018" h="1950332">
                  <a:moveTo>
                    <a:pt x="1625018" y="1950332"/>
                  </a:moveTo>
                  <a:lnTo>
                    <a:pt x="1625018" y="1911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2301906" y="3692798"/>
              <a:ext cx="1787892" cy="2028149"/>
            </a:xfrm>
            <a:custGeom>
              <a:avLst/>
              <a:pathLst>
                <a:path w="1787892" h="2028149">
                  <a:moveTo>
                    <a:pt x="1706455" y="1989754"/>
                  </a:moveTo>
                  <a:lnTo>
                    <a:pt x="1787892" y="1989754"/>
                  </a:lnTo>
                  <a:lnTo>
                    <a:pt x="1787892" y="20281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2301906" y="3720842"/>
              <a:ext cx="1706455" cy="2000106"/>
            </a:xfrm>
            <a:custGeom>
              <a:avLst/>
              <a:pathLst>
                <a:path w="1706455" h="2000106">
                  <a:moveTo>
                    <a:pt x="1706455" y="2000106"/>
                  </a:moveTo>
                  <a:lnTo>
                    <a:pt x="1706455" y="196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2301906" y="3646914"/>
              <a:ext cx="1869329" cy="2074033"/>
            </a:xfrm>
            <a:custGeom>
              <a:avLst/>
              <a:pathLst>
                <a:path w="1869329" h="2074033">
                  <a:moveTo>
                    <a:pt x="1787892" y="2035638"/>
                  </a:moveTo>
                  <a:lnTo>
                    <a:pt x="1869329" y="2035638"/>
                  </a:lnTo>
                  <a:lnTo>
                    <a:pt x="1869329" y="20740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2301906" y="3673300"/>
              <a:ext cx="1787892" cy="2047647"/>
            </a:xfrm>
            <a:custGeom>
              <a:avLst/>
              <a:pathLst>
                <a:path w="1787892" h="2047647">
                  <a:moveTo>
                    <a:pt x="1787892" y="2047647"/>
                  </a:moveTo>
                  <a:lnTo>
                    <a:pt x="1787892" y="2009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2301906" y="3602999"/>
              <a:ext cx="1950766" cy="2117948"/>
            </a:xfrm>
            <a:custGeom>
              <a:avLst/>
              <a:pathLst>
                <a:path w="1950766" h="2117948">
                  <a:moveTo>
                    <a:pt x="1869329" y="2079553"/>
                  </a:moveTo>
                  <a:lnTo>
                    <a:pt x="1950766" y="2079553"/>
                  </a:lnTo>
                  <a:lnTo>
                    <a:pt x="1950766" y="2117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2301906" y="3627844"/>
              <a:ext cx="1869329" cy="2093104"/>
            </a:xfrm>
            <a:custGeom>
              <a:avLst/>
              <a:pathLst>
                <a:path w="1869329" h="2093104">
                  <a:moveTo>
                    <a:pt x="1869329" y="2093104"/>
                  </a:moveTo>
                  <a:lnTo>
                    <a:pt x="1869329" y="2054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2301906" y="3560929"/>
              <a:ext cx="2032203" cy="2160018"/>
            </a:xfrm>
            <a:custGeom>
              <a:avLst/>
              <a:pathLst>
                <a:path w="2032203" h="2160018">
                  <a:moveTo>
                    <a:pt x="1950766" y="2121623"/>
                  </a:moveTo>
                  <a:lnTo>
                    <a:pt x="2032203" y="2121623"/>
                  </a:lnTo>
                  <a:lnTo>
                    <a:pt x="2032203" y="21600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2301906" y="3584338"/>
              <a:ext cx="1950766" cy="2136610"/>
            </a:xfrm>
            <a:custGeom>
              <a:avLst/>
              <a:pathLst>
                <a:path w="1950766" h="2136610">
                  <a:moveTo>
                    <a:pt x="1950766" y="2136610"/>
                  </a:moveTo>
                  <a:lnTo>
                    <a:pt x="1950766" y="2098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2301906" y="3520590"/>
              <a:ext cx="2113640" cy="2200358"/>
            </a:xfrm>
            <a:custGeom>
              <a:avLst/>
              <a:pathLst>
                <a:path w="2113640" h="2200358">
                  <a:moveTo>
                    <a:pt x="2032203" y="2161962"/>
                  </a:moveTo>
                  <a:lnTo>
                    <a:pt x="2113640" y="2161962"/>
                  </a:lnTo>
                  <a:lnTo>
                    <a:pt x="2113640" y="22003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2301906" y="3542659"/>
              <a:ext cx="2032203" cy="2178288"/>
            </a:xfrm>
            <a:custGeom>
              <a:avLst/>
              <a:pathLst>
                <a:path w="2032203" h="2178288">
                  <a:moveTo>
                    <a:pt x="2032203" y="2178288"/>
                  </a:moveTo>
                  <a:lnTo>
                    <a:pt x="2032203" y="21398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2892546" y="1669789"/>
              <a:ext cx="2444595" cy="4051159"/>
            </a:xfrm>
            <a:custGeom>
              <a:avLst/>
              <a:pathLst>
                <a:path w="2444595" h="4051159">
                  <a:moveTo>
                    <a:pt x="2444595" y="0"/>
                  </a:moveTo>
                  <a:lnTo>
                    <a:pt x="2433214" y="58391"/>
                  </a:lnTo>
                  <a:lnTo>
                    <a:pt x="2417953" y="199286"/>
                  </a:lnTo>
                  <a:lnTo>
                    <a:pt x="2394989" y="326050"/>
                  </a:lnTo>
                  <a:lnTo>
                    <a:pt x="2391988" y="287557"/>
                  </a:lnTo>
                  <a:lnTo>
                    <a:pt x="2406345" y="133449"/>
                  </a:lnTo>
                  <a:lnTo>
                    <a:pt x="2383091" y="149553"/>
                  </a:lnTo>
                  <a:lnTo>
                    <a:pt x="2367071" y="185109"/>
                  </a:lnTo>
                  <a:lnTo>
                    <a:pt x="2323747" y="383857"/>
                  </a:lnTo>
                  <a:lnTo>
                    <a:pt x="2264186" y="489792"/>
                  </a:lnTo>
                  <a:lnTo>
                    <a:pt x="2209327" y="563061"/>
                  </a:lnTo>
                  <a:lnTo>
                    <a:pt x="2152731" y="550949"/>
                  </a:lnTo>
                  <a:lnTo>
                    <a:pt x="2165460" y="609169"/>
                  </a:lnTo>
                  <a:lnTo>
                    <a:pt x="2149910" y="639495"/>
                  </a:lnTo>
                  <a:lnTo>
                    <a:pt x="2136602" y="702762"/>
                  </a:lnTo>
                  <a:lnTo>
                    <a:pt x="2102862" y="744696"/>
                  </a:lnTo>
                  <a:lnTo>
                    <a:pt x="2071146" y="740658"/>
                  </a:lnTo>
                  <a:lnTo>
                    <a:pt x="2025581" y="769562"/>
                  </a:lnTo>
                  <a:lnTo>
                    <a:pt x="2007608" y="791676"/>
                  </a:lnTo>
                  <a:lnTo>
                    <a:pt x="2006269" y="834022"/>
                  </a:lnTo>
                  <a:lnTo>
                    <a:pt x="1975784" y="871276"/>
                  </a:lnTo>
                  <a:lnTo>
                    <a:pt x="1865775" y="1064794"/>
                  </a:lnTo>
                  <a:lnTo>
                    <a:pt x="1770267" y="1121913"/>
                  </a:lnTo>
                  <a:lnTo>
                    <a:pt x="1747412" y="1113609"/>
                  </a:lnTo>
                  <a:lnTo>
                    <a:pt x="1772582" y="1022264"/>
                  </a:lnTo>
                  <a:lnTo>
                    <a:pt x="1789832" y="929909"/>
                  </a:lnTo>
                  <a:lnTo>
                    <a:pt x="1731862" y="889719"/>
                  </a:lnTo>
                  <a:lnTo>
                    <a:pt x="1676387" y="868477"/>
                  </a:lnTo>
                  <a:lnTo>
                    <a:pt x="1612740" y="871276"/>
                  </a:lnTo>
                  <a:lnTo>
                    <a:pt x="1542438" y="799475"/>
                  </a:lnTo>
                  <a:lnTo>
                    <a:pt x="1451813" y="747265"/>
                  </a:lnTo>
                  <a:lnTo>
                    <a:pt x="1325314" y="606003"/>
                  </a:lnTo>
                  <a:lnTo>
                    <a:pt x="1329002" y="566823"/>
                  </a:lnTo>
                  <a:lnTo>
                    <a:pt x="1325820" y="501078"/>
                  </a:lnTo>
                  <a:lnTo>
                    <a:pt x="1364262" y="397208"/>
                  </a:lnTo>
                  <a:lnTo>
                    <a:pt x="1401112" y="324581"/>
                  </a:lnTo>
                  <a:lnTo>
                    <a:pt x="1451994" y="286961"/>
                  </a:lnTo>
                  <a:lnTo>
                    <a:pt x="1599649" y="248652"/>
                  </a:lnTo>
                  <a:lnTo>
                    <a:pt x="1636680" y="191028"/>
                  </a:lnTo>
                  <a:lnTo>
                    <a:pt x="1658631" y="142488"/>
                  </a:lnTo>
                  <a:lnTo>
                    <a:pt x="1585473" y="225850"/>
                  </a:lnTo>
                  <a:lnTo>
                    <a:pt x="1475898" y="254111"/>
                  </a:lnTo>
                  <a:lnTo>
                    <a:pt x="1416843" y="285217"/>
                  </a:lnTo>
                  <a:lnTo>
                    <a:pt x="1369614" y="332794"/>
                  </a:lnTo>
                  <a:lnTo>
                    <a:pt x="1341660" y="392528"/>
                  </a:lnTo>
                  <a:lnTo>
                    <a:pt x="1278374" y="464513"/>
                  </a:lnTo>
                  <a:lnTo>
                    <a:pt x="1282822" y="512731"/>
                  </a:lnTo>
                  <a:lnTo>
                    <a:pt x="1293418" y="547003"/>
                  </a:lnTo>
                  <a:lnTo>
                    <a:pt x="1288536" y="618437"/>
                  </a:lnTo>
                  <a:lnTo>
                    <a:pt x="1328568" y="688081"/>
                  </a:lnTo>
                  <a:lnTo>
                    <a:pt x="1407947" y="802182"/>
                  </a:lnTo>
                  <a:lnTo>
                    <a:pt x="1423099" y="979413"/>
                  </a:lnTo>
                  <a:lnTo>
                    <a:pt x="1483673" y="1098010"/>
                  </a:lnTo>
                  <a:lnTo>
                    <a:pt x="1576504" y="1236290"/>
                  </a:lnTo>
                  <a:lnTo>
                    <a:pt x="1647891" y="1275608"/>
                  </a:lnTo>
                  <a:lnTo>
                    <a:pt x="1651362" y="1327038"/>
                  </a:lnTo>
                  <a:lnTo>
                    <a:pt x="1618418" y="1411960"/>
                  </a:lnTo>
                  <a:lnTo>
                    <a:pt x="1574985" y="1450774"/>
                  </a:lnTo>
                  <a:lnTo>
                    <a:pt x="1631473" y="1443021"/>
                  </a:lnTo>
                  <a:lnTo>
                    <a:pt x="1659608" y="1462427"/>
                  </a:lnTo>
                  <a:lnTo>
                    <a:pt x="1686983" y="1533265"/>
                  </a:lnTo>
                  <a:lnTo>
                    <a:pt x="1684850" y="1605570"/>
                  </a:lnTo>
                  <a:lnTo>
                    <a:pt x="1675592" y="1646311"/>
                  </a:lnTo>
                  <a:lnTo>
                    <a:pt x="1658487" y="1662552"/>
                  </a:lnTo>
                  <a:lnTo>
                    <a:pt x="1659210" y="1620939"/>
                  </a:lnTo>
                  <a:lnTo>
                    <a:pt x="1647095" y="1606488"/>
                  </a:lnTo>
                  <a:lnTo>
                    <a:pt x="1627097" y="1624518"/>
                  </a:lnTo>
                  <a:lnTo>
                    <a:pt x="1614150" y="1645072"/>
                  </a:lnTo>
                  <a:lnTo>
                    <a:pt x="1608762" y="1726048"/>
                  </a:lnTo>
                  <a:lnTo>
                    <a:pt x="1595056" y="1766514"/>
                  </a:lnTo>
                  <a:lnTo>
                    <a:pt x="1546597" y="1778534"/>
                  </a:lnTo>
                  <a:lnTo>
                    <a:pt x="1497451" y="1884790"/>
                  </a:lnTo>
                  <a:lnTo>
                    <a:pt x="1451741" y="1945075"/>
                  </a:lnTo>
                  <a:lnTo>
                    <a:pt x="1271864" y="2352710"/>
                  </a:lnTo>
                  <a:lnTo>
                    <a:pt x="1278735" y="2420840"/>
                  </a:lnTo>
                  <a:lnTo>
                    <a:pt x="1245827" y="2442770"/>
                  </a:lnTo>
                  <a:lnTo>
                    <a:pt x="1195994" y="2460617"/>
                  </a:lnTo>
                  <a:lnTo>
                    <a:pt x="1145582" y="2501358"/>
                  </a:lnTo>
                  <a:lnTo>
                    <a:pt x="1112131" y="2546274"/>
                  </a:lnTo>
                  <a:lnTo>
                    <a:pt x="1081066" y="2667073"/>
                  </a:lnTo>
                  <a:lnTo>
                    <a:pt x="1021542" y="2803059"/>
                  </a:lnTo>
                  <a:lnTo>
                    <a:pt x="984402" y="2746398"/>
                  </a:lnTo>
                  <a:lnTo>
                    <a:pt x="974891" y="2697904"/>
                  </a:lnTo>
                  <a:lnTo>
                    <a:pt x="991418" y="2571415"/>
                  </a:lnTo>
                  <a:lnTo>
                    <a:pt x="1055788" y="2364042"/>
                  </a:lnTo>
                  <a:lnTo>
                    <a:pt x="1126705" y="2235122"/>
                  </a:lnTo>
                  <a:lnTo>
                    <a:pt x="1180805" y="2174011"/>
                  </a:lnTo>
                  <a:lnTo>
                    <a:pt x="1225286" y="2049450"/>
                  </a:lnTo>
                  <a:lnTo>
                    <a:pt x="1169088" y="2030869"/>
                  </a:lnTo>
                  <a:lnTo>
                    <a:pt x="1083417" y="2032887"/>
                  </a:lnTo>
                  <a:lnTo>
                    <a:pt x="1099546" y="1975401"/>
                  </a:lnTo>
                  <a:lnTo>
                    <a:pt x="1124535" y="1924750"/>
                  </a:lnTo>
                  <a:lnTo>
                    <a:pt x="1079873" y="1874283"/>
                  </a:lnTo>
                  <a:lnTo>
                    <a:pt x="1053438" y="1867860"/>
                  </a:lnTo>
                  <a:lnTo>
                    <a:pt x="1026207" y="1847169"/>
                  </a:lnTo>
                  <a:lnTo>
                    <a:pt x="1058139" y="1805144"/>
                  </a:lnTo>
                  <a:lnTo>
                    <a:pt x="1073725" y="1760733"/>
                  </a:lnTo>
                  <a:lnTo>
                    <a:pt x="1064214" y="1706687"/>
                  </a:lnTo>
                  <a:lnTo>
                    <a:pt x="1077595" y="1665993"/>
                  </a:lnTo>
                  <a:lnTo>
                    <a:pt x="1055282" y="1672140"/>
                  </a:lnTo>
                  <a:lnTo>
                    <a:pt x="1019408" y="1715221"/>
                  </a:lnTo>
                  <a:lnTo>
                    <a:pt x="997095" y="1732425"/>
                  </a:lnTo>
                  <a:lnTo>
                    <a:pt x="983498" y="1694300"/>
                  </a:lnTo>
                  <a:lnTo>
                    <a:pt x="967984" y="1702925"/>
                  </a:lnTo>
                  <a:lnTo>
                    <a:pt x="957894" y="1729122"/>
                  </a:lnTo>
                  <a:lnTo>
                    <a:pt x="935003" y="1743528"/>
                  </a:lnTo>
                  <a:lnTo>
                    <a:pt x="886652" y="1707697"/>
                  </a:lnTo>
                  <a:lnTo>
                    <a:pt x="816170" y="1666681"/>
                  </a:lnTo>
                  <a:lnTo>
                    <a:pt x="776933" y="1596119"/>
                  </a:lnTo>
                  <a:lnTo>
                    <a:pt x="754548" y="1541431"/>
                  </a:lnTo>
                  <a:lnTo>
                    <a:pt x="777294" y="1442470"/>
                  </a:lnTo>
                  <a:lnTo>
                    <a:pt x="826006" y="1424898"/>
                  </a:lnTo>
                  <a:lnTo>
                    <a:pt x="889292" y="1440956"/>
                  </a:lnTo>
                  <a:lnTo>
                    <a:pt x="972251" y="1440818"/>
                  </a:lnTo>
                  <a:lnTo>
                    <a:pt x="960389" y="1418842"/>
                  </a:lnTo>
                  <a:lnTo>
                    <a:pt x="930772" y="1422467"/>
                  </a:lnTo>
                  <a:lnTo>
                    <a:pt x="843329" y="1342178"/>
                  </a:lnTo>
                  <a:lnTo>
                    <a:pt x="815194" y="1293684"/>
                  </a:lnTo>
                  <a:lnTo>
                    <a:pt x="766807" y="1280379"/>
                  </a:lnTo>
                  <a:lnTo>
                    <a:pt x="744747" y="1326992"/>
                  </a:lnTo>
                  <a:lnTo>
                    <a:pt x="720265" y="1339380"/>
                  </a:lnTo>
                  <a:lnTo>
                    <a:pt x="750497" y="1237391"/>
                  </a:lnTo>
                  <a:lnTo>
                    <a:pt x="790024" y="1233216"/>
                  </a:lnTo>
                  <a:lnTo>
                    <a:pt x="848392" y="1204954"/>
                  </a:lnTo>
                  <a:lnTo>
                    <a:pt x="831431" y="1145908"/>
                  </a:lnTo>
                  <a:lnTo>
                    <a:pt x="794580" y="1120078"/>
                  </a:lnTo>
                  <a:lnTo>
                    <a:pt x="728040" y="1152469"/>
                  </a:lnTo>
                  <a:lnTo>
                    <a:pt x="728836" y="1110948"/>
                  </a:lnTo>
                  <a:lnTo>
                    <a:pt x="741312" y="1057774"/>
                  </a:lnTo>
                  <a:lnTo>
                    <a:pt x="791470" y="1057958"/>
                  </a:lnTo>
                  <a:lnTo>
                    <a:pt x="835409" y="1075300"/>
                  </a:lnTo>
                  <a:lnTo>
                    <a:pt x="872802" y="989415"/>
                  </a:lnTo>
                  <a:lnTo>
                    <a:pt x="874465" y="951060"/>
                  </a:lnTo>
                  <a:lnTo>
                    <a:pt x="812337" y="1006803"/>
                  </a:lnTo>
                  <a:lnTo>
                    <a:pt x="798378" y="886554"/>
                  </a:lnTo>
                  <a:lnTo>
                    <a:pt x="859530" y="770572"/>
                  </a:lnTo>
                  <a:lnTo>
                    <a:pt x="917861" y="720013"/>
                  </a:lnTo>
                  <a:lnTo>
                    <a:pt x="990730" y="721481"/>
                  </a:lnTo>
                  <a:lnTo>
                    <a:pt x="1064793" y="713315"/>
                  </a:lnTo>
                  <a:lnTo>
                    <a:pt x="1018323" y="692073"/>
                  </a:lnTo>
                  <a:lnTo>
                    <a:pt x="970624" y="680557"/>
                  </a:lnTo>
                  <a:lnTo>
                    <a:pt x="1006462" y="634724"/>
                  </a:lnTo>
                  <a:lnTo>
                    <a:pt x="1037020" y="626511"/>
                  </a:lnTo>
                  <a:lnTo>
                    <a:pt x="1067035" y="586551"/>
                  </a:lnTo>
                  <a:lnTo>
                    <a:pt x="994853" y="592469"/>
                  </a:lnTo>
                  <a:lnTo>
                    <a:pt x="1003351" y="516861"/>
                  </a:lnTo>
                  <a:lnTo>
                    <a:pt x="968273" y="532230"/>
                  </a:lnTo>
                  <a:lnTo>
                    <a:pt x="926287" y="539341"/>
                  </a:lnTo>
                  <a:lnTo>
                    <a:pt x="909942" y="571411"/>
                  </a:lnTo>
                  <a:lnTo>
                    <a:pt x="913160" y="624676"/>
                  </a:lnTo>
                  <a:lnTo>
                    <a:pt x="900901" y="659636"/>
                  </a:lnTo>
                  <a:lnTo>
                    <a:pt x="868245" y="687714"/>
                  </a:lnTo>
                  <a:lnTo>
                    <a:pt x="813096" y="709598"/>
                  </a:lnTo>
                  <a:lnTo>
                    <a:pt x="807744" y="671656"/>
                  </a:lnTo>
                  <a:lnTo>
                    <a:pt x="789518" y="654452"/>
                  </a:lnTo>
                  <a:lnTo>
                    <a:pt x="782719" y="735703"/>
                  </a:lnTo>
                  <a:lnTo>
                    <a:pt x="768254" y="763323"/>
                  </a:lnTo>
                  <a:lnTo>
                    <a:pt x="727931" y="687072"/>
                  </a:lnTo>
                  <a:lnTo>
                    <a:pt x="715817" y="702441"/>
                  </a:lnTo>
                  <a:lnTo>
                    <a:pt x="717372" y="724096"/>
                  </a:lnTo>
                  <a:lnTo>
                    <a:pt x="707065" y="761533"/>
                  </a:lnTo>
                  <a:lnTo>
                    <a:pt x="672493" y="781032"/>
                  </a:lnTo>
                  <a:lnTo>
                    <a:pt x="674627" y="829021"/>
                  </a:lnTo>
                  <a:lnTo>
                    <a:pt x="661210" y="855172"/>
                  </a:lnTo>
                  <a:lnTo>
                    <a:pt x="550478" y="813514"/>
                  </a:lnTo>
                  <a:lnTo>
                    <a:pt x="547874" y="827645"/>
                  </a:lnTo>
                  <a:lnTo>
                    <a:pt x="610509" y="917476"/>
                  </a:lnTo>
                  <a:lnTo>
                    <a:pt x="656256" y="948169"/>
                  </a:lnTo>
                  <a:lnTo>
                    <a:pt x="661825" y="997168"/>
                  </a:lnTo>
                  <a:lnTo>
                    <a:pt x="622551" y="1037817"/>
                  </a:lnTo>
                  <a:lnTo>
                    <a:pt x="568379" y="1002719"/>
                  </a:lnTo>
                  <a:lnTo>
                    <a:pt x="559266" y="1005289"/>
                  </a:lnTo>
                  <a:lnTo>
                    <a:pt x="588703" y="1065482"/>
                  </a:lnTo>
                  <a:lnTo>
                    <a:pt x="607254" y="1118059"/>
                  </a:lnTo>
                  <a:lnTo>
                    <a:pt x="588160" y="1162103"/>
                  </a:lnTo>
                  <a:lnTo>
                    <a:pt x="591126" y="1216332"/>
                  </a:lnTo>
                  <a:lnTo>
                    <a:pt x="587003" y="1265515"/>
                  </a:lnTo>
                  <a:lnTo>
                    <a:pt x="575322" y="1308411"/>
                  </a:lnTo>
                  <a:lnTo>
                    <a:pt x="601649" y="1506150"/>
                  </a:lnTo>
                  <a:lnTo>
                    <a:pt x="633364" y="1559920"/>
                  </a:lnTo>
                  <a:lnTo>
                    <a:pt x="664537" y="1611351"/>
                  </a:lnTo>
                  <a:lnTo>
                    <a:pt x="681064" y="1659478"/>
                  </a:lnTo>
                  <a:lnTo>
                    <a:pt x="647974" y="1666497"/>
                  </a:lnTo>
                  <a:lnTo>
                    <a:pt x="595284" y="1626904"/>
                  </a:lnTo>
                  <a:lnTo>
                    <a:pt x="548995" y="1596715"/>
                  </a:lnTo>
                  <a:lnTo>
                    <a:pt x="493846" y="1500186"/>
                  </a:lnTo>
                  <a:lnTo>
                    <a:pt x="484733" y="1461647"/>
                  </a:lnTo>
                  <a:lnTo>
                    <a:pt x="471280" y="1431184"/>
                  </a:lnTo>
                  <a:lnTo>
                    <a:pt x="477790" y="1501149"/>
                  </a:lnTo>
                  <a:lnTo>
                    <a:pt x="497462" y="1579281"/>
                  </a:lnTo>
                  <a:lnTo>
                    <a:pt x="670179" y="1754126"/>
                  </a:lnTo>
                  <a:lnTo>
                    <a:pt x="702075" y="1821201"/>
                  </a:lnTo>
                  <a:lnTo>
                    <a:pt x="726376" y="1873916"/>
                  </a:lnTo>
                  <a:lnTo>
                    <a:pt x="720265" y="1924429"/>
                  </a:lnTo>
                  <a:lnTo>
                    <a:pt x="675241" y="1888689"/>
                  </a:lnTo>
                  <a:lnTo>
                    <a:pt x="636402" y="1843132"/>
                  </a:lnTo>
                  <a:lnTo>
                    <a:pt x="533300" y="1791655"/>
                  </a:lnTo>
                  <a:lnTo>
                    <a:pt x="403293" y="1759127"/>
                  </a:lnTo>
                  <a:lnTo>
                    <a:pt x="329990" y="1639475"/>
                  </a:lnTo>
                  <a:lnTo>
                    <a:pt x="330243" y="1689391"/>
                  </a:lnTo>
                  <a:lnTo>
                    <a:pt x="313970" y="1731737"/>
                  </a:lnTo>
                  <a:lnTo>
                    <a:pt x="269163" y="1680123"/>
                  </a:lnTo>
                  <a:lnTo>
                    <a:pt x="240920" y="1636079"/>
                  </a:lnTo>
                  <a:lnTo>
                    <a:pt x="231445" y="1587815"/>
                  </a:lnTo>
                  <a:lnTo>
                    <a:pt x="175500" y="1591118"/>
                  </a:lnTo>
                  <a:lnTo>
                    <a:pt x="116843" y="1633051"/>
                  </a:lnTo>
                  <a:lnTo>
                    <a:pt x="60103" y="1623096"/>
                  </a:lnTo>
                  <a:lnTo>
                    <a:pt x="53377" y="1541248"/>
                  </a:lnTo>
                  <a:lnTo>
                    <a:pt x="68710" y="1497892"/>
                  </a:lnTo>
                  <a:lnTo>
                    <a:pt x="132393" y="1395352"/>
                  </a:lnTo>
                  <a:lnTo>
                    <a:pt x="192388" y="1343004"/>
                  </a:lnTo>
                  <a:lnTo>
                    <a:pt x="218860" y="1275424"/>
                  </a:lnTo>
                  <a:lnTo>
                    <a:pt x="209819" y="1170637"/>
                  </a:lnTo>
                  <a:lnTo>
                    <a:pt x="198536" y="1277260"/>
                  </a:lnTo>
                  <a:lnTo>
                    <a:pt x="164253" y="1330112"/>
                  </a:lnTo>
                  <a:lnTo>
                    <a:pt x="110370" y="1370486"/>
                  </a:lnTo>
                  <a:lnTo>
                    <a:pt x="39454" y="1442424"/>
                  </a:lnTo>
                  <a:lnTo>
                    <a:pt x="22131" y="1508949"/>
                  </a:lnTo>
                  <a:lnTo>
                    <a:pt x="0" y="1633510"/>
                  </a:lnTo>
                  <a:lnTo>
                    <a:pt x="29943" y="1675673"/>
                  </a:lnTo>
                  <a:lnTo>
                    <a:pt x="60537" y="1686684"/>
                  </a:lnTo>
                  <a:lnTo>
                    <a:pt x="150909" y="1658423"/>
                  </a:lnTo>
                  <a:lnTo>
                    <a:pt x="197668" y="1671039"/>
                  </a:lnTo>
                  <a:lnTo>
                    <a:pt x="301674" y="1821018"/>
                  </a:lnTo>
                  <a:lnTo>
                    <a:pt x="495329" y="1880339"/>
                  </a:lnTo>
                  <a:lnTo>
                    <a:pt x="565956" y="1917410"/>
                  </a:lnTo>
                  <a:lnTo>
                    <a:pt x="623528" y="1995679"/>
                  </a:lnTo>
                  <a:lnTo>
                    <a:pt x="710067" y="2040733"/>
                  </a:lnTo>
                  <a:lnTo>
                    <a:pt x="777222" y="2106202"/>
                  </a:lnTo>
                  <a:lnTo>
                    <a:pt x="779030" y="2148915"/>
                  </a:lnTo>
                  <a:lnTo>
                    <a:pt x="755777" y="2199428"/>
                  </a:lnTo>
                  <a:lnTo>
                    <a:pt x="746592" y="2267788"/>
                  </a:lnTo>
                  <a:lnTo>
                    <a:pt x="718059" y="2310914"/>
                  </a:lnTo>
                  <a:lnTo>
                    <a:pt x="649565" y="2315869"/>
                  </a:lnTo>
                  <a:lnTo>
                    <a:pt x="608195" y="2304766"/>
                  </a:lnTo>
                  <a:lnTo>
                    <a:pt x="385790" y="2064452"/>
                  </a:lnTo>
                  <a:lnTo>
                    <a:pt x="359246" y="2042338"/>
                  </a:lnTo>
                  <a:lnTo>
                    <a:pt x="276758" y="1916492"/>
                  </a:lnTo>
                  <a:lnTo>
                    <a:pt x="179984" y="1849096"/>
                  </a:lnTo>
                  <a:lnTo>
                    <a:pt x="150041" y="1850518"/>
                  </a:lnTo>
                  <a:lnTo>
                    <a:pt x="287787" y="1975171"/>
                  </a:lnTo>
                  <a:lnTo>
                    <a:pt x="344021" y="2062342"/>
                  </a:lnTo>
                  <a:lnTo>
                    <a:pt x="443073" y="2184563"/>
                  </a:lnTo>
                  <a:lnTo>
                    <a:pt x="513881" y="2236315"/>
                  </a:lnTo>
                  <a:lnTo>
                    <a:pt x="565992" y="2317062"/>
                  </a:lnTo>
                  <a:lnTo>
                    <a:pt x="614415" y="2354912"/>
                  </a:lnTo>
                  <a:lnTo>
                    <a:pt x="746628" y="2408820"/>
                  </a:lnTo>
                  <a:lnTo>
                    <a:pt x="700664" y="2447542"/>
                  </a:lnTo>
                  <a:lnTo>
                    <a:pt x="774040" y="2480529"/>
                  </a:lnTo>
                  <a:lnTo>
                    <a:pt x="784527" y="2541181"/>
                  </a:lnTo>
                  <a:lnTo>
                    <a:pt x="777801" y="2610321"/>
                  </a:lnTo>
                  <a:lnTo>
                    <a:pt x="675965" y="2582977"/>
                  </a:lnTo>
                  <a:lnTo>
                    <a:pt x="672638" y="2633903"/>
                  </a:lnTo>
                  <a:lnTo>
                    <a:pt x="681751" y="2663953"/>
                  </a:lnTo>
                  <a:lnTo>
                    <a:pt x="636764" y="2688774"/>
                  </a:lnTo>
                  <a:lnTo>
                    <a:pt x="574201" y="2655099"/>
                  </a:lnTo>
                  <a:lnTo>
                    <a:pt x="411755" y="2470894"/>
                  </a:lnTo>
                  <a:lnTo>
                    <a:pt x="413130" y="2495531"/>
                  </a:lnTo>
                  <a:lnTo>
                    <a:pt x="426293" y="2524114"/>
                  </a:lnTo>
                  <a:lnTo>
                    <a:pt x="520498" y="2642711"/>
                  </a:lnTo>
                  <a:lnTo>
                    <a:pt x="604578" y="2713824"/>
                  </a:lnTo>
                  <a:lnTo>
                    <a:pt x="675856" y="2745939"/>
                  </a:lnTo>
                  <a:lnTo>
                    <a:pt x="730788" y="2805536"/>
                  </a:lnTo>
                  <a:lnTo>
                    <a:pt x="750172" y="2841597"/>
                  </a:lnTo>
                  <a:lnTo>
                    <a:pt x="763118" y="2896285"/>
                  </a:lnTo>
                  <a:lnTo>
                    <a:pt x="722398" y="2933447"/>
                  </a:lnTo>
                  <a:lnTo>
                    <a:pt x="676037" y="2953955"/>
                  </a:lnTo>
                  <a:lnTo>
                    <a:pt x="630761" y="2916884"/>
                  </a:lnTo>
                  <a:lnTo>
                    <a:pt x="597563" y="2877841"/>
                  </a:lnTo>
                  <a:lnTo>
                    <a:pt x="526863" y="2811546"/>
                  </a:lnTo>
                  <a:lnTo>
                    <a:pt x="505672" y="2737452"/>
                  </a:lnTo>
                  <a:lnTo>
                    <a:pt x="451897" y="2741259"/>
                  </a:lnTo>
                  <a:lnTo>
                    <a:pt x="227141" y="2647299"/>
                  </a:lnTo>
                  <a:lnTo>
                    <a:pt x="46506" y="2636472"/>
                  </a:lnTo>
                  <a:lnTo>
                    <a:pt x="64153" y="2655374"/>
                  </a:lnTo>
                  <a:lnTo>
                    <a:pt x="87009" y="2667945"/>
                  </a:lnTo>
                  <a:lnTo>
                    <a:pt x="230866" y="2691114"/>
                  </a:lnTo>
                  <a:lnTo>
                    <a:pt x="287715" y="2734378"/>
                  </a:lnTo>
                  <a:lnTo>
                    <a:pt x="406042" y="2772778"/>
                  </a:lnTo>
                  <a:lnTo>
                    <a:pt x="475330" y="2783285"/>
                  </a:lnTo>
                  <a:lnTo>
                    <a:pt x="503429" y="2901240"/>
                  </a:lnTo>
                  <a:lnTo>
                    <a:pt x="599190" y="2982400"/>
                  </a:lnTo>
                  <a:lnTo>
                    <a:pt x="611630" y="3042547"/>
                  </a:lnTo>
                  <a:lnTo>
                    <a:pt x="677013" y="3049291"/>
                  </a:lnTo>
                  <a:lnTo>
                    <a:pt x="792049" y="2990291"/>
                  </a:lnTo>
                  <a:lnTo>
                    <a:pt x="866292" y="3010982"/>
                  </a:lnTo>
                  <a:lnTo>
                    <a:pt x="973372" y="3027866"/>
                  </a:lnTo>
                  <a:lnTo>
                    <a:pt x="997855" y="3075488"/>
                  </a:lnTo>
                  <a:lnTo>
                    <a:pt x="1016226" y="3166099"/>
                  </a:lnTo>
                  <a:lnTo>
                    <a:pt x="1054089" y="3268043"/>
                  </a:lnTo>
                  <a:lnTo>
                    <a:pt x="1152272" y="3669989"/>
                  </a:lnTo>
                  <a:lnTo>
                    <a:pt x="1299782" y="3998758"/>
                  </a:lnTo>
                  <a:lnTo>
                    <a:pt x="1316585" y="40511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2301906" y="1669789"/>
              <a:ext cx="4149766" cy="4051159"/>
            </a:xfrm>
            <a:custGeom>
              <a:avLst/>
              <a:pathLst>
                <a:path w="4149766" h="4051159">
                  <a:moveTo>
                    <a:pt x="1905669" y="4051159"/>
                  </a:moveTo>
                  <a:lnTo>
                    <a:pt x="1874294" y="4005686"/>
                  </a:lnTo>
                  <a:lnTo>
                    <a:pt x="1764863" y="3787944"/>
                  </a:lnTo>
                  <a:lnTo>
                    <a:pt x="1704471" y="3630716"/>
                  </a:lnTo>
                  <a:lnTo>
                    <a:pt x="1642414" y="3353102"/>
                  </a:lnTo>
                  <a:lnTo>
                    <a:pt x="1624405" y="3290936"/>
                  </a:lnTo>
                  <a:lnTo>
                    <a:pt x="1603213" y="3266116"/>
                  </a:lnTo>
                  <a:lnTo>
                    <a:pt x="1589254" y="3286302"/>
                  </a:lnTo>
                  <a:lnTo>
                    <a:pt x="1583251" y="3321675"/>
                  </a:lnTo>
                  <a:lnTo>
                    <a:pt x="1593377" y="3348835"/>
                  </a:lnTo>
                  <a:lnTo>
                    <a:pt x="1568930" y="3440227"/>
                  </a:lnTo>
                  <a:lnTo>
                    <a:pt x="1579526" y="3482160"/>
                  </a:lnTo>
                  <a:lnTo>
                    <a:pt x="1619234" y="3525516"/>
                  </a:lnTo>
                  <a:lnTo>
                    <a:pt x="1662377" y="3633698"/>
                  </a:lnTo>
                  <a:lnTo>
                    <a:pt x="1696840" y="3779364"/>
                  </a:lnTo>
                  <a:lnTo>
                    <a:pt x="1650226" y="3720318"/>
                  </a:lnTo>
                  <a:lnTo>
                    <a:pt x="1600465" y="3689029"/>
                  </a:lnTo>
                  <a:lnTo>
                    <a:pt x="1523039" y="3665034"/>
                  </a:lnTo>
                  <a:lnTo>
                    <a:pt x="1454076" y="3622963"/>
                  </a:lnTo>
                  <a:lnTo>
                    <a:pt x="1459102" y="3683294"/>
                  </a:lnTo>
                  <a:lnTo>
                    <a:pt x="1452484" y="3748442"/>
                  </a:lnTo>
                  <a:lnTo>
                    <a:pt x="1399324" y="3728576"/>
                  </a:lnTo>
                  <a:lnTo>
                    <a:pt x="1363161" y="3706967"/>
                  </a:lnTo>
                  <a:lnTo>
                    <a:pt x="1395166" y="3776382"/>
                  </a:lnTo>
                  <a:lnTo>
                    <a:pt x="1325696" y="3755553"/>
                  </a:lnTo>
                  <a:lnTo>
                    <a:pt x="1279407" y="3759912"/>
                  </a:lnTo>
                  <a:lnTo>
                    <a:pt x="1249319" y="3821527"/>
                  </a:lnTo>
                  <a:lnTo>
                    <a:pt x="1208961" y="3858919"/>
                  </a:lnTo>
                  <a:lnTo>
                    <a:pt x="1149291" y="3870985"/>
                  </a:lnTo>
                  <a:lnTo>
                    <a:pt x="1060763" y="3814645"/>
                  </a:lnTo>
                  <a:lnTo>
                    <a:pt x="1032086" y="3746240"/>
                  </a:lnTo>
                  <a:lnTo>
                    <a:pt x="1020224" y="3670080"/>
                  </a:lnTo>
                  <a:lnTo>
                    <a:pt x="1015487" y="3760141"/>
                  </a:lnTo>
                  <a:lnTo>
                    <a:pt x="1031254" y="3853918"/>
                  </a:lnTo>
                  <a:lnTo>
                    <a:pt x="1025721" y="3925214"/>
                  </a:lnTo>
                  <a:lnTo>
                    <a:pt x="1110958" y="3938335"/>
                  </a:lnTo>
                  <a:lnTo>
                    <a:pt x="1190662" y="3926682"/>
                  </a:lnTo>
                  <a:lnTo>
                    <a:pt x="1298212" y="3929664"/>
                  </a:lnTo>
                  <a:lnTo>
                    <a:pt x="1368369" y="3916313"/>
                  </a:lnTo>
                  <a:lnTo>
                    <a:pt x="1410607" y="3893649"/>
                  </a:lnTo>
                  <a:lnTo>
                    <a:pt x="1511901" y="3913285"/>
                  </a:lnTo>
                  <a:lnTo>
                    <a:pt x="1519097" y="3999400"/>
                  </a:lnTo>
                  <a:lnTo>
                    <a:pt x="1512101" y="4051159"/>
                  </a:lnTo>
                  <a:lnTo>
                    <a:pt x="0" y="2194934"/>
                  </a:lnTo>
                  <a:lnTo>
                    <a:pt x="4149766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3874240" y="5592617"/>
              <a:ext cx="172500" cy="128330"/>
            </a:xfrm>
            <a:custGeom>
              <a:avLst/>
              <a:pathLst>
                <a:path w="172500" h="128330">
                  <a:moveTo>
                    <a:pt x="0" y="128330"/>
                  </a:moveTo>
                  <a:lnTo>
                    <a:pt x="6867" y="60330"/>
                  </a:lnTo>
                  <a:lnTo>
                    <a:pt x="99445" y="0"/>
                  </a:lnTo>
                  <a:lnTo>
                    <a:pt x="130473" y="4129"/>
                  </a:lnTo>
                  <a:lnTo>
                    <a:pt x="159946" y="56614"/>
                  </a:lnTo>
                  <a:lnTo>
                    <a:pt x="169855" y="109834"/>
                  </a:lnTo>
                  <a:lnTo>
                    <a:pt x="172500" y="12833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074943" y="5605784"/>
              <a:ext cx="60356" cy="103870"/>
            </a:xfrm>
            <a:custGeom>
              <a:avLst/>
              <a:pathLst>
                <a:path w="60356" h="103870">
                  <a:moveTo>
                    <a:pt x="49182" y="103870"/>
                  </a:moveTo>
                  <a:lnTo>
                    <a:pt x="0" y="0"/>
                  </a:lnTo>
                  <a:lnTo>
                    <a:pt x="50592" y="33583"/>
                  </a:lnTo>
                  <a:lnTo>
                    <a:pt x="59633" y="61523"/>
                  </a:lnTo>
                  <a:lnTo>
                    <a:pt x="60356" y="8478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C437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38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67D0A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4FB5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D9F3E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44A8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49319" y="4456260"/>
              <a:ext cx="198708" cy="198708"/>
            </a:xfrm>
            <a:prstGeom prst="ellipse">
              <a:avLst/>
            </a:prstGeom>
            <a:solidFill>
              <a:srgbClr val="3B72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3241457" y="3539977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3536967" y="3324749"/>
              <a:ext cx="1087488" cy="365176"/>
            </a:xfrm>
            <a:custGeom>
              <a:avLst/>
              <a:pathLst>
                <a:path w="1087488" h="365176">
                  <a:moveTo>
                    <a:pt x="1087488" y="0"/>
                  </a:moveTo>
                  <a:lnTo>
                    <a:pt x="0" y="36517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3508991" y="3884390"/>
              <a:ext cx="1278954" cy="493687"/>
            </a:xfrm>
            <a:custGeom>
              <a:avLst/>
              <a:pathLst>
                <a:path w="1278954" h="493687">
                  <a:moveTo>
                    <a:pt x="1278954" y="0"/>
                  </a:moveTo>
                  <a:lnTo>
                    <a:pt x="0" y="49368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3462631" y="4297942"/>
              <a:ext cx="1080424" cy="254386"/>
            </a:xfrm>
            <a:custGeom>
              <a:avLst/>
              <a:pathLst>
                <a:path w="1080424" h="254386">
                  <a:moveTo>
                    <a:pt x="1080424" y="0"/>
                  </a:moveTo>
                  <a:lnTo>
                    <a:pt x="0" y="25438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624456" y="3156341"/>
              <a:ext cx="1500987" cy="324611"/>
            </a:xfrm>
            <a:custGeom>
              <a:avLst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tx735"/>
            <p:cNvSpPr/>
            <p:nvPr/>
          </p:nvSpPr>
          <p:spPr>
            <a:xfrm>
              <a:off x="4670176" y="3202061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736" name="pg736"/>
            <p:cNvSpPr/>
            <p:nvPr/>
          </p:nvSpPr>
          <p:spPr>
            <a:xfrm>
              <a:off x="4787946" y="3715921"/>
              <a:ext cx="1554937" cy="324612"/>
            </a:xfrm>
            <a:custGeom>
              <a:avLst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tx737"/>
            <p:cNvSpPr/>
            <p:nvPr/>
          </p:nvSpPr>
          <p:spPr>
            <a:xfrm>
              <a:off x="4833666" y="3761641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738" name="pg738"/>
            <p:cNvSpPr/>
            <p:nvPr/>
          </p:nvSpPr>
          <p:spPr>
            <a:xfrm>
              <a:off x="4543055" y="4131657"/>
              <a:ext cx="1193383" cy="324612"/>
            </a:xfrm>
            <a:custGeom>
              <a:avLst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tx739"/>
            <p:cNvSpPr/>
            <p:nvPr/>
          </p:nvSpPr>
          <p:spPr>
            <a:xfrm>
              <a:off x="4588775" y="4177377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740" name="rc740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tx741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6" name="pl756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tx767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283566" y="5925448"/>
              <a:ext cx="18644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</a:t>
              </a:r>
            </a:p>
          </p:txBody>
        </p:sp>
        <p:sp>
          <p:nvSpPr>
            <p:cNvPr id="786" name="tx786"/>
            <p:cNvSpPr/>
            <p:nvPr/>
          </p:nvSpPr>
          <p:spPr>
            <a:xfrm rot="-5400000">
              <a:off x="1799997" y="3645259"/>
              <a:ext cx="14749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</a:t>
              </a:r>
            </a:p>
          </p:txBody>
        </p:sp>
        <p:sp>
          <p:nvSpPr>
            <p:cNvPr id="787" name="rc787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tx788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89" name="pic78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90" name="pl790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836004" y="412381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836004" y="390508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836004" y="368636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6836004" y="346763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6660439" y="412381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6660439" y="390508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6660439" y="368636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6660439" y="346763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tx802"/>
            <p:cNvSpPr/>
            <p:nvPr/>
          </p:nvSpPr>
          <p:spPr>
            <a:xfrm>
              <a:off x="6949485" y="4302486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6949485" y="408376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6949485" y="386503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6949485" y="364631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6949485" y="342758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6949485" y="32088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654055" y="1600200"/>
              <a:ext cx="583588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61096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401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6693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4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2766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25683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78601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31518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201917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201917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201917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201917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01917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6718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683461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69509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71837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73001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74164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27696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288602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30024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64854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66018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6718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68346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69509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70673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71837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73001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74164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26532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27696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28860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30024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31187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6369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64854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66018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6718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68346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69509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70673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71837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73001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74164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75328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26532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27696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28860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30024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31187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57872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59036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60200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61363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62527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63691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64854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66018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6718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68346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69509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70673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71837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7300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74164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27696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28860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30024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54381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55545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56708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57872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59036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60200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61363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62527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63691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64854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66018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67182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68346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6950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70673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7183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7300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28860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53217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54381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55545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56708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57872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59036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60200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61363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62527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63691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64854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66018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67182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6834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6950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50890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52053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53217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54381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55545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56708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57872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59036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60200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61363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62527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63691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64854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6601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47398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48562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49726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50890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52053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53217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54381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55545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56708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57872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59036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60200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61363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62527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45071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462352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47398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48562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49726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50890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52053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53217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54381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55545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56708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57872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43907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45071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46235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47398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48562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49726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50890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52053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53217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54381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55545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427440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43907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45071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46235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47398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48562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49726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50890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52053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53217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415803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427440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43907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45071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46235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47398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48562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49726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50890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38089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392528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40416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41580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42744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43907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45071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46235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47398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48562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36925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380891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39252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40416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41580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42744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4390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45071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46235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31187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31106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32270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33434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34597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35761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36925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38089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39252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4041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41580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4274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4390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45071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27696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28860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30024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31187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32351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29942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31106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3227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3343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34597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35761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36925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38089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3925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4041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41580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4274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4390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18386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19550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20714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21877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25369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26532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27696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28860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30024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31187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3235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33515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2994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31106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3227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3343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34597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3576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3692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38089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3925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4041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41580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4274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17222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18386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19550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20714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21877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23041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24205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25369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26532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27696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28860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30024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31187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3235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2994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31106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3227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3343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34597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3576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3692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38089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3925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4041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41580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4274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607913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609076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610240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611404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614895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616059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17222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18386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19550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20714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21877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23041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2420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2536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26532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27696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28860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30024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3118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3235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2877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2994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31106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3227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3343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34597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3576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3692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38089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3925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4041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41580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606749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607913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609076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610240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611404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612568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613731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614895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616059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17222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18386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19550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20714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2187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23041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2420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2536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26532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2769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2886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30024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3118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3235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2645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27615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2877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2994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31106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3227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3343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34597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3576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3692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38089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606749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607913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609076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610240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611404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612568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613731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614895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616059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17222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18386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19550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20714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2187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23041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2420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2536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26532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2769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2886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30024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3118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3235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2645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27615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2877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2994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31106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3227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3343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34597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3576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606749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607913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609076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610240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611404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612568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613731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614895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616059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17222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18386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19550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20714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2187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23041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2420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2536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26532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2769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2886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30024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3118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3235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33515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2645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27615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2877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2994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31106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32270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605585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606749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607913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609076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610240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611404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612568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613731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614895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616059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17222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230416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2420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2536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26532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2769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2886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30024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3118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3235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26451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27615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28779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2994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600930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602094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603258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604421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605585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606749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607913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609076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610240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611404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2071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2187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23041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2420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2536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26532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27696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2886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30024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3118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89293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90457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91620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92784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93948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95112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96275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97439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98603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99766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600930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602094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603258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60442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605585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60674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60791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609076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61024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61140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1838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19550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2071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2187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23041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2420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2536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26532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27696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28860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88129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89293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90457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91620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92784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93948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95112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96275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97439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98603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99766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600930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602094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60325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60442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605585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60674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60791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609076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61024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1722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1838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19550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2071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2187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23041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2420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2536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26532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27696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86965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88129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89293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90457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91620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92784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93948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95112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96275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97439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98603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99766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600930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602094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60325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60442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605585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60674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60791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609076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1722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1838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19550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2071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2187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23041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2420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25369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86965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88129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89293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90457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91620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92784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93948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95112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96275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97439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98603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99766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600930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602094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60325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60442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1722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1838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19550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20714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21877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23041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85802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86965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88129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89293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90457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91620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92784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93948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95112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96275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97439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98603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99766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60093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616059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17222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18386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19550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20714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21877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79983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81147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82310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83474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84638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85802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86965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88129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89293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90457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91620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92784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93948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95112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9743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98603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9976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6160592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17222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18386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19550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20714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76492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77656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78819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79983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81147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82310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83474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84638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85802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86965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88129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89293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90457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9278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9394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616059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17222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18386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19550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20714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75328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76492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77656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78819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79983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81147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82310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83474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84638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85802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86965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88129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89293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616059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17222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18386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19550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20714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21877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23041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27696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28860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30024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3118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3235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74164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75328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76492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77656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78819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79983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81147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82310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83474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84638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85802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86965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88129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17222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18386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19550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20714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21877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23041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24205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26532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27696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28860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30024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31187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3235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33515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73001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74164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75328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76492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77656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78819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79983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81147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82310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83474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84638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17222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18386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19550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20714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21877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23041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24205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25369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26532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27696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28860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30024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31187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3235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33515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71837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73001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74164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75328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76492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77656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78819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79983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81147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18386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19550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20714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21877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23041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24205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25369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26532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27696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28860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30024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31187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32351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70673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71837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73001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74164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75328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76492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77656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19550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20714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21877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23041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24205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25369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26532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27696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28860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30024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31187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70673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71837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73001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74164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75328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76492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21877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230416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24205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25369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26532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27696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28860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69509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706736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71837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73001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74164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75328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24205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25369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26532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68346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69509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70673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71837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730010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74164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68346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69509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70673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71837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730010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671824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68346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69509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70673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71837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730010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671824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68346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69509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70673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71837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730010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671824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68346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69509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70673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71837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730010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4AA">
                <a:alpha val="100000"/>
              </a:srgbClr>
            </a:solidFill>
            <a:ln w="5420" cap="flat">
              <a:solidFill>
                <a:srgbClr val="42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671824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68346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69509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70673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71837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730010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74164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66018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671824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68346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69509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70673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71837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730010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64854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66018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67182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68346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69509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70673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71837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64854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66018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67182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68346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69509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70673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71837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74164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75328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764922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77656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64854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66018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67182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68346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69509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70673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71837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73001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74164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75328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76492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77656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78819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67182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68346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69509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70673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71837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73001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74164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75328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76492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77656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78819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799834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62527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63691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64854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66018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69509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706736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71837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73001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74164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75328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76492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77656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7881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7998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61363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62527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63691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64854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66018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67182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68346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69509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70673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71837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73001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74164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75328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7649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77656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7881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7998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81147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61363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62527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63691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64854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66018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67182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68346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69509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70673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71837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73001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74164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75328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7649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77656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7881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7998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81147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61363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62527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63691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64854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66018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67182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68346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69509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70673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71837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73001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74164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75328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7649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77656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7881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7998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81147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47398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52053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53217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54381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55545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56708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57872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59036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60200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61363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62527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63691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64854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66018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67182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6834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6950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70673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7183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7300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74164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7532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7649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77656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7881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7998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34597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35761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36925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43907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45071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46235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47398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48562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49726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5089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52053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53217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54381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55545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56708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57872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5903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60200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6136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62527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63691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6485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6601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67182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6834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6950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70673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7183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7300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74164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7532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7649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33434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34597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35761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36925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38089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41580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42744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43907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45071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46235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47398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48562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49726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5089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52053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53217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54381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55545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56708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5787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5903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60200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6136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6252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63691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6485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6601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67182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6834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70673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7183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33434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34597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35761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36925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38089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39252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40416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41580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42744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43907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45071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46235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47398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48562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49726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5089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52053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53217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5438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55545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56708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5787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5903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60200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6136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6252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63691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34597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35761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36925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38089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39252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40416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41580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42744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43907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45071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46235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47398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48562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49726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5089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52053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53217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5438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55545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56708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5903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34597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357616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36925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38089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39252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40416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41580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42744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43907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45071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46235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33434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345979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35761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36925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38089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39252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40416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41580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42744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322704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33434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34597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35761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36925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38089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39252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40416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311067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322704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33434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34597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35761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36925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38089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311067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322704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33434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34597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35761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36925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38089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311067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322704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33434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34597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35761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36925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38089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311067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322704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33434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34597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35761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36925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38089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24124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252880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33434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345979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35761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36925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38089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21796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22960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24124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25288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26451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33434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345979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35761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3692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38089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19469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20633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21796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22960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24124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25288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26451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322704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33434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34597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35761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3692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18305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19469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20633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21796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22960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24124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25288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26451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322704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3343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34597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35761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3692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512486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513650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514814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515978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17141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18305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19469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20633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21796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22960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24124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25288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31106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32270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3343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34597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35761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3692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511323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512486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513650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514814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515978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17141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18305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19469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20633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21796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22960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24124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2994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31106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32270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3343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34597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35761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3692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508995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510159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511323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512486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513650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514814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515978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17141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18305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19469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20633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21796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2877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2994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31106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32270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3343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34597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506668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507832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508995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510159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511323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512486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513650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514814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515978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17141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18305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19469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20633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2179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2296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24124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2528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27615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2877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2994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31106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32270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3343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34597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506668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507832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508995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510159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511323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512486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513650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514814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515978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17141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18305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19469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20633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2179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2296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24124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2528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2645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27615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2877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2994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31106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32270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3343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506668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507832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508995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510159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511323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512486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513650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514814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515978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17141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18305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19469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20633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2179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2296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24124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2528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2645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27615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2877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2994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31106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32270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503177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504340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506668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507832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508995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510159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511323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512486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513650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514814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1830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1946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20633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2179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2296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24124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2528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2645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27615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2877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2994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31106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502013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503177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504340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505504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506668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507832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508995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510159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511323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512486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513650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514814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1946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206331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2179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2296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24124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2528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2645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27615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2877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2994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500849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502013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503177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504340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505504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506668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507832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508995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510159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511323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512486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513650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514814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1946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20633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2179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2296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24124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2528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2645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27615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2877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99685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500849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502013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503177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504340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505504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506668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507832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508995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510159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511323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512486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513650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51481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51597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20633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2179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2296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24124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2528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2645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27615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99685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500849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502013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503177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504340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505504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506668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507832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508995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510159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511323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512486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513650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51481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51597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20633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2179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2296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24124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2528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2645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98522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99685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500849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502013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503177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504340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505504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506668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507832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508995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510159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511323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512486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513650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51481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51597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17141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20633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2179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2296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24124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2528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2645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98522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99685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500849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502013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503177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504340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505504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506668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507832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508995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510159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511323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512486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513650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51481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51597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17141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1830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2179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2296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24124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2528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2645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98522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99685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500849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502013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503177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504340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505504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506668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507832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508995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510159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511323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512486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513650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51481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51597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17141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1830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20633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2179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2296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24124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2528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2645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99685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500849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502013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503177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504340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505504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506668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507832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508995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510159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511323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512486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513650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51481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51597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17141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1830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1946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20633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2179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2296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24124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2528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2645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500849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502013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503177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504340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505504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506668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507832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508995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510159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511323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512486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513650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514814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51597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17141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1830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1946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20633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2179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2296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24124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2528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500849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502013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503177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504340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505504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506668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507832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508995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510159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511323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512486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513650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514814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51597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17141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1830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1946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20633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2179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2296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24124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503177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504340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505504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506668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507832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508995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510159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511323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512486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513650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514814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515978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17141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1830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1946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20633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2179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2296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504340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505504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506668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507832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508995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510159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511323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512486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513650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514814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515978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17141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18305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1946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20633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2179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505504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506668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507832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508995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510159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511323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512486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513650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514814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515978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17141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18305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19469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20633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2179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500849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502013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503177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504340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505504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506668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507832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508995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510159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511323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512486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513650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514814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51597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17141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1830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1946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20633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99685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500849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502013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503177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504340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505504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506668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507832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508995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510159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511323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512486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513650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51481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51597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17141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1830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1946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20633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99685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500849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502013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503177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504340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505504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506668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507832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508995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510159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511323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512486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513650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51481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51597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17141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1830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1946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99685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500849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502013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503177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504340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505504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506668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507832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508995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510159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511323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512486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513650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51481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51597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17141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1830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500849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502013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503177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504340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505504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506668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507832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508995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510159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511323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512486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513650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514814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51597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17141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504340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505504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506668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507832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508995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510159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511323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512486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513650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514814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5159781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17141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506668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507832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508995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510159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511323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512486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513650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514814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5159781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17141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507832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508995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510159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511323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512486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513650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514814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5159781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17141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508995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5101595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511323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512486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513650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514814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515978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17141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18305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512486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5136507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514814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515978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17141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18305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506668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511323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512486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513650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514814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515978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17141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18305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505504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506668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507832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508995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510159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511323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512486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513650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514814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515978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17141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18305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504340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505504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506668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507832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508995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510159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511323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512486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513650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514814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515978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17141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18305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1946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504340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505504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506668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507832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508995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510159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511323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512486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513650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514814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515978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17141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18305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1946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20633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504340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505504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506668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507832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508995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510159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511323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512486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513650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514814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515978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17141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18305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1946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20633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504340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505504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506668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507832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508995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510159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511323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512486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513650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514814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515978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17141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18305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1946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20633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2179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505504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506668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507832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508995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510159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511323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512486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513650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514814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515978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17141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18305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19469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20633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2179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502013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503177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504340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505504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506668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507832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508995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510159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511323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512486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513650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514814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515978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17141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1830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1946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20633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502013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503177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504340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505504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506668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507832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508995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510159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511323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512486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513650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514814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515978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17141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1830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1946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502013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503177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504340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505504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506668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507832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508995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510159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511323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512486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513650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514814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515978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17141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1830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502013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503177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504340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505504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506668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507832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508995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510159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511323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512486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513650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514814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5159781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17141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500849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502013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503177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504340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505504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506668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507832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508995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510159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511323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512486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513650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514814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500849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502013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503177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504340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505504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506668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507832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508995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510159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511323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5124869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513650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500849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502013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503177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504340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505504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506668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507832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508995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510159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511323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5124869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98522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99685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500849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502013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503177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504340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505504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506668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507832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508995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510159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511323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5124869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97358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98522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99685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500849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502013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503177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504340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505504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506668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507832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508995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510159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511323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51248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97358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98522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99685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500849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502013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503177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504340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505504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506668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507832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508995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510159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511323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96194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97358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98522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99685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500849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502013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503177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504340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505504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506668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507832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5089957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510159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95030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961947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97358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98522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99685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500849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502013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503177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504340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505504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506668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507832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927035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93867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95030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96194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97358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98522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99685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500849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5020133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91539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927035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93867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95030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96194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97358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985221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99685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892123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90376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91539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92703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93867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95030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96194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97358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985221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857211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86884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88048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89212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90376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91539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92703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93867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95030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96194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97358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83393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84557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85721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86884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88048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89212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90376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91539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92703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93867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950309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96194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82229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83393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84557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85721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86884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88048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89212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90376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91539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92703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93867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950309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96194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81066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82229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83393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84557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85721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86884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88048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89212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90376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91539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92703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93867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950309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79902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81066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82229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83393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84557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85721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86884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787387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79902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81066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82229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83393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845573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85721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77574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787387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79902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8">
                <a:alpha val="100000"/>
              </a:srgbClr>
            </a:solidFill>
            <a:ln w="5420" cap="flat">
              <a:solidFill>
                <a:srgbClr val="3595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81066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82229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83393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845573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77574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787387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79902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81066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82229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83393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752475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76411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77574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78738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79902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810661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82229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74083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752475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76411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77574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78738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79902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810661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82229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717563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72920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74083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75247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76411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77574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78738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79902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810661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70592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717563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72920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74083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75247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76411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775749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78738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64773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65937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67101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68265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69428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70592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71756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72920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74083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75247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76411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775749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62446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63610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64773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65937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67101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68265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69428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70592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71756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72920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74083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75247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76411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61282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62446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63610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64773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65937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67101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68265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69428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70592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71756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72920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740837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612827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62446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63610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64773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65937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67101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68265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69428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70592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71756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72920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612827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62446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63610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64773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65937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67101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68265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69428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612827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62446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63610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64773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65937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671013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68265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58955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601190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61282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62446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63610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64773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65937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671013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58955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601190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61282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62446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63610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64773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65937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577915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58955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60119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61282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62446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636101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64773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577915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58955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60119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61282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62446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636101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566278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577915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58955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60119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61282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62446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566278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577915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58955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60119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61282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55464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566278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57791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58955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60119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61282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55464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566278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57791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58955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60119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543003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55464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56627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57791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58955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60119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543003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55464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56627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57791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58955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60119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543003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55464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56627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57791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58955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8564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86803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87967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89131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54300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55464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56627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57791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8564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86803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87967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89131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90295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94949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96113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97277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98441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99604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54300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55464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56627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57791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58955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77493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78657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84476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8564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86803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87967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89131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90295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94949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96113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97277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98441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9960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400768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40193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40309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404259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40542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406587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407751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54300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55464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56627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57791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58955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62365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63529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64692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65856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6702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72839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74002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75166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76330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7749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7865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79821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8098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8214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83312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84476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8564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86803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8796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8913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90295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9145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9262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9378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9494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9611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97277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9844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9960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400768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40193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40309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404259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40542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40658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407751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40891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41240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54300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55464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56627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57791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58955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61201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62365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63529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64692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65856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67020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6818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6934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7051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7167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72839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74002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75166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76330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7749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7865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79821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8098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8214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83312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8447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8564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86803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8796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8913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90295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9145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9262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9378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9494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9611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97277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9844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9960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400768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40193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40309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404259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40542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40658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407751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40891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41007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411242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41240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41356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414733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55464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56627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57791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58955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60037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61201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62365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63529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64692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6585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67020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6818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6934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7051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7167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7283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74002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7516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76330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7749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7865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79821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8098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8214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83312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8447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8564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86803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8796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8913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90295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9145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9262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9378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9494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9611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9727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9844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9960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400768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40193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40309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404259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40542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40658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407751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40891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41007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411242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41240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41356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414733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2637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2753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28698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29861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55464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56627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57791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58955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60119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2512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2628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60037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61201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6236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63529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64692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6585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67020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6818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6934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7051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7167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7283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74002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7516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76330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7749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7865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79821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8098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8214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83312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8447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8564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86803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8796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8913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90295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9145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9262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9378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9494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9611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9727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9844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9960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400768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40193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40309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404259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40542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40658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407751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40891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41007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411242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41240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41356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414733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25207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2637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2753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28698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29861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31025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32189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55464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5662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57791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58955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60119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2396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2512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2628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2745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2861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60037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6120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6236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63529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64692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6585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67020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6818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6934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7051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7167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7283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74002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7516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8564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86803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8796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8913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90295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91458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92622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9378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94949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96113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40658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407751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40891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41007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411242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412405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413569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414733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415897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2287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2404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25207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2637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2753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28698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2986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3102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32189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33353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34516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55464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5662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57791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58955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60119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314652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315816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16979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22798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2396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2512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26289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2745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2861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29780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30944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3210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33272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3443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43745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4490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4607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4723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4840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6003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6120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6236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6352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64692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6585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67020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68184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6934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7051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7167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7283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74002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7516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410078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411242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412405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413569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414733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415897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1706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1938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20552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21715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22879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24043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25207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2637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2753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28698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2986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3102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32189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3335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3451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35680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5662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57791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58955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6011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31232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313488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314652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315816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16979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18143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21634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22798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2396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2512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26289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2745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2861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29780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3094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3210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33272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3443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3559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3676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4258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43745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4490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4607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4723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4840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4956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5072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6236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6352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6469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6585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67020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68184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6934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7051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7167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7283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7400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75166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411242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412405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413569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414733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41589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1706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18224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1938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2055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21715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22879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2404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25207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2637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2753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28698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2986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3102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32189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3335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3451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35680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3684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5662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57791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58955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6011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61282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311161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31232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313488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314652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315816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16979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18143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19307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20471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21634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22798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23962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2512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26289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2745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2861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29780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3094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3210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33272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3443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3559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3676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3792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3909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4025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41418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4258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4374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4490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4607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4723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4840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4956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5072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5189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5305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5421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6352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6469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65856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6818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6934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7051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7167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7283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7400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75166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412405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41356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414733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41589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1706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18224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1938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2055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21715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2287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2404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25207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2637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2753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3102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32189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3335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3451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35680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3684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3800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5662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57791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58955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6011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61282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311161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31232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313488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314652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315816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16979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18143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19307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20471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21634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22798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23962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25125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26289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2745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2861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29780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3094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3210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33272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3443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3559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3676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37927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3909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4025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41418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4258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4374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4490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4607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4723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4840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4956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5072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5189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5305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5421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5538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62365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6352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6469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65856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6702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6818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6934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7051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7167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7283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7400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41356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414733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41589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1706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18224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1938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2055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21715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2287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2404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32189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3335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3451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35680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3684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3800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5779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58955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6011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61282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62446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311161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31232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313488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314652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315816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16979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18143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19307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20471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21634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22798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23962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25125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26289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2745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2861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29780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3094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3210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33272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3443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3559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3676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37927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3909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4025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41418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4258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4374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44909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4607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4723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4840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4956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5072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5189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5305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5421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5538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6120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62365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6352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6469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65856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6702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6818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69347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7051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7167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7283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7400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7516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7633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41356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414733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41589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1706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18224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1938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2055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21715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3335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3451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35680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3684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3800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3917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4033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5779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58955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6011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61282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62446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311161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31232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313488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314652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315816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16979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18143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19307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20471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21634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22798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23962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3559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3676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37927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3909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4025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41418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42581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4374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44909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46073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4840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4956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50728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5189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5305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54219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55383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5654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58874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6003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6120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62365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6352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6469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65856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6702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6818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69347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7051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7167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7283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7400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7516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7633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7749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41589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34516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35680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36844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3800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39171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4033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4149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5779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5895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6011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6128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6244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30999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311161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31232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31348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314652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31581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16979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18143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19307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20471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41418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42581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4956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50728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5189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5305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54219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5538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5654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57710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58874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60037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61201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62365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63529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6469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65856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6702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6818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69347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7051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7167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7283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7400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7516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7633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7749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7865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35680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36844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38008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39171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40335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41499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42663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5895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6011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6128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6244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6361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30999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311161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31232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31348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314652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31581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16979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18143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50728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5189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5305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54219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5538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5654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57710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58874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60037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61201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62365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63529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6469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65856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6702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6818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69347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7051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7167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7283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7400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7516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7633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7749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7865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36844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38008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39171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40335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41499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42663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43826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5895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60119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6128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6244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6361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30883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30999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311161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31232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31348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314652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5189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5305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54219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5538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5654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57710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58874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60037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61201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62365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63529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64692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65856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6702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6818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69347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7051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7167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7283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7400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7516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7633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7749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7865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38008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39171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40335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41499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42663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43826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44990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60119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6128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6244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6361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6477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306506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307669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30883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30999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311161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31232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31348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54219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5538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5654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57710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5887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60037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61201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62365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63529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64692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65856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67020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7051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7167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7283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7400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7516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76330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7749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7865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40335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41499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42663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43826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44990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46154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60119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6128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6244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6361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6477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6593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9486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9603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97196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9836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99523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30068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30417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305342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306506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307669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30883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30999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31116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31232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63529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64692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7167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72839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7400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7516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76330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7749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41499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42663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43826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44990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46154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61282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62446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63610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64773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6593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93705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9486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9603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97196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9836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99523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30068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30185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303015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304178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305342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306506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307669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30883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30999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31116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7167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72839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7400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7516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41499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42663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43826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44990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46154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61282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62446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63610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64773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65937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67101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9370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9486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9603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97196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9836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99523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300687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30185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303015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304178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305342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306506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307669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308833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30999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41499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42663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43826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44990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46154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61282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62446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63610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64773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65937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67101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68265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9254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9370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9486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9603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97196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9836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99523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300687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30185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303015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304178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305342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306506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30766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41499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42663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43826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44990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46154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61282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62446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63610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64773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65937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67101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68265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9254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9370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9486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9603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97196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9836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99523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300687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30185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303015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304178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305342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41499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42663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43826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44990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46154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62446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63610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64773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65937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67101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68265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89050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9021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9137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9254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9370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9486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9603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97196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9836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99523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300687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30185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303015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41499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42663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43826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44990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46154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62446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63610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64773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65937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67101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68265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89050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9021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9137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9254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9370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9486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96032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97196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9836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403355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41499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42663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43826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44990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62446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63610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64773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65937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671013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68265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87886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89050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9021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9137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9254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9370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9486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9603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403355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41499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42663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43826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44990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46154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47317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63610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64773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65937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671013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68265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86722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87886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89050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9021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9137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9254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9370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9486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403355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41499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42663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43826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44990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46154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47317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48481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6361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64773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65937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67101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68265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69428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85559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86722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87886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89050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9021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9137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9254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9370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40335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41499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42663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43826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44990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46154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47317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48481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64773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65937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67101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68265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69428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85559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86722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87886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89050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9021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9137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9254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40335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41499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42663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43826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44990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46154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47317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48481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64773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65937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67101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68265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69428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83231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84395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86722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87886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89050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9021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9137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403355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41499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42663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43826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44990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46154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47317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48481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64773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65937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67101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68265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69428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82067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83231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84395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85559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86722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87886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89050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90213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9137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41499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42663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43826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44990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46154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47317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65937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67101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68265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69428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70592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82067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83231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84395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85559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86722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87886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89050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90213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41499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42663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43826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44990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46154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65937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67101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68265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69428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70592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82067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83231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84395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85559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86722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87886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89050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90213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41499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42663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43826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44990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46154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47317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67101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682651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69428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70592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7175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83231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84395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85559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86722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87886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89050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8FA7">
                <a:alpha val="100000"/>
              </a:srgbClr>
            </a:solidFill>
            <a:ln w="5420" cap="flat">
              <a:solidFill>
                <a:srgbClr val="36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42663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43826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44990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46154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47317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67101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682651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69428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70592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71756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7292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83231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84395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85559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86722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87886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89050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43826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44990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46154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47317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48481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49645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50809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51972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68265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69428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70592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71756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7292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84395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85559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86722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87886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89050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43826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44990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46154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47317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48481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49645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50809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51972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53136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68265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69428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70592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71756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72920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84395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85559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86722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87886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89050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44990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46154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47317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48481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49645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50809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51972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53136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69428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70592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71756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72920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74083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84395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85559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86722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87886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89050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46154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473179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48481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49645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50809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51972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53136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54300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6942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70592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71756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72920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74083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85559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86722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87886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89050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473179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48481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49645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50809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51972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53136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54300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55464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6942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7059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71756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72920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74083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85559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86722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87886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89050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48481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496454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50809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51972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53136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54300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6942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70592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71756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72920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74083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85559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86722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87886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89050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902139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48481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49645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50809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51972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53136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54300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6942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70592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71756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72920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74083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85559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86722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87886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89050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902139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49645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508091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51972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53136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54300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6942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70592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71756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72920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86722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87886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89050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902139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91377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508091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51972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53136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54300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55464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6942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7059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71756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72920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86722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87886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89050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90213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91377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92541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508091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51972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53136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54300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55464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6942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7059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71756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72920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87886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89050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90213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91377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92541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508091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51972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53136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54300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55464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56627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57791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58955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6942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7059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71756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7292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89050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90213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91377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92541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51972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53136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54300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55464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56627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57791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58955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60119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682651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6942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7059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71756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7292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89050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90213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91377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92541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53136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54300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55464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56627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57791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58955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60119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682651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6942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7059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71756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7292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87886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89050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90213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91377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92541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54300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55464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56627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57791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58955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60119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61282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67101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682651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6942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7059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71756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7292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87886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89050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90213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91377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92541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56627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57791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58955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60119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61282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67101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682651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69428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705925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71756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8672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87886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89050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90213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91377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57791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58955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60119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61282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62446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63610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65937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67101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68265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69428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705925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8555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8672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87886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89050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9021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91377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57791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58955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60119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61282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62446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63610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64773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65937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67101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68265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69428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70592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8555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8672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87886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89050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9021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57791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58955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60119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61282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62446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63610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64773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65937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67101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68265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69428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70592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8555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8672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87886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89050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9021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57791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58955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60119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61282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62446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63610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64773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65937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67101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68265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69428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84395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8555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8672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87886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89050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58955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60119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61282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62446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63610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64773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65937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671013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68265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843953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8555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8672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87886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89050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60119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61282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62446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636101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64773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843953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85559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86722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87886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89050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843953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85559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867227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87886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83231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843953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85559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867227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87886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83231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843953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85559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867227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87886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83231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843953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85559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867227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87886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83231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843953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85559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867227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83231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843953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85559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867227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83231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843953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85559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867227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83231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843953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85559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867227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83231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843953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85559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399291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359282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954108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337706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698253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643532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761346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180933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183801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5152676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5095061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494680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498091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666217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456939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924653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949515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887740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3130649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885373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637481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335877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216776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5079677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577198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637878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657267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607290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570537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554992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681421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535949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781115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804479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847510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738952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789234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186131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923277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399291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173090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6018224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287647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188919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175048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6114410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366847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377730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667831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939342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945285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893261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835016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985696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304944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5068380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178096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411954" y="3276309"/>
              <a:ext cx="63202" cy="63202"/>
            </a:xfrm>
            <a:prstGeom prst="ellipse">
              <a:avLst/>
            </a:prstGeom>
            <a:solidFill>
              <a:srgbClr val="3496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286560" y="4746129"/>
              <a:ext cx="63202" cy="63202"/>
            </a:xfrm>
            <a:prstGeom prst="ellipse">
              <a:avLst/>
            </a:prstGeom>
            <a:solidFill>
              <a:srgbClr val="4BB0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2878450" y="4973596"/>
              <a:ext cx="63202" cy="63202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5154968" y="3735383"/>
              <a:ext cx="63202" cy="63202"/>
            </a:xfrm>
            <a:prstGeom prst="ellipse">
              <a:avLst/>
            </a:prstGeom>
            <a:solidFill>
              <a:srgbClr val="39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3815690" y="4677487"/>
              <a:ext cx="63202" cy="63202"/>
            </a:xfrm>
            <a:prstGeom prst="ellipse">
              <a:avLst/>
            </a:prstGeom>
            <a:solidFill>
              <a:srgbClr val="54BB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5234441" y="3545894"/>
              <a:ext cx="63202" cy="63202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3635685" y="4800931"/>
              <a:ext cx="63202" cy="63202"/>
            </a:xfrm>
            <a:prstGeom prst="ellipse">
              <a:avLst/>
            </a:prstGeom>
            <a:solidFill>
              <a:srgbClr val="40A2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5803938" y="2901996"/>
              <a:ext cx="63202" cy="63202"/>
            </a:xfrm>
            <a:prstGeom prst="ellipse">
              <a:avLst/>
            </a:prstGeom>
            <a:solidFill>
              <a:srgbClr val="3C477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5602232" y="3222656"/>
              <a:ext cx="63202" cy="63202"/>
            </a:xfrm>
            <a:prstGeom prst="ellipse">
              <a:avLst/>
            </a:prstGeom>
            <a:solidFill>
              <a:srgbClr val="3A6C9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189184" y="4765547"/>
              <a:ext cx="63202" cy="63202"/>
            </a:xfrm>
            <a:prstGeom prst="ellipse">
              <a:avLst/>
            </a:prstGeom>
            <a:solidFill>
              <a:srgbClr val="3691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913887" y="4211118"/>
              <a:ext cx="63202" cy="63202"/>
            </a:xfrm>
            <a:prstGeom prst="ellipse">
              <a:avLst/>
            </a:prstGeom>
            <a:solidFill>
              <a:srgbClr val="57C0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4598477" y="4463619"/>
              <a:ext cx="63202" cy="63202"/>
            </a:xfrm>
            <a:prstGeom prst="ellipse">
              <a:avLst/>
            </a:prstGeom>
            <a:solidFill>
              <a:srgbClr val="5ECB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118737" y="4784820"/>
              <a:ext cx="63202" cy="63202"/>
            </a:xfrm>
            <a:prstGeom prst="ellipse">
              <a:avLst/>
            </a:prstGeom>
            <a:solidFill>
              <a:srgbClr val="46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4706891" y="4368015"/>
              <a:ext cx="63202" cy="63202"/>
            </a:xfrm>
            <a:prstGeom prst="ellipse">
              <a:avLst/>
            </a:prstGeom>
            <a:solidFill>
              <a:srgbClr val="46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5170525" y="3498927"/>
              <a:ext cx="63202" cy="63202"/>
            </a:xfrm>
            <a:prstGeom prst="ellipse">
              <a:avLst/>
            </a:prstGeom>
            <a:solidFill>
              <a:srgbClr val="38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143523" y="4766403"/>
              <a:ext cx="63202" cy="63202"/>
            </a:xfrm>
            <a:prstGeom prst="ellipse">
              <a:avLst/>
            </a:prstGeom>
            <a:solidFill>
              <a:srgbClr val="3691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4544041" y="4668741"/>
              <a:ext cx="63202" cy="63202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3690881" y="4772296"/>
              <a:ext cx="63202" cy="63202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016032" y="3641698"/>
              <a:ext cx="63202" cy="63202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4551789" y="4536931"/>
              <a:ext cx="63202" cy="63202"/>
            </a:xfrm>
            <a:prstGeom prst="ellipse">
              <a:avLst/>
            </a:prstGeom>
            <a:solidFill>
              <a:srgbClr val="3F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3457033" y="4801454"/>
              <a:ext cx="63202" cy="63202"/>
            </a:xfrm>
            <a:prstGeom prst="ellipse">
              <a:avLst/>
            </a:prstGeom>
            <a:solidFill>
              <a:srgbClr val="3B71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795350" y="4267713"/>
              <a:ext cx="63202" cy="63202"/>
            </a:xfrm>
            <a:prstGeom prst="ellipse">
              <a:avLst/>
            </a:prstGeom>
            <a:solidFill>
              <a:srgbClr val="3690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763373" y="2927118"/>
              <a:ext cx="63202" cy="63202"/>
            </a:xfrm>
            <a:prstGeom prst="ellipse">
              <a:avLst/>
            </a:prstGeom>
            <a:solidFill>
              <a:srgbClr val="3B70A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3223042" y="4753931"/>
              <a:ext cx="63202" cy="63202"/>
            </a:xfrm>
            <a:prstGeom prst="ellipse">
              <a:avLst/>
            </a:prstGeom>
            <a:solidFill>
              <a:srgbClr val="3C9F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6187218" y="2929573"/>
              <a:ext cx="63202" cy="63202"/>
            </a:xfrm>
            <a:prstGeom prst="ellipse">
              <a:avLst/>
            </a:prstGeom>
            <a:solidFill>
              <a:srgbClr val="3A67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558922" y="4541579"/>
              <a:ext cx="63202" cy="63202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5665872" y="3067530"/>
              <a:ext cx="63202" cy="63202"/>
            </a:xfrm>
            <a:prstGeom prst="ellipse">
              <a:avLst/>
            </a:prstGeom>
            <a:solidFill>
              <a:srgbClr val="46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541256" y="4824822"/>
              <a:ext cx="63202" cy="63202"/>
            </a:xfrm>
            <a:prstGeom prst="ellipse">
              <a:avLst/>
            </a:prstGeom>
            <a:solidFill>
              <a:srgbClr val="3D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587926" y="4467164"/>
              <a:ext cx="63202" cy="63202"/>
            </a:xfrm>
            <a:prstGeom prst="ellipse">
              <a:avLst/>
            </a:prstGeom>
            <a:solidFill>
              <a:srgbClr val="45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657937" y="3028251"/>
              <a:ext cx="63202" cy="63202"/>
            </a:xfrm>
            <a:prstGeom prst="ellipse">
              <a:avLst/>
            </a:prstGeom>
            <a:solidFill>
              <a:srgbClr val="49A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2979067" y="4895874"/>
              <a:ext cx="63202" cy="63202"/>
            </a:xfrm>
            <a:prstGeom prst="ellipse">
              <a:avLst/>
            </a:prstGeom>
            <a:solidFill>
              <a:srgbClr val="46AA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5"/>
            <p:cNvSpPr/>
            <p:nvPr/>
          </p:nvSpPr>
          <p:spPr>
            <a:xfrm>
              <a:off x="4922163" y="4187507"/>
              <a:ext cx="63202" cy="63202"/>
            </a:xfrm>
            <a:prstGeom prst="ellipse">
              <a:avLst/>
            </a:prstGeom>
            <a:solidFill>
              <a:srgbClr val="3598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6"/>
            <p:cNvSpPr/>
            <p:nvPr/>
          </p:nvSpPr>
          <p:spPr>
            <a:xfrm>
              <a:off x="5059838" y="3807278"/>
              <a:ext cx="63202" cy="63202"/>
            </a:xfrm>
            <a:prstGeom prst="ellipse">
              <a:avLst/>
            </a:prstGeom>
            <a:solidFill>
              <a:srgbClr val="55BE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7"/>
            <p:cNvSpPr/>
            <p:nvPr/>
          </p:nvSpPr>
          <p:spPr>
            <a:xfrm>
              <a:off x="2851349" y="4946495"/>
              <a:ext cx="117405" cy="117405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8"/>
            <p:cNvSpPr/>
            <p:nvPr/>
          </p:nvSpPr>
          <p:spPr>
            <a:xfrm>
              <a:off x="3514155" y="4797720"/>
              <a:ext cx="117405" cy="117405"/>
            </a:xfrm>
            <a:prstGeom prst="ellipse">
              <a:avLst/>
            </a:prstGeom>
            <a:solidFill>
              <a:srgbClr val="3D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9"/>
            <p:cNvSpPr/>
            <p:nvPr/>
          </p:nvSpPr>
          <p:spPr>
            <a:xfrm>
              <a:off x="4516940" y="4641639"/>
              <a:ext cx="117405" cy="117405"/>
            </a:xfrm>
            <a:prstGeom prst="ellipse">
              <a:avLst/>
            </a:prstGeom>
            <a:solidFill>
              <a:srgbClr val="3A7D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60"/>
            <p:cNvSpPr/>
            <p:nvPr/>
          </p:nvSpPr>
          <p:spPr>
            <a:xfrm>
              <a:off x="5630836" y="3001150"/>
              <a:ext cx="117405" cy="117405"/>
            </a:xfrm>
            <a:prstGeom prst="ellipse">
              <a:avLst/>
            </a:prstGeom>
            <a:solidFill>
              <a:srgbClr val="49AD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1"/>
            <p:cNvSpPr/>
            <p:nvPr/>
          </p:nvSpPr>
          <p:spPr>
            <a:xfrm>
              <a:off x="5776837" y="2874895"/>
              <a:ext cx="117405" cy="117405"/>
            </a:xfrm>
            <a:prstGeom prst="ellipse">
              <a:avLst/>
            </a:prstGeom>
            <a:solidFill>
              <a:srgbClr val="3C477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2850506" y="4909200"/>
              <a:ext cx="52307" cy="84328"/>
            </a:xfrm>
            <a:custGeom>
              <a:avLst/>
              <a:pathLst>
                <a:path w="52307" h="84328">
                  <a:moveTo>
                    <a:pt x="0" y="0"/>
                  </a:moveTo>
                  <a:lnTo>
                    <a:pt x="52307" y="8432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3511653" y="4762437"/>
              <a:ext cx="53677" cy="82427"/>
            </a:xfrm>
            <a:custGeom>
              <a:avLst/>
              <a:pathLst>
                <a:path w="53677" h="82427">
                  <a:moveTo>
                    <a:pt x="0" y="0"/>
                  </a:moveTo>
                  <a:lnTo>
                    <a:pt x="53677" y="8242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513533" y="4609383"/>
              <a:ext cx="54295" cy="79516"/>
            </a:xfrm>
            <a:custGeom>
              <a:avLst/>
              <a:pathLst>
                <a:path w="54295" h="79516">
                  <a:moveTo>
                    <a:pt x="0" y="0"/>
                  </a:moveTo>
                  <a:lnTo>
                    <a:pt x="54295" y="7951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5712527" y="2790222"/>
              <a:ext cx="113762" cy="132594"/>
            </a:xfrm>
            <a:custGeom>
              <a:avLst/>
              <a:pathLst>
                <a:path w="113762" h="132594">
                  <a:moveTo>
                    <a:pt x="0" y="0"/>
                  </a:moveTo>
                  <a:lnTo>
                    <a:pt x="113762" y="13259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g3966"/>
            <p:cNvSpPr/>
            <p:nvPr/>
          </p:nvSpPr>
          <p:spPr>
            <a:xfrm>
              <a:off x="2291990" y="4760475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2337710" y="4806195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2960818" y="4613743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3006538" y="4659463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70" name="pg3970"/>
            <p:cNvSpPr/>
            <p:nvPr/>
          </p:nvSpPr>
          <p:spPr>
            <a:xfrm>
              <a:off x="3970562" y="4460427"/>
              <a:ext cx="542970" cy="191932"/>
            </a:xfrm>
            <a:custGeom>
              <a:avLst/>
              <a:pathLst>
                <a:path w="542970" h="191932">
                  <a:moveTo>
                    <a:pt x="27432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4016282" y="4506147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72" name="pg3972"/>
            <p:cNvSpPr/>
            <p:nvPr/>
          </p:nvSpPr>
          <p:spPr>
            <a:xfrm>
              <a:off x="5015265" y="2881166"/>
              <a:ext cx="581741" cy="191932"/>
            </a:xfrm>
            <a:custGeom>
              <a:avLst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tx3973"/>
            <p:cNvSpPr/>
            <p:nvPr/>
          </p:nvSpPr>
          <p:spPr>
            <a:xfrm>
              <a:off x="5060985" y="2926886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74" name="pg3974"/>
            <p:cNvSpPr/>
            <p:nvPr/>
          </p:nvSpPr>
          <p:spPr>
            <a:xfrm>
              <a:off x="5375998" y="2598289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tx3975"/>
            <p:cNvSpPr/>
            <p:nvPr/>
          </p:nvSpPr>
          <p:spPr>
            <a:xfrm>
              <a:off x="5421718" y="2644009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6" name="rc3976"/>
            <p:cNvSpPr/>
            <p:nvPr/>
          </p:nvSpPr>
          <p:spPr>
            <a:xfrm>
              <a:off x="2201917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tx3977"/>
            <p:cNvSpPr/>
            <p:nvPr/>
          </p:nvSpPr>
          <p:spPr>
            <a:xfrm>
              <a:off x="1889564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2013922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2058636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89564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2013922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2058636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89564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2013922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2058636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tx3986"/>
            <p:cNvSpPr/>
            <p:nvPr/>
          </p:nvSpPr>
          <p:spPr>
            <a:xfrm>
              <a:off x="1889564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7" name="tx3987"/>
            <p:cNvSpPr/>
            <p:nvPr/>
          </p:nvSpPr>
          <p:spPr>
            <a:xfrm>
              <a:off x="2013922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8" name="tx3988"/>
            <p:cNvSpPr/>
            <p:nvPr/>
          </p:nvSpPr>
          <p:spPr>
            <a:xfrm>
              <a:off x="2058636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9" name="tx3989"/>
            <p:cNvSpPr/>
            <p:nvPr/>
          </p:nvSpPr>
          <p:spPr>
            <a:xfrm>
              <a:off x="1889564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90" name="tx3990"/>
            <p:cNvSpPr/>
            <p:nvPr/>
          </p:nvSpPr>
          <p:spPr>
            <a:xfrm>
              <a:off x="2013922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91" name="tx3991"/>
            <p:cNvSpPr/>
            <p:nvPr/>
          </p:nvSpPr>
          <p:spPr>
            <a:xfrm>
              <a:off x="2058636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92" name="pl3992"/>
            <p:cNvSpPr/>
            <p:nvPr/>
          </p:nvSpPr>
          <p:spPr>
            <a:xfrm>
              <a:off x="2167122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2167122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2167122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2167122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2167122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26109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31401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36693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1984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72766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525683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578601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631518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tx4005"/>
            <p:cNvSpPr/>
            <p:nvPr/>
          </p:nvSpPr>
          <p:spPr>
            <a:xfrm>
              <a:off x="2442620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262915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267387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29873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31427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31874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35165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36719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37166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0457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42010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42458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457491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47302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47749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10408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52594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53041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563326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24" name="tx4024"/>
            <p:cNvSpPr/>
            <p:nvPr/>
          </p:nvSpPr>
          <p:spPr>
            <a:xfrm>
              <a:off x="578861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5" name="tx4025"/>
            <p:cNvSpPr/>
            <p:nvPr/>
          </p:nvSpPr>
          <p:spPr>
            <a:xfrm>
              <a:off x="583333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16243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31779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8" name="tx4028"/>
            <p:cNvSpPr/>
            <p:nvPr/>
          </p:nvSpPr>
          <p:spPr>
            <a:xfrm>
              <a:off x="636250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9" name="tx4029"/>
            <p:cNvSpPr/>
            <p:nvPr/>
          </p:nvSpPr>
          <p:spPr>
            <a:xfrm>
              <a:off x="4066122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30" name="tx4030"/>
            <p:cNvSpPr/>
            <p:nvPr/>
          </p:nvSpPr>
          <p:spPr>
            <a:xfrm rot="-5400000">
              <a:off x="1525174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31" name="rc4031"/>
            <p:cNvSpPr/>
            <p:nvPr/>
          </p:nvSpPr>
          <p:spPr>
            <a:xfrm>
              <a:off x="6683342" y="3243743"/>
              <a:ext cx="737012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2" name="tx4032"/>
            <p:cNvSpPr/>
            <p:nvPr/>
          </p:nvSpPr>
          <p:spPr>
            <a:xfrm>
              <a:off x="6752931" y="3328785"/>
              <a:ext cx="59783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</a:t>
              </a:r>
            </a:p>
          </p:txBody>
        </p:sp>
        <p:sp>
          <p:nvSpPr>
            <p:cNvPr id="4033" name="tx4033"/>
            <p:cNvSpPr/>
            <p:nvPr/>
          </p:nvSpPr>
          <p:spPr>
            <a:xfrm>
              <a:off x="6752931" y="3479661"/>
              <a:ext cx="37252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Offset</a:t>
              </a:r>
            </a:p>
          </p:txBody>
        </p:sp>
        <p:pic>
          <p:nvPicPr>
            <p:cNvPr id="4034" name="pic403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752931" y="3664922"/>
              <a:ext cx="219455" cy="1097280"/>
            </a:xfrm>
            <a:prstGeom prst="rect">
              <a:avLst/>
            </a:prstGeom>
          </p:spPr>
        </p:pic>
        <p:sp>
          <p:nvSpPr>
            <p:cNvPr id="4035" name="pl4035"/>
            <p:cNvSpPr/>
            <p:nvPr/>
          </p:nvSpPr>
          <p:spPr>
            <a:xfrm>
              <a:off x="6928496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928496" y="454164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928496" y="432292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928496" y="410420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928496" y="388547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928496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752931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752931" y="454164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6752931" y="432292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6752931" y="410420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6752931" y="388547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6752931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tx4047"/>
            <p:cNvSpPr/>
            <p:nvPr/>
          </p:nvSpPr>
          <p:spPr>
            <a:xfrm>
              <a:off x="7041976" y="472032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7041976" y="450159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7041976" y="428287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7041976" y="4064149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7041976" y="3845424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4052" name="tx4052"/>
            <p:cNvSpPr/>
            <p:nvPr/>
          </p:nvSpPr>
          <p:spPr>
            <a:xfrm>
              <a:off x="7041976" y="3626700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4053" name="tx4053"/>
            <p:cNvSpPr/>
            <p:nvPr/>
          </p:nvSpPr>
          <p:spPr>
            <a:xfrm>
              <a:off x="2201917" y="1669789"/>
              <a:ext cx="2541117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Genomic Offset to </a:t>
              </a:r>
            </a:p>
          </p:txBody>
        </p:sp>
        <p:sp>
          <p:nvSpPr>
            <p:cNvPr id="4054" name="tx4054"/>
            <p:cNvSpPr/>
            <p:nvPr/>
          </p:nvSpPr>
          <p:spPr>
            <a:xfrm>
              <a:off x="2201917" y="1998973"/>
              <a:ext cx="2133660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 (GF)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33411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415547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496984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57842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65985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848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2991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311355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392793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47423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B">
                <a:alpha val="100000"/>
              </a:srgbClr>
            </a:solidFill>
            <a:ln w="5420" cap="flat">
              <a:solidFill>
                <a:srgbClr val="57C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BAB">
                <a:alpha val="100000"/>
              </a:srgbClr>
            </a:solidFill>
            <a:ln w="5420" cap="flat">
              <a:solidFill>
                <a:srgbClr val="54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CAC">
                <a:alpha val="100000"/>
              </a:srgbClr>
            </a:solidFill>
            <a:ln w="5420" cap="flat">
              <a:solidFill>
                <a:srgbClr val="5ECC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AAC">
                <a:alpha val="100000"/>
              </a:srgbClr>
            </a:solidFill>
            <a:ln w="5420" cap="flat">
              <a:solidFill>
                <a:srgbClr val="5DCA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8AC">
                <a:alpha val="100000"/>
              </a:srgbClr>
            </a:solidFill>
            <a:ln w="5420" cap="flat">
              <a:solidFill>
                <a:srgbClr val="5CC8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ECBAC">
                <a:alpha val="100000"/>
              </a:srgbClr>
            </a:solidFill>
            <a:ln w="5420" cap="flat">
              <a:solidFill>
                <a:srgbClr val="5ECB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DC9AC">
                <a:alpha val="100000"/>
              </a:srgbClr>
            </a:solidFill>
            <a:ln w="5420" cap="flat">
              <a:solidFill>
                <a:srgbClr val="5DC9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4AC">
                <a:alpha val="100000"/>
              </a:srgbClr>
            </a:solidFill>
            <a:ln w="5420" cap="flat">
              <a:solidFill>
                <a:srgbClr val="59C4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CC7AC">
                <a:alpha val="100000"/>
              </a:srgbClr>
            </a:solidFill>
            <a:ln w="5420" cap="flat">
              <a:solidFill>
                <a:srgbClr val="5C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BC7AC">
                <a:alpha val="100000"/>
              </a:srgbClr>
            </a:solidFill>
            <a:ln w="5420" cap="flat">
              <a:solidFill>
                <a:srgbClr val="5BC7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AC5AC">
                <a:alpha val="100000"/>
              </a:srgbClr>
            </a:solidFill>
            <a:ln w="5420" cap="flat">
              <a:solidFill>
                <a:srgbClr val="5AC5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1AC">
                <a:alpha val="100000"/>
              </a:srgbClr>
            </a:solidFill>
            <a:ln w="5420" cap="flat">
              <a:solidFill>
                <a:srgbClr val="57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2AC">
                <a:alpha val="100000"/>
              </a:srgbClr>
            </a:solidFill>
            <a:ln w="5420" cap="flat">
              <a:solidFill>
                <a:srgbClr val="59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9C3AC">
                <a:alpha val="100000"/>
              </a:srgbClr>
            </a:solidFill>
            <a:ln w="5420" cap="flat">
              <a:solidFill>
                <a:srgbClr val="59C3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6AA">
                <a:alpha val="100000"/>
              </a:srgbClr>
            </a:solidFill>
            <a:ln w="5420" cap="flat">
              <a:solidFill>
                <a:srgbClr val="42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AAB">
                <a:alpha val="100000"/>
              </a:srgbClr>
            </a:solidFill>
            <a:ln w="5420" cap="flat">
              <a:solidFill>
                <a:srgbClr val="52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BAB">
                <a:alpha val="100000"/>
              </a:srgbClr>
            </a:solidFill>
            <a:ln w="5420" cap="flat">
              <a:solidFill>
                <a:srgbClr val="53BB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11255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19399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7542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35686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3830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51973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0117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8261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6405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84548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2692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00836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08979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17123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25267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33411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2301906" y="4297487"/>
              <a:ext cx="973520" cy="1423460"/>
            </a:xfrm>
            <a:custGeom>
              <a:avLst/>
              <a:pathLst>
                <a:path w="973520" h="1423460">
                  <a:moveTo>
                    <a:pt x="892083" y="1385064"/>
                  </a:moveTo>
                  <a:lnTo>
                    <a:pt x="973520" y="1385064"/>
                  </a:lnTo>
                  <a:lnTo>
                    <a:pt x="973520" y="1423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2301906" y="4351869"/>
              <a:ext cx="892083" cy="1369078"/>
            </a:xfrm>
            <a:custGeom>
              <a:avLst/>
              <a:pathLst>
                <a:path w="892083" h="1369078">
                  <a:moveTo>
                    <a:pt x="892083" y="1369078"/>
                  </a:moveTo>
                  <a:lnTo>
                    <a:pt x="892083" y="13306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2301906" y="4221734"/>
              <a:ext cx="1054958" cy="1499213"/>
            </a:xfrm>
            <a:custGeom>
              <a:avLst/>
              <a:pathLst>
                <a:path w="1054958" h="1499213">
                  <a:moveTo>
                    <a:pt x="973520" y="1460818"/>
                  </a:moveTo>
                  <a:lnTo>
                    <a:pt x="1054958" y="1460818"/>
                  </a:lnTo>
                  <a:lnTo>
                    <a:pt x="1054958" y="1499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2301906" y="4272355"/>
              <a:ext cx="973520" cy="1448592"/>
            </a:xfrm>
            <a:custGeom>
              <a:avLst/>
              <a:pathLst>
                <a:path w="973520" h="1448592">
                  <a:moveTo>
                    <a:pt x="973520" y="1448592"/>
                  </a:moveTo>
                  <a:lnTo>
                    <a:pt x="973520" y="141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2301906" y="4150120"/>
              <a:ext cx="1136395" cy="1570828"/>
            </a:xfrm>
            <a:custGeom>
              <a:avLst/>
              <a:pathLst>
                <a:path w="1136395" h="1570828">
                  <a:moveTo>
                    <a:pt x="1054958" y="1532432"/>
                  </a:moveTo>
                  <a:lnTo>
                    <a:pt x="1136395" y="1532432"/>
                  </a:lnTo>
                  <a:lnTo>
                    <a:pt x="1136395" y="15708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2301906" y="4197308"/>
              <a:ext cx="1054958" cy="1523639"/>
            </a:xfrm>
            <a:custGeom>
              <a:avLst/>
              <a:pathLst>
                <a:path w="1054958" h="1523639">
                  <a:moveTo>
                    <a:pt x="1054958" y="1523639"/>
                  </a:moveTo>
                  <a:lnTo>
                    <a:pt x="1054958" y="1485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2301906" y="4082314"/>
              <a:ext cx="1217832" cy="1638633"/>
            </a:xfrm>
            <a:custGeom>
              <a:avLst/>
              <a:pathLst>
                <a:path w="1217832" h="1638633">
                  <a:moveTo>
                    <a:pt x="1136395" y="1600238"/>
                  </a:moveTo>
                  <a:lnTo>
                    <a:pt x="1217832" y="1600238"/>
                  </a:lnTo>
                  <a:lnTo>
                    <a:pt x="1217832" y="16386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2301906" y="4126360"/>
              <a:ext cx="1136395" cy="1594587"/>
            </a:xfrm>
            <a:custGeom>
              <a:avLst/>
              <a:pathLst>
                <a:path w="1136395" h="1594587">
                  <a:moveTo>
                    <a:pt x="1136395" y="1594587"/>
                  </a:moveTo>
                  <a:lnTo>
                    <a:pt x="1136395" y="155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2301906" y="4018020"/>
              <a:ext cx="1299269" cy="1702927"/>
            </a:xfrm>
            <a:custGeom>
              <a:avLst/>
              <a:pathLst>
                <a:path w="1299269" h="1702927">
                  <a:moveTo>
                    <a:pt x="1217832" y="1664531"/>
                  </a:moveTo>
                  <a:lnTo>
                    <a:pt x="1299269" y="1664531"/>
                  </a:lnTo>
                  <a:lnTo>
                    <a:pt x="1299269" y="17029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2301906" y="4059186"/>
              <a:ext cx="1217832" cy="1661761"/>
            </a:xfrm>
            <a:custGeom>
              <a:avLst/>
              <a:pathLst>
                <a:path w="1217832" h="1661761">
                  <a:moveTo>
                    <a:pt x="1217832" y="1661761"/>
                  </a:moveTo>
                  <a:lnTo>
                    <a:pt x="1217832" y="1623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2301906" y="3956974"/>
              <a:ext cx="1380706" cy="1763973"/>
            </a:xfrm>
            <a:custGeom>
              <a:avLst/>
              <a:pathLst>
                <a:path w="1380706" h="1763973">
                  <a:moveTo>
                    <a:pt x="1299269" y="1725578"/>
                  </a:moveTo>
                  <a:lnTo>
                    <a:pt x="1380706" y="1725578"/>
                  </a:lnTo>
                  <a:lnTo>
                    <a:pt x="1380706" y="1763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2301906" y="3995492"/>
              <a:ext cx="1299269" cy="1725455"/>
            </a:xfrm>
            <a:custGeom>
              <a:avLst/>
              <a:pathLst>
                <a:path w="1299269" h="1725455">
                  <a:moveTo>
                    <a:pt x="1299269" y="1725455"/>
                  </a:moveTo>
                  <a:lnTo>
                    <a:pt x="1299269" y="16870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2301906" y="3898934"/>
              <a:ext cx="1462143" cy="1822013"/>
            </a:xfrm>
            <a:custGeom>
              <a:avLst/>
              <a:pathLst>
                <a:path w="1462143" h="1822013">
                  <a:moveTo>
                    <a:pt x="1380706" y="1783618"/>
                  </a:moveTo>
                  <a:lnTo>
                    <a:pt x="1462143" y="1783618"/>
                  </a:lnTo>
                  <a:lnTo>
                    <a:pt x="1462143" y="18220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2301906" y="3935014"/>
              <a:ext cx="1380706" cy="1785933"/>
            </a:xfrm>
            <a:custGeom>
              <a:avLst/>
              <a:pathLst>
                <a:path w="1380706" h="1785933">
                  <a:moveTo>
                    <a:pt x="1380706" y="1785933"/>
                  </a:moveTo>
                  <a:lnTo>
                    <a:pt x="1380706" y="17475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ABAA">
                <a:alpha val="100000"/>
              </a:srgbClr>
            </a:solidFill>
            <a:ln w="5420" cap="flat">
              <a:solidFill>
                <a:srgbClr val="48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2301906" y="3843684"/>
              <a:ext cx="1543580" cy="1877263"/>
            </a:xfrm>
            <a:custGeom>
              <a:avLst/>
              <a:pathLst>
                <a:path w="1543580" h="1877263">
                  <a:moveTo>
                    <a:pt x="1462143" y="1838867"/>
                  </a:moveTo>
                  <a:lnTo>
                    <a:pt x="1543580" y="1838867"/>
                  </a:lnTo>
                  <a:lnTo>
                    <a:pt x="1543580" y="18772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2301906" y="3877515"/>
              <a:ext cx="1462143" cy="1843432"/>
            </a:xfrm>
            <a:custGeom>
              <a:avLst/>
              <a:pathLst>
                <a:path w="1462143" h="1843432">
                  <a:moveTo>
                    <a:pt x="1462143" y="1843432"/>
                  </a:moveTo>
                  <a:lnTo>
                    <a:pt x="1462143" y="18050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2301906" y="3823619"/>
              <a:ext cx="1625018" cy="1897328"/>
            </a:xfrm>
            <a:custGeom>
              <a:avLst/>
              <a:pathLst>
                <a:path w="1625018" h="1897328">
                  <a:moveTo>
                    <a:pt x="1543580" y="1858932"/>
                  </a:moveTo>
                  <a:lnTo>
                    <a:pt x="1625018" y="1858932"/>
                  </a:lnTo>
                  <a:lnTo>
                    <a:pt x="1625018" y="18973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2301906" y="3822780"/>
              <a:ext cx="1543580" cy="1898167"/>
            </a:xfrm>
            <a:custGeom>
              <a:avLst/>
              <a:pathLst>
                <a:path w="1543580" h="1898167">
                  <a:moveTo>
                    <a:pt x="1543580" y="1898167"/>
                  </a:moveTo>
                  <a:lnTo>
                    <a:pt x="1543580" y="18597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2301906" y="3740787"/>
              <a:ext cx="1706455" cy="1980160"/>
            </a:xfrm>
            <a:custGeom>
              <a:avLst/>
              <a:pathLst>
                <a:path w="1706455" h="1980160">
                  <a:moveTo>
                    <a:pt x="1625018" y="1941765"/>
                  </a:moveTo>
                  <a:lnTo>
                    <a:pt x="1706455" y="1941765"/>
                  </a:lnTo>
                  <a:lnTo>
                    <a:pt x="1706455" y="198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2301906" y="3770615"/>
              <a:ext cx="1625018" cy="1950332"/>
            </a:xfrm>
            <a:custGeom>
              <a:avLst/>
              <a:pathLst>
                <a:path w="1625018" h="1950332">
                  <a:moveTo>
                    <a:pt x="1625018" y="1950332"/>
                  </a:moveTo>
                  <a:lnTo>
                    <a:pt x="1625018" y="1911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2301906" y="3692798"/>
              <a:ext cx="1787892" cy="2028149"/>
            </a:xfrm>
            <a:custGeom>
              <a:avLst/>
              <a:pathLst>
                <a:path w="1787892" h="2028149">
                  <a:moveTo>
                    <a:pt x="1706455" y="1989754"/>
                  </a:moveTo>
                  <a:lnTo>
                    <a:pt x="1787892" y="1989754"/>
                  </a:lnTo>
                  <a:lnTo>
                    <a:pt x="1787892" y="202814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2301906" y="3720842"/>
              <a:ext cx="1706455" cy="2000106"/>
            </a:xfrm>
            <a:custGeom>
              <a:avLst/>
              <a:pathLst>
                <a:path w="1706455" h="2000106">
                  <a:moveTo>
                    <a:pt x="1706455" y="2000106"/>
                  </a:moveTo>
                  <a:lnTo>
                    <a:pt x="1706455" y="196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2301906" y="3646914"/>
              <a:ext cx="1869329" cy="2074033"/>
            </a:xfrm>
            <a:custGeom>
              <a:avLst/>
              <a:pathLst>
                <a:path w="1869329" h="2074033">
                  <a:moveTo>
                    <a:pt x="1787892" y="2035638"/>
                  </a:moveTo>
                  <a:lnTo>
                    <a:pt x="1869329" y="2035638"/>
                  </a:lnTo>
                  <a:lnTo>
                    <a:pt x="1869329" y="20740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2301906" y="3673300"/>
              <a:ext cx="1787892" cy="2047647"/>
            </a:xfrm>
            <a:custGeom>
              <a:avLst/>
              <a:pathLst>
                <a:path w="1787892" h="2047647">
                  <a:moveTo>
                    <a:pt x="1787892" y="2047647"/>
                  </a:moveTo>
                  <a:lnTo>
                    <a:pt x="1787892" y="2009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2301906" y="3602999"/>
              <a:ext cx="1950766" cy="2117948"/>
            </a:xfrm>
            <a:custGeom>
              <a:avLst/>
              <a:pathLst>
                <a:path w="1950766" h="2117948">
                  <a:moveTo>
                    <a:pt x="1869329" y="2079553"/>
                  </a:moveTo>
                  <a:lnTo>
                    <a:pt x="1950766" y="2079553"/>
                  </a:lnTo>
                  <a:lnTo>
                    <a:pt x="1950766" y="2117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2301906" y="3627844"/>
              <a:ext cx="1869329" cy="2093104"/>
            </a:xfrm>
            <a:custGeom>
              <a:avLst/>
              <a:pathLst>
                <a:path w="1869329" h="2093104">
                  <a:moveTo>
                    <a:pt x="1869329" y="2093104"/>
                  </a:moveTo>
                  <a:lnTo>
                    <a:pt x="1869329" y="2054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2301906" y="3560929"/>
              <a:ext cx="2032203" cy="2160018"/>
            </a:xfrm>
            <a:custGeom>
              <a:avLst/>
              <a:pathLst>
                <a:path w="2032203" h="2160018">
                  <a:moveTo>
                    <a:pt x="1950766" y="2121623"/>
                  </a:moveTo>
                  <a:lnTo>
                    <a:pt x="2032203" y="2121623"/>
                  </a:lnTo>
                  <a:lnTo>
                    <a:pt x="2032203" y="21600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2301906" y="3584338"/>
              <a:ext cx="1950766" cy="2136610"/>
            </a:xfrm>
            <a:custGeom>
              <a:avLst/>
              <a:pathLst>
                <a:path w="1950766" h="2136610">
                  <a:moveTo>
                    <a:pt x="1950766" y="2136610"/>
                  </a:moveTo>
                  <a:lnTo>
                    <a:pt x="1950766" y="2098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2301906" y="3520590"/>
              <a:ext cx="2113640" cy="2200358"/>
            </a:xfrm>
            <a:custGeom>
              <a:avLst/>
              <a:pathLst>
                <a:path w="2113640" h="2200358">
                  <a:moveTo>
                    <a:pt x="2032203" y="2161962"/>
                  </a:moveTo>
                  <a:lnTo>
                    <a:pt x="2113640" y="2161962"/>
                  </a:lnTo>
                  <a:lnTo>
                    <a:pt x="2113640" y="22003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2301906" y="3542659"/>
              <a:ext cx="2032203" cy="2178288"/>
            </a:xfrm>
            <a:custGeom>
              <a:avLst/>
              <a:pathLst>
                <a:path w="2032203" h="2178288">
                  <a:moveTo>
                    <a:pt x="2032203" y="2178288"/>
                  </a:moveTo>
                  <a:lnTo>
                    <a:pt x="2032203" y="21398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2301906" y="1669789"/>
              <a:ext cx="3035235" cy="4051159"/>
            </a:xfrm>
            <a:custGeom>
              <a:avLst/>
              <a:pathLst>
                <a:path w="3035235" h="4051159">
                  <a:moveTo>
                    <a:pt x="3035235" y="0"/>
                  </a:moveTo>
                  <a:lnTo>
                    <a:pt x="3023854" y="58391"/>
                  </a:lnTo>
                  <a:lnTo>
                    <a:pt x="3008593" y="199286"/>
                  </a:lnTo>
                  <a:lnTo>
                    <a:pt x="2985629" y="326050"/>
                  </a:lnTo>
                  <a:lnTo>
                    <a:pt x="2982628" y="287557"/>
                  </a:lnTo>
                  <a:lnTo>
                    <a:pt x="2996985" y="133449"/>
                  </a:lnTo>
                  <a:lnTo>
                    <a:pt x="2973732" y="149553"/>
                  </a:lnTo>
                  <a:lnTo>
                    <a:pt x="2957711" y="185109"/>
                  </a:lnTo>
                  <a:lnTo>
                    <a:pt x="2914388" y="383857"/>
                  </a:lnTo>
                  <a:lnTo>
                    <a:pt x="2854827" y="489792"/>
                  </a:lnTo>
                  <a:lnTo>
                    <a:pt x="2799967" y="563061"/>
                  </a:lnTo>
                  <a:lnTo>
                    <a:pt x="2743371" y="550949"/>
                  </a:lnTo>
                  <a:lnTo>
                    <a:pt x="2756101" y="609169"/>
                  </a:lnTo>
                  <a:lnTo>
                    <a:pt x="2740550" y="639495"/>
                  </a:lnTo>
                  <a:lnTo>
                    <a:pt x="2727242" y="702762"/>
                  </a:lnTo>
                  <a:lnTo>
                    <a:pt x="2693502" y="744696"/>
                  </a:lnTo>
                  <a:lnTo>
                    <a:pt x="2661787" y="740658"/>
                  </a:lnTo>
                  <a:lnTo>
                    <a:pt x="2616221" y="769562"/>
                  </a:lnTo>
                  <a:lnTo>
                    <a:pt x="2598248" y="791676"/>
                  </a:lnTo>
                  <a:lnTo>
                    <a:pt x="2596910" y="834022"/>
                  </a:lnTo>
                  <a:lnTo>
                    <a:pt x="2566424" y="871276"/>
                  </a:lnTo>
                  <a:lnTo>
                    <a:pt x="2456415" y="1064794"/>
                  </a:lnTo>
                  <a:lnTo>
                    <a:pt x="2360908" y="1121913"/>
                  </a:lnTo>
                  <a:lnTo>
                    <a:pt x="2338052" y="1113609"/>
                  </a:lnTo>
                  <a:lnTo>
                    <a:pt x="2363222" y="1022264"/>
                  </a:lnTo>
                  <a:lnTo>
                    <a:pt x="2380472" y="929909"/>
                  </a:lnTo>
                  <a:lnTo>
                    <a:pt x="2322502" y="889719"/>
                  </a:lnTo>
                  <a:lnTo>
                    <a:pt x="2267028" y="868477"/>
                  </a:lnTo>
                  <a:lnTo>
                    <a:pt x="2203380" y="871276"/>
                  </a:lnTo>
                  <a:lnTo>
                    <a:pt x="2133079" y="799475"/>
                  </a:lnTo>
                  <a:lnTo>
                    <a:pt x="2042453" y="747265"/>
                  </a:lnTo>
                  <a:lnTo>
                    <a:pt x="1915954" y="606003"/>
                  </a:lnTo>
                  <a:lnTo>
                    <a:pt x="1919643" y="566823"/>
                  </a:lnTo>
                  <a:lnTo>
                    <a:pt x="1916460" y="501078"/>
                  </a:lnTo>
                  <a:lnTo>
                    <a:pt x="1954902" y="397208"/>
                  </a:lnTo>
                  <a:lnTo>
                    <a:pt x="1991752" y="324581"/>
                  </a:lnTo>
                  <a:lnTo>
                    <a:pt x="2042634" y="286961"/>
                  </a:lnTo>
                  <a:lnTo>
                    <a:pt x="2190289" y="248652"/>
                  </a:lnTo>
                  <a:lnTo>
                    <a:pt x="2227320" y="191028"/>
                  </a:lnTo>
                  <a:lnTo>
                    <a:pt x="2249271" y="142488"/>
                  </a:lnTo>
                  <a:lnTo>
                    <a:pt x="2176113" y="225850"/>
                  </a:lnTo>
                  <a:lnTo>
                    <a:pt x="2066538" y="254111"/>
                  </a:lnTo>
                  <a:lnTo>
                    <a:pt x="2007483" y="285217"/>
                  </a:lnTo>
                  <a:lnTo>
                    <a:pt x="1960254" y="332794"/>
                  </a:lnTo>
                  <a:lnTo>
                    <a:pt x="1932300" y="392528"/>
                  </a:lnTo>
                  <a:lnTo>
                    <a:pt x="1869014" y="464513"/>
                  </a:lnTo>
                  <a:lnTo>
                    <a:pt x="1873462" y="512731"/>
                  </a:lnTo>
                  <a:lnTo>
                    <a:pt x="1884058" y="547003"/>
                  </a:lnTo>
                  <a:lnTo>
                    <a:pt x="1879176" y="618437"/>
                  </a:lnTo>
                  <a:lnTo>
                    <a:pt x="1919209" y="688081"/>
                  </a:lnTo>
                  <a:lnTo>
                    <a:pt x="1998587" y="802182"/>
                  </a:lnTo>
                  <a:lnTo>
                    <a:pt x="2013740" y="979413"/>
                  </a:lnTo>
                  <a:lnTo>
                    <a:pt x="2074313" y="1098010"/>
                  </a:lnTo>
                  <a:lnTo>
                    <a:pt x="2167144" y="1236290"/>
                  </a:lnTo>
                  <a:lnTo>
                    <a:pt x="2238531" y="1275608"/>
                  </a:lnTo>
                  <a:lnTo>
                    <a:pt x="2242003" y="1327038"/>
                  </a:lnTo>
                  <a:lnTo>
                    <a:pt x="2209058" y="1411960"/>
                  </a:lnTo>
                  <a:lnTo>
                    <a:pt x="2165626" y="1450774"/>
                  </a:lnTo>
                  <a:lnTo>
                    <a:pt x="2222113" y="1443021"/>
                  </a:lnTo>
                  <a:lnTo>
                    <a:pt x="2250248" y="1462427"/>
                  </a:lnTo>
                  <a:lnTo>
                    <a:pt x="2277623" y="1533265"/>
                  </a:lnTo>
                  <a:lnTo>
                    <a:pt x="2275490" y="1605570"/>
                  </a:lnTo>
                  <a:lnTo>
                    <a:pt x="2266232" y="1646311"/>
                  </a:lnTo>
                  <a:lnTo>
                    <a:pt x="2249127" y="1662552"/>
                  </a:lnTo>
                  <a:lnTo>
                    <a:pt x="2249850" y="1620939"/>
                  </a:lnTo>
                  <a:lnTo>
                    <a:pt x="2237735" y="1606488"/>
                  </a:lnTo>
                  <a:lnTo>
                    <a:pt x="2217737" y="1624518"/>
                  </a:lnTo>
                  <a:lnTo>
                    <a:pt x="2204791" y="1645072"/>
                  </a:lnTo>
                  <a:lnTo>
                    <a:pt x="2199402" y="1726048"/>
                  </a:lnTo>
                  <a:lnTo>
                    <a:pt x="2185696" y="1766514"/>
                  </a:lnTo>
                  <a:lnTo>
                    <a:pt x="2137237" y="1778534"/>
                  </a:lnTo>
                  <a:lnTo>
                    <a:pt x="2088091" y="1884790"/>
                  </a:lnTo>
                  <a:lnTo>
                    <a:pt x="2042381" y="1945075"/>
                  </a:lnTo>
                  <a:lnTo>
                    <a:pt x="1862504" y="2352710"/>
                  </a:lnTo>
                  <a:lnTo>
                    <a:pt x="1869376" y="2420840"/>
                  </a:lnTo>
                  <a:lnTo>
                    <a:pt x="1836467" y="2442770"/>
                  </a:lnTo>
                  <a:lnTo>
                    <a:pt x="1786634" y="2460617"/>
                  </a:lnTo>
                  <a:lnTo>
                    <a:pt x="1736222" y="2501358"/>
                  </a:lnTo>
                  <a:lnTo>
                    <a:pt x="1702771" y="2546274"/>
                  </a:lnTo>
                  <a:lnTo>
                    <a:pt x="1671707" y="2667073"/>
                  </a:lnTo>
                  <a:lnTo>
                    <a:pt x="1612182" y="2803059"/>
                  </a:lnTo>
                  <a:lnTo>
                    <a:pt x="1575042" y="2746398"/>
                  </a:lnTo>
                  <a:lnTo>
                    <a:pt x="1565531" y="2697904"/>
                  </a:lnTo>
                  <a:lnTo>
                    <a:pt x="1582058" y="2571415"/>
                  </a:lnTo>
                  <a:lnTo>
                    <a:pt x="1646428" y="2364042"/>
                  </a:lnTo>
                  <a:lnTo>
                    <a:pt x="1717345" y="2235122"/>
                  </a:lnTo>
                  <a:lnTo>
                    <a:pt x="1771445" y="2174011"/>
                  </a:lnTo>
                  <a:lnTo>
                    <a:pt x="1815926" y="2049450"/>
                  </a:lnTo>
                  <a:lnTo>
                    <a:pt x="1759728" y="2030869"/>
                  </a:lnTo>
                  <a:lnTo>
                    <a:pt x="1674057" y="2032887"/>
                  </a:lnTo>
                  <a:lnTo>
                    <a:pt x="1690186" y="1975401"/>
                  </a:lnTo>
                  <a:lnTo>
                    <a:pt x="1715175" y="1924750"/>
                  </a:lnTo>
                  <a:lnTo>
                    <a:pt x="1670513" y="1874283"/>
                  </a:lnTo>
                  <a:lnTo>
                    <a:pt x="1644078" y="1867860"/>
                  </a:lnTo>
                  <a:lnTo>
                    <a:pt x="1616847" y="1847169"/>
                  </a:lnTo>
                  <a:lnTo>
                    <a:pt x="1648779" y="1805144"/>
                  </a:lnTo>
                  <a:lnTo>
                    <a:pt x="1664366" y="1760733"/>
                  </a:lnTo>
                  <a:lnTo>
                    <a:pt x="1654855" y="1706687"/>
                  </a:lnTo>
                  <a:lnTo>
                    <a:pt x="1668235" y="1665993"/>
                  </a:lnTo>
                  <a:lnTo>
                    <a:pt x="1645922" y="1672140"/>
                  </a:lnTo>
                  <a:lnTo>
                    <a:pt x="1610048" y="1715221"/>
                  </a:lnTo>
                  <a:lnTo>
                    <a:pt x="1587735" y="1732425"/>
                  </a:lnTo>
                  <a:lnTo>
                    <a:pt x="1574138" y="1694300"/>
                  </a:lnTo>
                  <a:lnTo>
                    <a:pt x="1558624" y="1702925"/>
                  </a:lnTo>
                  <a:lnTo>
                    <a:pt x="1548534" y="1729122"/>
                  </a:lnTo>
                  <a:lnTo>
                    <a:pt x="1525643" y="1743528"/>
                  </a:lnTo>
                  <a:lnTo>
                    <a:pt x="1477293" y="1707697"/>
                  </a:lnTo>
                  <a:lnTo>
                    <a:pt x="1406810" y="1666681"/>
                  </a:lnTo>
                  <a:lnTo>
                    <a:pt x="1367573" y="1596119"/>
                  </a:lnTo>
                  <a:lnTo>
                    <a:pt x="1345188" y="1541431"/>
                  </a:lnTo>
                  <a:lnTo>
                    <a:pt x="1367935" y="1442470"/>
                  </a:lnTo>
                  <a:lnTo>
                    <a:pt x="1416647" y="1424898"/>
                  </a:lnTo>
                  <a:lnTo>
                    <a:pt x="1479932" y="1440956"/>
                  </a:lnTo>
                  <a:lnTo>
                    <a:pt x="1562891" y="1440818"/>
                  </a:lnTo>
                  <a:lnTo>
                    <a:pt x="1551030" y="1418842"/>
                  </a:lnTo>
                  <a:lnTo>
                    <a:pt x="1521412" y="1422467"/>
                  </a:lnTo>
                  <a:lnTo>
                    <a:pt x="1433969" y="1342178"/>
                  </a:lnTo>
                  <a:lnTo>
                    <a:pt x="1405834" y="1293684"/>
                  </a:lnTo>
                  <a:lnTo>
                    <a:pt x="1357447" y="1280379"/>
                  </a:lnTo>
                  <a:lnTo>
                    <a:pt x="1335388" y="1326992"/>
                  </a:lnTo>
                  <a:lnTo>
                    <a:pt x="1310905" y="1339380"/>
                  </a:lnTo>
                  <a:lnTo>
                    <a:pt x="1341138" y="1237391"/>
                  </a:lnTo>
                  <a:lnTo>
                    <a:pt x="1380664" y="1233216"/>
                  </a:lnTo>
                  <a:lnTo>
                    <a:pt x="1439032" y="1204954"/>
                  </a:lnTo>
                  <a:lnTo>
                    <a:pt x="1422071" y="1145908"/>
                  </a:lnTo>
                  <a:lnTo>
                    <a:pt x="1385221" y="1120078"/>
                  </a:lnTo>
                  <a:lnTo>
                    <a:pt x="1318680" y="1152469"/>
                  </a:lnTo>
                  <a:lnTo>
                    <a:pt x="1319476" y="1110948"/>
                  </a:lnTo>
                  <a:lnTo>
                    <a:pt x="1331952" y="1057774"/>
                  </a:lnTo>
                  <a:lnTo>
                    <a:pt x="1382111" y="1057958"/>
                  </a:lnTo>
                  <a:lnTo>
                    <a:pt x="1426049" y="1075300"/>
                  </a:lnTo>
                  <a:lnTo>
                    <a:pt x="1463442" y="989415"/>
                  </a:lnTo>
                  <a:lnTo>
                    <a:pt x="1465105" y="951060"/>
                  </a:lnTo>
                  <a:lnTo>
                    <a:pt x="1402977" y="1006803"/>
                  </a:lnTo>
                  <a:lnTo>
                    <a:pt x="1389018" y="886554"/>
                  </a:lnTo>
                  <a:lnTo>
                    <a:pt x="1450170" y="770572"/>
                  </a:lnTo>
                  <a:lnTo>
                    <a:pt x="1508502" y="720013"/>
                  </a:lnTo>
                  <a:lnTo>
                    <a:pt x="1581371" y="721481"/>
                  </a:lnTo>
                  <a:lnTo>
                    <a:pt x="1655433" y="713315"/>
                  </a:lnTo>
                  <a:lnTo>
                    <a:pt x="1608963" y="692073"/>
                  </a:lnTo>
                  <a:lnTo>
                    <a:pt x="1561264" y="680557"/>
                  </a:lnTo>
                  <a:lnTo>
                    <a:pt x="1597102" y="634724"/>
                  </a:lnTo>
                  <a:lnTo>
                    <a:pt x="1627660" y="626511"/>
                  </a:lnTo>
                  <a:lnTo>
                    <a:pt x="1657675" y="586551"/>
                  </a:lnTo>
                  <a:lnTo>
                    <a:pt x="1585493" y="592469"/>
                  </a:lnTo>
                  <a:lnTo>
                    <a:pt x="1593992" y="516861"/>
                  </a:lnTo>
                  <a:lnTo>
                    <a:pt x="1558913" y="532230"/>
                  </a:lnTo>
                  <a:lnTo>
                    <a:pt x="1516928" y="539341"/>
                  </a:lnTo>
                  <a:lnTo>
                    <a:pt x="1500582" y="571411"/>
                  </a:lnTo>
                  <a:lnTo>
                    <a:pt x="1503800" y="624676"/>
                  </a:lnTo>
                  <a:lnTo>
                    <a:pt x="1491541" y="659636"/>
                  </a:lnTo>
                  <a:lnTo>
                    <a:pt x="1458885" y="687714"/>
                  </a:lnTo>
                  <a:lnTo>
                    <a:pt x="1403736" y="709598"/>
                  </a:lnTo>
                  <a:lnTo>
                    <a:pt x="1398384" y="671656"/>
                  </a:lnTo>
                  <a:lnTo>
                    <a:pt x="1380158" y="654452"/>
                  </a:lnTo>
                  <a:lnTo>
                    <a:pt x="1373359" y="735703"/>
                  </a:lnTo>
                  <a:lnTo>
                    <a:pt x="1358894" y="763323"/>
                  </a:lnTo>
                  <a:lnTo>
                    <a:pt x="1318572" y="687072"/>
                  </a:lnTo>
                  <a:lnTo>
                    <a:pt x="1306457" y="702441"/>
                  </a:lnTo>
                  <a:lnTo>
                    <a:pt x="1308012" y="724096"/>
                  </a:lnTo>
                  <a:lnTo>
                    <a:pt x="1297705" y="761533"/>
                  </a:lnTo>
                  <a:lnTo>
                    <a:pt x="1263133" y="781032"/>
                  </a:lnTo>
                  <a:lnTo>
                    <a:pt x="1265267" y="829021"/>
                  </a:lnTo>
                  <a:lnTo>
                    <a:pt x="1251850" y="855172"/>
                  </a:lnTo>
                  <a:lnTo>
                    <a:pt x="1141118" y="813514"/>
                  </a:lnTo>
                  <a:lnTo>
                    <a:pt x="1138514" y="827645"/>
                  </a:lnTo>
                  <a:lnTo>
                    <a:pt x="1201149" y="917476"/>
                  </a:lnTo>
                  <a:lnTo>
                    <a:pt x="1246896" y="948169"/>
                  </a:lnTo>
                  <a:lnTo>
                    <a:pt x="1252465" y="997168"/>
                  </a:lnTo>
                  <a:lnTo>
                    <a:pt x="1213192" y="1037817"/>
                  </a:lnTo>
                  <a:lnTo>
                    <a:pt x="1159019" y="1002719"/>
                  </a:lnTo>
                  <a:lnTo>
                    <a:pt x="1149906" y="1005289"/>
                  </a:lnTo>
                  <a:lnTo>
                    <a:pt x="1179343" y="1065482"/>
                  </a:lnTo>
                  <a:lnTo>
                    <a:pt x="1197895" y="1118059"/>
                  </a:lnTo>
                  <a:lnTo>
                    <a:pt x="1178800" y="1162103"/>
                  </a:lnTo>
                  <a:lnTo>
                    <a:pt x="1181766" y="1216332"/>
                  </a:lnTo>
                  <a:lnTo>
                    <a:pt x="1177643" y="1265515"/>
                  </a:lnTo>
                  <a:lnTo>
                    <a:pt x="1165962" y="1308411"/>
                  </a:lnTo>
                  <a:lnTo>
                    <a:pt x="1192289" y="1506150"/>
                  </a:lnTo>
                  <a:lnTo>
                    <a:pt x="1224004" y="1559920"/>
                  </a:lnTo>
                  <a:lnTo>
                    <a:pt x="1255177" y="1611351"/>
                  </a:lnTo>
                  <a:lnTo>
                    <a:pt x="1271704" y="1659478"/>
                  </a:lnTo>
                  <a:lnTo>
                    <a:pt x="1238614" y="1666497"/>
                  </a:lnTo>
                  <a:lnTo>
                    <a:pt x="1185924" y="1626904"/>
                  </a:lnTo>
                  <a:lnTo>
                    <a:pt x="1139635" y="1596715"/>
                  </a:lnTo>
                  <a:lnTo>
                    <a:pt x="1084486" y="1500186"/>
                  </a:lnTo>
                  <a:lnTo>
                    <a:pt x="1075373" y="1461647"/>
                  </a:lnTo>
                  <a:lnTo>
                    <a:pt x="1061920" y="1431184"/>
                  </a:lnTo>
                  <a:lnTo>
                    <a:pt x="1068430" y="1501149"/>
                  </a:lnTo>
                  <a:lnTo>
                    <a:pt x="1088103" y="1579281"/>
                  </a:lnTo>
                  <a:lnTo>
                    <a:pt x="1260819" y="1754126"/>
                  </a:lnTo>
                  <a:lnTo>
                    <a:pt x="1292715" y="1821201"/>
                  </a:lnTo>
                  <a:lnTo>
                    <a:pt x="1317017" y="1873916"/>
                  </a:lnTo>
                  <a:lnTo>
                    <a:pt x="1310905" y="1924429"/>
                  </a:lnTo>
                  <a:lnTo>
                    <a:pt x="1265882" y="1888689"/>
                  </a:lnTo>
                  <a:lnTo>
                    <a:pt x="1227042" y="1843132"/>
                  </a:lnTo>
                  <a:lnTo>
                    <a:pt x="1123941" y="1791655"/>
                  </a:lnTo>
                  <a:lnTo>
                    <a:pt x="993933" y="1759127"/>
                  </a:lnTo>
                  <a:lnTo>
                    <a:pt x="920630" y="1639475"/>
                  </a:lnTo>
                  <a:lnTo>
                    <a:pt x="920883" y="1689391"/>
                  </a:lnTo>
                  <a:lnTo>
                    <a:pt x="904610" y="1731737"/>
                  </a:lnTo>
                  <a:lnTo>
                    <a:pt x="859803" y="1680123"/>
                  </a:lnTo>
                  <a:lnTo>
                    <a:pt x="831560" y="1636079"/>
                  </a:lnTo>
                  <a:lnTo>
                    <a:pt x="822085" y="1587815"/>
                  </a:lnTo>
                  <a:lnTo>
                    <a:pt x="766140" y="1591118"/>
                  </a:lnTo>
                  <a:lnTo>
                    <a:pt x="707483" y="1633051"/>
                  </a:lnTo>
                  <a:lnTo>
                    <a:pt x="650743" y="1623096"/>
                  </a:lnTo>
                  <a:lnTo>
                    <a:pt x="644017" y="1541248"/>
                  </a:lnTo>
                  <a:lnTo>
                    <a:pt x="659350" y="1497892"/>
                  </a:lnTo>
                  <a:lnTo>
                    <a:pt x="723034" y="1395352"/>
                  </a:lnTo>
                  <a:lnTo>
                    <a:pt x="783029" y="1343004"/>
                  </a:lnTo>
                  <a:lnTo>
                    <a:pt x="809500" y="1275424"/>
                  </a:lnTo>
                  <a:lnTo>
                    <a:pt x="800459" y="1170637"/>
                  </a:lnTo>
                  <a:lnTo>
                    <a:pt x="789176" y="1277260"/>
                  </a:lnTo>
                  <a:lnTo>
                    <a:pt x="754894" y="1330112"/>
                  </a:lnTo>
                  <a:lnTo>
                    <a:pt x="701010" y="1370486"/>
                  </a:lnTo>
                  <a:lnTo>
                    <a:pt x="630094" y="1442424"/>
                  </a:lnTo>
                  <a:lnTo>
                    <a:pt x="612772" y="1508949"/>
                  </a:lnTo>
                  <a:lnTo>
                    <a:pt x="590640" y="1633510"/>
                  </a:lnTo>
                  <a:lnTo>
                    <a:pt x="620583" y="1675673"/>
                  </a:lnTo>
                  <a:lnTo>
                    <a:pt x="651177" y="1686684"/>
                  </a:lnTo>
                  <a:lnTo>
                    <a:pt x="741549" y="1658423"/>
                  </a:lnTo>
                  <a:lnTo>
                    <a:pt x="788309" y="1671039"/>
                  </a:lnTo>
                  <a:lnTo>
                    <a:pt x="892314" y="1821018"/>
                  </a:lnTo>
                  <a:lnTo>
                    <a:pt x="1085969" y="1880339"/>
                  </a:lnTo>
                  <a:lnTo>
                    <a:pt x="1156596" y="1917410"/>
                  </a:lnTo>
                  <a:lnTo>
                    <a:pt x="1214168" y="1995679"/>
                  </a:lnTo>
                  <a:lnTo>
                    <a:pt x="1300707" y="2040733"/>
                  </a:lnTo>
                  <a:lnTo>
                    <a:pt x="1367862" y="2106202"/>
                  </a:lnTo>
                  <a:lnTo>
                    <a:pt x="1369670" y="2148915"/>
                  </a:lnTo>
                  <a:lnTo>
                    <a:pt x="1346417" y="2199428"/>
                  </a:lnTo>
                  <a:lnTo>
                    <a:pt x="1337232" y="2267788"/>
                  </a:lnTo>
                  <a:lnTo>
                    <a:pt x="1308699" y="2310914"/>
                  </a:lnTo>
                  <a:lnTo>
                    <a:pt x="1240206" y="2315869"/>
                  </a:lnTo>
                  <a:lnTo>
                    <a:pt x="1198835" y="2304766"/>
                  </a:lnTo>
                  <a:lnTo>
                    <a:pt x="976430" y="2064452"/>
                  </a:lnTo>
                  <a:lnTo>
                    <a:pt x="949886" y="2042338"/>
                  </a:lnTo>
                  <a:lnTo>
                    <a:pt x="867398" y="1916492"/>
                  </a:lnTo>
                  <a:lnTo>
                    <a:pt x="770625" y="1849096"/>
                  </a:lnTo>
                  <a:lnTo>
                    <a:pt x="740681" y="1850518"/>
                  </a:lnTo>
                  <a:lnTo>
                    <a:pt x="878428" y="1975171"/>
                  </a:lnTo>
                  <a:lnTo>
                    <a:pt x="934662" y="2062342"/>
                  </a:lnTo>
                  <a:lnTo>
                    <a:pt x="1033713" y="2184563"/>
                  </a:lnTo>
                  <a:lnTo>
                    <a:pt x="1104521" y="2236315"/>
                  </a:lnTo>
                  <a:lnTo>
                    <a:pt x="1156632" y="2317062"/>
                  </a:lnTo>
                  <a:lnTo>
                    <a:pt x="1205055" y="2354912"/>
                  </a:lnTo>
                  <a:lnTo>
                    <a:pt x="1337268" y="2408820"/>
                  </a:lnTo>
                  <a:lnTo>
                    <a:pt x="1291304" y="2447542"/>
                  </a:lnTo>
                  <a:lnTo>
                    <a:pt x="1364680" y="2480529"/>
                  </a:lnTo>
                  <a:lnTo>
                    <a:pt x="1375167" y="2541181"/>
                  </a:lnTo>
                  <a:lnTo>
                    <a:pt x="1368441" y="2610321"/>
                  </a:lnTo>
                  <a:lnTo>
                    <a:pt x="1266605" y="2582977"/>
                  </a:lnTo>
                  <a:lnTo>
                    <a:pt x="1263278" y="2633903"/>
                  </a:lnTo>
                  <a:lnTo>
                    <a:pt x="1272391" y="2663953"/>
                  </a:lnTo>
                  <a:lnTo>
                    <a:pt x="1227404" y="2688774"/>
                  </a:lnTo>
                  <a:lnTo>
                    <a:pt x="1164841" y="2655099"/>
                  </a:lnTo>
                  <a:lnTo>
                    <a:pt x="1002396" y="2470894"/>
                  </a:lnTo>
                  <a:lnTo>
                    <a:pt x="1003770" y="2495531"/>
                  </a:lnTo>
                  <a:lnTo>
                    <a:pt x="1016933" y="2524114"/>
                  </a:lnTo>
                  <a:lnTo>
                    <a:pt x="1111139" y="2642711"/>
                  </a:lnTo>
                  <a:lnTo>
                    <a:pt x="1195218" y="2713824"/>
                  </a:lnTo>
                  <a:lnTo>
                    <a:pt x="1266496" y="2745939"/>
                  </a:lnTo>
                  <a:lnTo>
                    <a:pt x="1321429" y="2805536"/>
                  </a:lnTo>
                  <a:lnTo>
                    <a:pt x="1340812" y="2841597"/>
                  </a:lnTo>
                  <a:lnTo>
                    <a:pt x="1353759" y="2896285"/>
                  </a:lnTo>
                  <a:lnTo>
                    <a:pt x="1313039" y="2933447"/>
                  </a:lnTo>
                  <a:lnTo>
                    <a:pt x="1266677" y="2953955"/>
                  </a:lnTo>
                  <a:lnTo>
                    <a:pt x="1221401" y="2916884"/>
                  </a:lnTo>
                  <a:lnTo>
                    <a:pt x="1188203" y="2877841"/>
                  </a:lnTo>
                  <a:lnTo>
                    <a:pt x="1117503" y="2811546"/>
                  </a:lnTo>
                  <a:lnTo>
                    <a:pt x="1096312" y="2737452"/>
                  </a:lnTo>
                  <a:lnTo>
                    <a:pt x="1042537" y="2741259"/>
                  </a:lnTo>
                  <a:lnTo>
                    <a:pt x="817782" y="2647299"/>
                  </a:lnTo>
                  <a:lnTo>
                    <a:pt x="637146" y="2636472"/>
                  </a:lnTo>
                  <a:lnTo>
                    <a:pt x="654793" y="2655374"/>
                  </a:lnTo>
                  <a:lnTo>
                    <a:pt x="677649" y="2667945"/>
                  </a:lnTo>
                  <a:lnTo>
                    <a:pt x="821506" y="2691114"/>
                  </a:lnTo>
                  <a:lnTo>
                    <a:pt x="878355" y="2734378"/>
                  </a:lnTo>
                  <a:lnTo>
                    <a:pt x="996682" y="2772778"/>
                  </a:lnTo>
                  <a:lnTo>
                    <a:pt x="1065971" y="2783285"/>
                  </a:lnTo>
                  <a:lnTo>
                    <a:pt x="1094070" y="2901240"/>
                  </a:lnTo>
                  <a:lnTo>
                    <a:pt x="1189830" y="2982400"/>
                  </a:lnTo>
                  <a:lnTo>
                    <a:pt x="1202270" y="3042547"/>
                  </a:lnTo>
                  <a:lnTo>
                    <a:pt x="1267654" y="3049291"/>
                  </a:lnTo>
                  <a:lnTo>
                    <a:pt x="1382689" y="2990291"/>
                  </a:lnTo>
                  <a:lnTo>
                    <a:pt x="1456933" y="3010982"/>
                  </a:lnTo>
                  <a:lnTo>
                    <a:pt x="1564012" y="3027866"/>
                  </a:lnTo>
                  <a:lnTo>
                    <a:pt x="1588495" y="3075488"/>
                  </a:lnTo>
                  <a:lnTo>
                    <a:pt x="1606866" y="3166099"/>
                  </a:lnTo>
                  <a:lnTo>
                    <a:pt x="1644729" y="3268043"/>
                  </a:lnTo>
                  <a:lnTo>
                    <a:pt x="1742912" y="3669989"/>
                  </a:lnTo>
                  <a:lnTo>
                    <a:pt x="1890423" y="3998758"/>
                  </a:lnTo>
                  <a:lnTo>
                    <a:pt x="1907225" y="4051159"/>
                  </a:lnTo>
                  <a:lnTo>
                    <a:pt x="0" y="146936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2301906" y="3864723"/>
              <a:ext cx="1905669" cy="1856224"/>
            </a:xfrm>
            <a:custGeom>
              <a:avLst/>
              <a:pathLst>
                <a:path w="1905669" h="1856224">
                  <a:moveTo>
                    <a:pt x="1905669" y="1856224"/>
                  </a:moveTo>
                  <a:lnTo>
                    <a:pt x="1874294" y="1810751"/>
                  </a:lnTo>
                  <a:lnTo>
                    <a:pt x="1764863" y="1593009"/>
                  </a:lnTo>
                  <a:lnTo>
                    <a:pt x="1704471" y="1435782"/>
                  </a:lnTo>
                  <a:lnTo>
                    <a:pt x="1642414" y="1158168"/>
                  </a:lnTo>
                  <a:lnTo>
                    <a:pt x="1624405" y="1096002"/>
                  </a:lnTo>
                  <a:lnTo>
                    <a:pt x="1603213" y="1071181"/>
                  </a:lnTo>
                  <a:lnTo>
                    <a:pt x="1589254" y="1091368"/>
                  </a:lnTo>
                  <a:lnTo>
                    <a:pt x="1583251" y="1126741"/>
                  </a:lnTo>
                  <a:lnTo>
                    <a:pt x="1593377" y="1153901"/>
                  </a:lnTo>
                  <a:lnTo>
                    <a:pt x="1568930" y="1245292"/>
                  </a:lnTo>
                  <a:lnTo>
                    <a:pt x="1579526" y="1287225"/>
                  </a:lnTo>
                  <a:lnTo>
                    <a:pt x="1619234" y="1330581"/>
                  </a:lnTo>
                  <a:lnTo>
                    <a:pt x="1662377" y="1438764"/>
                  </a:lnTo>
                  <a:lnTo>
                    <a:pt x="1696840" y="1584430"/>
                  </a:lnTo>
                  <a:lnTo>
                    <a:pt x="1650226" y="1525383"/>
                  </a:lnTo>
                  <a:lnTo>
                    <a:pt x="1600465" y="1494094"/>
                  </a:lnTo>
                  <a:lnTo>
                    <a:pt x="1523039" y="1470099"/>
                  </a:lnTo>
                  <a:lnTo>
                    <a:pt x="1454076" y="1428028"/>
                  </a:lnTo>
                  <a:lnTo>
                    <a:pt x="1459102" y="1488359"/>
                  </a:lnTo>
                  <a:lnTo>
                    <a:pt x="1452484" y="1553507"/>
                  </a:lnTo>
                  <a:lnTo>
                    <a:pt x="1399324" y="1533642"/>
                  </a:lnTo>
                  <a:lnTo>
                    <a:pt x="1363161" y="1512033"/>
                  </a:lnTo>
                  <a:lnTo>
                    <a:pt x="1395166" y="1581448"/>
                  </a:lnTo>
                  <a:lnTo>
                    <a:pt x="1325696" y="1560619"/>
                  </a:lnTo>
                  <a:lnTo>
                    <a:pt x="1279407" y="1564977"/>
                  </a:lnTo>
                  <a:lnTo>
                    <a:pt x="1249319" y="1626593"/>
                  </a:lnTo>
                  <a:lnTo>
                    <a:pt x="1208961" y="1663984"/>
                  </a:lnTo>
                  <a:lnTo>
                    <a:pt x="1149291" y="1676050"/>
                  </a:lnTo>
                  <a:lnTo>
                    <a:pt x="1060763" y="1619711"/>
                  </a:lnTo>
                  <a:lnTo>
                    <a:pt x="1032086" y="1551305"/>
                  </a:lnTo>
                  <a:lnTo>
                    <a:pt x="1020224" y="1475146"/>
                  </a:lnTo>
                  <a:lnTo>
                    <a:pt x="1015487" y="1565206"/>
                  </a:lnTo>
                  <a:lnTo>
                    <a:pt x="1031254" y="1658983"/>
                  </a:lnTo>
                  <a:lnTo>
                    <a:pt x="1025721" y="1730279"/>
                  </a:lnTo>
                  <a:lnTo>
                    <a:pt x="1110958" y="1743401"/>
                  </a:lnTo>
                  <a:lnTo>
                    <a:pt x="1190662" y="1731747"/>
                  </a:lnTo>
                  <a:lnTo>
                    <a:pt x="1298212" y="1734729"/>
                  </a:lnTo>
                  <a:lnTo>
                    <a:pt x="1368369" y="1721379"/>
                  </a:lnTo>
                  <a:lnTo>
                    <a:pt x="1410607" y="1698714"/>
                  </a:lnTo>
                  <a:lnTo>
                    <a:pt x="1511901" y="1718351"/>
                  </a:lnTo>
                  <a:lnTo>
                    <a:pt x="1519097" y="1804466"/>
                  </a:lnTo>
                  <a:lnTo>
                    <a:pt x="1512101" y="1856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2301906" y="1669789"/>
              <a:ext cx="2276041" cy="4051159"/>
            </a:xfrm>
            <a:custGeom>
              <a:avLst/>
              <a:pathLst>
                <a:path w="2276041" h="4051159">
                  <a:moveTo>
                    <a:pt x="1572333" y="4051159"/>
                  </a:moveTo>
                  <a:lnTo>
                    <a:pt x="1579201" y="3983159"/>
                  </a:lnTo>
                  <a:lnTo>
                    <a:pt x="1671779" y="3922828"/>
                  </a:lnTo>
                  <a:lnTo>
                    <a:pt x="1702807" y="3926957"/>
                  </a:lnTo>
                  <a:lnTo>
                    <a:pt x="1732280" y="3979443"/>
                  </a:lnTo>
                  <a:lnTo>
                    <a:pt x="1742189" y="4032662"/>
                  </a:lnTo>
                  <a:lnTo>
                    <a:pt x="1744834" y="4051159"/>
                  </a:lnTo>
                  <a:lnTo>
                    <a:pt x="0" y="1520134"/>
                  </a:lnTo>
                  <a:lnTo>
                    <a:pt x="2276041" y="3481572"/>
                  </a:lnTo>
                  <a:lnTo>
                    <a:pt x="2208041" y="3563009"/>
                  </a:lnTo>
                  <a:lnTo>
                    <a:pt x="2147711" y="3563009"/>
                  </a:lnTo>
                  <a:lnTo>
                    <a:pt x="2151840" y="3481572"/>
                  </a:lnTo>
                  <a:lnTo>
                    <a:pt x="2204325" y="3481572"/>
                  </a:lnTo>
                  <a:lnTo>
                    <a:pt x="2256502" y="0"/>
                  </a:lnTo>
                  <a:lnTo>
                    <a:pt x="0" y="816661"/>
                  </a:lnTo>
                  <a:lnTo>
                    <a:pt x="1706455" y="1636492"/>
                  </a:lnTo>
                  <a:lnTo>
                    <a:pt x="1787892" y="1636492"/>
                  </a:lnTo>
                  <a:lnTo>
                    <a:pt x="1787892" y="1739808"/>
                  </a:lnTo>
                  <a:lnTo>
                    <a:pt x="1706455" y="1739808"/>
                  </a:lnTo>
                  <a:lnTo>
                    <a:pt x="1706455" y="1636492"/>
                  </a:lnTo>
                  <a:lnTo>
                    <a:pt x="0" y="816661"/>
                  </a:lnTo>
                  <a:lnTo>
                    <a:pt x="1706455" y="1636492"/>
                  </a:lnTo>
                  <a:lnTo>
                    <a:pt x="1787892" y="1636492"/>
                  </a:lnTo>
                  <a:lnTo>
                    <a:pt x="1787892" y="1739808"/>
                  </a:lnTo>
                  <a:lnTo>
                    <a:pt x="1706455" y="1739808"/>
                  </a:lnTo>
                  <a:lnTo>
                    <a:pt x="1706455" y="1636492"/>
                  </a:lnTo>
                  <a:lnTo>
                    <a:pt x="0" y="816661"/>
                  </a:lnTo>
                  <a:lnTo>
                    <a:pt x="0" y="796793"/>
                  </a:lnTo>
                  <a:lnTo>
                    <a:pt x="1787892" y="1636492"/>
                  </a:lnTo>
                  <a:lnTo>
                    <a:pt x="1869329" y="1636492"/>
                  </a:lnTo>
                  <a:lnTo>
                    <a:pt x="1869329" y="1739808"/>
                  </a:lnTo>
                  <a:lnTo>
                    <a:pt x="1787892" y="1739808"/>
                  </a:lnTo>
                  <a:lnTo>
                    <a:pt x="1787892" y="1636492"/>
                  </a:lnTo>
                  <a:lnTo>
                    <a:pt x="0" y="796793"/>
                  </a:lnTo>
                  <a:lnTo>
                    <a:pt x="1787892" y="1636492"/>
                  </a:lnTo>
                  <a:lnTo>
                    <a:pt x="1869329" y="1636492"/>
                  </a:lnTo>
                  <a:lnTo>
                    <a:pt x="1869329" y="1739808"/>
                  </a:lnTo>
                  <a:lnTo>
                    <a:pt x="1787892" y="1739808"/>
                  </a:lnTo>
                  <a:lnTo>
                    <a:pt x="1787892" y="1636492"/>
                  </a:lnTo>
                  <a:lnTo>
                    <a:pt x="0" y="796793"/>
                  </a:lnTo>
                  <a:lnTo>
                    <a:pt x="0" y="1756894"/>
                  </a:lnTo>
                  <a:lnTo>
                    <a:pt x="1365093" y="3108502"/>
                  </a:lnTo>
                  <a:lnTo>
                    <a:pt x="1365093" y="3120139"/>
                  </a:lnTo>
                  <a:lnTo>
                    <a:pt x="1379393" y="3120139"/>
                  </a:lnTo>
                  <a:lnTo>
                    <a:pt x="1379393" y="3108502"/>
                  </a:lnTo>
                  <a:lnTo>
                    <a:pt x="1365093" y="3108502"/>
                  </a:lnTo>
                  <a:lnTo>
                    <a:pt x="0" y="2038933"/>
                  </a:lnTo>
                  <a:lnTo>
                    <a:pt x="1333385" y="3563009"/>
                  </a:lnTo>
                  <a:lnTo>
                    <a:pt x="1345022" y="3644446"/>
                  </a:lnTo>
                  <a:lnTo>
                    <a:pt x="1333385" y="3563009"/>
                  </a:lnTo>
                  <a:lnTo>
                    <a:pt x="0" y="796793"/>
                  </a:lnTo>
                  <a:lnTo>
                    <a:pt x="1787892" y="1636492"/>
                  </a:lnTo>
                  <a:lnTo>
                    <a:pt x="1869329" y="1636492"/>
                  </a:lnTo>
                  <a:lnTo>
                    <a:pt x="1869329" y="1739808"/>
                  </a:lnTo>
                  <a:lnTo>
                    <a:pt x="1787892" y="1739808"/>
                  </a:lnTo>
                  <a:lnTo>
                    <a:pt x="1787892" y="1636492"/>
                  </a:lnTo>
                  <a:lnTo>
                    <a:pt x="0" y="796793"/>
                  </a:lnTo>
                  <a:lnTo>
                    <a:pt x="0" y="1756894"/>
                  </a:lnTo>
                  <a:lnTo>
                    <a:pt x="1365093" y="3108502"/>
                  </a:lnTo>
                  <a:lnTo>
                    <a:pt x="1365093" y="3120139"/>
                  </a:lnTo>
                  <a:lnTo>
                    <a:pt x="1379393" y="3120139"/>
                  </a:lnTo>
                  <a:lnTo>
                    <a:pt x="1379393" y="3108502"/>
                  </a:lnTo>
                  <a:lnTo>
                    <a:pt x="1365093" y="3108502"/>
                  </a:lnTo>
                  <a:lnTo>
                    <a:pt x="0" y="2038933"/>
                  </a:lnTo>
                  <a:lnTo>
                    <a:pt x="1333385" y="3563009"/>
                  </a:lnTo>
                  <a:lnTo>
                    <a:pt x="1345022" y="3644446"/>
                  </a:lnTo>
                  <a:lnTo>
                    <a:pt x="1333385" y="3563009"/>
                  </a:lnTo>
                  <a:lnTo>
                    <a:pt x="0" y="796793"/>
                  </a:lnTo>
                  <a:lnTo>
                    <a:pt x="1787892" y="1636492"/>
                  </a:lnTo>
                  <a:lnTo>
                    <a:pt x="1869329" y="1636492"/>
                  </a:lnTo>
                  <a:lnTo>
                    <a:pt x="1869329" y="1739808"/>
                  </a:lnTo>
                  <a:lnTo>
                    <a:pt x="1787892" y="1739808"/>
                  </a:lnTo>
                  <a:lnTo>
                    <a:pt x="1787892" y="1636492"/>
                  </a:lnTo>
                  <a:lnTo>
                    <a:pt x="0" y="796793"/>
                  </a:lnTo>
                  <a:lnTo>
                    <a:pt x="0" y="759614"/>
                  </a:lnTo>
                  <a:lnTo>
                    <a:pt x="1950766" y="1636492"/>
                  </a:lnTo>
                  <a:lnTo>
                    <a:pt x="2032203" y="1636492"/>
                  </a:lnTo>
                  <a:lnTo>
                    <a:pt x="2032203" y="1739808"/>
                  </a:lnTo>
                  <a:lnTo>
                    <a:pt x="1950766" y="1739808"/>
                  </a:lnTo>
                  <a:lnTo>
                    <a:pt x="1950766" y="1636492"/>
                  </a:lnTo>
                  <a:lnTo>
                    <a:pt x="0" y="759614"/>
                  </a:lnTo>
                  <a:lnTo>
                    <a:pt x="1950766" y="1636492"/>
                  </a:lnTo>
                  <a:lnTo>
                    <a:pt x="2032203" y="1636492"/>
                  </a:lnTo>
                  <a:lnTo>
                    <a:pt x="2032203" y="1739808"/>
                  </a:lnTo>
                  <a:lnTo>
                    <a:pt x="1950766" y="1739808"/>
                  </a:lnTo>
                  <a:lnTo>
                    <a:pt x="1950766" y="1636492"/>
                  </a:lnTo>
                  <a:lnTo>
                    <a:pt x="0" y="759614"/>
                  </a:lnTo>
                  <a:lnTo>
                    <a:pt x="0" y="931442"/>
                  </a:lnTo>
                  <a:lnTo>
                    <a:pt x="1299268" y="16364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074943" y="5605784"/>
              <a:ext cx="60356" cy="103870"/>
            </a:xfrm>
            <a:custGeom>
              <a:avLst/>
              <a:pathLst>
                <a:path w="60356" h="103870">
                  <a:moveTo>
                    <a:pt x="49182" y="103870"/>
                  </a:moveTo>
                  <a:lnTo>
                    <a:pt x="0" y="0"/>
                  </a:lnTo>
                  <a:lnTo>
                    <a:pt x="50592" y="33583"/>
                  </a:lnTo>
                  <a:lnTo>
                    <a:pt x="59633" y="61523"/>
                  </a:lnTo>
                  <a:lnTo>
                    <a:pt x="60356" y="8478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9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5FCC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8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50B6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376420" y="4483362"/>
              <a:ext cx="144506" cy="144506"/>
            </a:xfrm>
            <a:prstGeom prst="ellipse">
              <a:avLst/>
            </a:prstGeom>
            <a:solidFill>
              <a:srgbClr val="55BE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424036" y="3595130"/>
              <a:ext cx="198708" cy="198708"/>
            </a:xfrm>
            <a:prstGeom prst="ellipse">
              <a:avLst/>
            </a:prstGeom>
            <a:solidFill>
              <a:srgbClr val="44A7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96284" y="4283878"/>
              <a:ext cx="198708" cy="198708"/>
            </a:xfrm>
            <a:prstGeom prst="ellipse">
              <a:avLst/>
            </a:prstGeom>
            <a:solidFill>
              <a:srgbClr val="D2F1D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49319" y="4456260"/>
              <a:ext cx="198708" cy="198708"/>
            </a:xfrm>
            <a:prstGeom prst="ellipse">
              <a:avLst/>
            </a:prstGeom>
            <a:solidFill>
              <a:srgbClr val="55BE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3536967" y="3324742"/>
              <a:ext cx="1087495" cy="365183"/>
            </a:xfrm>
            <a:custGeom>
              <a:avLst/>
              <a:pathLst>
                <a:path w="1087495" h="365183">
                  <a:moveTo>
                    <a:pt x="1087495" y="0"/>
                  </a:moveTo>
                  <a:lnTo>
                    <a:pt x="0" y="36518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3508992" y="3885456"/>
              <a:ext cx="1276701" cy="492624"/>
            </a:xfrm>
            <a:custGeom>
              <a:avLst/>
              <a:pathLst>
                <a:path w="1276701" h="492624">
                  <a:moveTo>
                    <a:pt x="1276701" y="0"/>
                  </a:moveTo>
                  <a:lnTo>
                    <a:pt x="0" y="49262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3462633" y="4299210"/>
              <a:ext cx="1077750" cy="253125"/>
            </a:xfrm>
            <a:custGeom>
              <a:avLst/>
              <a:pathLst>
                <a:path w="1077750" h="253125">
                  <a:moveTo>
                    <a:pt x="1077750" y="0"/>
                  </a:moveTo>
                  <a:lnTo>
                    <a:pt x="0" y="25312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4624463" y="3156334"/>
              <a:ext cx="1500987" cy="324611"/>
            </a:xfrm>
            <a:custGeom>
              <a:avLst/>
              <a:pathLst>
                <a:path w="1500987" h="324611">
                  <a:moveTo>
                    <a:pt x="27432" y="324611"/>
                  </a:moveTo>
                  <a:lnTo>
                    <a:pt x="1473555" y="324611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79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tx735"/>
            <p:cNvSpPr/>
            <p:nvPr/>
          </p:nvSpPr>
          <p:spPr>
            <a:xfrm>
              <a:off x="4670183" y="3202054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736" name="pg736"/>
            <p:cNvSpPr/>
            <p:nvPr/>
          </p:nvSpPr>
          <p:spPr>
            <a:xfrm>
              <a:off x="4785693" y="3716980"/>
              <a:ext cx="1554937" cy="324612"/>
            </a:xfrm>
            <a:custGeom>
              <a:avLst/>
              <a:pathLst>
                <a:path w="1554937" h="324612">
                  <a:moveTo>
                    <a:pt x="27431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80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tx737"/>
            <p:cNvSpPr/>
            <p:nvPr/>
          </p:nvSpPr>
          <p:spPr>
            <a:xfrm>
              <a:off x="4831413" y="3762700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738" name="pg738"/>
            <p:cNvSpPr/>
            <p:nvPr/>
          </p:nvSpPr>
          <p:spPr>
            <a:xfrm>
              <a:off x="4540383" y="4132933"/>
              <a:ext cx="1193383" cy="324612"/>
            </a:xfrm>
            <a:custGeom>
              <a:avLst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tx739"/>
            <p:cNvSpPr/>
            <p:nvPr/>
          </p:nvSpPr>
          <p:spPr>
            <a:xfrm>
              <a:off x="4586103" y="4178653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740" name="rc740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tx741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5" name="tx755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6" name="pl756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tx767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5" name="tx785"/>
            <p:cNvSpPr/>
            <p:nvPr/>
          </p:nvSpPr>
          <p:spPr>
            <a:xfrm>
              <a:off x="4283566" y="5925448"/>
              <a:ext cx="18644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</a:t>
              </a:r>
            </a:p>
          </p:txBody>
        </p:sp>
        <p:sp>
          <p:nvSpPr>
            <p:cNvPr id="786" name="tx786"/>
            <p:cNvSpPr/>
            <p:nvPr/>
          </p:nvSpPr>
          <p:spPr>
            <a:xfrm rot="-5400000">
              <a:off x="1799997" y="3645259"/>
              <a:ext cx="14749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</a:t>
              </a:r>
            </a:p>
          </p:txBody>
        </p:sp>
        <p:sp>
          <p:nvSpPr>
            <p:cNvPr id="787" name="rc787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" name="tx788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89" name="pic78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90" name="pl790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836004" y="412381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836004" y="390508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836004" y="368636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6836004" y="3467638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6660439" y="412381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6660439" y="390508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6660439" y="368636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6660439" y="3467638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tx802"/>
            <p:cNvSpPr/>
            <p:nvPr/>
          </p:nvSpPr>
          <p:spPr>
            <a:xfrm>
              <a:off x="6949485" y="4302486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6949485" y="408376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6949485" y="3865037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6949485" y="364631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6949485" y="3427588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6949485" y="320886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487040" y="1600200"/>
              <a:ext cx="616991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4439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7312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0229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3147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606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8982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899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4817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34901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034901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034901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34901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34901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504809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516446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52808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55135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56299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57463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10995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121587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1332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48153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49317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50480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51644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52808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53972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55135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56299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57463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09831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10995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12158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1332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14486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46989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48153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49317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50480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51644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52808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53972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55135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56299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57463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58627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0983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10995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12158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1332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14486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4117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42334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3498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44662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45825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46989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48153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49317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50480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51644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52808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53972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55135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56299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57463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10995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12158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1332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767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8843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4000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4117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42334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43498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44662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45825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46989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48153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49317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50480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51644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52808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53972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55135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56299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12158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3651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3767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38843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40007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41171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42334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43498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44662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45825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6989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48153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49317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50480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51644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52808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3418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35352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36516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37679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38843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40007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41171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42334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43498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44662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45825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46989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481534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49317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30697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31861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33024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34188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35352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36516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37679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38843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40007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41171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42334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43498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446622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45825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28369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29533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30697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31861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33024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34188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35352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36516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37679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38843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40007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411710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27206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28369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29533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30697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31861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33024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34188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35352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36516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376798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38843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26042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27206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28369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29533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30697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31861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33024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34188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353523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36516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24878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26042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27206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28369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29533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30697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31861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33024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341886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21387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22551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23715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24878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26042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27206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28369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29533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306974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31861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20223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21387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22551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23715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24878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26042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2720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283699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29533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1448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14405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15568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16732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17896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19060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20223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21387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22551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2371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2487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26042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2720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2836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1099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1215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13322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1448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1564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1324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1440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15568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1673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1789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19060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20223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2138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22551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2371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2487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26042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2720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0168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02848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0401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0517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0866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09831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1099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1215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13322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1448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15649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16813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1324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1440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15568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1673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1789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19060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2022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2138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22551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2371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2487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26042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0052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0168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02848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0401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0517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06340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750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866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9831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1099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1215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13322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14486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15649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1324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1440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15568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1673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1789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19060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2022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2138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22551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2371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2487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26042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591211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59237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59353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594702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598193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59935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052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168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848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401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517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340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750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866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9831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1099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1215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13322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14486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15649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1207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1324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1440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15568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1673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1789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19060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2022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2138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22551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2371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2487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9004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91211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9237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9353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94702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9586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9703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98193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9935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0052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0168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02848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0401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0517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06340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0750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0866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09831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1099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1215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13322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14486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15649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0975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091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207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24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440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5568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673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789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9060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2022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2138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9004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91211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9237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9353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94702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59586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59703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59819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59935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0052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0168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02848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0401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0517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06340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0750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0866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09831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10995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12158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13322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14486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15649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0975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1091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1207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1324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1440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15568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1673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1789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19060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59004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591211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59237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59353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594702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59586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59703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59819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59935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0052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0168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02848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0401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0517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06340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07503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08667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09831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10995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12158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13322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14486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15649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16813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0975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1091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1207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1324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14405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15568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588884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590047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591211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59237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59353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594702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59586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59703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59819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59935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0052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06340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07503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08667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09831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10995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12158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13322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14486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15649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0975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10913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1207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13241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584229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58539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586556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587720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58888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59004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591211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59237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59353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594702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04012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05176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06340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07503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08667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09831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10995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12158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13322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14486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7259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73755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7491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7608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77246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7841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7957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80737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81901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83065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584229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585392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58655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587720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58888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59004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591211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59237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59353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594702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01685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02848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04012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05176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06340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07503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08667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09831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10995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12158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7142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7259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73755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7491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7608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77246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7841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79574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80737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81901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83065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584229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58539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58655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587720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58888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59004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591211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59237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59353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00521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01685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02848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04012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05176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06340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07503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08667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09831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10995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70264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7142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7259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73755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7491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7608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77246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78410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79574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80737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81901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83065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584229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58539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58655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587720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58888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59004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591211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59237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00521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01685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02848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04012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05176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06340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07503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08667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70264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7142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7259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73755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74919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76083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77246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78410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79574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80737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81901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83065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584229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58539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58655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587720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00521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01685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02848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04012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05176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06340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6910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70264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71428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72591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73755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74919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76083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77246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78410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79574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80737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81901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83065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584229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599357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00521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01685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02848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04012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05176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63281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64445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6560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66773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6793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69100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70264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71428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72591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73755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74919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76083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77246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78410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80737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81901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83065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599357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00521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01685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02848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04012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59790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6095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6211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63281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64445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65609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66773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67936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69100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70264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71428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72591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73755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76083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77246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599357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00521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01685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02848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04012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58627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59790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60954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62118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63281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64445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65609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66773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67936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69100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70264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71428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72591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59935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0052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01685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02848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04012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05176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06340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10995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12158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13322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14486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15649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57463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58627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59790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60954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62118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63281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64445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65609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66773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67936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69100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70264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71428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0052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01685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02848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04012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05176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06340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07503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09831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10995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12158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13322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14486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15649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16813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56299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57463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58627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59790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60954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62118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63281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64445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65609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66773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67936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0052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01685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02848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04012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05176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06340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07503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08667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09831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10995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12158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13322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14486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15649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16813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55135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56299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57463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58627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59790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60954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62118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63281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64445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01685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02848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04012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05176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06340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07503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08667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09831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10995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12158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13322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14486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15649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53972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55135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56299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57463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58627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59790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60954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02848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04012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05176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06340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07503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08667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09831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10995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12158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13322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14486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39721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5135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6299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7463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8627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9790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05176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06340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07503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08667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09831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10995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12158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2808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39721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55135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56299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57463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58627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07503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08667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098312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1644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2808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3972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5135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62995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7463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1644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2808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3972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5135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62995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04809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1644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2808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3972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5135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62995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04809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51644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52808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53972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55135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562995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504809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51644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52808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53972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55135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562995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504809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51644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52808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53972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55135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562995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57463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49317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504809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51644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52808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53972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55135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562995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48153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49317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0480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1644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2808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972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55135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8153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49317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50480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51644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52808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53972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55135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57463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58627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597907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60954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48153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49317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50480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51644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52808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53972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55135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56299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57463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58627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59790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60954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62118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50480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51644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52808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53972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55135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56299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57463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58627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59790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60954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62118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63281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45825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4698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4815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49317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52808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53972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55135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56299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57463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58627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59790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60954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62118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63281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4466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45825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4698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4815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49317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50480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51644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52808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53972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55135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56299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57463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58627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59790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60954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62118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63281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64445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4466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45825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4698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4815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49317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50480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51644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52808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53972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55135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56299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57463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58627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59790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60954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62118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63281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64445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4466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45825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4698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4815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49317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50480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51644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52808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53972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55135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56299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57463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58627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59790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60954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62118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63281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64445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30697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35352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3651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3767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38843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4000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4117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42334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4349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4466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45825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4698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4815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49317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50480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51644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52808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53972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55135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56299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57463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58627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59790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60954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62118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63281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1789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1906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20223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27206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28369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2953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30697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31861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3302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3418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35352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3651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3767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38843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4000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4117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42334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4349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4466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45825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46989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48153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49317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50480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51644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52808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53972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55135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56299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57463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58627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59790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16732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1789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1906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20223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2138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24878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2604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27206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28369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2953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30697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31861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3302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3418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35352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3651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37679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38843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4000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41171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42334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43498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44662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45825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46989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48153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49317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50480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51644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53972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55135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16732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1789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1906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20223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2138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2255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23715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24878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2604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27206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28369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2953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30697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31861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33024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34188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35352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36516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37679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38843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40007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41171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42334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43498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44662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45825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46989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1789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1906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20223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21387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2255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23715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24878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26042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27206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28369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29533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30697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31861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33024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34188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35352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36516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37679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38843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40007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42334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17896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19060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20223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21387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22551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23715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24878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26042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27206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28369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29533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16732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17896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19060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20223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21387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22551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23715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248787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26042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15568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16732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17896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19060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20223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21387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22551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237150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14405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15568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16732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17896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19060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202238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213875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14405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15568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16732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17896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19060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202238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213875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14405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15568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16732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17896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19060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202238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213875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14405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15568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16732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17896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19060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202238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213875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074227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08586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16732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17896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19060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202238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21387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0509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06259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07422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08586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097502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16732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17896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19060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20223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21387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02767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03931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0509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06259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07422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08586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097502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15568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16732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17896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19060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20223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0160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02767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03931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0509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06259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07422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08586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097502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15568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16732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17896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19060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20223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495785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4969492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498112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499276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00440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0160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02767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03931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0509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06259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07422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08586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14405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15568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16732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17896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19060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20223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494621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495785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496949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49811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499276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00440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0160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02767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03931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0509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062590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07422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13241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14405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15568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16732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17896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19060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20223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492294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4934580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494621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495785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49694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49811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499276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00440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0160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02767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03931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05095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12077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13241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14405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15568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16732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17896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48996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49113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492294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49345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494621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495785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49694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49811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499276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00440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0160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02767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03931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05095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06259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07422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08586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10913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12077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13241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14405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15568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16732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17896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48996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49113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492294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49345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49462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495785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49694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49811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499276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00440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0160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02767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03931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05095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06259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07422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08586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09750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10913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12077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13241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14405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15568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16732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48996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49113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492294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49345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49462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495785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49694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49811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499276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00440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01604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02767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03931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05095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06259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07422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08586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09750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10913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12077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13241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14405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15568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48647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48763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48996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49113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492294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49345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49462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495785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49694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49811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01604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02767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03931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05095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06259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07422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08586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09750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10913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12077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13241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14405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485311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4864756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48763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488803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48996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49113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492294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49345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49462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495785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49694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49811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02767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03931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05095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06259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07422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08586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09750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10913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12077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13241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484148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485311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486475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48763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488803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48996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49113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492294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49345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49462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495785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49694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498112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02767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03931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05095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06259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07422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08586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09750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10913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12077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8298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48414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485311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486475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487639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488803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48996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49113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492294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49345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49462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495785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496949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498112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499276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03931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05095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06259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07422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08586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09750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10913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8298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48414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485311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486475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487639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488803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48996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49113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492294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49345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49462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495785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496949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498112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499276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03931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05095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06259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07422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08586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09750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81820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8298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48414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485311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486475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487639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488803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48996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49113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492294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49345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49462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495785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496949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498112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499276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00440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03931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05095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06259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07422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08586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09750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81820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8298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48414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485311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48647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487639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488803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48996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49113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492294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49345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49462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495785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496949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498112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499276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00440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01604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05095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06259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07422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08586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09750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81820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8298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48414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485311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48647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487639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488803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48996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49113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492294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49345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49462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495785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496949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498112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499276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00440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01604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03931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05095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06259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07422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08586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09750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8298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48414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485311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48647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48763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488803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48996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49113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492294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49345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49462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495785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496949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498112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499276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00440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01604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02767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03931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05095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06259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07422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08586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09750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48414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485311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48647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48763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488803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48996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49113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492294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49345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494621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495785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496949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498112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499276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00440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01604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02767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03931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05095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06259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07422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08586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48414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485311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48647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48763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488803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48996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49113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492294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493458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494621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495785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496949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498112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499276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00440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01604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02767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03931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05095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06259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07422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48647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48763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488803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48996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49113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492294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493458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494621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495785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496949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498112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499276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00440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01604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02767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03931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05095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06259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48763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488803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48996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491130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492294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493458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494621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495785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496949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498112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499276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00440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01604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02767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03931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05095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488803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48996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491130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492294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493458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494621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495785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496949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498112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499276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00440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01604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02767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03931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05095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48414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485311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48647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48763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488803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489966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491130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492294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493458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494621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495785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496949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498112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499276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00440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01604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02767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03931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8298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48414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485311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48647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48763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488803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489966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491130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492294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493458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494621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495785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496949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498112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499276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00440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01604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02767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03931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8298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48414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485311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48647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48763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488803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489966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491130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492294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493458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494621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495785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496949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498112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499276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00440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01604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02767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8298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48414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485311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48647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487639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488803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489966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491130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492294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493458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494621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495785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496949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498112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499276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00440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01604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48414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485311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486475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487639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488803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489966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491130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492294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493458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494621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495785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496949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498112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499276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00440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487639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488803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489966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491130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492294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493458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494621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495785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496949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498112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4992766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00440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4899668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491130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492294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493458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494621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495785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496949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498112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4992766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00440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491130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492294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493458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494621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495785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496949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498112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4992766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004403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492294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4934580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494621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495785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496949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498112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499276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004403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01604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495785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4969492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498112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499276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004403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01604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4899668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494621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495785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496949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498112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499276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00440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01604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488803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4899668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491130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492294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493458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494621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495785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496949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498112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499276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00440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01604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48763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488803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489966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491130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492294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493458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494621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495785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496949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498112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499276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00440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01604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02767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48763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488803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489966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491130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492294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493458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494621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495785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496949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498112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499276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00440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01604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02767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03931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48763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488803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489966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491130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492294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493458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494621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495785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496949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498112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499276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00440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01604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02767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03931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48763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488803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48996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491130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492294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493458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494621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495785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496949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498112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499276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00440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01604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02767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03931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05095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488803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48996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491130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492294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493458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494621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495785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496949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498112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499276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00440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01604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02767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03931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05095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485311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48647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48763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488803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489966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491130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492294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493458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494621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495785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496949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498112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499276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00440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01604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02767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03931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485311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48647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48763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488803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489966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491130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492294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493458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494621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495785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496949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498112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499276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00440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01604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02767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485311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48647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487639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488803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489966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491130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492294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493458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494621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495785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496949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498112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499276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00440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01604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485311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486475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487639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488803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489966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491130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492294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493458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494621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495785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496949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498112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499276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00440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484148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485311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486475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487639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488803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489966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491130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492294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493458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494621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495785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496949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498112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484148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485311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486475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487639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488803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489966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491130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492294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493458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494621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4957854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496949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484148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485311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486475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487639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488803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489966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491130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492294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493458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494621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4957854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81820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82984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484148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485311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486475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487639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488803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489966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491130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492294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493458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494621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495785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8065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81820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82984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484148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485311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486475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487639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488803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489966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491130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492294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493458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494621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495785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80656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81820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82984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484148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485311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486475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487639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488803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489966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491130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492294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493458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494621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79493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80656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81820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82984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484148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485311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486475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487639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488803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489966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491130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492294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493458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78329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794932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80656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81820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82984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484148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485311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486475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487639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488803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489966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491130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760020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77165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78329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79493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80656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81820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82984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484148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4853118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74838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760020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77165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78329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79493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80656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818206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82984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725108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73674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74838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76002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77165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78329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79493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80656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818206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690196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70183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71347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72510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73674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74838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76002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77165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78329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79493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80656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66692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67855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69019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70183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71347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72510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73674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74838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76002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77165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783294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79493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65528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66692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67855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69019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70183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71347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72510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73674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74838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76002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77165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78329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79493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64364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65528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66692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67855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69019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70183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71347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72510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73674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74838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76002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77165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78329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63200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64364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65528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66692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67855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69019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70183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620372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63200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64364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65528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66692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678558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69019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60873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620372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63200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64364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65528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66692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678558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60873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620372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63200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64364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65528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66692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585460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59709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60873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62037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63200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643646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65528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57382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585460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59709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60873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62037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63200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643646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C">
                <a:alpha val="100000"/>
              </a:srgbClr>
            </a:solidFill>
            <a:ln w="5420" cap="flat">
              <a:solidFill>
                <a:srgbClr val="3B51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65528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550548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56218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57382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58546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59709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60873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62037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63200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643646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53891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550548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56218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57382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58546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59709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608734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62037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48072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49236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50399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51563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52727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53891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55054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56218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57382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58546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59709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60873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45744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46908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48072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49236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50399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51563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52727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53891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55054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56218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57382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58546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59709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44581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45744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46908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48072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49236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50399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51563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52727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53891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55054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56218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57382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445812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45744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46908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48072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49236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50399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51563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52727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53891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55054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56218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445812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45744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46908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48072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49236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50399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51563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52727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445812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45744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46908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48072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49236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503998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51563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42253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43417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44581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45744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46908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48072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49236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503998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42253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43417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44581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45744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46908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48072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49236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41090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42253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43417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44581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45744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469086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48072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41090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42253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43417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44581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457449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469086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39926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41090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42253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43417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44581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457449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39926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41090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42253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434174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44581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38762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39926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41090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42253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434174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44581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38762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39926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41090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422537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434174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37598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38762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39926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41090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422537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434174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37598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38762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39926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41090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422537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434174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37598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38762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39926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41090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422537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68938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70102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71266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724297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37598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38762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39926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4109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68938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70102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71266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72429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73593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78248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79412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80575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81739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82903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37598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38762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39926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4109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42253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60792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61956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6777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68938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7010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7126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72429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7359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78248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79412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80575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81739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82903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384067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385230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386394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387558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388722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389885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391049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37598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38762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39926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4109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42253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4566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4682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47991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4915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5031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5613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5730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58464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5962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6079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61956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6311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6428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65447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6661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6777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68938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7010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7126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72429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7359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7475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75920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7708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78248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79412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8057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81739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82903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384067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385230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386394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387558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388722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389885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391049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392213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395704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3759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38762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3992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4109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42253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44500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4566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4682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47991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4915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5031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5148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5264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5381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5497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5613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5730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58464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5962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6079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61956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6311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6428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65447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6661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6777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68938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7010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7126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72429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7359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7475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75920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7708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7824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79412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8057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8173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82903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384067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385230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386394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387558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388722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389885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391049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392213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393376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394540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395704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396868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398031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3876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1">
                <a:alpha val="100000"/>
              </a:srgbClr>
            </a:solidFill>
            <a:ln w="5420" cap="flat">
              <a:solidFill>
                <a:srgbClr val="3A33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3992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4109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4225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4333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44500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4566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4682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47991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4915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5031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5148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5264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5381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5497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5613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5730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58464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5962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6079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61956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6311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6428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65447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6661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6777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68938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7010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7126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72429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7359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7475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75920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7708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7824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79412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8057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8173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82903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384067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385230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386394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387558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388722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389885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391049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392213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393376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39454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39570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396868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398031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09669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10832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1199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13160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3876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3992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1">
                <a:alpha val="100000"/>
              </a:srgbClr>
            </a:solidFill>
            <a:ln w="5420" cap="flat">
              <a:solidFill>
                <a:srgbClr val="3A346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4109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4225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4341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0842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0958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4333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44500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4566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4682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47991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4915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5031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5148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5264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5381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5497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5613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5730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58464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5962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6079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61956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6311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6428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65447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6661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6777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68938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7010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7126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7242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7359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7475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75920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7708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7824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79412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8057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8173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82903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384067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385230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386394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387558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388722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389885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391049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392213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393376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39454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39570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39686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398031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0850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09669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10832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1199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13160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14324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1548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3876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3992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4109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4225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8">
                <a:alpha val="100000"/>
              </a:srgbClr>
            </a:solidFill>
            <a:ln w="5420" cap="flat">
              <a:solidFill>
                <a:srgbClr val="3B39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4341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0726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0842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0958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1075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1191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4333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44500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45663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46827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47991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49155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50318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5148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52646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5381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5497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5613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5730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58464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68938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70102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71266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7242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73593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7475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75920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7708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7824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79412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389885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39104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39221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393376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39454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39570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39686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398031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39919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06178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07341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0850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09669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10832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1199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13160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14324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1548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1665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17815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3876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3992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4109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4225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43417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29795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299114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0027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0609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0726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0842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0958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1075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1191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1307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1424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1540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1657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17734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2704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2820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2937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3053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3169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4333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44500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45663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46827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47991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49155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50318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51482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52646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5381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5497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56137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57301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58464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39337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39454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39570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39686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398031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39919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0035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0268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0385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05014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06178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07341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0850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09669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10832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1199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13160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1432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1548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1665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1781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1897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39926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4109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4225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43417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29562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29678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29795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299114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0027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0144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0493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0609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0726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0842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0958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1075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1191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1307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1424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1540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1657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1773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1889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2006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2588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2704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28207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2937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3053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3169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3286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34026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45663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46827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47991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49155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50318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51482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52646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5381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5497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56137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5730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5846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39454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39570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39686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398031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39919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0035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01523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0268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0385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05014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0617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0734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0850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09669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10832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1199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1316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1432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1548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1665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1781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1897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2014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39926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4109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4225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43417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4458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29445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29562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29678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29795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29911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0027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0144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0260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0376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0493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0609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0726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0842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0958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1075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1191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1307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1424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1540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1657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1773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1889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2006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2122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2238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2355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24716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25880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2704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28207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2937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3053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3169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3286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3402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35190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3635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37517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46827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47991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49155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51482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52646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5381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5497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56137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5730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5846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39570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39686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39803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39919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0035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01523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0268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0385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05014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0617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0734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08505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0966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1083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1432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1548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1665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1781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1897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2014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2130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39926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4109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4225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43417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4458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29445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29562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29678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29795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29911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0027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0144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0260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0376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0493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0609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0726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08424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0958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1075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1191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1307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1424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1540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1657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1773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1889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2006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2122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22389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23552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24716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25880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27044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28207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2937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3053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3169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7A9">
                <a:alpha val="100000"/>
              </a:srgbClr>
            </a:solidFill>
            <a:ln w="5420" cap="flat">
              <a:solidFill>
                <a:srgbClr val="35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3286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3402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3519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3635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37517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3868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45663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46827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47991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49155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50318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51482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52646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5381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5497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56137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5730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39686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39803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39919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0035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0152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0268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0385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05014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0617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0734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1548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1665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1781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1897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2014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2130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4109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4225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43417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4458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4574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29445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29562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29678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29795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29911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0027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0144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0260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0376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04933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0609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0726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08424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0958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1075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1191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1307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1424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1540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1657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1773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1889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20061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2122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22389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23552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24716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25880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27044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28207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2937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3053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3169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3286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3402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3519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3635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37517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3868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44500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45663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46827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47991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49155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50318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51482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52646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5381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5497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56137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5730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5846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59628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39686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39803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39919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0035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0152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0268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0385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05014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1665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1781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1897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2014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2130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2247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2363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4109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4225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43417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4458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4574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294459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29562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29678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297950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29911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00278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01442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0260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0376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04933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06096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0726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1889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20061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2122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2238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23552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2471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25880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27044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2820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2937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3169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3286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3402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3519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3635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3751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3868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3984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4217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4333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44500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4566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46827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47991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49155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50318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51482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52646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5381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5497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56137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5730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5846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59628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60792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399195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17815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1897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2014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2130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2247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2363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2479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4109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4225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43417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4458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4574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293295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294459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295623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296787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297950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9A9">
                <a:alpha val="100000"/>
              </a:srgbClr>
            </a:solidFill>
            <a:ln w="5420" cap="flat">
              <a:solidFill>
                <a:srgbClr val="37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299114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00278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01442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02605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03769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2471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25880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3286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3402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3519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3635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3751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3868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3984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41008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4217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4333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4450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4566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4682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47991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49155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50318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51482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52646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53810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5497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56137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5730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5846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59628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60792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6195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1897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2014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2130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2247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2363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2479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25961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4225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4341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4458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4574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4690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293295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294459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295623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296787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297950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299114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00278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01442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3402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3519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3635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3751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3868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3984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41008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4217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4333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4450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4566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4682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47991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49155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50318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51482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52646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53810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5497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56137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5730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5846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59628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60792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6195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2014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2130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2247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2363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2479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25961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2712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4225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4341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4458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4574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4690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292132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293295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294459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295623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296787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297950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3519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3635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3751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3868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3984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4100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4217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4333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4450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4566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4682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47991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49155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50318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51482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52646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3A8">
                <a:alpha val="100000"/>
              </a:srgbClr>
            </a:solidFill>
            <a:ln w="5420" cap="flat">
              <a:solidFill>
                <a:srgbClr val="36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53810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5497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56137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5730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5846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59628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6079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61956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21306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2247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2363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2479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25961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2712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2828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4341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4458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4574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4690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4807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289804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290968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292132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293295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294459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295623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296787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3751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3868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3984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4100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4217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4333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4450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4566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4682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47991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49155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50318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53810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5497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56137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5730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5846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59628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6079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6195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23634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2479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25961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2712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2828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29452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4341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4458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4574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4690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4807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4923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7816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7933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80494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8165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82822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283986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287477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288641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289804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290968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292132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293295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294459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295623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4682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47991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5497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5613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5730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5846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5962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6079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24797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25961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2712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2828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2945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4458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4574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4690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4807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49236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77003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7816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7933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80494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8165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82822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283986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28514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286313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287477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288641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289804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290968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292132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293295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294459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5497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5613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5730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5846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24797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25961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2712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2828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2945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4458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4574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4690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48072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49236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5039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7700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7816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79331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80494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8165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82822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283986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28514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286313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287477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288641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289804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290968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292132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293295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24797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25961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27125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2828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2945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44581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45744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4690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48072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49236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5039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5156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7583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7700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78167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79331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80494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8165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82822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283986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28514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286313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287477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288641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289804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290968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24797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2596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27125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2828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2945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44581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45744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4690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48072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49236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5039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5156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75839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7700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78167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79331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80494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8165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82822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283986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28514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286313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287477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288641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24797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2596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27125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2828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2945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45744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4690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48072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49236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5039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5156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72348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7351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74676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75839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7700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78167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79331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80494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8165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82822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283986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28514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286313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2479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2596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27125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2828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2945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45744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4690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4807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49236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5039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5156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72348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7351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74676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75839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7700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78167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79331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80494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8165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23634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2479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2596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27125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2828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45744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4690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4807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49236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50399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5156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71185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72348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7351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74676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75839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7700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78167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79331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23634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2479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2596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27125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2828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2945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30616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46908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4807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49236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503998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5156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70021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71185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72348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7351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74676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75839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7700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78167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23634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2479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2596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27125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2828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29452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30616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3178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46908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4807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49236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50399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5156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52727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68857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70021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71185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72348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7351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74676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75839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7700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23634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2479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2596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27125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28288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29452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30616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31780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4807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49236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50399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5156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52727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68857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70021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71185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72348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7351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74676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75839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23634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2479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2596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27125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28288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29452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30616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31780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4807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49236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50399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51563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52727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66530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67693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70021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71185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72348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7351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74676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23634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2479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25961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27125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28288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29452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30616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31780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4807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49236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50399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51563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52727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65366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66530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67693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68857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70021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71185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72348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73512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74676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2479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25961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27125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28288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29452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30616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49236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50399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51563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52727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53891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65366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66530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67693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68857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70021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71185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72348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73512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24797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25961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27125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28288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29452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49236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50399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51563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52727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53891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6536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66530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67693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68857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70021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71185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72348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73512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24797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25961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27125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28288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29452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30616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50399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51563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52727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53891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55054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6653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67693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68857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70021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71185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72348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25961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27125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28288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29452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30616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50399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51563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52727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53891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55054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56218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6653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6769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68857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70021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71185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72348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27125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28288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29452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30616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31780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3294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34107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35271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51563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52727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53891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55054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56218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6769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68857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70021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7118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72348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27125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28288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29452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30616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31780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3294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34107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35271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3643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51563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52727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53891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55054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56218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6769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68857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70021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7118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72348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28288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29452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30616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31780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3294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34107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35271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3643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52727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53891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55054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56218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57382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6769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68857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70021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7118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72348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29452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30616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31780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3294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34107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35271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3643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3759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52727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53891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55054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56218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57382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68857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70021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7118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72348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30616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31780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32943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34107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35271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3643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3759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3876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52727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53891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55054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56218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57382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68857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70021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7118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72348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31780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32943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34107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35271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3643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3759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52727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53891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55054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56218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57382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68857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70021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7118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72348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73512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31780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32943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34107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35271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3643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3759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52727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53891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55054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56218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57382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68857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70021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7118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72348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73512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32943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34107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35271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3643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3759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52727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53891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55054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56218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70021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7118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72348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735124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74676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34107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35271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3643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3759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3876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52727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53891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55054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56218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70021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7118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72348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73512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74676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75839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34107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35271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3643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3759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3876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52727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53891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55054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56218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7118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72348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73512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7467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75839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34107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35271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3643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3759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3876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3992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4109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42253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52727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53891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55054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56218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72348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73512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7467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75839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35271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36435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3759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3876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3992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4109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42253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43417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51563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52727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53891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55054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56218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72348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73512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7467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75839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36435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3759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3876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3992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4109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42253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43417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51563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52727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53891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55054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56218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71185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72348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73512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7467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75839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3759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3876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3992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4109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42253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43417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44581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50399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515636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52727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53891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55054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56218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71185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72348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73512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7467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75839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3992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41090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42253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43417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44581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50399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515636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52727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53891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55054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7002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71185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72348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73512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74676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41090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42253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43417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4458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45744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46908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49236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50399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51563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52727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53891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68857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7002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71185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72348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7351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74676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41090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42253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43417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4458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45744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46908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4807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49236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50399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51563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52727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53891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68857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7002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71185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72348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7351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41090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42253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43417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4458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45744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46908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4807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49236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50399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51563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52727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53891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68857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7002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71185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72348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7351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41090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42253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43417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4458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45744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46908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4807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49236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50399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51563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52727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67693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68857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7002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71185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72348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42253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43417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4458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45744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46908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48072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49236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50399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51563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676938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68857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7002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71185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72348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43417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4458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45744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469086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48072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676938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68857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70021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71185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72348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676938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68857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700212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71185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66530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676938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68857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700212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71185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66530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676938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68857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700212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71185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66530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676938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68857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700212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71185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66530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676938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68857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700212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66530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676938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68857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700212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66530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676938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68857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700212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66530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676938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68857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700212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66530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676938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2">
                <a:alpha val="100000"/>
              </a:srgbClr>
            </a:solidFill>
            <a:ln w="5420" cap="flat">
              <a:solidFill>
                <a:srgbClr val="3A74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68857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232276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192267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787092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170691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531238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476517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594331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013918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016786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4985661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4928046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327665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331075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499202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289924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757638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782499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720724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2963633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718358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470466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168862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049761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4912662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410183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470862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490252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440275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403522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387977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514406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368934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614100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637463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680495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571937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622219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019115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756262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232276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006075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5851209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120632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021903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008033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5947395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199832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210715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500816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772327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778270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726246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668001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818681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137929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4901365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011081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244939" y="3276309"/>
              <a:ext cx="63202" cy="63202"/>
            </a:xfrm>
            <a:prstGeom prst="ellipse">
              <a:avLst/>
            </a:prstGeom>
            <a:solidFill>
              <a:srgbClr val="43A6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119545" y="4746129"/>
              <a:ext cx="63202" cy="63202"/>
            </a:xfrm>
            <a:prstGeom prst="ellipse">
              <a:avLst/>
            </a:prstGeom>
            <a:solidFill>
              <a:srgbClr val="378F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4987953" y="3735383"/>
              <a:ext cx="63202" cy="63202"/>
            </a:xfrm>
            <a:prstGeom prst="ellipse">
              <a:avLst/>
            </a:prstGeom>
            <a:solidFill>
              <a:srgbClr val="3A81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648675" y="4677487"/>
              <a:ext cx="63202" cy="63202"/>
            </a:xfrm>
            <a:prstGeom prst="ellipse">
              <a:avLst/>
            </a:prstGeom>
            <a:solidFill>
              <a:srgbClr val="3987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067426" y="3545894"/>
              <a:ext cx="63202" cy="63202"/>
            </a:xfrm>
            <a:prstGeom prst="ellipse">
              <a:avLst/>
            </a:prstGeom>
            <a:solidFill>
              <a:srgbClr val="45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468669" y="4800931"/>
              <a:ext cx="63202" cy="63202"/>
            </a:xfrm>
            <a:prstGeom prst="ellipse">
              <a:avLst/>
            </a:prstGeom>
            <a:solidFill>
              <a:srgbClr val="3595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435217" y="3222656"/>
              <a:ext cx="63202" cy="63202"/>
            </a:xfrm>
            <a:prstGeom prst="ellipse">
              <a:avLst/>
            </a:prstGeom>
            <a:solidFill>
              <a:srgbClr val="3A57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022168" y="4765547"/>
              <a:ext cx="63202" cy="63202"/>
            </a:xfrm>
            <a:prstGeom prst="ellipse">
              <a:avLst/>
            </a:prstGeom>
            <a:solidFill>
              <a:srgbClr val="3B73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746871" y="4211118"/>
              <a:ext cx="63202" cy="63202"/>
            </a:xfrm>
            <a:prstGeom prst="ellipse">
              <a:avLst/>
            </a:prstGeom>
            <a:solidFill>
              <a:srgbClr val="3FA1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431462" y="4463619"/>
              <a:ext cx="63202" cy="63202"/>
            </a:xfrm>
            <a:prstGeom prst="ellipse">
              <a:avLst/>
            </a:prstGeom>
            <a:solidFill>
              <a:srgbClr val="3690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539875" y="4368015"/>
              <a:ext cx="63202" cy="63202"/>
            </a:xfrm>
            <a:prstGeom prst="ellipse">
              <a:avLst/>
            </a:prstGeom>
            <a:solidFill>
              <a:srgbClr val="3983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003510" y="3498927"/>
              <a:ext cx="63202" cy="63202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976508" y="4766403"/>
              <a:ext cx="63202" cy="63202"/>
            </a:xfrm>
            <a:prstGeom prst="ellipse">
              <a:avLst/>
            </a:prstGeom>
            <a:solidFill>
              <a:srgbClr val="3A74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3523866" y="4772296"/>
              <a:ext cx="63202" cy="63202"/>
            </a:xfrm>
            <a:prstGeom prst="ellipse">
              <a:avLst/>
            </a:prstGeom>
            <a:solidFill>
              <a:srgbClr val="3E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849017" y="3641698"/>
              <a:ext cx="63202" cy="63202"/>
            </a:xfrm>
            <a:prstGeom prst="ellipse">
              <a:avLst/>
            </a:prstGeom>
            <a:solidFill>
              <a:srgbClr val="79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384774" y="4536931"/>
              <a:ext cx="63202" cy="63202"/>
            </a:xfrm>
            <a:prstGeom prst="ellipse">
              <a:avLst/>
            </a:prstGeom>
            <a:solidFill>
              <a:srgbClr val="3A7C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290018" y="4801454"/>
              <a:ext cx="63202" cy="63202"/>
            </a:xfrm>
            <a:prstGeom prst="ellipse">
              <a:avLst/>
            </a:prstGeom>
            <a:solidFill>
              <a:srgbClr val="3A9D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4628335" y="4267713"/>
              <a:ext cx="63202" cy="63202"/>
            </a:xfrm>
            <a:prstGeom prst="ellipse">
              <a:avLst/>
            </a:prstGeom>
            <a:solidFill>
              <a:srgbClr val="3B548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596358" y="2927118"/>
              <a:ext cx="63202" cy="63202"/>
            </a:xfrm>
            <a:prstGeom prst="ellipse">
              <a:avLst/>
            </a:prstGeom>
            <a:solidFill>
              <a:srgbClr val="3A649E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056027" y="4753931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6020203" y="2929573"/>
              <a:ext cx="63202" cy="63202"/>
            </a:xfrm>
            <a:prstGeom prst="ellipse">
              <a:avLst/>
            </a:prstGeom>
            <a:solidFill>
              <a:srgbClr val="39619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391907" y="4541579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498857" y="3067530"/>
              <a:ext cx="63202" cy="63202"/>
            </a:xfrm>
            <a:prstGeom prst="ellipse">
              <a:avLst/>
            </a:prstGeom>
            <a:solidFill>
              <a:srgbClr val="3984A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4420910" y="4467164"/>
              <a:ext cx="63202" cy="63202"/>
            </a:xfrm>
            <a:prstGeom prst="ellipse">
              <a:avLst/>
            </a:prstGeom>
            <a:solidFill>
              <a:srgbClr val="3987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2812052" y="4895874"/>
              <a:ext cx="63202" cy="63202"/>
            </a:xfrm>
            <a:prstGeom prst="ellipse">
              <a:avLst/>
            </a:prstGeom>
            <a:solidFill>
              <a:srgbClr val="388A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755148" y="4187507"/>
              <a:ext cx="63202" cy="63202"/>
            </a:xfrm>
            <a:prstGeom prst="ellipse">
              <a:avLst/>
            </a:prstGeom>
            <a:solidFill>
              <a:srgbClr val="3A75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2681487" y="4948042"/>
              <a:ext cx="117405" cy="117405"/>
            </a:xfrm>
            <a:prstGeom prst="ellipse">
              <a:avLst/>
            </a:prstGeom>
            <a:solidFill>
              <a:srgbClr val="395D9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346108" y="4796518"/>
              <a:ext cx="117405" cy="117405"/>
            </a:xfrm>
            <a:prstGeom prst="ellipse">
              <a:avLst/>
            </a:prstGeom>
            <a:solidFill>
              <a:srgbClr val="379A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349639" y="4641492"/>
              <a:ext cx="117405" cy="117405"/>
            </a:xfrm>
            <a:prstGeom prst="ellipse">
              <a:avLst/>
            </a:prstGeom>
            <a:solidFill>
              <a:srgbClr val="3C477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463793" y="3001325"/>
              <a:ext cx="117405" cy="117405"/>
            </a:xfrm>
            <a:prstGeom prst="ellipse">
              <a:avLst/>
            </a:prstGeom>
            <a:solidFill>
              <a:srgbClr val="40A3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607920" y="2879905"/>
              <a:ext cx="117405" cy="117405"/>
            </a:xfrm>
            <a:prstGeom prst="ellipse">
              <a:avLst/>
            </a:prstGeom>
            <a:solidFill>
              <a:srgbClr val="3C4175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2680595" y="4910674"/>
              <a:ext cx="52355" cy="84402"/>
            </a:xfrm>
            <a:custGeom>
              <a:avLst/>
              <a:pathLst>
                <a:path w="52355" h="84402">
                  <a:moveTo>
                    <a:pt x="0" y="0"/>
                  </a:moveTo>
                  <a:lnTo>
                    <a:pt x="52355" y="84402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3343696" y="4761345"/>
              <a:ext cx="53589" cy="82317"/>
            </a:xfrm>
            <a:custGeom>
              <a:avLst/>
              <a:pathLst>
                <a:path w="53589" h="82317">
                  <a:moveTo>
                    <a:pt x="0" y="0"/>
                  </a:moveTo>
                  <a:lnTo>
                    <a:pt x="53589" y="8231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346206" y="4609198"/>
              <a:ext cx="54321" cy="79553"/>
            </a:xfrm>
            <a:custGeom>
              <a:avLst/>
              <a:pathLst>
                <a:path w="54321" h="79553">
                  <a:moveTo>
                    <a:pt x="0" y="0"/>
                  </a:moveTo>
                  <a:lnTo>
                    <a:pt x="54321" y="79553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5338209" y="3052348"/>
              <a:ext cx="167609" cy="6985"/>
            </a:xfrm>
            <a:custGeom>
              <a:avLst/>
              <a:pathLst>
                <a:path w="167609" h="6985">
                  <a:moveTo>
                    <a:pt x="0" y="0"/>
                  </a:moveTo>
                  <a:lnTo>
                    <a:pt x="167609" y="6985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5577674" y="2864983"/>
              <a:ext cx="77530" cy="64174"/>
            </a:xfrm>
            <a:custGeom>
              <a:avLst/>
              <a:pathLst>
                <a:path w="77530" h="64174">
                  <a:moveTo>
                    <a:pt x="0" y="0"/>
                  </a:moveTo>
                  <a:lnTo>
                    <a:pt x="77530" y="6417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g3960"/>
            <p:cNvSpPr/>
            <p:nvPr/>
          </p:nvSpPr>
          <p:spPr>
            <a:xfrm>
              <a:off x="2122079" y="4761971"/>
              <a:ext cx="558515" cy="191932"/>
            </a:xfrm>
            <a:custGeom>
              <a:avLst/>
              <a:pathLst>
                <a:path w="558515" h="191932">
                  <a:moveTo>
                    <a:pt x="27432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1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tx3961"/>
            <p:cNvSpPr/>
            <p:nvPr/>
          </p:nvSpPr>
          <p:spPr>
            <a:xfrm>
              <a:off x="2167799" y="4807691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2" name="pg3962"/>
            <p:cNvSpPr/>
            <p:nvPr/>
          </p:nvSpPr>
          <p:spPr>
            <a:xfrm>
              <a:off x="2792861" y="4612614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1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tx3963"/>
            <p:cNvSpPr/>
            <p:nvPr/>
          </p:nvSpPr>
          <p:spPr>
            <a:xfrm>
              <a:off x="2838581" y="4658334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64" name="pg3964"/>
            <p:cNvSpPr/>
            <p:nvPr/>
          </p:nvSpPr>
          <p:spPr>
            <a:xfrm>
              <a:off x="3803235" y="4460254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tx3965"/>
            <p:cNvSpPr/>
            <p:nvPr/>
          </p:nvSpPr>
          <p:spPr>
            <a:xfrm>
              <a:off x="3848955" y="4505974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66" name="pg3966"/>
            <p:cNvSpPr/>
            <p:nvPr/>
          </p:nvSpPr>
          <p:spPr>
            <a:xfrm>
              <a:off x="4756467" y="2956370"/>
              <a:ext cx="581741" cy="191932"/>
            </a:xfrm>
            <a:custGeom>
              <a:avLst/>
              <a:pathLst>
                <a:path w="581741" h="191932">
                  <a:moveTo>
                    <a:pt x="27431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tx3967"/>
            <p:cNvSpPr/>
            <p:nvPr/>
          </p:nvSpPr>
          <p:spPr>
            <a:xfrm>
              <a:off x="4802187" y="3002090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68" name="pg3968"/>
            <p:cNvSpPr/>
            <p:nvPr/>
          </p:nvSpPr>
          <p:spPr>
            <a:xfrm>
              <a:off x="5117953" y="2673050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2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tx3969"/>
            <p:cNvSpPr/>
            <p:nvPr/>
          </p:nvSpPr>
          <p:spPr>
            <a:xfrm>
              <a:off x="5163673" y="2718770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70" name="rc3970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tx3971"/>
            <p:cNvSpPr/>
            <p:nvPr/>
          </p:nvSpPr>
          <p:spPr>
            <a:xfrm>
              <a:off x="1722549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2" name="tx3972"/>
            <p:cNvSpPr/>
            <p:nvPr/>
          </p:nvSpPr>
          <p:spPr>
            <a:xfrm>
              <a:off x="1846907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3" name="tx3973"/>
            <p:cNvSpPr/>
            <p:nvPr/>
          </p:nvSpPr>
          <p:spPr>
            <a:xfrm>
              <a:off x="1891621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4" name="tx3974"/>
            <p:cNvSpPr/>
            <p:nvPr/>
          </p:nvSpPr>
          <p:spPr>
            <a:xfrm>
              <a:off x="1722549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75" name="tx3975"/>
            <p:cNvSpPr/>
            <p:nvPr/>
          </p:nvSpPr>
          <p:spPr>
            <a:xfrm>
              <a:off x="1846907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6" name="tx3976"/>
            <p:cNvSpPr/>
            <p:nvPr/>
          </p:nvSpPr>
          <p:spPr>
            <a:xfrm>
              <a:off x="1891621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1722549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1846907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891621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722549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46907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891621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722549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46907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5" name="tx3985"/>
            <p:cNvSpPr/>
            <p:nvPr/>
          </p:nvSpPr>
          <p:spPr>
            <a:xfrm>
              <a:off x="1891621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6" name="pl3986"/>
            <p:cNvSpPr/>
            <p:nvPr/>
          </p:nvSpPr>
          <p:spPr>
            <a:xfrm>
              <a:off x="2000107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2000107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2000107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2000107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2000107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24439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297312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350229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03147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5606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508982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561899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614817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tx3999"/>
            <p:cNvSpPr/>
            <p:nvPr/>
          </p:nvSpPr>
          <p:spPr>
            <a:xfrm>
              <a:off x="2275605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00" name="tx4000"/>
            <p:cNvSpPr/>
            <p:nvPr/>
          </p:nvSpPr>
          <p:spPr>
            <a:xfrm>
              <a:off x="24621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1" name="tx4001"/>
            <p:cNvSpPr/>
            <p:nvPr/>
          </p:nvSpPr>
          <p:spPr>
            <a:xfrm>
              <a:off x="25068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28203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297572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30204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33495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350490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35496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38787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403407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0787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40789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56325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60796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49370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509242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1371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4662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62160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6663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59954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5077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61954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3" name="tx4023"/>
            <p:cNvSpPr/>
            <p:nvPr/>
          </p:nvSpPr>
          <p:spPr>
            <a:xfrm>
              <a:off x="3899107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24" name="tx4024"/>
            <p:cNvSpPr/>
            <p:nvPr/>
          </p:nvSpPr>
          <p:spPr>
            <a:xfrm rot="-5400000">
              <a:off x="1358159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25" name="rc4025"/>
            <p:cNvSpPr/>
            <p:nvPr/>
          </p:nvSpPr>
          <p:spPr>
            <a:xfrm>
              <a:off x="6516327" y="3243743"/>
              <a:ext cx="1071043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6" name="tx4026"/>
            <p:cNvSpPr/>
            <p:nvPr/>
          </p:nvSpPr>
          <p:spPr>
            <a:xfrm>
              <a:off x="6585916" y="3328785"/>
              <a:ext cx="9318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</a:t>
              </a:r>
            </a:p>
          </p:txBody>
        </p:sp>
        <p:sp>
          <p:nvSpPr>
            <p:cNvPr id="4027" name="tx4027"/>
            <p:cNvSpPr/>
            <p:nvPr/>
          </p:nvSpPr>
          <p:spPr>
            <a:xfrm>
              <a:off x="6585916" y="3479661"/>
              <a:ext cx="5435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028" name="pic402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85916" y="3664922"/>
              <a:ext cx="219455" cy="1097280"/>
            </a:xfrm>
            <a:prstGeom prst="rect">
              <a:avLst/>
            </a:prstGeom>
          </p:spPr>
        </p:pic>
        <p:sp>
          <p:nvSpPr>
            <p:cNvPr id="4029" name="pl4029"/>
            <p:cNvSpPr/>
            <p:nvPr/>
          </p:nvSpPr>
          <p:spPr>
            <a:xfrm>
              <a:off x="6761481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6761481" y="457810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6761481" y="439583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6761481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6761481" y="403129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6761481" y="384902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6761481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585916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585916" y="457810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585916" y="439583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585916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585916" y="403129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585916" y="384902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6585916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tx4043"/>
            <p:cNvSpPr/>
            <p:nvPr/>
          </p:nvSpPr>
          <p:spPr>
            <a:xfrm>
              <a:off x="6874961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6874961" y="45380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6874961" y="435578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6874961" y="417351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6874961" y="399124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6874961" y="380897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6874961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034901" y="1669789"/>
              <a:ext cx="3642695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to </a:t>
              </a:r>
            </a:p>
          </p:txBody>
        </p:sp>
        <p:sp>
          <p:nvSpPr>
            <p:cNvPr id="4051" name="tx4051"/>
            <p:cNvSpPr/>
            <p:nvPr/>
          </p:nvSpPr>
          <p:spPr>
            <a:xfrm>
              <a:off x="2034901" y="1998973"/>
              <a:ext cx="1287749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33411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415547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496984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57842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65985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848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2991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311355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392793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47423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EAB">
                <a:alpha val="100000"/>
              </a:srgbClr>
            </a:solidFill>
            <a:ln w="5420" cap="flat">
              <a:solidFill>
                <a:srgbClr val="56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EAB">
                <a:alpha val="100000"/>
              </a:srgbClr>
            </a:solidFill>
            <a:ln w="5420" cap="flat">
              <a:solidFill>
                <a:srgbClr val="55B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EAB">
                <a:alpha val="100000"/>
              </a:srgbClr>
            </a:solidFill>
            <a:ln w="5420" cap="flat">
              <a:solidFill>
                <a:srgbClr val="49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3AA">
                <a:alpha val="100000"/>
              </a:srgbClr>
            </a:solidFill>
            <a:ln w="5420" cap="flat">
              <a:solidFill>
                <a:srgbClr val="41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7AB">
                <a:alpha val="100000"/>
              </a:srgbClr>
            </a:solidFill>
            <a:ln w="5420" cap="flat">
              <a:solidFill>
                <a:srgbClr val="51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1B8AB">
                <a:alpha val="100000"/>
              </a:srgbClr>
            </a:solidFill>
            <a:ln w="5420" cap="flat">
              <a:solidFill>
                <a:srgbClr val="51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2AB">
                <a:alpha val="100000"/>
              </a:srgbClr>
            </a:solidFill>
            <a:ln w="5420" cap="flat">
              <a:solidFill>
                <a:srgbClr val="4C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5BDAB">
                <a:alpha val="100000"/>
              </a:srgbClr>
            </a:solidFill>
            <a:ln w="5420" cap="flat">
              <a:solidFill>
                <a:srgbClr val="55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1AC">
                <a:alpha val="100000"/>
              </a:srgbClr>
            </a:solidFill>
            <a:ln w="5420" cap="flat">
              <a:solidFill>
                <a:srgbClr val="58C1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8AB">
                <a:alpha val="100000"/>
              </a:srgbClr>
            </a:solidFill>
            <a:ln w="5420" cap="flat">
              <a:solidFill>
                <a:srgbClr val="52B8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DAB">
                <a:alpha val="100000"/>
              </a:srgbClr>
            </a:solidFill>
            <a:ln w="5420" cap="flat">
              <a:solidFill>
                <a:srgbClr val="54B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7C0AC">
                <a:alpha val="100000"/>
              </a:srgbClr>
            </a:solidFill>
            <a:ln w="5420" cap="flat">
              <a:solidFill>
                <a:srgbClr val="57C0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8C2AC">
                <a:alpha val="100000"/>
              </a:srgbClr>
            </a:solidFill>
            <a:ln w="5420" cap="flat">
              <a:solidFill>
                <a:srgbClr val="58C2A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6BFAB">
                <a:alpha val="100000"/>
              </a:srgbClr>
            </a:solidFill>
            <a:ln w="5420" cap="flat">
              <a:solidFill>
                <a:srgbClr val="56B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2B9AB">
                <a:alpha val="100000"/>
              </a:srgbClr>
            </a:solidFill>
            <a:ln w="5420" cap="flat">
              <a:solidFill>
                <a:srgbClr val="52B9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4BCAB">
                <a:alpha val="100000"/>
              </a:srgbClr>
            </a:solidFill>
            <a:ln w="5420" cap="flat">
              <a:solidFill>
                <a:srgbClr val="54B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3BAAB">
                <a:alpha val="100000"/>
              </a:srgbClr>
            </a:solidFill>
            <a:ln w="5420" cap="flat">
              <a:solidFill>
                <a:srgbClr val="53BA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7AB">
                <a:alpha val="100000"/>
              </a:srgbClr>
            </a:solidFill>
            <a:ln w="5420" cap="flat">
              <a:solidFill>
                <a:srgbClr val="50B7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4AB">
                <a:alpha val="100000"/>
              </a:srgbClr>
            </a:solidFill>
            <a:ln w="5420" cap="flat">
              <a:solidFill>
                <a:srgbClr val="4F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6AB">
                <a:alpha val="100000"/>
              </a:srgbClr>
            </a:solidFill>
            <a:ln w="5420" cap="flat">
              <a:solidFill>
                <a:srgbClr val="4F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9">
                <a:alpha val="100000"/>
              </a:srgbClr>
            </a:solidFill>
            <a:ln w="5420" cap="flat">
              <a:solidFill>
                <a:srgbClr val="3B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50B6AB">
                <a:alpha val="100000"/>
              </a:srgbClr>
            </a:solidFill>
            <a:ln w="5420" cap="flat">
              <a:solidFill>
                <a:srgbClr val="50B6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0AB">
                <a:alpha val="100000"/>
              </a:srgbClr>
            </a:solidFill>
            <a:ln w="5420" cap="flat">
              <a:solidFill>
                <a:srgbClr val="4C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4AB">
                <a:alpha val="100000"/>
              </a:srgbClr>
            </a:solidFill>
            <a:ln w="5420" cap="flat">
              <a:solidFill>
                <a:srgbClr val="4EB4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FB5AB">
                <a:alpha val="100000"/>
              </a:srgbClr>
            </a:solidFill>
            <a:ln w="5420" cap="flat">
              <a:solidFill>
                <a:srgbClr val="4FB5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8AA">
                <a:alpha val="100000"/>
              </a:srgbClr>
            </a:solidFill>
            <a:ln w="5420" cap="flat">
              <a:solidFill>
                <a:srgbClr val="44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DAB">
                <a:alpha val="100000"/>
              </a:srgbClr>
            </a:solidFill>
            <a:ln w="5420" cap="flat">
              <a:solidFill>
                <a:srgbClr val="48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EAB">
                <a:alpha val="100000"/>
              </a:srgbClr>
            </a:solidFill>
            <a:ln w="5420" cap="flat">
              <a:solidFill>
                <a:srgbClr val="4AAE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2A54">
                <a:alpha val="100000"/>
              </a:srgbClr>
            </a:solidFill>
            <a:ln w="5420" cap="flat">
              <a:solidFill>
                <a:srgbClr val="382A5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3264A">
                <a:alpha val="100000"/>
              </a:srgbClr>
            </a:solidFill>
            <a:ln w="5420" cap="flat">
              <a:solidFill>
                <a:srgbClr val="33264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664">
                <a:alpha val="100000"/>
              </a:srgbClr>
            </a:solidFill>
            <a:ln w="5420" cap="flat">
              <a:solidFill>
                <a:srgbClr val="3A366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2A55">
                <a:alpha val="100000"/>
              </a:srgbClr>
            </a:solidFill>
            <a:ln w="5420" cap="flat">
              <a:solidFill>
                <a:srgbClr val="382A5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274D">
                <a:alpha val="100000"/>
              </a:srgbClr>
            </a:solidFill>
            <a:ln w="5420" cap="flat">
              <a:solidFill>
                <a:srgbClr val="3427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11255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19399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7542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35686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3830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51973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0117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8261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6405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84548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2692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00836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08979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17123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25267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33411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2301906" y="4297487"/>
              <a:ext cx="973520" cy="1423460"/>
            </a:xfrm>
            <a:custGeom>
              <a:avLst/>
              <a:pathLst>
                <a:path w="973520" h="1423460">
                  <a:moveTo>
                    <a:pt x="892083" y="1385064"/>
                  </a:moveTo>
                  <a:lnTo>
                    <a:pt x="973520" y="1385064"/>
                  </a:lnTo>
                  <a:lnTo>
                    <a:pt x="973520" y="14234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2301906" y="4351869"/>
              <a:ext cx="892083" cy="1369078"/>
            </a:xfrm>
            <a:custGeom>
              <a:avLst/>
              <a:pathLst>
                <a:path w="892083" h="1369078">
                  <a:moveTo>
                    <a:pt x="892083" y="1369078"/>
                  </a:moveTo>
                  <a:lnTo>
                    <a:pt x="892083" y="13306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2301906" y="4221734"/>
              <a:ext cx="1054958" cy="1499213"/>
            </a:xfrm>
            <a:custGeom>
              <a:avLst/>
              <a:pathLst>
                <a:path w="1054958" h="1499213">
                  <a:moveTo>
                    <a:pt x="973520" y="1460818"/>
                  </a:moveTo>
                  <a:lnTo>
                    <a:pt x="1054958" y="1460818"/>
                  </a:lnTo>
                  <a:lnTo>
                    <a:pt x="1054958" y="14992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2301906" y="4272355"/>
              <a:ext cx="973520" cy="1448592"/>
            </a:xfrm>
            <a:custGeom>
              <a:avLst/>
              <a:pathLst>
                <a:path w="973520" h="1448592">
                  <a:moveTo>
                    <a:pt x="973520" y="1448592"/>
                  </a:moveTo>
                  <a:lnTo>
                    <a:pt x="973520" y="141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2301906" y="4150120"/>
              <a:ext cx="1136395" cy="1570828"/>
            </a:xfrm>
            <a:custGeom>
              <a:avLst/>
              <a:pathLst>
                <a:path w="1136395" h="1570828">
                  <a:moveTo>
                    <a:pt x="1054958" y="1532432"/>
                  </a:moveTo>
                  <a:lnTo>
                    <a:pt x="1136395" y="1532432"/>
                  </a:lnTo>
                  <a:lnTo>
                    <a:pt x="1136395" y="157082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2301906" y="4197308"/>
              <a:ext cx="1054958" cy="1523639"/>
            </a:xfrm>
            <a:custGeom>
              <a:avLst/>
              <a:pathLst>
                <a:path w="1054958" h="1523639">
                  <a:moveTo>
                    <a:pt x="1054958" y="1523639"/>
                  </a:moveTo>
                  <a:lnTo>
                    <a:pt x="1054958" y="1485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2301906" y="4082314"/>
              <a:ext cx="1217832" cy="1638633"/>
            </a:xfrm>
            <a:custGeom>
              <a:avLst/>
              <a:pathLst>
                <a:path w="1217832" h="1638633">
                  <a:moveTo>
                    <a:pt x="1136395" y="1600238"/>
                  </a:moveTo>
                  <a:lnTo>
                    <a:pt x="1217832" y="1600238"/>
                  </a:lnTo>
                  <a:lnTo>
                    <a:pt x="1217832" y="16386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2301906" y="4126360"/>
              <a:ext cx="1136395" cy="1594587"/>
            </a:xfrm>
            <a:custGeom>
              <a:avLst/>
              <a:pathLst>
                <a:path w="1136395" h="1594587">
                  <a:moveTo>
                    <a:pt x="1136395" y="1594587"/>
                  </a:moveTo>
                  <a:lnTo>
                    <a:pt x="1136395" y="155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2301906" y="4018020"/>
              <a:ext cx="1299269" cy="1702927"/>
            </a:xfrm>
            <a:custGeom>
              <a:avLst/>
              <a:pathLst>
                <a:path w="1299269" h="1702927">
                  <a:moveTo>
                    <a:pt x="1217832" y="1664531"/>
                  </a:moveTo>
                  <a:lnTo>
                    <a:pt x="1299269" y="1664531"/>
                  </a:lnTo>
                  <a:lnTo>
                    <a:pt x="1299269" y="17029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2301906" y="4059186"/>
              <a:ext cx="1217832" cy="1661761"/>
            </a:xfrm>
            <a:custGeom>
              <a:avLst/>
              <a:pathLst>
                <a:path w="1217832" h="1661761">
                  <a:moveTo>
                    <a:pt x="1217832" y="1661761"/>
                  </a:moveTo>
                  <a:lnTo>
                    <a:pt x="1217832" y="1623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2301906" y="3956974"/>
              <a:ext cx="1380706" cy="1763973"/>
            </a:xfrm>
            <a:custGeom>
              <a:avLst/>
              <a:pathLst>
                <a:path w="1380706" h="1763973">
                  <a:moveTo>
                    <a:pt x="1299269" y="1725578"/>
                  </a:moveTo>
                  <a:lnTo>
                    <a:pt x="1380706" y="1725578"/>
                  </a:lnTo>
                  <a:lnTo>
                    <a:pt x="1380706" y="176397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2301906" y="3995492"/>
              <a:ext cx="1299269" cy="1725455"/>
            </a:xfrm>
            <a:custGeom>
              <a:avLst/>
              <a:pathLst>
                <a:path w="1299269" h="1725455">
                  <a:moveTo>
                    <a:pt x="1299269" y="1725455"/>
                  </a:moveTo>
                  <a:lnTo>
                    <a:pt x="1299269" y="16870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2301906" y="1669789"/>
              <a:ext cx="1462143" cy="4051159"/>
            </a:xfrm>
            <a:custGeom>
              <a:avLst/>
              <a:pathLst>
                <a:path w="1462143" h="4051159">
                  <a:moveTo>
                    <a:pt x="1380706" y="4012763"/>
                  </a:moveTo>
                  <a:lnTo>
                    <a:pt x="1462143" y="4012763"/>
                  </a:lnTo>
                  <a:lnTo>
                    <a:pt x="1462143" y="4051159"/>
                  </a:lnTo>
                  <a:lnTo>
                    <a:pt x="0" y="40511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2301906" y="3935014"/>
              <a:ext cx="1380706" cy="1785933"/>
            </a:xfrm>
            <a:custGeom>
              <a:avLst/>
              <a:pathLst>
                <a:path w="1380706" h="1785933">
                  <a:moveTo>
                    <a:pt x="1380706" y="1785933"/>
                  </a:moveTo>
                  <a:lnTo>
                    <a:pt x="1380706" y="17475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2301906" y="3843684"/>
              <a:ext cx="1543580" cy="1877263"/>
            </a:xfrm>
            <a:custGeom>
              <a:avLst/>
              <a:pathLst>
                <a:path w="1543580" h="1877263">
                  <a:moveTo>
                    <a:pt x="1462143" y="1838867"/>
                  </a:moveTo>
                  <a:lnTo>
                    <a:pt x="1543580" y="1838867"/>
                  </a:lnTo>
                  <a:lnTo>
                    <a:pt x="1543580" y="187726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2301906" y="3877515"/>
              <a:ext cx="1462143" cy="1843432"/>
            </a:xfrm>
            <a:custGeom>
              <a:avLst/>
              <a:pathLst>
                <a:path w="1462143" h="1843432">
                  <a:moveTo>
                    <a:pt x="1462143" y="1843432"/>
                  </a:moveTo>
                  <a:lnTo>
                    <a:pt x="1462143" y="18050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2301906" y="3791028"/>
              <a:ext cx="1625018" cy="1929919"/>
            </a:xfrm>
            <a:custGeom>
              <a:avLst/>
              <a:pathLst>
                <a:path w="1625018" h="1929919">
                  <a:moveTo>
                    <a:pt x="1543580" y="1891524"/>
                  </a:moveTo>
                  <a:lnTo>
                    <a:pt x="1625018" y="1891524"/>
                  </a:lnTo>
                  <a:lnTo>
                    <a:pt x="1625018" y="19299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2301906" y="3822780"/>
              <a:ext cx="1543580" cy="1898167"/>
            </a:xfrm>
            <a:custGeom>
              <a:avLst/>
              <a:pathLst>
                <a:path w="1543580" h="1898167">
                  <a:moveTo>
                    <a:pt x="1543580" y="1898167"/>
                  </a:moveTo>
                  <a:lnTo>
                    <a:pt x="1543580" y="18597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2301906" y="3740787"/>
              <a:ext cx="1706455" cy="1980160"/>
            </a:xfrm>
            <a:custGeom>
              <a:avLst/>
              <a:pathLst>
                <a:path w="1706455" h="1980160">
                  <a:moveTo>
                    <a:pt x="1625018" y="1941765"/>
                  </a:moveTo>
                  <a:lnTo>
                    <a:pt x="1706455" y="1941765"/>
                  </a:lnTo>
                  <a:lnTo>
                    <a:pt x="1706455" y="19801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2301906" y="3770615"/>
              <a:ext cx="1625018" cy="1950332"/>
            </a:xfrm>
            <a:custGeom>
              <a:avLst/>
              <a:pathLst>
                <a:path w="1625018" h="1950332">
                  <a:moveTo>
                    <a:pt x="1625018" y="1950332"/>
                  </a:moveTo>
                  <a:lnTo>
                    <a:pt x="1625018" y="1911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2301906" y="1669789"/>
              <a:ext cx="1787892" cy="4051159"/>
            </a:xfrm>
            <a:custGeom>
              <a:avLst/>
              <a:pathLst>
                <a:path w="1787892" h="4051159">
                  <a:moveTo>
                    <a:pt x="1706455" y="4012763"/>
                  </a:moveTo>
                  <a:lnTo>
                    <a:pt x="1787892" y="4012763"/>
                  </a:lnTo>
                  <a:lnTo>
                    <a:pt x="1787892" y="4051159"/>
                  </a:lnTo>
                  <a:lnTo>
                    <a:pt x="0" y="40511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2301906" y="3720842"/>
              <a:ext cx="1706455" cy="2000106"/>
            </a:xfrm>
            <a:custGeom>
              <a:avLst/>
              <a:pathLst>
                <a:path w="1706455" h="2000106">
                  <a:moveTo>
                    <a:pt x="1706455" y="2000106"/>
                  </a:moveTo>
                  <a:lnTo>
                    <a:pt x="1706455" y="196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2301906" y="3646914"/>
              <a:ext cx="1869329" cy="2074033"/>
            </a:xfrm>
            <a:custGeom>
              <a:avLst/>
              <a:pathLst>
                <a:path w="1869329" h="2074033">
                  <a:moveTo>
                    <a:pt x="1787892" y="2035638"/>
                  </a:moveTo>
                  <a:lnTo>
                    <a:pt x="1869329" y="2035638"/>
                  </a:lnTo>
                  <a:lnTo>
                    <a:pt x="1869329" y="20740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2301906" y="3673300"/>
              <a:ext cx="1787892" cy="2047647"/>
            </a:xfrm>
            <a:custGeom>
              <a:avLst/>
              <a:pathLst>
                <a:path w="1787892" h="2047647">
                  <a:moveTo>
                    <a:pt x="1787892" y="2047647"/>
                  </a:moveTo>
                  <a:lnTo>
                    <a:pt x="1787892" y="2009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2301906" y="3602999"/>
              <a:ext cx="1950766" cy="2117948"/>
            </a:xfrm>
            <a:custGeom>
              <a:avLst/>
              <a:pathLst>
                <a:path w="1950766" h="2117948">
                  <a:moveTo>
                    <a:pt x="1869329" y="2079553"/>
                  </a:moveTo>
                  <a:lnTo>
                    <a:pt x="1950766" y="2079553"/>
                  </a:lnTo>
                  <a:lnTo>
                    <a:pt x="1950766" y="211794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2301906" y="3627844"/>
              <a:ext cx="1869329" cy="2093104"/>
            </a:xfrm>
            <a:custGeom>
              <a:avLst/>
              <a:pathLst>
                <a:path w="1869329" h="2093104">
                  <a:moveTo>
                    <a:pt x="1869329" y="2093104"/>
                  </a:moveTo>
                  <a:lnTo>
                    <a:pt x="1869329" y="2054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2301906" y="3560929"/>
              <a:ext cx="2032203" cy="2160018"/>
            </a:xfrm>
            <a:custGeom>
              <a:avLst/>
              <a:pathLst>
                <a:path w="2032203" h="2160018">
                  <a:moveTo>
                    <a:pt x="1950766" y="2121623"/>
                  </a:moveTo>
                  <a:lnTo>
                    <a:pt x="2032203" y="2121623"/>
                  </a:lnTo>
                  <a:lnTo>
                    <a:pt x="2032203" y="21600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2301906" y="3584338"/>
              <a:ext cx="1950766" cy="2136610"/>
            </a:xfrm>
            <a:custGeom>
              <a:avLst/>
              <a:pathLst>
                <a:path w="1950766" h="2136610">
                  <a:moveTo>
                    <a:pt x="1950766" y="2136610"/>
                  </a:moveTo>
                  <a:lnTo>
                    <a:pt x="1950766" y="2098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2301906" y="3520590"/>
              <a:ext cx="2113640" cy="2200358"/>
            </a:xfrm>
            <a:custGeom>
              <a:avLst/>
              <a:pathLst>
                <a:path w="2113640" h="2200358">
                  <a:moveTo>
                    <a:pt x="2032203" y="2161962"/>
                  </a:moveTo>
                  <a:lnTo>
                    <a:pt x="2113640" y="2161962"/>
                  </a:lnTo>
                  <a:lnTo>
                    <a:pt x="2113640" y="22003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2301906" y="3542659"/>
              <a:ext cx="2032203" cy="2178288"/>
            </a:xfrm>
            <a:custGeom>
              <a:avLst/>
              <a:pathLst>
                <a:path w="2032203" h="2178288">
                  <a:moveTo>
                    <a:pt x="2032203" y="2178288"/>
                  </a:moveTo>
                  <a:lnTo>
                    <a:pt x="2032203" y="21398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2301906" y="1669789"/>
              <a:ext cx="3035235" cy="4051159"/>
            </a:xfrm>
            <a:custGeom>
              <a:avLst/>
              <a:pathLst>
                <a:path w="3035235" h="4051159">
                  <a:moveTo>
                    <a:pt x="3035235" y="0"/>
                  </a:moveTo>
                  <a:lnTo>
                    <a:pt x="3023854" y="58391"/>
                  </a:lnTo>
                  <a:lnTo>
                    <a:pt x="3008593" y="199286"/>
                  </a:lnTo>
                  <a:lnTo>
                    <a:pt x="2985629" y="326050"/>
                  </a:lnTo>
                  <a:lnTo>
                    <a:pt x="2982628" y="287557"/>
                  </a:lnTo>
                  <a:lnTo>
                    <a:pt x="2996985" y="133449"/>
                  </a:lnTo>
                  <a:lnTo>
                    <a:pt x="2973732" y="149553"/>
                  </a:lnTo>
                  <a:lnTo>
                    <a:pt x="2957711" y="185109"/>
                  </a:lnTo>
                  <a:lnTo>
                    <a:pt x="2914388" y="383857"/>
                  </a:lnTo>
                  <a:lnTo>
                    <a:pt x="2854827" y="489792"/>
                  </a:lnTo>
                  <a:lnTo>
                    <a:pt x="2799967" y="563061"/>
                  </a:lnTo>
                  <a:lnTo>
                    <a:pt x="2743371" y="550949"/>
                  </a:lnTo>
                  <a:lnTo>
                    <a:pt x="2756101" y="609169"/>
                  </a:lnTo>
                  <a:lnTo>
                    <a:pt x="2740550" y="639495"/>
                  </a:lnTo>
                  <a:lnTo>
                    <a:pt x="2727242" y="702762"/>
                  </a:lnTo>
                  <a:lnTo>
                    <a:pt x="2693502" y="744696"/>
                  </a:lnTo>
                  <a:lnTo>
                    <a:pt x="2661787" y="740658"/>
                  </a:lnTo>
                  <a:lnTo>
                    <a:pt x="2616221" y="769562"/>
                  </a:lnTo>
                  <a:lnTo>
                    <a:pt x="2598248" y="791676"/>
                  </a:lnTo>
                  <a:lnTo>
                    <a:pt x="2596910" y="834022"/>
                  </a:lnTo>
                  <a:lnTo>
                    <a:pt x="2566424" y="871276"/>
                  </a:lnTo>
                  <a:lnTo>
                    <a:pt x="2456415" y="1064794"/>
                  </a:lnTo>
                  <a:lnTo>
                    <a:pt x="2360908" y="1121913"/>
                  </a:lnTo>
                  <a:lnTo>
                    <a:pt x="2338052" y="1113609"/>
                  </a:lnTo>
                  <a:lnTo>
                    <a:pt x="2363222" y="1022264"/>
                  </a:lnTo>
                  <a:lnTo>
                    <a:pt x="2380472" y="929909"/>
                  </a:lnTo>
                  <a:lnTo>
                    <a:pt x="2322502" y="889719"/>
                  </a:lnTo>
                  <a:lnTo>
                    <a:pt x="2267028" y="868477"/>
                  </a:lnTo>
                  <a:lnTo>
                    <a:pt x="2203380" y="871276"/>
                  </a:lnTo>
                  <a:lnTo>
                    <a:pt x="2133079" y="799475"/>
                  </a:lnTo>
                  <a:lnTo>
                    <a:pt x="2042453" y="747265"/>
                  </a:lnTo>
                  <a:lnTo>
                    <a:pt x="1915954" y="606003"/>
                  </a:lnTo>
                  <a:lnTo>
                    <a:pt x="1919643" y="566823"/>
                  </a:lnTo>
                  <a:lnTo>
                    <a:pt x="1916460" y="501078"/>
                  </a:lnTo>
                  <a:lnTo>
                    <a:pt x="1954902" y="397208"/>
                  </a:lnTo>
                  <a:lnTo>
                    <a:pt x="1991752" y="324581"/>
                  </a:lnTo>
                  <a:lnTo>
                    <a:pt x="2042634" y="286961"/>
                  </a:lnTo>
                  <a:lnTo>
                    <a:pt x="2190289" y="248652"/>
                  </a:lnTo>
                  <a:lnTo>
                    <a:pt x="2227320" y="191028"/>
                  </a:lnTo>
                  <a:lnTo>
                    <a:pt x="2249271" y="142488"/>
                  </a:lnTo>
                  <a:lnTo>
                    <a:pt x="2176113" y="225850"/>
                  </a:lnTo>
                  <a:lnTo>
                    <a:pt x="2066538" y="254111"/>
                  </a:lnTo>
                  <a:lnTo>
                    <a:pt x="2007483" y="285217"/>
                  </a:lnTo>
                  <a:lnTo>
                    <a:pt x="1960254" y="332794"/>
                  </a:lnTo>
                  <a:lnTo>
                    <a:pt x="1932300" y="392528"/>
                  </a:lnTo>
                  <a:lnTo>
                    <a:pt x="1869014" y="464513"/>
                  </a:lnTo>
                  <a:lnTo>
                    <a:pt x="1873462" y="512731"/>
                  </a:lnTo>
                  <a:lnTo>
                    <a:pt x="1884058" y="547003"/>
                  </a:lnTo>
                  <a:lnTo>
                    <a:pt x="1879176" y="618437"/>
                  </a:lnTo>
                  <a:lnTo>
                    <a:pt x="1919209" y="688081"/>
                  </a:lnTo>
                  <a:lnTo>
                    <a:pt x="1998587" y="802182"/>
                  </a:lnTo>
                  <a:lnTo>
                    <a:pt x="2013740" y="979413"/>
                  </a:lnTo>
                  <a:lnTo>
                    <a:pt x="2074313" y="1098010"/>
                  </a:lnTo>
                  <a:lnTo>
                    <a:pt x="2167144" y="1236290"/>
                  </a:lnTo>
                  <a:lnTo>
                    <a:pt x="2238531" y="1275608"/>
                  </a:lnTo>
                  <a:lnTo>
                    <a:pt x="2242003" y="1327038"/>
                  </a:lnTo>
                  <a:lnTo>
                    <a:pt x="2209058" y="1411960"/>
                  </a:lnTo>
                  <a:lnTo>
                    <a:pt x="2165626" y="1450774"/>
                  </a:lnTo>
                  <a:lnTo>
                    <a:pt x="2222113" y="1443021"/>
                  </a:lnTo>
                  <a:lnTo>
                    <a:pt x="2250248" y="1462427"/>
                  </a:lnTo>
                  <a:lnTo>
                    <a:pt x="2277623" y="1533265"/>
                  </a:lnTo>
                  <a:lnTo>
                    <a:pt x="2275490" y="1605570"/>
                  </a:lnTo>
                  <a:lnTo>
                    <a:pt x="2266232" y="1646311"/>
                  </a:lnTo>
                  <a:lnTo>
                    <a:pt x="2249127" y="1662552"/>
                  </a:lnTo>
                  <a:lnTo>
                    <a:pt x="2249850" y="1620939"/>
                  </a:lnTo>
                  <a:lnTo>
                    <a:pt x="2237735" y="1606488"/>
                  </a:lnTo>
                  <a:lnTo>
                    <a:pt x="2217737" y="1624518"/>
                  </a:lnTo>
                  <a:lnTo>
                    <a:pt x="2204791" y="1645072"/>
                  </a:lnTo>
                  <a:lnTo>
                    <a:pt x="2199402" y="1726048"/>
                  </a:lnTo>
                  <a:lnTo>
                    <a:pt x="2185696" y="1766514"/>
                  </a:lnTo>
                  <a:lnTo>
                    <a:pt x="2137237" y="1778534"/>
                  </a:lnTo>
                  <a:lnTo>
                    <a:pt x="2088091" y="1884790"/>
                  </a:lnTo>
                  <a:lnTo>
                    <a:pt x="2042381" y="1945075"/>
                  </a:lnTo>
                  <a:lnTo>
                    <a:pt x="1862504" y="2352710"/>
                  </a:lnTo>
                  <a:lnTo>
                    <a:pt x="1869376" y="2420840"/>
                  </a:lnTo>
                  <a:lnTo>
                    <a:pt x="1836467" y="2442770"/>
                  </a:lnTo>
                  <a:lnTo>
                    <a:pt x="1786634" y="2460617"/>
                  </a:lnTo>
                  <a:lnTo>
                    <a:pt x="1736222" y="2501358"/>
                  </a:lnTo>
                  <a:lnTo>
                    <a:pt x="1702771" y="2546274"/>
                  </a:lnTo>
                  <a:lnTo>
                    <a:pt x="1671707" y="2667073"/>
                  </a:lnTo>
                  <a:lnTo>
                    <a:pt x="1612182" y="2803059"/>
                  </a:lnTo>
                  <a:lnTo>
                    <a:pt x="1575042" y="2746398"/>
                  </a:lnTo>
                  <a:lnTo>
                    <a:pt x="1565531" y="2697904"/>
                  </a:lnTo>
                  <a:lnTo>
                    <a:pt x="1582058" y="2571415"/>
                  </a:lnTo>
                  <a:lnTo>
                    <a:pt x="1646428" y="2364042"/>
                  </a:lnTo>
                  <a:lnTo>
                    <a:pt x="1717345" y="2235122"/>
                  </a:lnTo>
                  <a:lnTo>
                    <a:pt x="1771445" y="2174011"/>
                  </a:lnTo>
                  <a:lnTo>
                    <a:pt x="1815926" y="2049450"/>
                  </a:lnTo>
                  <a:lnTo>
                    <a:pt x="1759728" y="2030869"/>
                  </a:lnTo>
                  <a:lnTo>
                    <a:pt x="1674057" y="2032887"/>
                  </a:lnTo>
                  <a:lnTo>
                    <a:pt x="1690186" y="1975401"/>
                  </a:lnTo>
                  <a:lnTo>
                    <a:pt x="1715175" y="1924750"/>
                  </a:lnTo>
                  <a:lnTo>
                    <a:pt x="1670513" y="1874283"/>
                  </a:lnTo>
                  <a:lnTo>
                    <a:pt x="1644078" y="1867860"/>
                  </a:lnTo>
                  <a:lnTo>
                    <a:pt x="1616847" y="1847169"/>
                  </a:lnTo>
                  <a:lnTo>
                    <a:pt x="1648779" y="1805144"/>
                  </a:lnTo>
                  <a:lnTo>
                    <a:pt x="1664366" y="1760733"/>
                  </a:lnTo>
                  <a:lnTo>
                    <a:pt x="1654855" y="1706687"/>
                  </a:lnTo>
                  <a:lnTo>
                    <a:pt x="1668235" y="1665993"/>
                  </a:lnTo>
                  <a:lnTo>
                    <a:pt x="1645922" y="1672140"/>
                  </a:lnTo>
                  <a:lnTo>
                    <a:pt x="1610048" y="1715221"/>
                  </a:lnTo>
                  <a:lnTo>
                    <a:pt x="1587735" y="1732425"/>
                  </a:lnTo>
                  <a:lnTo>
                    <a:pt x="1574138" y="1694300"/>
                  </a:lnTo>
                  <a:lnTo>
                    <a:pt x="1558624" y="1702925"/>
                  </a:lnTo>
                  <a:lnTo>
                    <a:pt x="1548534" y="1729122"/>
                  </a:lnTo>
                  <a:lnTo>
                    <a:pt x="1525643" y="1743528"/>
                  </a:lnTo>
                  <a:lnTo>
                    <a:pt x="1477293" y="1707697"/>
                  </a:lnTo>
                  <a:lnTo>
                    <a:pt x="1406810" y="1666681"/>
                  </a:lnTo>
                  <a:lnTo>
                    <a:pt x="1367573" y="1596119"/>
                  </a:lnTo>
                  <a:lnTo>
                    <a:pt x="1345188" y="1541431"/>
                  </a:lnTo>
                  <a:lnTo>
                    <a:pt x="1367935" y="1442470"/>
                  </a:lnTo>
                  <a:lnTo>
                    <a:pt x="1416647" y="1424898"/>
                  </a:lnTo>
                  <a:lnTo>
                    <a:pt x="1479932" y="1440956"/>
                  </a:lnTo>
                  <a:lnTo>
                    <a:pt x="1562891" y="1440818"/>
                  </a:lnTo>
                  <a:lnTo>
                    <a:pt x="1551030" y="1418842"/>
                  </a:lnTo>
                  <a:lnTo>
                    <a:pt x="1521412" y="1422467"/>
                  </a:lnTo>
                  <a:lnTo>
                    <a:pt x="1433969" y="1342178"/>
                  </a:lnTo>
                  <a:lnTo>
                    <a:pt x="1405834" y="1293684"/>
                  </a:lnTo>
                  <a:lnTo>
                    <a:pt x="1357447" y="1280379"/>
                  </a:lnTo>
                  <a:lnTo>
                    <a:pt x="1335388" y="1326992"/>
                  </a:lnTo>
                  <a:lnTo>
                    <a:pt x="1310905" y="1339380"/>
                  </a:lnTo>
                  <a:lnTo>
                    <a:pt x="1341138" y="1237391"/>
                  </a:lnTo>
                  <a:lnTo>
                    <a:pt x="1380664" y="1233216"/>
                  </a:lnTo>
                  <a:lnTo>
                    <a:pt x="1439032" y="1204954"/>
                  </a:lnTo>
                  <a:lnTo>
                    <a:pt x="1422071" y="1145908"/>
                  </a:lnTo>
                  <a:lnTo>
                    <a:pt x="1385221" y="1120078"/>
                  </a:lnTo>
                  <a:lnTo>
                    <a:pt x="1318680" y="1152469"/>
                  </a:lnTo>
                  <a:lnTo>
                    <a:pt x="1319476" y="1110948"/>
                  </a:lnTo>
                  <a:lnTo>
                    <a:pt x="1331952" y="1057774"/>
                  </a:lnTo>
                  <a:lnTo>
                    <a:pt x="1382111" y="1057958"/>
                  </a:lnTo>
                  <a:lnTo>
                    <a:pt x="1426049" y="1075300"/>
                  </a:lnTo>
                  <a:lnTo>
                    <a:pt x="1463442" y="989415"/>
                  </a:lnTo>
                  <a:lnTo>
                    <a:pt x="1465105" y="951060"/>
                  </a:lnTo>
                  <a:lnTo>
                    <a:pt x="1402977" y="1006803"/>
                  </a:lnTo>
                  <a:lnTo>
                    <a:pt x="1389018" y="886554"/>
                  </a:lnTo>
                  <a:lnTo>
                    <a:pt x="1450170" y="770572"/>
                  </a:lnTo>
                  <a:lnTo>
                    <a:pt x="1508502" y="720013"/>
                  </a:lnTo>
                  <a:lnTo>
                    <a:pt x="1581371" y="721481"/>
                  </a:lnTo>
                  <a:lnTo>
                    <a:pt x="1655433" y="713315"/>
                  </a:lnTo>
                  <a:lnTo>
                    <a:pt x="1608963" y="692073"/>
                  </a:lnTo>
                  <a:lnTo>
                    <a:pt x="1561264" y="680557"/>
                  </a:lnTo>
                  <a:lnTo>
                    <a:pt x="1597102" y="634724"/>
                  </a:lnTo>
                  <a:lnTo>
                    <a:pt x="1627660" y="626511"/>
                  </a:lnTo>
                  <a:lnTo>
                    <a:pt x="1657675" y="586551"/>
                  </a:lnTo>
                  <a:lnTo>
                    <a:pt x="1585493" y="592469"/>
                  </a:lnTo>
                  <a:lnTo>
                    <a:pt x="1593992" y="516861"/>
                  </a:lnTo>
                  <a:lnTo>
                    <a:pt x="1558913" y="532230"/>
                  </a:lnTo>
                  <a:lnTo>
                    <a:pt x="1516928" y="539341"/>
                  </a:lnTo>
                  <a:lnTo>
                    <a:pt x="1500582" y="571411"/>
                  </a:lnTo>
                  <a:lnTo>
                    <a:pt x="1503800" y="624676"/>
                  </a:lnTo>
                  <a:lnTo>
                    <a:pt x="1491541" y="659636"/>
                  </a:lnTo>
                  <a:lnTo>
                    <a:pt x="1458885" y="687714"/>
                  </a:lnTo>
                  <a:lnTo>
                    <a:pt x="1403736" y="709598"/>
                  </a:lnTo>
                  <a:lnTo>
                    <a:pt x="1398384" y="671656"/>
                  </a:lnTo>
                  <a:lnTo>
                    <a:pt x="1380158" y="654452"/>
                  </a:lnTo>
                  <a:lnTo>
                    <a:pt x="1373359" y="735703"/>
                  </a:lnTo>
                  <a:lnTo>
                    <a:pt x="1358894" y="763323"/>
                  </a:lnTo>
                  <a:lnTo>
                    <a:pt x="1318572" y="687072"/>
                  </a:lnTo>
                  <a:lnTo>
                    <a:pt x="1306457" y="702441"/>
                  </a:lnTo>
                  <a:lnTo>
                    <a:pt x="1308012" y="724096"/>
                  </a:lnTo>
                  <a:lnTo>
                    <a:pt x="1297705" y="761533"/>
                  </a:lnTo>
                  <a:lnTo>
                    <a:pt x="1263133" y="781032"/>
                  </a:lnTo>
                  <a:lnTo>
                    <a:pt x="1265267" y="829021"/>
                  </a:lnTo>
                  <a:lnTo>
                    <a:pt x="1251850" y="855172"/>
                  </a:lnTo>
                  <a:lnTo>
                    <a:pt x="1141118" y="813514"/>
                  </a:lnTo>
                  <a:lnTo>
                    <a:pt x="1138514" y="827645"/>
                  </a:lnTo>
                  <a:lnTo>
                    <a:pt x="1201149" y="917476"/>
                  </a:lnTo>
                  <a:lnTo>
                    <a:pt x="1246896" y="948169"/>
                  </a:lnTo>
                  <a:lnTo>
                    <a:pt x="1252465" y="997168"/>
                  </a:lnTo>
                  <a:lnTo>
                    <a:pt x="1213192" y="1037817"/>
                  </a:lnTo>
                  <a:lnTo>
                    <a:pt x="1159019" y="1002719"/>
                  </a:lnTo>
                  <a:lnTo>
                    <a:pt x="1149906" y="1005289"/>
                  </a:lnTo>
                  <a:lnTo>
                    <a:pt x="1179343" y="1065482"/>
                  </a:lnTo>
                  <a:lnTo>
                    <a:pt x="1197895" y="1118059"/>
                  </a:lnTo>
                  <a:lnTo>
                    <a:pt x="1178800" y="1162103"/>
                  </a:lnTo>
                  <a:lnTo>
                    <a:pt x="1181766" y="1216332"/>
                  </a:lnTo>
                  <a:lnTo>
                    <a:pt x="1177643" y="1265515"/>
                  </a:lnTo>
                  <a:lnTo>
                    <a:pt x="1165962" y="1308411"/>
                  </a:lnTo>
                  <a:lnTo>
                    <a:pt x="1192289" y="1506150"/>
                  </a:lnTo>
                  <a:lnTo>
                    <a:pt x="1224004" y="1559920"/>
                  </a:lnTo>
                  <a:lnTo>
                    <a:pt x="1255177" y="1611351"/>
                  </a:lnTo>
                  <a:lnTo>
                    <a:pt x="1271704" y="1659478"/>
                  </a:lnTo>
                  <a:lnTo>
                    <a:pt x="1238614" y="1666497"/>
                  </a:lnTo>
                  <a:lnTo>
                    <a:pt x="1185924" y="1626904"/>
                  </a:lnTo>
                  <a:lnTo>
                    <a:pt x="1139635" y="1596715"/>
                  </a:lnTo>
                  <a:lnTo>
                    <a:pt x="1084486" y="1500186"/>
                  </a:lnTo>
                  <a:lnTo>
                    <a:pt x="1075373" y="1461647"/>
                  </a:lnTo>
                  <a:lnTo>
                    <a:pt x="1061920" y="1431184"/>
                  </a:lnTo>
                  <a:lnTo>
                    <a:pt x="1068430" y="1501149"/>
                  </a:lnTo>
                  <a:lnTo>
                    <a:pt x="1088103" y="1579281"/>
                  </a:lnTo>
                  <a:lnTo>
                    <a:pt x="1260819" y="1754126"/>
                  </a:lnTo>
                  <a:lnTo>
                    <a:pt x="1292715" y="1821201"/>
                  </a:lnTo>
                  <a:lnTo>
                    <a:pt x="1317017" y="1873916"/>
                  </a:lnTo>
                  <a:lnTo>
                    <a:pt x="1310905" y="1924429"/>
                  </a:lnTo>
                  <a:lnTo>
                    <a:pt x="1265882" y="1888689"/>
                  </a:lnTo>
                  <a:lnTo>
                    <a:pt x="1227042" y="1843132"/>
                  </a:lnTo>
                  <a:lnTo>
                    <a:pt x="1123941" y="1791655"/>
                  </a:lnTo>
                  <a:lnTo>
                    <a:pt x="993933" y="1759127"/>
                  </a:lnTo>
                  <a:lnTo>
                    <a:pt x="920630" y="1639475"/>
                  </a:lnTo>
                  <a:lnTo>
                    <a:pt x="920883" y="1689391"/>
                  </a:lnTo>
                  <a:lnTo>
                    <a:pt x="904610" y="1731737"/>
                  </a:lnTo>
                  <a:lnTo>
                    <a:pt x="859803" y="1680123"/>
                  </a:lnTo>
                  <a:lnTo>
                    <a:pt x="831560" y="1636079"/>
                  </a:lnTo>
                  <a:lnTo>
                    <a:pt x="822085" y="1587815"/>
                  </a:lnTo>
                  <a:lnTo>
                    <a:pt x="766140" y="1591118"/>
                  </a:lnTo>
                  <a:lnTo>
                    <a:pt x="707483" y="1633051"/>
                  </a:lnTo>
                  <a:lnTo>
                    <a:pt x="650743" y="1623096"/>
                  </a:lnTo>
                  <a:lnTo>
                    <a:pt x="644017" y="1541248"/>
                  </a:lnTo>
                  <a:lnTo>
                    <a:pt x="659350" y="1497892"/>
                  </a:lnTo>
                  <a:lnTo>
                    <a:pt x="723034" y="1395352"/>
                  </a:lnTo>
                  <a:lnTo>
                    <a:pt x="783029" y="1343004"/>
                  </a:lnTo>
                  <a:lnTo>
                    <a:pt x="809500" y="1275424"/>
                  </a:lnTo>
                  <a:lnTo>
                    <a:pt x="800459" y="1170637"/>
                  </a:lnTo>
                  <a:lnTo>
                    <a:pt x="789176" y="1277260"/>
                  </a:lnTo>
                  <a:lnTo>
                    <a:pt x="754894" y="1330112"/>
                  </a:lnTo>
                  <a:lnTo>
                    <a:pt x="701010" y="1370486"/>
                  </a:lnTo>
                  <a:lnTo>
                    <a:pt x="630094" y="1442424"/>
                  </a:lnTo>
                  <a:lnTo>
                    <a:pt x="612772" y="1508949"/>
                  </a:lnTo>
                  <a:lnTo>
                    <a:pt x="590640" y="1633510"/>
                  </a:lnTo>
                  <a:lnTo>
                    <a:pt x="620583" y="1675673"/>
                  </a:lnTo>
                  <a:lnTo>
                    <a:pt x="651177" y="1686684"/>
                  </a:lnTo>
                  <a:lnTo>
                    <a:pt x="741549" y="1658423"/>
                  </a:lnTo>
                  <a:lnTo>
                    <a:pt x="788309" y="1671039"/>
                  </a:lnTo>
                  <a:lnTo>
                    <a:pt x="892314" y="1821018"/>
                  </a:lnTo>
                  <a:lnTo>
                    <a:pt x="1085969" y="1880339"/>
                  </a:lnTo>
                  <a:lnTo>
                    <a:pt x="1156596" y="1917410"/>
                  </a:lnTo>
                  <a:lnTo>
                    <a:pt x="1214168" y="1995679"/>
                  </a:lnTo>
                  <a:lnTo>
                    <a:pt x="1300707" y="2040733"/>
                  </a:lnTo>
                  <a:lnTo>
                    <a:pt x="1367862" y="2106202"/>
                  </a:lnTo>
                  <a:lnTo>
                    <a:pt x="1369670" y="2148915"/>
                  </a:lnTo>
                  <a:lnTo>
                    <a:pt x="1346417" y="2199428"/>
                  </a:lnTo>
                  <a:lnTo>
                    <a:pt x="1337232" y="2267788"/>
                  </a:lnTo>
                  <a:lnTo>
                    <a:pt x="1308699" y="2310914"/>
                  </a:lnTo>
                  <a:lnTo>
                    <a:pt x="1240206" y="2315869"/>
                  </a:lnTo>
                  <a:lnTo>
                    <a:pt x="1198835" y="2304766"/>
                  </a:lnTo>
                  <a:lnTo>
                    <a:pt x="976430" y="2064452"/>
                  </a:lnTo>
                  <a:lnTo>
                    <a:pt x="949886" y="2042338"/>
                  </a:lnTo>
                  <a:lnTo>
                    <a:pt x="867398" y="1916492"/>
                  </a:lnTo>
                  <a:lnTo>
                    <a:pt x="770625" y="1849096"/>
                  </a:lnTo>
                  <a:lnTo>
                    <a:pt x="740681" y="1850518"/>
                  </a:lnTo>
                  <a:lnTo>
                    <a:pt x="878428" y="1975171"/>
                  </a:lnTo>
                  <a:lnTo>
                    <a:pt x="934662" y="2062342"/>
                  </a:lnTo>
                  <a:lnTo>
                    <a:pt x="1033713" y="2184563"/>
                  </a:lnTo>
                  <a:lnTo>
                    <a:pt x="1104521" y="2236315"/>
                  </a:lnTo>
                  <a:lnTo>
                    <a:pt x="1156632" y="2317062"/>
                  </a:lnTo>
                  <a:lnTo>
                    <a:pt x="1205055" y="2354912"/>
                  </a:lnTo>
                  <a:lnTo>
                    <a:pt x="1337268" y="2408820"/>
                  </a:lnTo>
                  <a:lnTo>
                    <a:pt x="1291304" y="2447542"/>
                  </a:lnTo>
                  <a:lnTo>
                    <a:pt x="1364680" y="2480529"/>
                  </a:lnTo>
                  <a:lnTo>
                    <a:pt x="1375167" y="2541181"/>
                  </a:lnTo>
                  <a:lnTo>
                    <a:pt x="1368441" y="2610321"/>
                  </a:lnTo>
                  <a:lnTo>
                    <a:pt x="1266605" y="2582977"/>
                  </a:lnTo>
                  <a:lnTo>
                    <a:pt x="1263278" y="2633903"/>
                  </a:lnTo>
                  <a:lnTo>
                    <a:pt x="1272391" y="2663953"/>
                  </a:lnTo>
                  <a:lnTo>
                    <a:pt x="1227404" y="2688774"/>
                  </a:lnTo>
                  <a:lnTo>
                    <a:pt x="1164841" y="2655099"/>
                  </a:lnTo>
                  <a:lnTo>
                    <a:pt x="1002396" y="2470894"/>
                  </a:lnTo>
                  <a:lnTo>
                    <a:pt x="1003770" y="2495531"/>
                  </a:lnTo>
                  <a:lnTo>
                    <a:pt x="1016933" y="2524114"/>
                  </a:lnTo>
                  <a:lnTo>
                    <a:pt x="1111139" y="2642711"/>
                  </a:lnTo>
                  <a:lnTo>
                    <a:pt x="1195218" y="2713824"/>
                  </a:lnTo>
                  <a:lnTo>
                    <a:pt x="1266496" y="2745939"/>
                  </a:lnTo>
                  <a:lnTo>
                    <a:pt x="1321429" y="2805536"/>
                  </a:lnTo>
                  <a:lnTo>
                    <a:pt x="1340812" y="2841597"/>
                  </a:lnTo>
                  <a:lnTo>
                    <a:pt x="1353759" y="2896285"/>
                  </a:lnTo>
                  <a:lnTo>
                    <a:pt x="1313039" y="2933447"/>
                  </a:lnTo>
                  <a:lnTo>
                    <a:pt x="1266677" y="2953955"/>
                  </a:lnTo>
                  <a:lnTo>
                    <a:pt x="1221401" y="2916884"/>
                  </a:lnTo>
                  <a:lnTo>
                    <a:pt x="1188203" y="2877841"/>
                  </a:lnTo>
                  <a:lnTo>
                    <a:pt x="1117503" y="2811546"/>
                  </a:lnTo>
                  <a:lnTo>
                    <a:pt x="1096312" y="2737452"/>
                  </a:lnTo>
                  <a:lnTo>
                    <a:pt x="1042537" y="2741259"/>
                  </a:lnTo>
                  <a:lnTo>
                    <a:pt x="817782" y="2647299"/>
                  </a:lnTo>
                  <a:lnTo>
                    <a:pt x="637146" y="2636472"/>
                  </a:lnTo>
                  <a:lnTo>
                    <a:pt x="654793" y="2655374"/>
                  </a:lnTo>
                  <a:lnTo>
                    <a:pt x="677649" y="2667945"/>
                  </a:lnTo>
                  <a:lnTo>
                    <a:pt x="821506" y="2691114"/>
                  </a:lnTo>
                  <a:lnTo>
                    <a:pt x="878355" y="2734378"/>
                  </a:lnTo>
                  <a:lnTo>
                    <a:pt x="996682" y="2772778"/>
                  </a:lnTo>
                  <a:lnTo>
                    <a:pt x="1065971" y="2783285"/>
                  </a:lnTo>
                  <a:lnTo>
                    <a:pt x="1094070" y="2901240"/>
                  </a:lnTo>
                  <a:lnTo>
                    <a:pt x="1189830" y="2982400"/>
                  </a:lnTo>
                  <a:lnTo>
                    <a:pt x="1202270" y="3042547"/>
                  </a:lnTo>
                  <a:lnTo>
                    <a:pt x="1267654" y="3049291"/>
                  </a:lnTo>
                  <a:lnTo>
                    <a:pt x="1382689" y="2990291"/>
                  </a:lnTo>
                  <a:lnTo>
                    <a:pt x="1456933" y="3010982"/>
                  </a:lnTo>
                  <a:lnTo>
                    <a:pt x="1564012" y="3027866"/>
                  </a:lnTo>
                  <a:lnTo>
                    <a:pt x="1588495" y="3075488"/>
                  </a:lnTo>
                  <a:lnTo>
                    <a:pt x="1606866" y="3166099"/>
                  </a:lnTo>
                  <a:lnTo>
                    <a:pt x="1644729" y="3268043"/>
                  </a:lnTo>
                  <a:lnTo>
                    <a:pt x="1742912" y="3669989"/>
                  </a:lnTo>
                  <a:lnTo>
                    <a:pt x="1890423" y="3998758"/>
                  </a:lnTo>
                  <a:lnTo>
                    <a:pt x="1907225" y="4051159"/>
                  </a:lnTo>
                  <a:lnTo>
                    <a:pt x="0" y="19564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2301906" y="3864723"/>
              <a:ext cx="1905669" cy="1856224"/>
            </a:xfrm>
            <a:custGeom>
              <a:avLst/>
              <a:pathLst>
                <a:path w="1905669" h="1856224">
                  <a:moveTo>
                    <a:pt x="1905669" y="1856224"/>
                  </a:moveTo>
                  <a:lnTo>
                    <a:pt x="1874294" y="1810751"/>
                  </a:lnTo>
                  <a:lnTo>
                    <a:pt x="1764863" y="1593009"/>
                  </a:lnTo>
                  <a:lnTo>
                    <a:pt x="1704471" y="1435782"/>
                  </a:lnTo>
                  <a:lnTo>
                    <a:pt x="1642414" y="1158168"/>
                  </a:lnTo>
                  <a:lnTo>
                    <a:pt x="1624405" y="1096002"/>
                  </a:lnTo>
                  <a:lnTo>
                    <a:pt x="1603213" y="1071181"/>
                  </a:lnTo>
                  <a:lnTo>
                    <a:pt x="1589254" y="1091368"/>
                  </a:lnTo>
                  <a:lnTo>
                    <a:pt x="1583251" y="1126741"/>
                  </a:lnTo>
                  <a:lnTo>
                    <a:pt x="1593377" y="1153901"/>
                  </a:lnTo>
                  <a:lnTo>
                    <a:pt x="1568930" y="1245292"/>
                  </a:lnTo>
                  <a:lnTo>
                    <a:pt x="1579526" y="1287225"/>
                  </a:lnTo>
                  <a:lnTo>
                    <a:pt x="1619234" y="1330581"/>
                  </a:lnTo>
                  <a:lnTo>
                    <a:pt x="1662377" y="1438764"/>
                  </a:lnTo>
                  <a:lnTo>
                    <a:pt x="1696840" y="1584430"/>
                  </a:lnTo>
                  <a:lnTo>
                    <a:pt x="1650226" y="1525383"/>
                  </a:lnTo>
                  <a:lnTo>
                    <a:pt x="1600465" y="1494094"/>
                  </a:lnTo>
                  <a:lnTo>
                    <a:pt x="1523039" y="1470099"/>
                  </a:lnTo>
                  <a:lnTo>
                    <a:pt x="1454076" y="1428028"/>
                  </a:lnTo>
                  <a:lnTo>
                    <a:pt x="1459102" y="1488359"/>
                  </a:lnTo>
                  <a:lnTo>
                    <a:pt x="1452484" y="1553507"/>
                  </a:lnTo>
                  <a:lnTo>
                    <a:pt x="1399324" y="1533642"/>
                  </a:lnTo>
                  <a:lnTo>
                    <a:pt x="1363161" y="1512033"/>
                  </a:lnTo>
                  <a:lnTo>
                    <a:pt x="1395166" y="1581448"/>
                  </a:lnTo>
                  <a:lnTo>
                    <a:pt x="1325696" y="1560619"/>
                  </a:lnTo>
                  <a:lnTo>
                    <a:pt x="1279407" y="1564977"/>
                  </a:lnTo>
                  <a:lnTo>
                    <a:pt x="1249319" y="1626593"/>
                  </a:lnTo>
                  <a:lnTo>
                    <a:pt x="1208961" y="1663984"/>
                  </a:lnTo>
                  <a:lnTo>
                    <a:pt x="1149291" y="1676050"/>
                  </a:lnTo>
                  <a:lnTo>
                    <a:pt x="1060763" y="1619711"/>
                  </a:lnTo>
                  <a:lnTo>
                    <a:pt x="1032086" y="1551305"/>
                  </a:lnTo>
                  <a:lnTo>
                    <a:pt x="1020224" y="1475146"/>
                  </a:lnTo>
                  <a:lnTo>
                    <a:pt x="1015487" y="1565206"/>
                  </a:lnTo>
                  <a:lnTo>
                    <a:pt x="1031254" y="1658983"/>
                  </a:lnTo>
                  <a:lnTo>
                    <a:pt x="1025721" y="1730279"/>
                  </a:lnTo>
                  <a:lnTo>
                    <a:pt x="1110958" y="1743401"/>
                  </a:lnTo>
                  <a:lnTo>
                    <a:pt x="1190662" y="1731747"/>
                  </a:lnTo>
                  <a:lnTo>
                    <a:pt x="1298212" y="1734729"/>
                  </a:lnTo>
                  <a:lnTo>
                    <a:pt x="1368369" y="1721379"/>
                  </a:lnTo>
                  <a:lnTo>
                    <a:pt x="1410607" y="1698714"/>
                  </a:lnTo>
                  <a:lnTo>
                    <a:pt x="1511901" y="1718351"/>
                  </a:lnTo>
                  <a:lnTo>
                    <a:pt x="1519097" y="1804466"/>
                  </a:lnTo>
                  <a:lnTo>
                    <a:pt x="1512101" y="1856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2301906" y="1669789"/>
              <a:ext cx="1744834" cy="4051159"/>
            </a:xfrm>
            <a:custGeom>
              <a:avLst/>
              <a:pathLst>
                <a:path w="1744834" h="4051159">
                  <a:moveTo>
                    <a:pt x="1572333" y="4051159"/>
                  </a:moveTo>
                  <a:lnTo>
                    <a:pt x="1579201" y="3983159"/>
                  </a:lnTo>
                  <a:lnTo>
                    <a:pt x="1671779" y="3922828"/>
                  </a:lnTo>
                  <a:lnTo>
                    <a:pt x="1702807" y="3926957"/>
                  </a:lnTo>
                  <a:lnTo>
                    <a:pt x="1732280" y="3979443"/>
                  </a:lnTo>
                  <a:lnTo>
                    <a:pt x="1742189" y="4032662"/>
                  </a:lnTo>
                  <a:lnTo>
                    <a:pt x="1744834" y="4051159"/>
                  </a:lnTo>
                  <a:lnTo>
                    <a:pt x="0" y="782534"/>
                  </a:lnTo>
                  <a:lnTo>
                    <a:pt x="1625016" y="1533175"/>
                  </a:lnTo>
                  <a:lnTo>
                    <a:pt x="0" y="824504"/>
                  </a:lnTo>
                  <a:lnTo>
                    <a:pt x="1462142" y="1533175"/>
                  </a:lnTo>
                  <a:lnTo>
                    <a:pt x="0" y="824504"/>
                  </a:lnTo>
                  <a:lnTo>
                    <a:pt x="1462142" y="1533175"/>
                  </a:lnTo>
                  <a:lnTo>
                    <a:pt x="0" y="847078"/>
                  </a:lnTo>
                  <a:lnTo>
                    <a:pt x="1380705" y="1533175"/>
                  </a:lnTo>
                  <a:lnTo>
                    <a:pt x="0" y="847078"/>
                  </a:lnTo>
                  <a:lnTo>
                    <a:pt x="1380705" y="1533175"/>
                  </a:lnTo>
                  <a:lnTo>
                    <a:pt x="0" y="870822"/>
                  </a:lnTo>
                  <a:lnTo>
                    <a:pt x="1299268" y="1533175"/>
                  </a:lnTo>
                  <a:lnTo>
                    <a:pt x="0" y="895829"/>
                  </a:lnTo>
                  <a:lnTo>
                    <a:pt x="1217832" y="153317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074943" y="5605784"/>
              <a:ext cx="60356" cy="103870"/>
            </a:xfrm>
            <a:custGeom>
              <a:avLst/>
              <a:pathLst>
                <a:path w="60356" h="103870">
                  <a:moveTo>
                    <a:pt x="49182" y="103870"/>
                  </a:moveTo>
                  <a:lnTo>
                    <a:pt x="0" y="0"/>
                  </a:lnTo>
                  <a:lnTo>
                    <a:pt x="50592" y="33583"/>
                  </a:lnTo>
                  <a:lnTo>
                    <a:pt x="59633" y="61523"/>
                  </a:lnTo>
                  <a:lnTo>
                    <a:pt x="60356" y="8478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3A81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45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59C3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79D5B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C5EDD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6BD1B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156157" y="4290865"/>
              <a:ext cx="252911" cy="252911"/>
            </a:xfrm>
            <a:prstGeom prst="ellipse">
              <a:avLst/>
            </a:prstGeom>
            <a:solidFill>
              <a:srgbClr val="ADE5C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3536580" y="3232304"/>
              <a:ext cx="1087877" cy="456644"/>
            </a:xfrm>
            <a:custGeom>
              <a:avLst/>
              <a:pathLst>
                <a:path w="1087877" h="456644">
                  <a:moveTo>
                    <a:pt x="1087877" y="0"/>
                  </a:moveTo>
                  <a:lnTo>
                    <a:pt x="0" y="45664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3509369" y="4165456"/>
              <a:ext cx="715028" cy="213669"/>
            </a:xfrm>
            <a:custGeom>
              <a:avLst/>
              <a:pathLst>
                <a:path w="715028" h="213669">
                  <a:moveTo>
                    <a:pt x="715028" y="0"/>
                  </a:moveTo>
                  <a:lnTo>
                    <a:pt x="0" y="213669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3295744" y="3749005"/>
              <a:ext cx="1534775" cy="662646"/>
            </a:xfrm>
            <a:custGeom>
              <a:avLst/>
              <a:pathLst>
                <a:path w="1534775" h="662646">
                  <a:moveTo>
                    <a:pt x="1534775" y="0"/>
                  </a:moveTo>
                  <a:lnTo>
                    <a:pt x="0" y="66264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4624458" y="3062379"/>
              <a:ext cx="1500987" cy="324612"/>
            </a:xfrm>
            <a:custGeom>
              <a:avLst/>
              <a:pathLst>
                <a:path w="1500987" h="324612">
                  <a:moveTo>
                    <a:pt x="27432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tx733"/>
            <p:cNvSpPr/>
            <p:nvPr/>
          </p:nvSpPr>
          <p:spPr>
            <a:xfrm>
              <a:off x="4670178" y="3108099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734" name="pg734"/>
            <p:cNvSpPr/>
            <p:nvPr/>
          </p:nvSpPr>
          <p:spPr>
            <a:xfrm>
              <a:off x="4224398" y="3996208"/>
              <a:ext cx="1554937" cy="324612"/>
            </a:xfrm>
            <a:custGeom>
              <a:avLst/>
              <a:pathLst>
                <a:path w="1554937" h="324612">
                  <a:moveTo>
                    <a:pt x="27432" y="324612"/>
                  </a:moveTo>
                  <a:lnTo>
                    <a:pt x="1527505" y="324612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2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tx735"/>
            <p:cNvSpPr/>
            <p:nvPr/>
          </p:nvSpPr>
          <p:spPr>
            <a:xfrm>
              <a:off x="4270118" y="4041928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736" name="pg736"/>
            <p:cNvSpPr/>
            <p:nvPr/>
          </p:nvSpPr>
          <p:spPr>
            <a:xfrm>
              <a:off x="4830519" y="3580890"/>
              <a:ext cx="1193383" cy="324612"/>
            </a:xfrm>
            <a:custGeom>
              <a:avLst/>
              <a:pathLst>
                <a:path w="1193383" h="324612">
                  <a:moveTo>
                    <a:pt x="27431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79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tx737"/>
            <p:cNvSpPr/>
            <p:nvPr/>
          </p:nvSpPr>
          <p:spPr>
            <a:xfrm>
              <a:off x="4876239" y="3626610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738" name="rc738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tx739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740" name="tx740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4" name="pl754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tx765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66" name="tx766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84" name="tx784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85" name="rc785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tx786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87" name="pic78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88" name="pl788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6836004" y="416026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6836004" y="39779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836004" y="361345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836004" y="343118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6660439" y="416026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6660439" y="39779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6660439" y="361345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6660439" y="343118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tx802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3" name="tx803"/>
            <p:cNvSpPr/>
            <p:nvPr/>
          </p:nvSpPr>
          <p:spPr>
            <a:xfrm>
              <a:off x="6949485" y="412021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6949485" y="39379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6949485" y="37556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6949485" y="35734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6949485" y="33911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487040" y="1600200"/>
              <a:ext cx="6169918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4439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97312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50229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31471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60646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8982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18997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148172" y="2354586"/>
              <a:ext cx="0" cy="3366361"/>
            </a:xfrm>
            <a:custGeom>
              <a:avLst/>
              <a:pathLst>
                <a:path w="0" h="3366361">
                  <a:moveTo>
                    <a:pt x="0" y="3366361"/>
                  </a:moveTo>
                  <a:lnTo>
                    <a:pt x="0" y="3348846"/>
                  </a:lnTo>
                  <a:lnTo>
                    <a:pt x="0" y="3309435"/>
                  </a:lnTo>
                  <a:lnTo>
                    <a:pt x="0" y="3270024"/>
                  </a:lnTo>
                  <a:lnTo>
                    <a:pt x="0" y="3230613"/>
                  </a:lnTo>
                  <a:lnTo>
                    <a:pt x="0" y="3191202"/>
                  </a:lnTo>
                  <a:lnTo>
                    <a:pt x="0" y="3151791"/>
                  </a:lnTo>
                  <a:lnTo>
                    <a:pt x="0" y="3112380"/>
                  </a:lnTo>
                  <a:lnTo>
                    <a:pt x="0" y="3072969"/>
                  </a:lnTo>
                  <a:lnTo>
                    <a:pt x="0" y="3033559"/>
                  </a:lnTo>
                  <a:lnTo>
                    <a:pt x="0" y="2994148"/>
                  </a:lnTo>
                  <a:lnTo>
                    <a:pt x="0" y="2954737"/>
                  </a:lnTo>
                  <a:lnTo>
                    <a:pt x="0" y="2915326"/>
                  </a:lnTo>
                  <a:lnTo>
                    <a:pt x="0" y="2875915"/>
                  </a:lnTo>
                  <a:lnTo>
                    <a:pt x="0" y="2836504"/>
                  </a:lnTo>
                  <a:lnTo>
                    <a:pt x="0" y="2797093"/>
                  </a:lnTo>
                  <a:lnTo>
                    <a:pt x="0" y="2757682"/>
                  </a:lnTo>
                  <a:lnTo>
                    <a:pt x="0" y="2718271"/>
                  </a:lnTo>
                  <a:lnTo>
                    <a:pt x="0" y="2678860"/>
                  </a:lnTo>
                  <a:lnTo>
                    <a:pt x="0" y="2639450"/>
                  </a:lnTo>
                  <a:lnTo>
                    <a:pt x="0" y="2600039"/>
                  </a:lnTo>
                  <a:lnTo>
                    <a:pt x="0" y="2560628"/>
                  </a:lnTo>
                  <a:lnTo>
                    <a:pt x="0" y="2521217"/>
                  </a:lnTo>
                  <a:lnTo>
                    <a:pt x="0" y="2481806"/>
                  </a:lnTo>
                  <a:lnTo>
                    <a:pt x="0" y="2442395"/>
                  </a:lnTo>
                  <a:lnTo>
                    <a:pt x="0" y="2402984"/>
                  </a:lnTo>
                  <a:lnTo>
                    <a:pt x="0" y="2363573"/>
                  </a:lnTo>
                  <a:lnTo>
                    <a:pt x="0" y="2324162"/>
                  </a:lnTo>
                  <a:lnTo>
                    <a:pt x="0" y="2284751"/>
                  </a:lnTo>
                  <a:lnTo>
                    <a:pt x="0" y="2245340"/>
                  </a:lnTo>
                  <a:lnTo>
                    <a:pt x="0" y="2205930"/>
                  </a:lnTo>
                  <a:lnTo>
                    <a:pt x="0" y="2166519"/>
                  </a:lnTo>
                  <a:lnTo>
                    <a:pt x="0" y="2127108"/>
                  </a:lnTo>
                  <a:lnTo>
                    <a:pt x="0" y="2087697"/>
                  </a:lnTo>
                  <a:lnTo>
                    <a:pt x="0" y="2048286"/>
                  </a:lnTo>
                  <a:lnTo>
                    <a:pt x="0" y="2008875"/>
                  </a:lnTo>
                  <a:lnTo>
                    <a:pt x="0" y="1969464"/>
                  </a:lnTo>
                  <a:lnTo>
                    <a:pt x="0" y="1930053"/>
                  </a:lnTo>
                  <a:lnTo>
                    <a:pt x="0" y="1890642"/>
                  </a:lnTo>
                  <a:lnTo>
                    <a:pt x="0" y="1851231"/>
                  </a:lnTo>
                  <a:lnTo>
                    <a:pt x="0" y="1811821"/>
                  </a:lnTo>
                  <a:lnTo>
                    <a:pt x="0" y="1772410"/>
                  </a:lnTo>
                  <a:lnTo>
                    <a:pt x="0" y="1732999"/>
                  </a:lnTo>
                  <a:lnTo>
                    <a:pt x="0" y="1693588"/>
                  </a:lnTo>
                  <a:lnTo>
                    <a:pt x="0" y="1654177"/>
                  </a:lnTo>
                  <a:lnTo>
                    <a:pt x="0" y="1614766"/>
                  </a:lnTo>
                  <a:lnTo>
                    <a:pt x="0" y="1575355"/>
                  </a:lnTo>
                  <a:lnTo>
                    <a:pt x="0" y="1535944"/>
                  </a:lnTo>
                  <a:lnTo>
                    <a:pt x="0" y="1496533"/>
                  </a:lnTo>
                  <a:lnTo>
                    <a:pt x="0" y="1457122"/>
                  </a:lnTo>
                  <a:lnTo>
                    <a:pt x="0" y="1417711"/>
                  </a:lnTo>
                  <a:lnTo>
                    <a:pt x="0" y="1378301"/>
                  </a:lnTo>
                  <a:lnTo>
                    <a:pt x="0" y="1338890"/>
                  </a:lnTo>
                  <a:lnTo>
                    <a:pt x="0" y="1299479"/>
                  </a:lnTo>
                  <a:lnTo>
                    <a:pt x="0" y="1260068"/>
                  </a:lnTo>
                  <a:lnTo>
                    <a:pt x="0" y="1220657"/>
                  </a:lnTo>
                  <a:lnTo>
                    <a:pt x="0" y="1181246"/>
                  </a:lnTo>
                  <a:lnTo>
                    <a:pt x="0" y="1141835"/>
                  </a:lnTo>
                  <a:lnTo>
                    <a:pt x="0" y="1102424"/>
                  </a:lnTo>
                  <a:lnTo>
                    <a:pt x="0" y="1063013"/>
                  </a:lnTo>
                  <a:lnTo>
                    <a:pt x="0" y="1023602"/>
                  </a:lnTo>
                  <a:lnTo>
                    <a:pt x="0" y="984192"/>
                  </a:lnTo>
                  <a:lnTo>
                    <a:pt x="0" y="944781"/>
                  </a:lnTo>
                  <a:lnTo>
                    <a:pt x="0" y="905370"/>
                  </a:lnTo>
                  <a:lnTo>
                    <a:pt x="0" y="865959"/>
                  </a:lnTo>
                  <a:lnTo>
                    <a:pt x="0" y="826548"/>
                  </a:lnTo>
                  <a:lnTo>
                    <a:pt x="0" y="787137"/>
                  </a:lnTo>
                  <a:lnTo>
                    <a:pt x="0" y="747726"/>
                  </a:lnTo>
                  <a:lnTo>
                    <a:pt x="0" y="708315"/>
                  </a:lnTo>
                  <a:lnTo>
                    <a:pt x="0" y="668904"/>
                  </a:lnTo>
                  <a:lnTo>
                    <a:pt x="0" y="629493"/>
                  </a:lnTo>
                  <a:lnTo>
                    <a:pt x="0" y="590082"/>
                  </a:lnTo>
                  <a:lnTo>
                    <a:pt x="0" y="550672"/>
                  </a:lnTo>
                  <a:lnTo>
                    <a:pt x="0" y="511261"/>
                  </a:lnTo>
                  <a:lnTo>
                    <a:pt x="0" y="471850"/>
                  </a:lnTo>
                  <a:lnTo>
                    <a:pt x="0" y="432439"/>
                  </a:lnTo>
                  <a:lnTo>
                    <a:pt x="0" y="393028"/>
                  </a:lnTo>
                  <a:lnTo>
                    <a:pt x="0" y="353617"/>
                  </a:lnTo>
                  <a:lnTo>
                    <a:pt x="0" y="314206"/>
                  </a:lnTo>
                  <a:lnTo>
                    <a:pt x="0" y="274795"/>
                  </a:lnTo>
                  <a:lnTo>
                    <a:pt x="0" y="235384"/>
                  </a:lnTo>
                  <a:lnTo>
                    <a:pt x="0" y="195973"/>
                  </a:lnTo>
                  <a:lnTo>
                    <a:pt x="0" y="156563"/>
                  </a:lnTo>
                  <a:lnTo>
                    <a:pt x="0" y="117152"/>
                  </a:lnTo>
                  <a:lnTo>
                    <a:pt x="0" y="77741"/>
                  </a:lnTo>
                  <a:lnTo>
                    <a:pt x="0" y="3833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034901" y="540785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034901" y="4757570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034901" y="410729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34901" y="345701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34901" y="2806731"/>
              <a:ext cx="4342247" cy="0"/>
            </a:xfrm>
            <a:custGeom>
              <a:avLst/>
              <a:pathLst>
                <a:path w="4342247" h="0">
                  <a:moveTo>
                    <a:pt x="0" y="0"/>
                  </a:moveTo>
                  <a:lnTo>
                    <a:pt x="24190" y="0"/>
                  </a:lnTo>
                  <a:lnTo>
                    <a:pt x="72297" y="0"/>
                  </a:lnTo>
                  <a:lnTo>
                    <a:pt x="120403" y="0"/>
                  </a:lnTo>
                  <a:lnTo>
                    <a:pt x="168510" y="0"/>
                  </a:lnTo>
                  <a:lnTo>
                    <a:pt x="216617" y="0"/>
                  </a:lnTo>
                  <a:lnTo>
                    <a:pt x="264724" y="0"/>
                  </a:lnTo>
                  <a:lnTo>
                    <a:pt x="312831" y="0"/>
                  </a:lnTo>
                  <a:lnTo>
                    <a:pt x="360938" y="0"/>
                  </a:lnTo>
                  <a:lnTo>
                    <a:pt x="409044" y="0"/>
                  </a:lnTo>
                  <a:lnTo>
                    <a:pt x="457151" y="0"/>
                  </a:lnTo>
                  <a:lnTo>
                    <a:pt x="505258" y="0"/>
                  </a:lnTo>
                  <a:lnTo>
                    <a:pt x="553365" y="0"/>
                  </a:lnTo>
                  <a:lnTo>
                    <a:pt x="601472" y="0"/>
                  </a:lnTo>
                  <a:lnTo>
                    <a:pt x="649579" y="0"/>
                  </a:lnTo>
                  <a:lnTo>
                    <a:pt x="697685" y="0"/>
                  </a:lnTo>
                  <a:lnTo>
                    <a:pt x="745792" y="0"/>
                  </a:lnTo>
                  <a:lnTo>
                    <a:pt x="793899" y="0"/>
                  </a:lnTo>
                  <a:lnTo>
                    <a:pt x="842006" y="0"/>
                  </a:lnTo>
                  <a:lnTo>
                    <a:pt x="890113" y="0"/>
                  </a:lnTo>
                  <a:lnTo>
                    <a:pt x="938219" y="0"/>
                  </a:lnTo>
                  <a:lnTo>
                    <a:pt x="986326" y="0"/>
                  </a:lnTo>
                  <a:lnTo>
                    <a:pt x="1034433" y="0"/>
                  </a:lnTo>
                  <a:lnTo>
                    <a:pt x="1082540" y="0"/>
                  </a:lnTo>
                  <a:lnTo>
                    <a:pt x="1130647" y="0"/>
                  </a:lnTo>
                  <a:lnTo>
                    <a:pt x="1178754" y="0"/>
                  </a:lnTo>
                  <a:lnTo>
                    <a:pt x="1226860" y="0"/>
                  </a:lnTo>
                  <a:lnTo>
                    <a:pt x="1274967" y="0"/>
                  </a:lnTo>
                  <a:lnTo>
                    <a:pt x="1323074" y="0"/>
                  </a:lnTo>
                  <a:lnTo>
                    <a:pt x="1371181" y="0"/>
                  </a:lnTo>
                  <a:lnTo>
                    <a:pt x="1419288" y="0"/>
                  </a:lnTo>
                  <a:lnTo>
                    <a:pt x="1467394" y="0"/>
                  </a:lnTo>
                  <a:lnTo>
                    <a:pt x="1515501" y="0"/>
                  </a:lnTo>
                  <a:lnTo>
                    <a:pt x="1563608" y="0"/>
                  </a:lnTo>
                  <a:lnTo>
                    <a:pt x="1611715" y="0"/>
                  </a:lnTo>
                  <a:lnTo>
                    <a:pt x="1659822" y="0"/>
                  </a:lnTo>
                  <a:lnTo>
                    <a:pt x="1707929" y="0"/>
                  </a:lnTo>
                  <a:lnTo>
                    <a:pt x="1756035" y="0"/>
                  </a:lnTo>
                  <a:lnTo>
                    <a:pt x="1804142" y="0"/>
                  </a:lnTo>
                  <a:lnTo>
                    <a:pt x="1852249" y="0"/>
                  </a:lnTo>
                  <a:lnTo>
                    <a:pt x="1900356" y="0"/>
                  </a:lnTo>
                  <a:lnTo>
                    <a:pt x="1948463" y="0"/>
                  </a:lnTo>
                  <a:lnTo>
                    <a:pt x="1996570" y="0"/>
                  </a:lnTo>
                  <a:lnTo>
                    <a:pt x="2044676" y="0"/>
                  </a:lnTo>
                  <a:lnTo>
                    <a:pt x="2092783" y="0"/>
                  </a:lnTo>
                  <a:lnTo>
                    <a:pt x="2140890" y="0"/>
                  </a:lnTo>
                  <a:lnTo>
                    <a:pt x="2188997" y="0"/>
                  </a:lnTo>
                  <a:lnTo>
                    <a:pt x="2237104" y="0"/>
                  </a:lnTo>
                  <a:lnTo>
                    <a:pt x="2285210" y="0"/>
                  </a:lnTo>
                  <a:lnTo>
                    <a:pt x="2333317" y="0"/>
                  </a:lnTo>
                  <a:lnTo>
                    <a:pt x="2381424" y="0"/>
                  </a:lnTo>
                  <a:lnTo>
                    <a:pt x="2429531" y="0"/>
                  </a:lnTo>
                  <a:lnTo>
                    <a:pt x="2477638" y="0"/>
                  </a:lnTo>
                  <a:lnTo>
                    <a:pt x="2525745" y="0"/>
                  </a:lnTo>
                  <a:lnTo>
                    <a:pt x="2573851" y="0"/>
                  </a:lnTo>
                  <a:lnTo>
                    <a:pt x="2621958" y="0"/>
                  </a:lnTo>
                  <a:lnTo>
                    <a:pt x="2670065" y="0"/>
                  </a:lnTo>
                  <a:lnTo>
                    <a:pt x="2718172" y="0"/>
                  </a:lnTo>
                  <a:lnTo>
                    <a:pt x="2766279" y="0"/>
                  </a:lnTo>
                  <a:lnTo>
                    <a:pt x="2814386" y="0"/>
                  </a:lnTo>
                  <a:lnTo>
                    <a:pt x="2862492" y="0"/>
                  </a:lnTo>
                  <a:lnTo>
                    <a:pt x="2910599" y="0"/>
                  </a:lnTo>
                  <a:lnTo>
                    <a:pt x="2958706" y="0"/>
                  </a:lnTo>
                  <a:lnTo>
                    <a:pt x="3006813" y="0"/>
                  </a:lnTo>
                  <a:lnTo>
                    <a:pt x="3054920" y="0"/>
                  </a:lnTo>
                  <a:lnTo>
                    <a:pt x="3103026" y="0"/>
                  </a:lnTo>
                  <a:lnTo>
                    <a:pt x="3151133" y="0"/>
                  </a:lnTo>
                  <a:lnTo>
                    <a:pt x="3199240" y="0"/>
                  </a:lnTo>
                  <a:lnTo>
                    <a:pt x="3247347" y="0"/>
                  </a:lnTo>
                  <a:lnTo>
                    <a:pt x="3295454" y="0"/>
                  </a:lnTo>
                  <a:lnTo>
                    <a:pt x="3343561" y="0"/>
                  </a:lnTo>
                  <a:lnTo>
                    <a:pt x="3391667" y="0"/>
                  </a:lnTo>
                  <a:lnTo>
                    <a:pt x="3439774" y="0"/>
                  </a:lnTo>
                  <a:lnTo>
                    <a:pt x="3487881" y="0"/>
                  </a:lnTo>
                  <a:lnTo>
                    <a:pt x="3535988" y="0"/>
                  </a:lnTo>
                  <a:lnTo>
                    <a:pt x="3584095" y="0"/>
                  </a:lnTo>
                  <a:lnTo>
                    <a:pt x="3632202" y="0"/>
                  </a:lnTo>
                  <a:lnTo>
                    <a:pt x="3680308" y="0"/>
                  </a:lnTo>
                  <a:lnTo>
                    <a:pt x="3728415" y="0"/>
                  </a:lnTo>
                  <a:lnTo>
                    <a:pt x="3776522" y="0"/>
                  </a:lnTo>
                  <a:lnTo>
                    <a:pt x="3824629" y="0"/>
                  </a:lnTo>
                  <a:lnTo>
                    <a:pt x="3872736" y="0"/>
                  </a:lnTo>
                  <a:lnTo>
                    <a:pt x="3920842" y="0"/>
                  </a:lnTo>
                  <a:lnTo>
                    <a:pt x="3968949" y="0"/>
                  </a:lnTo>
                  <a:lnTo>
                    <a:pt x="4017056" y="0"/>
                  </a:lnTo>
                  <a:lnTo>
                    <a:pt x="4065163" y="0"/>
                  </a:lnTo>
                  <a:lnTo>
                    <a:pt x="4113270" y="0"/>
                  </a:lnTo>
                  <a:lnTo>
                    <a:pt x="4161377" y="0"/>
                  </a:lnTo>
                  <a:lnTo>
                    <a:pt x="4209483" y="0"/>
                  </a:lnTo>
                  <a:lnTo>
                    <a:pt x="4257590" y="0"/>
                  </a:lnTo>
                  <a:lnTo>
                    <a:pt x="4305697" y="0"/>
                  </a:lnTo>
                  <a:lnTo>
                    <a:pt x="4342247" y="0"/>
                  </a:lnTo>
                  <a:lnTo>
                    <a:pt x="4342247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5504809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5516446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552808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551358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562995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574633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6109950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6121587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6133224" y="25076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548153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549317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5504809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5516446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552808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5539721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551358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562995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574633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609831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6109950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6121587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6133224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6144862" y="25219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546989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548153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549317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5504809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5516446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52808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539721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551358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562995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574633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558627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609831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6109950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6121587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6133224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6144862" y="25362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541171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542334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543498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5446622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545825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546989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548153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49317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504809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516446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52808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539721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5551358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5562995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5574633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6109950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6121587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6133224" y="25505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537679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538843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540007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5411710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542334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543498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5446622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545825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46989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481534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49317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504809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516446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5528083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5539721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5551358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5562995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6121587" y="25648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536516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5376798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538843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540007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5411710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542334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5434985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5446622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545825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5469897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481534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493171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504809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5516446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5528083" y="25791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5341886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535352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536516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5376798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538843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5400073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5411710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542334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5434985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5446622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5458259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5469897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5481534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5493171" y="25934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5306974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531861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533024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5341886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535352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365161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376798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38843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5400073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5411710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5423347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5434985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5446622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5458259" y="26077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528369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5295337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5306974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531861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5330249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5341886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535352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5365161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5376798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5388435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5400073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5411710" y="26220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5272062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528369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5295337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5306974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31861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330249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341886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5353523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5365161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5376798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5388435" y="26363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5260425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5272062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528369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5295337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306974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531861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5330249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5341886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5353523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5365161" y="26506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524878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260425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5272062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528369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5295337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5306974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5318611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330249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5341886" y="26649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521387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5225513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5237150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524878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5260425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5272062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5283699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5295337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5306974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5318611" y="26792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5202238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521387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5225513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5237150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524878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5260425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52720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5283699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5295337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6144862" y="26935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514405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515568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5167326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517896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5190601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5202238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521387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5225513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52371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52487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5260425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52720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52836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6109950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6121587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6133224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6144862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6156499" y="27078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513241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51440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515568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51673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51789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519060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520223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52138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522551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52371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52487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526042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52720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6016851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6028488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604012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6051763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6086675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609831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6109950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6121587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6133224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6144862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6156499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6168136" y="27221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51324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51440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515568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51673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51789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519060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52022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52138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522551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52371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52487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526042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600521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6016851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602848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6040126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6051763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606340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6075038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6086675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609831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6109950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6121587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6133224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6144862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6156499" y="27364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51324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51440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515568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51673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51789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519060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52022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52138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522551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52371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52487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526042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591211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592375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593539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594702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598193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599357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600521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6016851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602848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6040126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6051763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606340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6075038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6086675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609831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6109950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6121587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6133224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6144862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6156499" y="27507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51207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51324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51440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515568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51673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51789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519060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52022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52138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522551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52371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52487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590047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591211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592375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593539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594702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595866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597030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598193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599357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600521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6016851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602848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6040126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6051763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606340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6075038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6086675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609831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6109950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6121587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6133224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6144862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6156499" y="27650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50975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51091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51207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51324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51440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515568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51673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51789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519060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52022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52138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590047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591211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592375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593539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594702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595866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597030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598193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599357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600521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6016851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602848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6040126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6051763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606340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6075038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6086675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609831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6109950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6121587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6133224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6144862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6156499" y="27793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50975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51091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51207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51324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51440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515568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51673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51789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519060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590047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591211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592375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593539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594702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595866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597030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598193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599357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600521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6016851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602848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604012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6051763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606340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6075038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6086675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609831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6109950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6121587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6133224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6144862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6156499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6168136" y="27936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50975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51091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51207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51324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514405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515568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5888841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590047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591211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5923753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593539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594702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595866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597030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598193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599357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600521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606340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6075038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6086675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609831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6109950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6121587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6133224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6144862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6156499" y="28079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509750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510913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512077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513241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584229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5853929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586556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587720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5888841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590047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591211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592375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593539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594702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6040126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6051763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606340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6075038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6086675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609831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6109950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6121587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6133224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6144862" y="28222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572591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573755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574919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576083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577246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578410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579574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580737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581901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5830654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584229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5853929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586556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587720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588884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590047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591211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592375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593539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594702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6016851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602848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6040126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6051763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A">
                <a:alpha val="100000"/>
              </a:srgbClr>
            </a:solidFill>
            <a:ln w="5420" cap="flat">
              <a:solidFill>
                <a:srgbClr val="3C46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606340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6075038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6086675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6098312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6109950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6121587" y="28365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571428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572591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573755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574919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576083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577246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578410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579574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580737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5819017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583065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584229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5853929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586556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587720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588884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590047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591211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592375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593539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6005214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6016851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602848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6040126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6051763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606340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6075038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6086675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6098312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6109950" y="28508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570264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571428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572591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573755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574919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576083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577246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578410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5795742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580737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5819017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583065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584229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5853929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586556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587720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588884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590047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591211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592375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6005214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6016851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602848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6040126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6051763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6063400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6075038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6086675" y="28651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570264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571428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572591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573755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574919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576083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577246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5784105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5795742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580737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5819017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583065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584229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5853929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586556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587720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6005214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6016851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6028488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6040126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6051763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6063400" y="28794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569100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5">
                <a:alpha val="100000"/>
              </a:srgbClr>
            </a:solidFill>
            <a:ln w="5420" cap="flat">
              <a:solidFill>
                <a:srgbClr val="3B37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570264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571428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572591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573755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574919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5760830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577246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5784105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5795742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5807379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581901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583065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584229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5993577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6005214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6016851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6028488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6040126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6051763" y="28937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563281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7">
                <a:alpha val="100000"/>
              </a:srgbClr>
            </a:solidFill>
            <a:ln w="5420" cap="flat">
              <a:solidFill>
                <a:srgbClr val="3B37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564445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565609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566773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15E">
                <a:alpha val="100000"/>
              </a:srgbClr>
            </a:solidFill>
            <a:ln w="5420" cap="flat">
              <a:solidFill>
                <a:srgbClr val="3A3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567936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569100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570264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665">
                <a:alpha val="100000"/>
              </a:srgbClr>
            </a:solidFill>
            <a:ln w="5420" cap="flat">
              <a:solidFill>
                <a:srgbClr val="3A366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571428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572591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573755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5749193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5760830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577246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5784105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5807379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581901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583065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5993577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6005214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6016851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6028488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6040126" y="29080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559790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560954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5621182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563281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7">
                <a:alpha val="100000"/>
              </a:srgbClr>
            </a:solidFill>
            <a:ln w="5420" cap="flat">
              <a:solidFill>
                <a:srgbClr val="3B386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564445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E">
                <a:alpha val="100000"/>
              </a:srgbClr>
            </a:solidFill>
            <a:ln w="5420" cap="flat">
              <a:solidFill>
                <a:srgbClr val="3A32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565609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566773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2E5A">
                <a:alpha val="100000"/>
              </a:srgbClr>
            </a:solidFill>
            <a:ln w="5420" cap="flat">
              <a:solidFill>
                <a:srgbClr val="39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5679369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305C">
                <a:alpha val="100000"/>
              </a:srgbClr>
            </a:solidFill>
            <a:ln w="5420" cap="flat">
              <a:solidFill>
                <a:srgbClr val="3930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569100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5702643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571428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572591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5737555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5760830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577246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5993577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6005214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6016851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6028488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6040126" y="29223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558627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559790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5609545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562118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563281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564445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565609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462">
                <a:alpha val="100000"/>
              </a:srgbClr>
            </a:solidFill>
            <a:ln w="5420" cap="flat">
              <a:solidFill>
                <a:srgbClr val="3A346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566773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25F">
                <a:alpha val="100000"/>
              </a:srgbClr>
            </a:solidFill>
            <a:ln w="5420" cap="flat">
              <a:solidFill>
                <a:srgbClr val="3A325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567936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360">
                <a:alpha val="100000"/>
              </a:srgbClr>
            </a:solidFill>
            <a:ln w="5420" cap="flat">
              <a:solidFill>
                <a:srgbClr val="3A336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569100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3563">
                <a:alpha val="100000"/>
              </a:srgbClr>
            </a:solidFill>
            <a:ln w="5420" cap="flat">
              <a:solidFill>
                <a:srgbClr val="3A356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570264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766">
                <a:alpha val="100000"/>
              </a:srgbClr>
            </a:solidFill>
            <a:ln w="5420" cap="flat">
              <a:solidFill>
                <a:srgbClr val="3B376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571428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572591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599357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600521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6016851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6028488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6040126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6051763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606340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6109950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6121587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6133224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6144862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6156499" y="29366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557463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558627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559790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5609545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562118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563281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564445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565609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566773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567936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868">
                <a:alpha val="100000"/>
              </a:srgbClr>
            </a:solidFill>
            <a:ln w="5420" cap="flat">
              <a:solidFill>
                <a:srgbClr val="3B386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569100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570264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571428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600521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6016851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602848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604012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6051763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606340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6075038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609831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6109950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6121587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6133224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6144862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6156499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6168136" y="29509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556299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557463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558627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559790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560954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562118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563281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564445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565609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566773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567936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600521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6016851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602848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604012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6051763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606340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6075038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3">
                <a:alpha val="100000"/>
              </a:srgbClr>
            </a:solidFill>
            <a:ln w="5420" cap="flat">
              <a:solidFill>
                <a:srgbClr val="3B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6086675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609831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6109950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6121587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6133224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6144862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6156499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6168136" y="29652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555135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556299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557463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558627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559790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560954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562118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563281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564445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6016851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602848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6040126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6051763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606340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6075038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6086675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609831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6109950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6121587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6133224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2"/>
            <p:cNvSpPr/>
            <p:nvPr/>
          </p:nvSpPr>
          <p:spPr>
            <a:xfrm>
              <a:off x="6144862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3"/>
            <p:cNvSpPr/>
            <p:nvPr/>
          </p:nvSpPr>
          <p:spPr>
            <a:xfrm>
              <a:off x="6156499" y="29795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4"/>
            <p:cNvSpPr/>
            <p:nvPr/>
          </p:nvSpPr>
          <p:spPr>
            <a:xfrm>
              <a:off x="5539721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5"/>
            <p:cNvSpPr/>
            <p:nvPr/>
          </p:nvSpPr>
          <p:spPr>
            <a:xfrm>
              <a:off x="555135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6"/>
            <p:cNvSpPr/>
            <p:nvPr/>
          </p:nvSpPr>
          <p:spPr>
            <a:xfrm>
              <a:off x="556299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7"/>
            <p:cNvSpPr/>
            <p:nvPr/>
          </p:nvSpPr>
          <p:spPr>
            <a:xfrm>
              <a:off x="557463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8"/>
            <p:cNvSpPr/>
            <p:nvPr/>
          </p:nvSpPr>
          <p:spPr>
            <a:xfrm>
              <a:off x="558627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559790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30"/>
            <p:cNvSpPr/>
            <p:nvPr/>
          </p:nvSpPr>
          <p:spPr>
            <a:xfrm>
              <a:off x="560954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1"/>
            <p:cNvSpPr/>
            <p:nvPr/>
          </p:nvSpPr>
          <p:spPr>
            <a:xfrm>
              <a:off x="602848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2"/>
            <p:cNvSpPr/>
            <p:nvPr/>
          </p:nvSpPr>
          <p:spPr>
            <a:xfrm>
              <a:off x="6040126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6051763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4"/>
            <p:cNvSpPr/>
            <p:nvPr/>
          </p:nvSpPr>
          <p:spPr>
            <a:xfrm>
              <a:off x="606340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5"/>
            <p:cNvSpPr/>
            <p:nvPr/>
          </p:nvSpPr>
          <p:spPr>
            <a:xfrm>
              <a:off x="6075038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6"/>
            <p:cNvSpPr/>
            <p:nvPr/>
          </p:nvSpPr>
          <p:spPr>
            <a:xfrm>
              <a:off x="6086675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7"/>
            <p:cNvSpPr/>
            <p:nvPr/>
          </p:nvSpPr>
          <p:spPr>
            <a:xfrm>
              <a:off x="609831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8"/>
            <p:cNvSpPr/>
            <p:nvPr/>
          </p:nvSpPr>
          <p:spPr>
            <a:xfrm>
              <a:off x="6109950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9"/>
            <p:cNvSpPr/>
            <p:nvPr/>
          </p:nvSpPr>
          <p:spPr>
            <a:xfrm>
              <a:off x="6121587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40"/>
            <p:cNvSpPr/>
            <p:nvPr/>
          </p:nvSpPr>
          <p:spPr>
            <a:xfrm>
              <a:off x="6133224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1"/>
            <p:cNvSpPr/>
            <p:nvPr/>
          </p:nvSpPr>
          <p:spPr>
            <a:xfrm>
              <a:off x="6144862" y="29938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2"/>
            <p:cNvSpPr/>
            <p:nvPr/>
          </p:nvSpPr>
          <p:spPr>
            <a:xfrm>
              <a:off x="5539721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3"/>
            <p:cNvSpPr/>
            <p:nvPr/>
          </p:nvSpPr>
          <p:spPr>
            <a:xfrm>
              <a:off x="555135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4"/>
            <p:cNvSpPr/>
            <p:nvPr/>
          </p:nvSpPr>
          <p:spPr>
            <a:xfrm>
              <a:off x="556299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5"/>
            <p:cNvSpPr/>
            <p:nvPr/>
          </p:nvSpPr>
          <p:spPr>
            <a:xfrm>
              <a:off x="557463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6"/>
            <p:cNvSpPr/>
            <p:nvPr/>
          </p:nvSpPr>
          <p:spPr>
            <a:xfrm>
              <a:off x="558627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7"/>
            <p:cNvSpPr/>
            <p:nvPr/>
          </p:nvSpPr>
          <p:spPr>
            <a:xfrm>
              <a:off x="559790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8"/>
            <p:cNvSpPr/>
            <p:nvPr/>
          </p:nvSpPr>
          <p:spPr>
            <a:xfrm>
              <a:off x="6051763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9"/>
            <p:cNvSpPr/>
            <p:nvPr/>
          </p:nvSpPr>
          <p:spPr>
            <a:xfrm>
              <a:off x="606340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50"/>
            <p:cNvSpPr/>
            <p:nvPr/>
          </p:nvSpPr>
          <p:spPr>
            <a:xfrm>
              <a:off x="6075038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1"/>
            <p:cNvSpPr/>
            <p:nvPr/>
          </p:nvSpPr>
          <p:spPr>
            <a:xfrm>
              <a:off x="6086675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2"/>
            <p:cNvSpPr/>
            <p:nvPr/>
          </p:nvSpPr>
          <p:spPr>
            <a:xfrm>
              <a:off x="6098312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3"/>
            <p:cNvSpPr/>
            <p:nvPr/>
          </p:nvSpPr>
          <p:spPr>
            <a:xfrm>
              <a:off x="6109950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4"/>
            <p:cNvSpPr/>
            <p:nvPr/>
          </p:nvSpPr>
          <p:spPr>
            <a:xfrm>
              <a:off x="6121587" y="30081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5"/>
            <p:cNvSpPr/>
            <p:nvPr/>
          </p:nvSpPr>
          <p:spPr>
            <a:xfrm>
              <a:off x="552808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6"/>
            <p:cNvSpPr/>
            <p:nvPr/>
          </p:nvSpPr>
          <p:spPr>
            <a:xfrm>
              <a:off x="5539721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7"/>
            <p:cNvSpPr/>
            <p:nvPr/>
          </p:nvSpPr>
          <p:spPr>
            <a:xfrm>
              <a:off x="555135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8"/>
            <p:cNvSpPr/>
            <p:nvPr/>
          </p:nvSpPr>
          <p:spPr>
            <a:xfrm>
              <a:off x="556299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9"/>
            <p:cNvSpPr/>
            <p:nvPr/>
          </p:nvSpPr>
          <p:spPr>
            <a:xfrm>
              <a:off x="5574633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60"/>
            <p:cNvSpPr/>
            <p:nvPr/>
          </p:nvSpPr>
          <p:spPr>
            <a:xfrm>
              <a:off x="5586270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1"/>
            <p:cNvSpPr/>
            <p:nvPr/>
          </p:nvSpPr>
          <p:spPr>
            <a:xfrm>
              <a:off x="6075038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2"/>
            <p:cNvSpPr/>
            <p:nvPr/>
          </p:nvSpPr>
          <p:spPr>
            <a:xfrm>
              <a:off x="6086675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3"/>
            <p:cNvSpPr/>
            <p:nvPr/>
          </p:nvSpPr>
          <p:spPr>
            <a:xfrm>
              <a:off x="6098312" y="30224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4"/>
            <p:cNvSpPr/>
            <p:nvPr/>
          </p:nvSpPr>
          <p:spPr>
            <a:xfrm>
              <a:off x="5516446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5"/>
            <p:cNvSpPr/>
            <p:nvPr/>
          </p:nvSpPr>
          <p:spPr>
            <a:xfrm>
              <a:off x="552808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6"/>
            <p:cNvSpPr/>
            <p:nvPr/>
          </p:nvSpPr>
          <p:spPr>
            <a:xfrm>
              <a:off x="5539721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7"/>
            <p:cNvSpPr/>
            <p:nvPr/>
          </p:nvSpPr>
          <p:spPr>
            <a:xfrm>
              <a:off x="5551358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8"/>
            <p:cNvSpPr/>
            <p:nvPr/>
          </p:nvSpPr>
          <p:spPr>
            <a:xfrm>
              <a:off x="5562995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9"/>
            <p:cNvSpPr/>
            <p:nvPr/>
          </p:nvSpPr>
          <p:spPr>
            <a:xfrm>
              <a:off x="5574633" y="30367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70"/>
            <p:cNvSpPr/>
            <p:nvPr/>
          </p:nvSpPr>
          <p:spPr>
            <a:xfrm>
              <a:off x="5516446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1"/>
            <p:cNvSpPr/>
            <p:nvPr/>
          </p:nvSpPr>
          <p:spPr>
            <a:xfrm>
              <a:off x="5528083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2"/>
            <p:cNvSpPr/>
            <p:nvPr/>
          </p:nvSpPr>
          <p:spPr>
            <a:xfrm>
              <a:off x="5539721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3"/>
            <p:cNvSpPr/>
            <p:nvPr/>
          </p:nvSpPr>
          <p:spPr>
            <a:xfrm>
              <a:off x="5551358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4"/>
            <p:cNvSpPr/>
            <p:nvPr/>
          </p:nvSpPr>
          <p:spPr>
            <a:xfrm>
              <a:off x="5562995" y="30510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5"/>
            <p:cNvSpPr/>
            <p:nvPr/>
          </p:nvSpPr>
          <p:spPr>
            <a:xfrm>
              <a:off x="5504809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6"/>
            <p:cNvSpPr/>
            <p:nvPr/>
          </p:nvSpPr>
          <p:spPr>
            <a:xfrm>
              <a:off x="5516446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7"/>
            <p:cNvSpPr/>
            <p:nvPr/>
          </p:nvSpPr>
          <p:spPr>
            <a:xfrm>
              <a:off x="5528083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8"/>
            <p:cNvSpPr/>
            <p:nvPr/>
          </p:nvSpPr>
          <p:spPr>
            <a:xfrm>
              <a:off x="5539721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9"/>
            <p:cNvSpPr/>
            <p:nvPr/>
          </p:nvSpPr>
          <p:spPr>
            <a:xfrm>
              <a:off x="5551358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80"/>
            <p:cNvSpPr/>
            <p:nvPr/>
          </p:nvSpPr>
          <p:spPr>
            <a:xfrm>
              <a:off x="5562995" y="30653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1"/>
            <p:cNvSpPr/>
            <p:nvPr/>
          </p:nvSpPr>
          <p:spPr>
            <a:xfrm>
              <a:off x="5504809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2"/>
            <p:cNvSpPr/>
            <p:nvPr/>
          </p:nvSpPr>
          <p:spPr>
            <a:xfrm>
              <a:off x="5516446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3"/>
            <p:cNvSpPr/>
            <p:nvPr/>
          </p:nvSpPr>
          <p:spPr>
            <a:xfrm>
              <a:off x="5528083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4"/>
            <p:cNvSpPr/>
            <p:nvPr/>
          </p:nvSpPr>
          <p:spPr>
            <a:xfrm>
              <a:off x="5539721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5"/>
            <p:cNvSpPr/>
            <p:nvPr/>
          </p:nvSpPr>
          <p:spPr>
            <a:xfrm>
              <a:off x="5551358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6"/>
            <p:cNvSpPr/>
            <p:nvPr/>
          </p:nvSpPr>
          <p:spPr>
            <a:xfrm>
              <a:off x="5562995" y="30796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7"/>
            <p:cNvSpPr/>
            <p:nvPr/>
          </p:nvSpPr>
          <p:spPr>
            <a:xfrm>
              <a:off x="5504809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8"/>
            <p:cNvSpPr/>
            <p:nvPr/>
          </p:nvSpPr>
          <p:spPr>
            <a:xfrm>
              <a:off x="5516446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9"/>
            <p:cNvSpPr/>
            <p:nvPr/>
          </p:nvSpPr>
          <p:spPr>
            <a:xfrm>
              <a:off x="5528083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90"/>
            <p:cNvSpPr/>
            <p:nvPr/>
          </p:nvSpPr>
          <p:spPr>
            <a:xfrm>
              <a:off x="5539721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1"/>
            <p:cNvSpPr/>
            <p:nvPr/>
          </p:nvSpPr>
          <p:spPr>
            <a:xfrm>
              <a:off x="5551358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2"/>
            <p:cNvSpPr/>
            <p:nvPr/>
          </p:nvSpPr>
          <p:spPr>
            <a:xfrm>
              <a:off x="5562995" y="30939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3"/>
            <p:cNvSpPr/>
            <p:nvPr/>
          </p:nvSpPr>
          <p:spPr>
            <a:xfrm>
              <a:off x="5504809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4"/>
            <p:cNvSpPr/>
            <p:nvPr/>
          </p:nvSpPr>
          <p:spPr>
            <a:xfrm>
              <a:off x="5516446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8">
                <a:alpha val="100000"/>
              </a:srgbClr>
            </a:solidFill>
            <a:ln w="5420" cap="flat">
              <a:solidFill>
                <a:srgbClr val="3A5B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5"/>
            <p:cNvSpPr/>
            <p:nvPr/>
          </p:nvSpPr>
          <p:spPr>
            <a:xfrm>
              <a:off x="552808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6"/>
            <p:cNvSpPr/>
            <p:nvPr/>
          </p:nvSpPr>
          <p:spPr>
            <a:xfrm>
              <a:off x="5539721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7"/>
            <p:cNvSpPr/>
            <p:nvPr/>
          </p:nvSpPr>
          <p:spPr>
            <a:xfrm>
              <a:off x="5551358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8"/>
            <p:cNvSpPr/>
            <p:nvPr/>
          </p:nvSpPr>
          <p:spPr>
            <a:xfrm>
              <a:off x="5562995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9"/>
            <p:cNvSpPr/>
            <p:nvPr/>
          </p:nvSpPr>
          <p:spPr>
            <a:xfrm>
              <a:off x="5574633" y="31082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800"/>
            <p:cNvSpPr/>
            <p:nvPr/>
          </p:nvSpPr>
          <p:spPr>
            <a:xfrm>
              <a:off x="549317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1"/>
            <p:cNvSpPr/>
            <p:nvPr/>
          </p:nvSpPr>
          <p:spPr>
            <a:xfrm>
              <a:off x="5504809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2"/>
            <p:cNvSpPr/>
            <p:nvPr/>
          </p:nvSpPr>
          <p:spPr>
            <a:xfrm>
              <a:off x="5516446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3"/>
            <p:cNvSpPr/>
            <p:nvPr/>
          </p:nvSpPr>
          <p:spPr>
            <a:xfrm>
              <a:off x="5528083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4"/>
            <p:cNvSpPr/>
            <p:nvPr/>
          </p:nvSpPr>
          <p:spPr>
            <a:xfrm>
              <a:off x="5539721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5"/>
            <p:cNvSpPr/>
            <p:nvPr/>
          </p:nvSpPr>
          <p:spPr>
            <a:xfrm>
              <a:off x="5551358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6"/>
            <p:cNvSpPr/>
            <p:nvPr/>
          </p:nvSpPr>
          <p:spPr>
            <a:xfrm>
              <a:off x="5562995" y="31225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7"/>
            <p:cNvSpPr/>
            <p:nvPr/>
          </p:nvSpPr>
          <p:spPr>
            <a:xfrm>
              <a:off x="5481534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8"/>
            <p:cNvSpPr/>
            <p:nvPr/>
          </p:nvSpPr>
          <p:spPr>
            <a:xfrm>
              <a:off x="549317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9"/>
            <p:cNvSpPr/>
            <p:nvPr/>
          </p:nvSpPr>
          <p:spPr>
            <a:xfrm>
              <a:off x="5504809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10"/>
            <p:cNvSpPr/>
            <p:nvPr/>
          </p:nvSpPr>
          <p:spPr>
            <a:xfrm>
              <a:off x="5516446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1"/>
            <p:cNvSpPr/>
            <p:nvPr/>
          </p:nvSpPr>
          <p:spPr>
            <a:xfrm>
              <a:off x="5528083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2"/>
            <p:cNvSpPr/>
            <p:nvPr/>
          </p:nvSpPr>
          <p:spPr>
            <a:xfrm>
              <a:off x="5539721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3"/>
            <p:cNvSpPr/>
            <p:nvPr/>
          </p:nvSpPr>
          <p:spPr>
            <a:xfrm>
              <a:off x="5551358" y="31368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4"/>
            <p:cNvSpPr/>
            <p:nvPr/>
          </p:nvSpPr>
          <p:spPr>
            <a:xfrm>
              <a:off x="5481534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5"/>
            <p:cNvSpPr/>
            <p:nvPr/>
          </p:nvSpPr>
          <p:spPr>
            <a:xfrm>
              <a:off x="549317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6"/>
            <p:cNvSpPr/>
            <p:nvPr/>
          </p:nvSpPr>
          <p:spPr>
            <a:xfrm>
              <a:off x="5504809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7"/>
            <p:cNvSpPr/>
            <p:nvPr/>
          </p:nvSpPr>
          <p:spPr>
            <a:xfrm>
              <a:off x="5516446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8"/>
            <p:cNvSpPr/>
            <p:nvPr/>
          </p:nvSpPr>
          <p:spPr>
            <a:xfrm>
              <a:off x="552808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9"/>
            <p:cNvSpPr/>
            <p:nvPr/>
          </p:nvSpPr>
          <p:spPr>
            <a:xfrm>
              <a:off x="5539721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20"/>
            <p:cNvSpPr/>
            <p:nvPr/>
          </p:nvSpPr>
          <p:spPr>
            <a:xfrm>
              <a:off x="5551358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1"/>
            <p:cNvSpPr/>
            <p:nvPr/>
          </p:nvSpPr>
          <p:spPr>
            <a:xfrm>
              <a:off x="5574633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2"/>
            <p:cNvSpPr/>
            <p:nvPr/>
          </p:nvSpPr>
          <p:spPr>
            <a:xfrm>
              <a:off x="5586270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3"/>
            <p:cNvSpPr/>
            <p:nvPr/>
          </p:nvSpPr>
          <p:spPr>
            <a:xfrm>
              <a:off x="5597907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4"/>
            <p:cNvSpPr/>
            <p:nvPr/>
          </p:nvSpPr>
          <p:spPr>
            <a:xfrm>
              <a:off x="5609545" y="31511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5"/>
            <p:cNvSpPr/>
            <p:nvPr/>
          </p:nvSpPr>
          <p:spPr>
            <a:xfrm>
              <a:off x="5481534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6"/>
            <p:cNvSpPr/>
            <p:nvPr/>
          </p:nvSpPr>
          <p:spPr>
            <a:xfrm>
              <a:off x="549317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7"/>
            <p:cNvSpPr/>
            <p:nvPr/>
          </p:nvSpPr>
          <p:spPr>
            <a:xfrm>
              <a:off x="5504809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8"/>
            <p:cNvSpPr/>
            <p:nvPr/>
          </p:nvSpPr>
          <p:spPr>
            <a:xfrm>
              <a:off x="5516446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9"/>
            <p:cNvSpPr/>
            <p:nvPr/>
          </p:nvSpPr>
          <p:spPr>
            <a:xfrm>
              <a:off x="552808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30"/>
            <p:cNvSpPr/>
            <p:nvPr/>
          </p:nvSpPr>
          <p:spPr>
            <a:xfrm>
              <a:off x="5539721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1"/>
            <p:cNvSpPr/>
            <p:nvPr/>
          </p:nvSpPr>
          <p:spPr>
            <a:xfrm>
              <a:off x="5551358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2"/>
            <p:cNvSpPr/>
            <p:nvPr/>
          </p:nvSpPr>
          <p:spPr>
            <a:xfrm>
              <a:off x="556299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3"/>
            <p:cNvSpPr/>
            <p:nvPr/>
          </p:nvSpPr>
          <p:spPr>
            <a:xfrm>
              <a:off x="5574633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4"/>
            <p:cNvSpPr/>
            <p:nvPr/>
          </p:nvSpPr>
          <p:spPr>
            <a:xfrm>
              <a:off x="5586270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5"/>
            <p:cNvSpPr/>
            <p:nvPr/>
          </p:nvSpPr>
          <p:spPr>
            <a:xfrm>
              <a:off x="5597907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6"/>
            <p:cNvSpPr/>
            <p:nvPr/>
          </p:nvSpPr>
          <p:spPr>
            <a:xfrm>
              <a:off x="5609545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7"/>
            <p:cNvSpPr/>
            <p:nvPr/>
          </p:nvSpPr>
          <p:spPr>
            <a:xfrm>
              <a:off x="5621182" y="31654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8"/>
            <p:cNvSpPr/>
            <p:nvPr/>
          </p:nvSpPr>
          <p:spPr>
            <a:xfrm>
              <a:off x="550480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9"/>
            <p:cNvSpPr/>
            <p:nvPr/>
          </p:nvSpPr>
          <p:spPr>
            <a:xfrm>
              <a:off x="5516446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40"/>
            <p:cNvSpPr/>
            <p:nvPr/>
          </p:nvSpPr>
          <p:spPr>
            <a:xfrm>
              <a:off x="552808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1"/>
            <p:cNvSpPr/>
            <p:nvPr/>
          </p:nvSpPr>
          <p:spPr>
            <a:xfrm>
              <a:off x="5539721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2"/>
            <p:cNvSpPr/>
            <p:nvPr/>
          </p:nvSpPr>
          <p:spPr>
            <a:xfrm>
              <a:off x="5551358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3"/>
            <p:cNvSpPr/>
            <p:nvPr/>
          </p:nvSpPr>
          <p:spPr>
            <a:xfrm>
              <a:off x="556299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4"/>
            <p:cNvSpPr/>
            <p:nvPr/>
          </p:nvSpPr>
          <p:spPr>
            <a:xfrm>
              <a:off x="5574633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5"/>
            <p:cNvSpPr/>
            <p:nvPr/>
          </p:nvSpPr>
          <p:spPr>
            <a:xfrm>
              <a:off x="5586270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6"/>
            <p:cNvSpPr/>
            <p:nvPr/>
          </p:nvSpPr>
          <p:spPr>
            <a:xfrm>
              <a:off x="5597907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7"/>
            <p:cNvSpPr/>
            <p:nvPr/>
          </p:nvSpPr>
          <p:spPr>
            <a:xfrm>
              <a:off x="5609545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8"/>
            <p:cNvSpPr/>
            <p:nvPr/>
          </p:nvSpPr>
          <p:spPr>
            <a:xfrm>
              <a:off x="5621182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9"/>
            <p:cNvSpPr/>
            <p:nvPr/>
          </p:nvSpPr>
          <p:spPr>
            <a:xfrm>
              <a:off x="5632819" y="31797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50"/>
            <p:cNvSpPr/>
            <p:nvPr/>
          </p:nvSpPr>
          <p:spPr>
            <a:xfrm>
              <a:off x="545825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1"/>
            <p:cNvSpPr/>
            <p:nvPr/>
          </p:nvSpPr>
          <p:spPr>
            <a:xfrm>
              <a:off x="546989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2"/>
            <p:cNvSpPr/>
            <p:nvPr/>
          </p:nvSpPr>
          <p:spPr>
            <a:xfrm>
              <a:off x="5481534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3"/>
            <p:cNvSpPr/>
            <p:nvPr/>
          </p:nvSpPr>
          <p:spPr>
            <a:xfrm>
              <a:off x="549317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4"/>
            <p:cNvSpPr/>
            <p:nvPr/>
          </p:nvSpPr>
          <p:spPr>
            <a:xfrm>
              <a:off x="552808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5"/>
            <p:cNvSpPr/>
            <p:nvPr/>
          </p:nvSpPr>
          <p:spPr>
            <a:xfrm>
              <a:off x="5539721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6"/>
            <p:cNvSpPr/>
            <p:nvPr/>
          </p:nvSpPr>
          <p:spPr>
            <a:xfrm>
              <a:off x="5551358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7"/>
            <p:cNvSpPr/>
            <p:nvPr/>
          </p:nvSpPr>
          <p:spPr>
            <a:xfrm>
              <a:off x="556299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8"/>
            <p:cNvSpPr/>
            <p:nvPr/>
          </p:nvSpPr>
          <p:spPr>
            <a:xfrm>
              <a:off x="5574633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9"/>
            <p:cNvSpPr/>
            <p:nvPr/>
          </p:nvSpPr>
          <p:spPr>
            <a:xfrm>
              <a:off x="5586270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60"/>
            <p:cNvSpPr/>
            <p:nvPr/>
          </p:nvSpPr>
          <p:spPr>
            <a:xfrm>
              <a:off x="5597907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1"/>
            <p:cNvSpPr/>
            <p:nvPr/>
          </p:nvSpPr>
          <p:spPr>
            <a:xfrm>
              <a:off x="5609545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2"/>
            <p:cNvSpPr/>
            <p:nvPr/>
          </p:nvSpPr>
          <p:spPr>
            <a:xfrm>
              <a:off x="5621182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3"/>
            <p:cNvSpPr/>
            <p:nvPr/>
          </p:nvSpPr>
          <p:spPr>
            <a:xfrm>
              <a:off x="5632819" y="31940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4"/>
            <p:cNvSpPr/>
            <p:nvPr/>
          </p:nvSpPr>
          <p:spPr>
            <a:xfrm>
              <a:off x="544662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5"/>
            <p:cNvSpPr/>
            <p:nvPr/>
          </p:nvSpPr>
          <p:spPr>
            <a:xfrm>
              <a:off x="545825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6"/>
            <p:cNvSpPr/>
            <p:nvPr/>
          </p:nvSpPr>
          <p:spPr>
            <a:xfrm>
              <a:off x="546989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7"/>
            <p:cNvSpPr/>
            <p:nvPr/>
          </p:nvSpPr>
          <p:spPr>
            <a:xfrm>
              <a:off x="5481534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8"/>
            <p:cNvSpPr/>
            <p:nvPr/>
          </p:nvSpPr>
          <p:spPr>
            <a:xfrm>
              <a:off x="549317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9"/>
            <p:cNvSpPr/>
            <p:nvPr/>
          </p:nvSpPr>
          <p:spPr>
            <a:xfrm>
              <a:off x="550480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70"/>
            <p:cNvSpPr/>
            <p:nvPr/>
          </p:nvSpPr>
          <p:spPr>
            <a:xfrm>
              <a:off x="5516446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1"/>
            <p:cNvSpPr/>
            <p:nvPr/>
          </p:nvSpPr>
          <p:spPr>
            <a:xfrm>
              <a:off x="552808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2"/>
            <p:cNvSpPr/>
            <p:nvPr/>
          </p:nvSpPr>
          <p:spPr>
            <a:xfrm>
              <a:off x="5539721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3"/>
            <p:cNvSpPr/>
            <p:nvPr/>
          </p:nvSpPr>
          <p:spPr>
            <a:xfrm>
              <a:off x="5551358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4"/>
            <p:cNvSpPr/>
            <p:nvPr/>
          </p:nvSpPr>
          <p:spPr>
            <a:xfrm>
              <a:off x="556299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5"/>
            <p:cNvSpPr/>
            <p:nvPr/>
          </p:nvSpPr>
          <p:spPr>
            <a:xfrm>
              <a:off x="5574633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6"/>
            <p:cNvSpPr/>
            <p:nvPr/>
          </p:nvSpPr>
          <p:spPr>
            <a:xfrm>
              <a:off x="5586270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7"/>
            <p:cNvSpPr/>
            <p:nvPr/>
          </p:nvSpPr>
          <p:spPr>
            <a:xfrm>
              <a:off x="559790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8"/>
            <p:cNvSpPr/>
            <p:nvPr/>
          </p:nvSpPr>
          <p:spPr>
            <a:xfrm>
              <a:off x="5609545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9"/>
            <p:cNvSpPr/>
            <p:nvPr/>
          </p:nvSpPr>
          <p:spPr>
            <a:xfrm>
              <a:off x="5621182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80"/>
            <p:cNvSpPr/>
            <p:nvPr/>
          </p:nvSpPr>
          <p:spPr>
            <a:xfrm>
              <a:off x="5632819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1"/>
            <p:cNvSpPr/>
            <p:nvPr/>
          </p:nvSpPr>
          <p:spPr>
            <a:xfrm>
              <a:off x="5644457" y="32083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2"/>
            <p:cNvSpPr/>
            <p:nvPr/>
          </p:nvSpPr>
          <p:spPr>
            <a:xfrm>
              <a:off x="544662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5">
                <a:alpha val="100000"/>
              </a:srgbClr>
            </a:solidFill>
            <a:ln w="5420" cap="flat">
              <a:solidFill>
                <a:srgbClr val="3C41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3"/>
            <p:cNvSpPr/>
            <p:nvPr/>
          </p:nvSpPr>
          <p:spPr>
            <a:xfrm>
              <a:off x="545825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4"/>
            <p:cNvSpPr/>
            <p:nvPr/>
          </p:nvSpPr>
          <p:spPr>
            <a:xfrm>
              <a:off x="546989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5"/>
            <p:cNvSpPr/>
            <p:nvPr/>
          </p:nvSpPr>
          <p:spPr>
            <a:xfrm>
              <a:off x="5481534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6"/>
            <p:cNvSpPr/>
            <p:nvPr/>
          </p:nvSpPr>
          <p:spPr>
            <a:xfrm>
              <a:off x="549317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7"/>
            <p:cNvSpPr/>
            <p:nvPr/>
          </p:nvSpPr>
          <p:spPr>
            <a:xfrm>
              <a:off x="550480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8"/>
            <p:cNvSpPr/>
            <p:nvPr/>
          </p:nvSpPr>
          <p:spPr>
            <a:xfrm>
              <a:off x="5516446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9"/>
            <p:cNvSpPr/>
            <p:nvPr/>
          </p:nvSpPr>
          <p:spPr>
            <a:xfrm>
              <a:off x="552808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90"/>
            <p:cNvSpPr/>
            <p:nvPr/>
          </p:nvSpPr>
          <p:spPr>
            <a:xfrm>
              <a:off x="5539721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1"/>
            <p:cNvSpPr/>
            <p:nvPr/>
          </p:nvSpPr>
          <p:spPr>
            <a:xfrm>
              <a:off x="5551358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2"/>
            <p:cNvSpPr/>
            <p:nvPr/>
          </p:nvSpPr>
          <p:spPr>
            <a:xfrm>
              <a:off x="556299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3"/>
            <p:cNvSpPr/>
            <p:nvPr/>
          </p:nvSpPr>
          <p:spPr>
            <a:xfrm>
              <a:off x="5574633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4"/>
            <p:cNvSpPr/>
            <p:nvPr/>
          </p:nvSpPr>
          <p:spPr>
            <a:xfrm>
              <a:off x="5586270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5"/>
            <p:cNvSpPr/>
            <p:nvPr/>
          </p:nvSpPr>
          <p:spPr>
            <a:xfrm>
              <a:off x="559790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6"/>
            <p:cNvSpPr/>
            <p:nvPr/>
          </p:nvSpPr>
          <p:spPr>
            <a:xfrm>
              <a:off x="5609545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7"/>
            <p:cNvSpPr/>
            <p:nvPr/>
          </p:nvSpPr>
          <p:spPr>
            <a:xfrm>
              <a:off x="5621182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8"/>
            <p:cNvSpPr/>
            <p:nvPr/>
          </p:nvSpPr>
          <p:spPr>
            <a:xfrm>
              <a:off x="5632819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9"/>
            <p:cNvSpPr/>
            <p:nvPr/>
          </p:nvSpPr>
          <p:spPr>
            <a:xfrm>
              <a:off x="5644457" y="322263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900"/>
            <p:cNvSpPr/>
            <p:nvPr/>
          </p:nvSpPr>
          <p:spPr>
            <a:xfrm>
              <a:off x="544662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1"/>
            <p:cNvSpPr/>
            <p:nvPr/>
          </p:nvSpPr>
          <p:spPr>
            <a:xfrm>
              <a:off x="545825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2"/>
            <p:cNvSpPr/>
            <p:nvPr/>
          </p:nvSpPr>
          <p:spPr>
            <a:xfrm>
              <a:off x="546989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3"/>
            <p:cNvSpPr/>
            <p:nvPr/>
          </p:nvSpPr>
          <p:spPr>
            <a:xfrm>
              <a:off x="5481534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4"/>
            <p:cNvSpPr/>
            <p:nvPr/>
          </p:nvSpPr>
          <p:spPr>
            <a:xfrm>
              <a:off x="549317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5"/>
            <p:cNvSpPr/>
            <p:nvPr/>
          </p:nvSpPr>
          <p:spPr>
            <a:xfrm>
              <a:off x="550480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6"/>
            <p:cNvSpPr/>
            <p:nvPr/>
          </p:nvSpPr>
          <p:spPr>
            <a:xfrm>
              <a:off x="5516446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7"/>
            <p:cNvSpPr/>
            <p:nvPr/>
          </p:nvSpPr>
          <p:spPr>
            <a:xfrm>
              <a:off x="552808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8"/>
            <p:cNvSpPr/>
            <p:nvPr/>
          </p:nvSpPr>
          <p:spPr>
            <a:xfrm>
              <a:off x="5539721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9"/>
            <p:cNvSpPr/>
            <p:nvPr/>
          </p:nvSpPr>
          <p:spPr>
            <a:xfrm>
              <a:off x="5551358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10"/>
            <p:cNvSpPr/>
            <p:nvPr/>
          </p:nvSpPr>
          <p:spPr>
            <a:xfrm>
              <a:off x="556299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1"/>
            <p:cNvSpPr/>
            <p:nvPr/>
          </p:nvSpPr>
          <p:spPr>
            <a:xfrm>
              <a:off x="5574633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2"/>
            <p:cNvSpPr/>
            <p:nvPr/>
          </p:nvSpPr>
          <p:spPr>
            <a:xfrm>
              <a:off x="5586270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3"/>
            <p:cNvSpPr/>
            <p:nvPr/>
          </p:nvSpPr>
          <p:spPr>
            <a:xfrm>
              <a:off x="559790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4"/>
            <p:cNvSpPr/>
            <p:nvPr/>
          </p:nvSpPr>
          <p:spPr>
            <a:xfrm>
              <a:off x="5609545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5"/>
            <p:cNvSpPr/>
            <p:nvPr/>
          </p:nvSpPr>
          <p:spPr>
            <a:xfrm>
              <a:off x="5621182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6"/>
            <p:cNvSpPr/>
            <p:nvPr/>
          </p:nvSpPr>
          <p:spPr>
            <a:xfrm>
              <a:off x="5632819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7"/>
            <p:cNvSpPr/>
            <p:nvPr/>
          </p:nvSpPr>
          <p:spPr>
            <a:xfrm>
              <a:off x="5644457" y="323693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8"/>
            <p:cNvSpPr/>
            <p:nvPr/>
          </p:nvSpPr>
          <p:spPr>
            <a:xfrm>
              <a:off x="530697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9"/>
            <p:cNvSpPr/>
            <p:nvPr/>
          </p:nvSpPr>
          <p:spPr>
            <a:xfrm>
              <a:off x="535352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20"/>
            <p:cNvSpPr/>
            <p:nvPr/>
          </p:nvSpPr>
          <p:spPr>
            <a:xfrm>
              <a:off x="536516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1"/>
            <p:cNvSpPr/>
            <p:nvPr/>
          </p:nvSpPr>
          <p:spPr>
            <a:xfrm>
              <a:off x="537679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2"/>
            <p:cNvSpPr/>
            <p:nvPr/>
          </p:nvSpPr>
          <p:spPr>
            <a:xfrm>
              <a:off x="538843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3"/>
            <p:cNvSpPr/>
            <p:nvPr/>
          </p:nvSpPr>
          <p:spPr>
            <a:xfrm>
              <a:off x="540007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4"/>
            <p:cNvSpPr/>
            <p:nvPr/>
          </p:nvSpPr>
          <p:spPr>
            <a:xfrm>
              <a:off x="541171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5"/>
            <p:cNvSpPr/>
            <p:nvPr/>
          </p:nvSpPr>
          <p:spPr>
            <a:xfrm>
              <a:off x="542334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6"/>
            <p:cNvSpPr/>
            <p:nvPr/>
          </p:nvSpPr>
          <p:spPr>
            <a:xfrm>
              <a:off x="543498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7"/>
            <p:cNvSpPr/>
            <p:nvPr/>
          </p:nvSpPr>
          <p:spPr>
            <a:xfrm>
              <a:off x="544662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8"/>
            <p:cNvSpPr/>
            <p:nvPr/>
          </p:nvSpPr>
          <p:spPr>
            <a:xfrm>
              <a:off x="545825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9"/>
            <p:cNvSpPr/>
            <p:nvPr/>
          </p:nvSpPr>
          <p:spPr>
            <a:xfrm>
              <a:off x="546989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30"/>
            <p:cNvSpPr/>
            <p:nvPr/>
          </p:nvSpPr>
          <p:spPr>
            <a:xfrm>
              <a:off x="5481534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1"/>
            <p:cNvSpPr/>
            <p:nvPr/>
          </p:nvSpPr>
          <p:spPr>
            <a:xfrm>
              <a:off x="549317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2"/>
            <p:cNvSpPr/>
            <p:nvPr/>
          </p:nvSpPr>
          <p:spPr>
            <a:xfrm>
              <a:off x="550480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3"/>
            <p:cNvSpPr/>
            <p:nvPr/>
          </p:nvSpPr>
          <p:spPr>
            <a:xfrm>
              <a:off x="5516446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4"/>
            <p:cNvSpPr/>
            <p:nvPr/>
          </p:nvSpPr>
          <p:spPr>
            <a:xfrm>
              <a:off x="552808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5"/>
            <p:cNvSpPr/>
            <p:nvPr/>
          </p:nvSpPr>
          <p:spPr>
            <a:xfrm>
              <a:off x="5539721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6"/>
            <p:cNvSpPr/>
            <p:nvPr/>
          </p:nvSpPr>
          <p:spPr>
            <a:xfrm>
              <a:off x="5551358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7"/>
            <p:cNvSpPr/>
            <p:nvPr/>
          </p:nvSpPr>
          <p:spPr>
            <a:xfrm>
              <a:off x="556299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8"/>
            <p:cNvSpPr/>
            <p:nvPr/>
          </p:nvSpPr>
          <p:spPr>
            <a:xfrm>
              <a:off x="5574633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9"/>
            <p:cNvSpPr/>
            <p:nvPr/>
          </p:nvSpPr>
          <p:spPr>
            <a:xfrm>
              <a:off x="5586270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40"/>
            <p:cNvSpPr/>
            <p:nvPr/>
          </p:nvSpPr>
          <p:spPr>
            <a:xfrm>
              <a:off x="5597907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1"/>
            <p:cNvSpPr/>
            <p:nvPr/>
          </p:nvSpPr>
          <p:spPr>
            <a:xfrm>
              <a:off x="5609545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2"/>
            <p:cNvSpPr/>
            <p:nvPr/>
          </p:nvSpPr>
          <p:spPr>
            <a:xfrm>
              <a:off x="5621182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3"/>
            <p:cNvSpPr/>
            <p:nvPr/>
          </p:nvSpPr>
          <p:spPr>
            <a:xfrm>
              <a:off x="5632819" y="32512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4"/>
            <p:cNvSpPr/>
            <p:nvPr/>
          </p:nvSpPr>
          <p:spPr>
            <a:xfrm>
              <a:off x="517896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5"/>
            <p:cNvSpPr/>
            <p:nvPr/>
          </p:nvSpPr>
          <p:spPr>
            <a:xfrm>
              <a:off x="519060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6"/>
            <p:cNvSpPr/>
            <p:nvPr/>
          </p:nvSpPr>
          <p:spPr>
            <a:xfrm>
              <a:off x="520223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7"/>
            <p:cNvSpPr/>
            <p:nvPr/>
          </p:nvSpPr>
          <p:spPr>
            <a:xfrm>
              <a:off x="527206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8"/>
            <p:cNvSpPr/>
            <p:nvPr/>
          </p:nvSpPr>
          <p:spPr>
            <a:xfrm>
              <a:off x="528369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9"/>
            <p:cNvSpPr/>
            <p:nvPr/>
          </p:nvSpPr>
          <p:spPr>
            <a:xfrm>
              <a:off x="529533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50"/>
            <p:cNvSpPr/>
            <p:nvPr/>
          </p:nvSpPr>
          <p:spPr>
            <a:xfrm>
              <a:off x="530697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1"/>
            <p:cNvSpPr/>
            <p:nvPr/>
          </p:nvSpPr>
          <p:spPr>
            <a:xfrm>
              <a:off x="531861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2"/>
            <p:cNvSpPr/>
            <p:nvPr/>
          </p:nvSpPr>
          <p:spPr>
            <a:xfrm>
              <a:off x="533024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3"/>
            <p:cNvSpPr/>
            <p:nvPr/>
          </p:nvSpPr>
          <p:spPr>
            <a:xfrm>
              <a:off x="534188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4"/>
            <p:cNvSpPr/>
            <p:nvPr/>
          </p:nvSpPr>
          <p:spPr>
            <a:xfrm>
              <a:off x="535352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5"/>
            <p:cNvSpPr/>
            <p:nvPr/>
          </p:nvSpPr>
          <p:spPr>
            <a:xfrm>
              <a:off x="536516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6"/>
            <p:cNvSpPr/>
            <p:nvPr/>
          </p:nvSpPr>
          <p:spPr>
            <a:xfrm>
              <a:off x="537679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7"/>
            <p:cNvSpPr/>
            <p:nvPr/>
          </p:nvSpPr>
          <p:spPr>
            <a:xfrm>
              <a:off x="538843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8"/>
            <p:cNvSpPr/>
            <p:nvPr/>
          </p:nvSpPr>
          <p:spPr>
            <a:xfrm>
              <a:off x="540007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9"/>
            <p:cNvSpPr/>
            <p:nvPr/>
          </p:nvSpPr>
          <p:spPr>
            <a:xfrm>
              <a:off x="541171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60"/>
            <p:cNvSpPr/>
            <p:nvPr/>
          </p:nvSpPr>
          <p:spPr>
            <a:xfrm>
              <a:off x="542334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1"/>
            <p:cNvSpPr/>
            <p:nvPr/>
          </p:nvSpPr>
          <p:spPr>
            <a:xfrm>
              <a:off x="543498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2"/>
            <p:cNvSpPr/>
            <p:nvPr/>
          </p:nvSpPr>
          <p:spPr>
            <a:xfrm>
              <a:off x="5446622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3"/>
            <p:cNvSpPr/>
            <p:nvPr/>
          </p:nvSpPr>
          <p:spPr>
            <a:xfrm>
              <a:off x="545825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4"/>
            <p:cNvSpPr/>
            <p:nvPr/>
          </p:nvSpPr>
          <p:spPr>
            <a:xfrm>
              <a:off x="546989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5481534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6"/>
            <p:cNvSpPr/>
            <p:nvPr/>
          </p:nvSpPr>
          <p:spPr>
            <a:xfrm>
              <a:off x="549317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7"/>
            <p:cNvSpPr/>
            <p:nvPr/>
          </p:nvSpPr>
          <p:spPr>
            <a:xfrm>
              <a:off x="5504809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8"/>
            <p:cNvSpPr/>
            <p:nvPr/>
          </p:nvSpPr>
          <p:spPr>
            <a:xfrm>
              <a:off x="5516446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552808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70"/>
            <p:cNvSpPr/>
            <p:nvPr/>
          </p:nvSpPr>
          <p:spPr>
            <a:xfrm>
              <a:off x="5539721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1"/>
            <p:cNvSpPr/>
            <p:nvPr/>
          </p:nvSpPr>
          <p:spPr>
            <a:xfrm>
              <a:off x="5551358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2"/>
            <p:cNvSpPr/>
            <p:nvPr/>
          </p:nvSpPr>
          <p:spPr>
            <a:xfrm>
              <a:off x="5562995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3"/>
            <p:cNvSpPr/>
            <p:nvPr/>
          </p:nvSpPr>
          <p:spPr>
            <a:xfrm>
              <a:off x="5574633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4"/>
            <p:cNvSpPr/>
            <p:nvPr/>
          </p:nvSpPr>
          <p:spPr>
            <a:xfrm>
              <a:off x="5586270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5"/>
            <p:cNvSpPr/>
            <p:nvPr/>
          </p:nvSpPr>
          <p:spPr>
            <a:xfrm>
              <a:off x="5597907" y="326553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6"/>
            <p:cNvSpPr/>
            <p:nvPr/>
          </p:nvSpPr>
          <p:spPr>
            <a:xfrm>
              <a:off x="516732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7"/>
            <p:cNvSpPr/>
            <p:nvPr/>
          </p:nvSpPr>
          <p:spPr>
            <a:xfrm>
              <a:off x="517896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8"/>
            <p:cNvSpPr/>
            <p:nvPr/>
          </p:nvSpPr>
          <p:spPr>
            <a:xfrm>
              <a:off x="519060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9"/>
            <p:cNvSpPr/>
            <p:nvPr/>
          </p:nvSpPr>
          <p:spPr>
            <a:xfrm>
              <a:off x="520223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80"/>
            <p:cNvSpPr/>
            <p:nvPr/>
          </p:nvSpPr>
          <p:spPr>
            <a:xfrm>
              <a:off x="521387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1"/>
            <p:cNvSpPr/>
            <p:nvPr/>
          </p:nvSpPr>
          <p:spPr>
            <a:xfrm>
              <a:off x="524878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2"/>
            <p:cNvSpPr/>
            <p:nvPr/>
          </p:nvSpPr>
          <p:spPr>
            <a:xfrm>
              <a:off x="526042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3"/>
            <p:cNvSpPr/>
            <p:nvPr/>
          </p:nvSpPr>
          <p:spPr>
            <a:xfrm>
              <a:off x="527206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4"/>
            <p:cNvSpPr/>
            <p:nvPr/>
          </p:nvSpPr>
          <p:spPr>
            <a:xfrm>
              <a:off x="528369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5"/>
            <p:cNvSpPr/>
            <p:nvPr/>
          </p:nvSpPr>
          <p:spPr>
            <a:xfrm>
              <a:off x="529533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6"/>
            <p:cNvSpPr/>
            <p:nvPr/>
          </p:nvSpPr>
          <p:spPr>
            <a:xfrm>
              <a:off x="530697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7"/>
            <p:cNvSpPr/>
            <p:nvPr/>
          </p:nvSpPr>
          <p:spPr>
            <a:xfrm>
              <a:off x="531861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8"/>
            <p:cNvSpPr/>
            <p:nvPr/>
          </p:nvSpPr>
          <p:spPr>
            <a:xfrm>
              <a:off x="533024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9"/>
            <p:cNvSpPr/>
            <p:nvPr/>
          </p:nvSpPr>
          <p:spPr>
            <a:xfrm>
              <a:off x="534188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90"/>
            <p:cNvSpPr/>
            <p:nvPr/>
          </p:nvSpPr>
          <p:spPr>
            <a:xfrm>
              <a:off x="535352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1"/>
            <p:cNvSpPr/>
            <p:nvPr/>
          </p:nvSpPr>
          <p:spPr>
            <a:xfrm>
              <a:off x="536516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2"/>
            <p:cNvSpPr/>
            <p:nvPr/>
          </p:nvSpPr>
          <p:spPr>
            <a:xfrm>
              <a:off x="537679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3"/>
            <p:cNvSpPr/>
            <p:nvPr/>
          </p:nvSpPr>
          <p:spPr>
            <a:xfrm>
              <a:off x="538843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4"/>
            <p:cNvSpPr/>
            <p:nvPr/>
          </p:nvSpPr>
          <p:spPr>
            <a:xfrm>
              <a:off x="5400073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5"/>
            <p:cNvSpPr/>
            <p:nvPr/>
          </p:nvSpPr>
          <p:spPr>
            <a:xfrm>
              <a:off x="5411710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6"/>
            <p:cNvSpPr/>
            <p:nvPr/>
          </p:nvSpPr>
          <p:spPr>
            <a:xfrm>
              <a:off x="542334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7"/>
            <p:cNvSpPr/>
            <p:nvPr/>
          </p:nvSpPr>
          <p:spPr>
            <a:xfrm>
              <a:off x="5434985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8"/>
            <p:cNvSpPr/>
            <p:nvPr/>
          </p:nvSpPr>
          <p:spPr>
            <a:xfrm>
              <a:off x="5446622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9"/>
            <p:cNvSpPr/>
            <p:nvPr/>
          </p:nvSpPr>
          <p:spPr>
            <a:xfrm>
              <a:off x="545825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1000"/>
            <p:cNvSpPr/>
            <p:nvPr/>
          </p:nvSpPr>
          <p:spPr>
            <a:xfrm>
              <a:off x="5469897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1"/>
            <p:cNvSpPr/>
            <p:nvPr/>
          </p:nvSpPr>
          <p:spPr>
            <a:xfrm>
              <a:off x="5481534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2"/>
            <p:cNvSpPr/>
            <p:nvPr/>
          </p:nvSpPr>
          <p:spPr>
            <a:xfrm>
              <a:off x="549317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3"/>
            <p:cNvSpPr/>
            <p:nvPr/>
          </p:nvSpPr>
          <p:spPr>
            <a:xfrm>
              <a:off x="5504809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4"/>
            <p:cNvSpPr/>
            <p:nvPr/>
          </p:nvSpPr>
          <p:spPr>
            <a:xfrm>
              <a:off x="5516446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5"/>
            <p:cNvSpPr/>
            <p:nvPr/>
          </p:nvSpPr>
          <p:spPr>
            <a:xfrm>
              <a:off x="5539721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6"/>
            <p:cNvSpPr/>
            <p:nvPr/>
          </p:nvSpPr>
          <p:spPr>
            <a:xfrm>
              <a:off x="5551358" y="32798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7"/>
            <p:cNvSpPr/>
            <p:nvPr/>
          </p:nvSpPr>
          <p:spPr>
            <a:xfrm>
              <a:off x="516732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8"/>
            <p:cNvSpPr/>
            <p:nvPr/>
          </p:nvSpPr>
          <p:spPr>
            <a:xfrm>
              <a:off x="517896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9"/>
            <p:cNvSpPr/>
            <p:nvPr/>
          </p:nvSpPr>
          <p:spPr>
            <a:xfrm>
              <a:off x="519060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10"/>
            <p:cNvSpPr/>
            <p:nvPr/>
          </p:nvSpPr>
          <p:spPr>
            <a:xfrm>
              <a:off x="520223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1"/>
            <p:cNvSpPr/>
            <p:nvPr/>
          </p:nvSpPr>
          <p:spPr>
            <a:xfrm>
              <a:off x="521387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2"/>
            <p:cNvSpPr/>
            <p:nvPr/>
          </p:nvSpPr>
          <p:spPr>
            <a:xfrm>
              <a:off x="522551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3"/>
            <p:cNvSpPr/>
            <p:nvPr/>
          </p:nvSpPr>
          <p:spPr>
            <a:xfrm>
              <a:off x="523715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4"/>
            <p:cNvSpPr/>
            <p:nvPr/>
          </p:nvSpPr>
          <p:spPr>
            <a:xfrm>
              <a:off x="524878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5"/>
            <p:cNvSpPr/>
            <p:nvPr/>
          </p:nvSpPr>
          <p:spPr>
            <a:xfrm>
              <a:off x="526042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6"/>
            <p:cNvSpPr/>
            <p:nvPr/>
          </p:nvSpPr>
          <p:spPr>
            <a:xfrm>
              <a:off x="527206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7"/>
            <p:cNvSpPr/>
            <p:nvPr/>
          </p:nvSpPr>
          <p:spPr>
            <a:xfrm>
              <a:off x="528369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8"/>
            <p:cNvSpPr/>
            <p:nvPr/>
          </p:nvSpPr>
          <p:spPr>
            <a:xfrm>
              <a:off x="529533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9"/>
            <p:cNvSpPr/>
            <p:nvPr/>
          </p:nvSpPr>
          <p:spPr>
            <a:xfrm>
              <a:off x="5306974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20"/>
            <p:cNvSpPr/>
            <p:nvPr/>
          </p:nvSpPr>
          <p:spPr>
            <a:xfrm>
              <a:off x="531861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1"/>
            <p:cNvSpPr/>
            <p:nvPr/>
          </p:nvSpPr>
          <p:spPr>
            <a:xfrm>
              <a:off x="533024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2"/>
            <p:cNvSpPr/>
            <p:nvPr/>
          </p:nvSpPr>
          <p:spPr>
            <a:xfrm>
              <a:off x="5341886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3"/>
            <p:cNvSpPr/>
            <p:nvPr/>
          </p:nvSpPr>
          <p:spPr>
            <a:xfrm>
              <a:off x="535352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4"/>
            <p:cNvSpPr/>
            <p:nvPr/>
          </p:nvSpPr>
          <p:spPr>
            <a:xfrm>
              <a:off x="5365161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5"/>
            <p:cNvSpPr/>
            <p:nvPr/>
          </p:nvSpPr>
          <p:spPr>
            <a:xfrm>
              <a:off x="5376798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6"/>
            <p:cNvSpPr/>
            <p:nvPr/>
          </p:nvSpPr>
          <p:spPr>
            <a:xfrm>
              <a:off x="538843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7"/>
            <p:cNvSpPr/>
            <p:nvPr/>
          </p:nvSpPr>
          <p:spPr>
            <a:xfrm>
              <a:off x="5400073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8"/>
            <p:cNvSpPr/>
            <p:nvPr/>
          </p:nvSpPr>
          <p:spPr>
            <a:xfrm>
              <a:off x="5411710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9"/>
            <p:cNvSpPr/>
            <p:nvPr/>
          </p:nvSpPr>
          <p:spPr>
            <a:xfrm>
              <a:off x="542334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30"/>
            <p:cNvSpPr/>
            <p:nvPr/>
          </p:nvSpPr>
          <p:spPr>
            <a:xfrm>
              <a:off x="5434985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1"/>
            <p:cNvSpPr/>
            <p:nvPr/>
          </p:nvSpPr>
          <p:spPr>
            <a:xfrm>
              <a:off x="5446622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2"/>
            <p:cNvSpPr/>
            <p:nvPr/>
          </p:nvSpPr>
          <p:spPr>
            <a:xfrm>
              <a:off x="5458259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3"/>
            <p:cNvSpPr/>
            <p:nvPr/>
          </p:nvSpPr>
          <p:spPr>
            <a:xfrm>
              <a:off x="5469897" y="329413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4"/>
            <p:cNvSpPr/>
            <p:nvPr/>
          </p:nvSpPr>
          <p:spPr>
            <a:xfrm>
              <a:off x="517896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5"/>
            <p:cNvSpPr/>
            <p:nvPr/>
          </p:nvSpPr>
          <p:spPr>
            <a:xfrm>
              <a:off x="519060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6"/>
            <p:cNvSpPr/>
            <p:nvPr/>
          </p:nvSpPr>
          <p:spPr>
            <a:xfrm>
              <a:off x="520223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7"/>
            <p:cNvSpPr/>
            <p:nvPr/>
          </p:nvSpPr>
          <p:spPr>
            <a:xfrm>
              <a:off x="521387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8"/>
            <p:cNvSpPr/>
            <p:nvPr/>
          </p:nvSpPr>
          <p:spPr>
            <a:xfrm>
              <a:off x="522551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g1039"/>
            <p:cNvSpPr/>
            <p:nvPr/>
          </p:nvSpPr>
          <p:spPr>
            <a:xfrm>
              <a:off x="5237150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g1040"/>
            <p:cNvSpPr/>
            <p:nvPr/>
          </p:nvSpPr>
          <p:spPr>
            <a:xfrm>
              <a:off x="524878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g1041"/>
            <p:cNvSpPr/>
            <p:nvPr/>
          </p:nvSpPr>
          <p:spPr>
            <a:xfrm>
              <a:off x="526042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g1042"/>
            <p:cNvSpPr/>
            <p:nvPr/>
          </p:nvSpPr>
          <p:spPr>
            <a:xfrm>
              <a:off x="5272062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g1043"/>
            <p:cNvSpPr/>
            <p:nvPr/>
          </p:nvSpPr>
          <p:spPr>
            <a:xfrm>
              <a:off x="528369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g1044"/>
            <p:cNvSpPr/>
            <p:nvPr/>
          </p:nvSpPr>
          <p:spPr>
            <a:xfrm>
              <a:off x="529533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g1045"/>
            <p:cNvSpPr/>
            <p:nvPr/>
          </p:nvSpPr>
          <p:spPr>
            <a:xfrm>
              <a:off x="5306974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g1046"/>
            <p:cNvSpPr/>
            <p:nvPr/>
          </p:nvSpPr>
          <p:spPr>
            <a:xfrm>
              <a:off x="531861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g1047"/>
            <p:cNvSpPr/>
            <p:nvPr/>
          </p:nvSpPr>
          <p:spPr>
            <a:xfrm>
              <a:off x="5330249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g1048"/>
            <p:cNvSpPr/>
            <p:nvPr/>
          </p:nvSpPr>
          <p:spPr>
            <a:xfrm>
              <a:off x="5341886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g1049"/>
            <p:cNvSpPr/>
            <p:nvPr/>
          </p:nvSpPr>
          <p:spPr>
            <a:xfrm>
              <a:off x="535352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g1050"/>
            <p:cNvSpPr/>
            <p:nvPr/>
          </p:nvSpPr>
          <p:spPr>
            <a:xfrm>
              <a:off x="5365161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g1051"/>
            <p:cNvSpPr/>
            <p:nvPr/>
          </p:nvSpPr>
          <p:spPr>
            <a:xfrm>
              <a:off x="5376798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g1052"/>
            <p:cNvSpPr/>
            <p:nvPr/>
          </p:nvSpPr>
          <p:spPr>
            <a:xfrm>
              <a:off x="5388435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g1053"/>
            <p:cNvSpPr/>
            <p:nvPr/>
          </p:nvSpPr>
          <p:spPr>
            <a:xfrm>
              <a:off x="5400073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g1054"/>
            <p:cNvSpPr/>
            <p:nvPr/>
          </p:nvSpPr>
          <p:spPr>
            <a:xfrm>
              <a:off x="5423347" y="330843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g1055"/>
            <p:cNvSpPr/>
            <p:nvPr/>
          </p:nvSpPr>
          <p:spPr>
            <a:xfrm>
              <a:off x="517896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g1056"/>
            <p:cNvSpPr/>
            <p:nvPr/>
          </p:nvSpPr>
          <p:spPr>
            <a:xfrm>
              <a:off x="5190601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g1057"/>
            <p:cNvSpPr/>
            <p:nvPr/>
          </p:nvSpPr>
          <p:spPr>
            <a:xfrm>
              <a:off x="5202238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4">
                <a:alpha val="100000"/>
              </a:srgbClr>
            </a:solidFill>
            <a:ln w="5420" cap="flat">
              <a:solidFill>
                <a:srgbClr val="3A7D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g1058"/>
            <p:cNvSpPr/>
            <p:nvPr/>
          </p:nvSpPr>
          <p:spPr>
            <a:xfrm>
              <a:off x="521387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g1059"/>
            <p:cNvSpPr/>
            <p:nvPr/>
          </p:nvSpPr>
          <p:spPr>
            <a:xfrm>
              <a:off x="5225513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g1060"/>
            <p:cNvSpPr/>
            <p:nvPr/>
          </p:nvSpPr>
          <p:spPr>
            <a:xfrm>
              <a:off x="5237150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g1061"/>
            <p:cNvSpPr/>
            <p:nvPr/>
          </p:nvSpPr>
          <p:spPr>
            <a:xfrm>
              <a:off x="524878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g1062"/>
            <p:cNvSpPr/>
            <p:nvPr/>
          </p:nvSpPr>
          <p:spPr>
            <a:xfrm>
              <a:off x="5260425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g1063"/>
            <p:cNvSpPr/>
            <p:nvPr/>
          </p:nvSpPr>
          <p:spPr>
            <a:xfrm>
              <a:off x="5272062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g1064"/>
            <p:cNvSpPr/>
            <p:nvPr/>
          </p:nvSpPr>
          <p:spPr>
            <a:xfrm>
              <a:off x="5283699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g1065"/>
            <p:cNvSpPr/>
            <p:nvPr/>
          </p:nvSpPr>
          <p:spPr>
            <a:xfrm>
              <a:off x="5295337" y="33227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g1066"/>
            <p:cNvSpPr/>
            <p:nvPr/>
          </p:nvSpPr>
          <p:spPr>
            <a:xfrm>
              <a:off x="5167326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g1067"/>
            <p:cNvSpPr/>
            <p:nvPr/>
          </p:nvSpPr>
          <p:spPr>
            <a:xfrm>
              <a:off x="517896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g1068"/>
            <p:cNvSpPr/>
            <p:nvPr/>
          </p:nvSpPr>
          <p:spPr>
            <a:xfrm>
              <a:off x="5190601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g1069"/>
            <p:cNvSpPr/>
            <p:nvPr/>
          </p:nvSpPr>
          <p:spPr>
            <a:xfrm>
              <a:off x="5202238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g1070"/>
            <p:cNvSpPr/>
            <p:nvPr/>
          </p:nvSpPr>
          <p:spPr>
            <a:xfrm>
              <a:off x="521387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g1071"/>
            <p:cNvSpPr/>
            <p:nvPr/>
          </p:nvSpPr>
          <p:spPr>
            <a:xfrm>
              <a:off x="5225513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g1072"/>
            <p:cNvSpPr/>
            <p:nvPr/>
          </p:nvSpPr>
          <p:spPr>
            <a:xfrm>
              <a:off x="5237150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g1073"/>
            <p:cNvSpPr/>
            <p:nvPr/>
          </p:nvSpPr>
          <p:spPr>
            <a:xfrm>
              <a:off x="5248787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g1074"/>
            <p:cNvSpPr/>
            <p:nvPr/>
          </p:nvSpPr>
          <p:spPr>
            <a:xfrm>
              <a:off x="5260425" y="333703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g1075"/>
            <p:cNvSpPr/>
            <p:nvPr/>
          </p:nvSpPr>
          <p:spPr>
            <a:xfrm>
              <a:off x="5155689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g1076"/>
            <p:cNvSpPr/>
            <p:nvPr/>
          </p:nvSpPr>
          <p:spPr>
            <a:xfrm>
              <a:off x="5167326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g1077"/>
            <p:cNvSpPr/>
            <p:nvPr/>
          </p:nvSpPr>
          <p:spPr>
            <a:xfrm>
              <a:off x="517896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g1078"/>
            <p:cNvSpPr/>
            <p:nvPr/>
          </p:nvSpPr>
          <p:spPr>
            <a:xfrm>
              <a:off x="5190601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g1079"/>
            <p:cNvSpPr/>
            <p:nvPr/>
          </p:nvSpPr>
          <p:spPr>
            <a:xfrm>
              <a:off x="5202238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g1080"/>
            <p:cNvSpPr/>
            <p:nvPr/>
          </p:nvSpPr>
          <p:spPr>
            <a:xfrm>
              <a:off x="5213875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g1081"/>
            <p:cNvSpPr/>
            <p:nvPr/>
          </p:nvSpPr>
          <p:spPr>
            <a:xfrm>
              <a:off x="5225513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g1082"/>
            <p:cNvSpPr/>
            <p:nvPr/>
          </p:nvSpPr>
          <p:spPr>
            <a:xfrm>
              <a:off x="5237150" y="33513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g1083"/>
            <p:cNvSpPr/>
            <p:nvPr/>
          </p:nvSpPr>
          <p:spPr>
            <a:xfrm>
              <a:off x="514405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g1084"/>
            <p:cNvSpPr/>
            <p:nvPr/>
          </p:nvSpPr>
          <p:spPr>
            <a:xfrm>
              <a:off x="5155689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g1085"/>
            <p:cNvSpPr/>
            <p:nvPr/>
          </p:nvSpPr>
          <p:spPr>
            <a:xfrm>
              <a:off x="5167326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g1086"/>
            <p:cNvSpPr/>
            <p:nvPr/>
          </p:nvSpPr>
          <p:spPr>
            <a:xfrm>
              <a:off x="5178963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g1087"/>
            <p:cNvSpPr/>
            <p:nvPr/>
          </p:nvSpPr>
          <p:spPr>
            <a:xfrm>
              <a:off x="5190601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g1088"/>
            <p:cNvSpPr/>
            <p:nvPr/>
          </p:nvSpPr>
          <p:spPr>
            <a:xfrm>
              <a:off x="5202238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g1089"/>
            <p:cNvSpPr/>
            <p:nvPr/>
          </p:nvSpPr>
          <p:spPr>
            <a:xfrm>
              <a:off x="5213875" y="336563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g1090"/>
            <p:cNvSpPr/>
            <p:nvPr/>
          </p:nvSpPr>
          <p:spPr>
            <a:xfrm>
              <a:off x="514405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g1091"/>
            <p:cNvSpPr/>
            <p:nvPr/>
          </p:nvSpPr>
          <p:spPr>
            <a:xfrm>
              <a:off x="5155689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g1092"/>
            <p:cNvSpPr/>
            <p:nvPr/>
          </p:nvSpPr>
          <p:spPr>
            <a:xfrm>
              <a:off x="5167326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g1093"/>
            <p:cNvSpPr/>
            <p:nvPr/>
          </p:nvSpPr>
          <p:spPr>
            <a:xfrm>
              <a:off x="5178963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g1094"/>
            <p:cNvSpPr/>
            <p:nvPr/>
          </p:nvSpPr>
          <p:spPr>
            <a:xfrm>
              <a:off x="5190601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g1095"/>
            <p:cNvSpPr/>
            <p:nvPr/>
          </p:nvSpPr>
          <p:spPr>
            <a:xfrm>
              <a:off x="5202238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g1096"/>
            <p:cNvSpPr/>
            <p:nvPr/>
          </p:nvSpPr>
          <p:spPr>
            <a:xfrm>
              <a:off x="5213875" y="337993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g1097"/>
            <p:cNvSpPr/>
            <p:nvPr/>
          </p:nvSpPr>
          <p:spPr>
            <a:xfrm>
              <a:off x="514405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g1098"/>
            <p:cNvSpPr/>
            <p:nvPr/>
          </p:nvSpPr>
          <p:spPr>
            <a:xfrm>
              <a:off x="5155689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g1099"/>
            <p:cNvSpPr/>
            <p:nvPr/>
          </p:nvSpPr>
          <p:spPr>
            <a:xfrm>
              <a:off x="5167326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g1100"/>
            <p:cNvSpPr/>
            <p:nvPr/>
          </p:nvSpPr>
          <p:spPr>
            <a:xfrm>
              <a:off x="5178963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g1101"/>
            <p:cNvSpPr/>
            <p:nvPr/>
          </p:nvSpPr>
          <p:spPr>
            <a:xfrm>
              <a:off x="5190601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g1102"/>
            <p:cNvSpPr/>
            <p:nvPr/>
          </p:nvSpPr>
          <p:spPr>
            <a:xfrm>
              <a:off x="5202238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g1103"/>
            <p:cNvSpPr/>
            <p:nvPr/>
          </p:nvSpPr>
          <p:spPr>
            <a:xfrm>
              <a:off x="5213875" y="33942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g1104"/>
            <p:cNvSpPr/>
            <p:nvPr/>
          </p:nvSpPr>
          <p:spPr>
            <a:xfrm>
              <a:off x="514405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g1105"/>
            <p:cNvSpPr/>
            <p:nvPr/>
          </p:nvSpPr>
          <p:spPr>
            <a:xfrm>
              <a:off x="5155689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g1106"/>
            <p:cNvSpPr/>
            <p:nvPr/>
          </p:nvSpPr>
          <p:spPr>
            <a:xfrm>
              <a:off x="5167326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g1107"/>
            <p:cNvSpPr/>
            <p:nvPr/>
          </p:nvSpPr>
          <p:spPr>
            <a:xfrm>
              <a:off x="5178963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g1108"/>
            <p:cNvSpPr/>
            <p:nvPr/>
          </p:nvSpPr>
          <p:spPr>
            <a:xfrm>
              <a:off x="5190601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g1109"/>
            <p:cNvSpPr/>
            <p:nvPr/>
          </p:nvSpPr>
          <p:spPr>
            <a:xfrm>
              <a:off x="5202238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g1110"/>
            <p:cNvSpPr/>
            <p:nvPr/>
          </p:nvSpPr>
          <p:spPr>
            <a:xfrm>
              <a:off x="5213875" y="340854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g1111"/>
            <p:cNvSpPr/>
            <p:nvPr/>
          </p:nvSpPr>
          <p:spPr>
            <a:xfrm>
              <a:off x="5074227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g1112"/>
            <p:cNvSpPr/>
            <p:nvPr/>
          </p:nvSpPr>
          <p:spPr>
            <a:xfrm>
              <a:off x="508586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g1113"/>
            <p:cNvSpPr/>
            <p:nvPr/>
          </p:nvSpPr>
          <p:spPr>
            <a:xfrm>
              <a:off x="5167326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g1114"/>
            <p:cNvSpPr/>
            <p:nvPr/>
          </p:nvSpPr>
          <p:spPr>
            <a:xfrm>
              <a:off x="5178963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g1115"/>
            <p:cNvSpPr/>
            <p:nvPr/>
          </p:nvSpPr>
          <p:spPr>
            <a:xfrm>
              <a:off x="5190601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g1116"/>
            <p:cNvSpPr/>
            <p:nvPr/>
          </p:nvSpPr>
          <p:spPr>
            <a:xfrm>
              <a:off x="5202238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g1117"/>
            <p:cNvSpPr/>
            <p:nvPr/>
          </p:nvSpPr>
          <p:spPr>
            <a:xfrm>
              <a:off x="5213875" y="34228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g1118"/>
            <p:cNvSpPr/>
            <p:nvPr/>
          </p:nvSpPr>
          <p:spPr>
            <a:xfrm>
              <a:off x="505095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g1119"/>
            <p:cNvSpPr/>
            <p:nvPr/>
          </p:nvSpPr>
          <p:spPr>
            <a:xfrm>
              <a:off x="5062590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g1120"/>
            <p:cNvSpPr/>
            <p:nvPr/>
          </p:nvSpPr>
          <p:spPr>
            <a:xfrm>
              <a:off x="5074227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g1121"/>
            <p:cNvSpPr/>
            <p:nvPr/>
          </p:nvSpPr>
          <p:spPr>
            <a:xfrm>
              <a:off x="508586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g1122"/>
            <p:cNvSpPr/>
            <p:nvPr/>
          </p:nvSpPr>
          <p:spPr>
            <a:xfrm>
              <a:off x="5097502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g1123"/>
            <p:cNvSpPr/>
            <p:nvPr/>
          </p:nvSpPr>
          <p:spPr>
            <a:xfrm>
              <a:off x="5167326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g1124"/>
            <p:cNvSpPr/>
            <p:nvPr/>
          </p:nvSpPr>
          <p:spPr>
            <a:xfrm>
              <a:off x="5178963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g1125"/>
            <p:cNvSpPr/>
            <p:nvPr/>
          </p:nvSpPr>
          <p:spPr>
            <a:xfrm>
              <a:off x="5190601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g1126"/>
            <p:cNvSpPr/>
            <p:nvPr/>
          </p:nvSpPr>
          <p:spPr>
            <a:xfrm>
              <a:off x="5202238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g1127"/>
            <p:cNvSpPr/>
            <p:nvPr/>
          </p:nvSpPr>
          <p:spPr>
            <a:xfrm>
              <a:off x="5213875" y="343714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g1128"/>
            <p:cNvSpPr/>
            <p:nvPr/>
          </p:nvSpPr>
          <p:spPr>
            <a:xfrm>
              <a:off x="502767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g1129"/>
            <p:cNvSpPr/>
            <p:nvPr/>
          </p:nvSpPr>
          <p:spPr>
            <a:xfrm>
              <a:off x="503931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g1130"/>
            <p:cNvSpPr/>
            <p:nvPr/>
          </p:nvSpPr>
          <p:spPr>
            <a:xfrm>
              <a:off x="505095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g1131"/>
            <p:cNvSpPr/>
            <p:nvPr/>
          </p:nvSpPr>
          <p:spPr>
            <a:xfrm>
              <a:off x="5062590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g1132"/>
            <p:cNvSpPr/>
            <p:nvPr/>
          </p:nvSpPr>
          <p:spPr>
            <a:xfrm>
              <a:off x="5074227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g1133"/>
            <p:cNvSpPr/>
            <p:nvPr/>
          </p:nvSpPr>
          <p:spPr>
            <a:xfrm>
              <a:off x="5085865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g1134"/>
            <p:cNvSpPr/>
            <p:nvPr/>
          </p:nvSpPr>
          <p:spPr>
            <a:xfrm>
              <a:off x="5097502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g1135"/>
            <p:cNvSpPr/>
            <p:nvPr/>
          </p:nvSpPr>
          <p:spPr>
            <a:xfrm>
              <a:off x="5155689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g1136"/>
            <p:cNvSpPr/>
            <p:nvPr/>
          </p:nvSpPr>
          <p:spPr>
            <a:xfrm>
              <a:off x="5167326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g1137"/>
            <p:cNvSpPr/>
            <p:nvPr/>
          </p:nvSpPr>
          <p:spPr>
            <a:xfrm>
              <a:off x="5178963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g1138"/>
            <p:cNvSpPr/>
            <p:nvPr/>
          </p:nvSpPr>
          <p:spPr>
            <a:xfrm>
              <a:off x="5190601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g1139"/>
            <p:cNvSpPr/>
            <p:nvPr/>
          </p:nvSpPr>
          <p:spPr>
            <a:xfrm>
              <a:off x="5202238" y="345144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g1140"/>
            <p:cNvSpPr/>
            <p:nvPr/>
          </p:nvSpPr>
          <p:spPr>
            <a:xfrm>
              <a:off x="501604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g1141"/>
            <p:cNvSpPr/>
            <p:nvPr/>
          </p:nvSpPr>
          <p:spPr>
            <a:xfrm>
              <a:off x="502767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g1142"/>
            <p:cNvSpPr/>
            <p:nvPr/>
          </p:nvSpPr>
          <p:spPr>
            <a:xfrm>
              <a:off x="503931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g1143"/>
            <p:cNvSpPr/>
            <p:nvPr/>
          </p:nvSpPr>
          <p:spPr>
            <a:xfrm>
              <a:off x="505095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g1144"/>
            <p:cNvSpPr/>
            <p:nvPr/>
          </p:nvSpPr>
          <p:spPr>
            <a:xfrm>
              <a:off x="5062590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g1145"/>
            <p:cNvSpPr/>
            <p:nvPr/>
          </p:nvSpPr>
          <p:spPr>
            <a:xfrm>
              <a:off x="5074227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g1146"/>
            <p:cNvSpPr/>
            <p:nvPr/>
          </p:nvSpPr>
          <p:spPr>
            <a:xfrm>
              <a:off x="5085865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g1147"/>
            <p:cNvSpPr/>
            <p:nvPr/>
          </p:nvSpPr>
          <p:spPr>
            <a:xfrm>
              <a:off x="5097502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g1148"/>
            <p:cNvSpPr/>
            <p:nvPr/>
          </p:nvSpPr>
          <p:spPr>
            <a:xfrm>
              <a:off x="5155689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g1149"/>
            <p:cNvSpPr/>
            <p:nvPr/>
          </p:nvSpPr>
          <p:spPr>
            <a:xfrm>
              <a:off x="5167326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g1150"/>
            <p:cNvSpPr/>
            <p:nvPr/>
          </p:nvSpPr>
          <p:spPr>
            <a:xfrm>
              <a:off x="5178963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g1151"/>
            <p:cNvSpPr/>
            <p:nvPr/>
          </p:nvSpPr>
          <p:spPr>
            <a:xfrm>
              <a:off x="5190601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g1152"/>
            <p:cNvSpPr/>
            <p:nvPr/>
          </p:nvSpPr>
          <p:spPr>
            <a:xfrm>
              <a:off x="5202238" y="34657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g1153"/>
            <p:cNvSpPr/>
            <p:nvPr/>
          </p:nvSpPr>
          <p:spPr>
            <a:xfrm>
              <a:off x="4957854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g1154"/>
            <p:cNvSpPr/>
            <p:nvPr/>
          </p:nvSpPr>
          <p:spPr>
            <a:xfrm>
              <a:off x="4969492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g1155"/>
            <p:cNvSpPr/>
            <p:nvPr/>
          </p:nvSpPr>
          <p:spPr>
            <a:xfrm>
              <a:off x="498112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g1156"/>
            <p:cNvSpPr/>
            <p:nvPr/>
          </p:nvSpPr>
          <p:spPr>
            <a:xfrm>
              <a:off x="499276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g1157"/>
            <p:cNvSpPr/>
            <p:nvPr/>
          </p:nvSpPr>
          <p:spPr>
            <a:xfrm>
              <a:off x="500440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g1158"/>
            <p:cNvSpPr/>
            <p:nvPr/>
          </p:nvSpPr>
          <p:spPr>
            <a:xfrm>
              <a:off x="501604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g1159"/>
            <p:cNvSpPr/>
            <p:nvPr/>
          </p:nvSpPr>
          <p:spPr>
            <a:xfrm>
              <a:off x="502767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g1160"/>
            <p:cNvSpPr/>
            <p:nvPr/>
          </p:nvSpPr>
          <p:spPr>
            <a:xfrm>
              <a:off x="503931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g1161"/>
            <p:cNvSpPr/>
            <p:nvPr/>
          </p:nvSpPr>
          <p:spPr>
            <a:xfrm>
              <a:off x="505095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g1162"/>
            <p:cNvSpPr/>
            <p:nvPr/>
          </p:nvSpPr>
          <p:spPr>
            <a:xfrm>
              <a:off x="5062590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g1163"/>
            <p:cNvSpPr/>
            <p:nvPr/>
          </p:nvSpPr>
          <p:spPr>
            <a:xfrm>
              <a:off x="5074227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g1164"/>
            <p:cNvSpPr/>
            <p:nvPr/>
          </p:nvSpPr>
          <p:spPr>
            <a:xfrm>
              <a:off x="5085865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g1165"/>
            <p:cNvSpPr/>
            <p:nvPr/>
          </p:nvSpPr>
          <p:spPr>
            <a:xfrm>
              <a:off x="514405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g1166"/>
            <p:cNvSpPr/>
            <p:nvPr/>
          </p:nvSpPr>
          <p:spPr>
            <a:xfrm>
              <a:off x="5155689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g1167"/>
            <p:cNvSpPr/>
            <p:nvPr/>
          </p:nvSpPr>
          <p:spPr>
            <a:xfrm>
              <a:off x="5167326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g1168"/>
            <p:cNvSpPr/>
            <p:nvPr/>
          </p:nvSpPr>
          <p:spPr>
            <a:xfrm>
              <a:off x="5178963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g1169"/>
            <p:cNvSpPr/>
            <p:nvPr/>
          </p:nvSpPr>
          <p:spPr>
            <a:xfrm>
              <a:off x="5190601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g1170"/>
            <p:cNvSpPr/>
            <p:nvPr/>
          </p:nvSpPr>
          <p:spPr>
            <a:xfrm>
              <a:off x="5202238" y="348004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g1171"/>
            <p:cNvSpPr/>
            <p:nvPr/>
          </p:nvSpPr>
          <p:spPr>
            <a:xfrm>
              <a:off x="494621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g1172"/>
            <p:cNvSpPr/>
            <p:nvPr/>
          </p:nvSpPr>
          <p:spPr>
            <a:xfrm>
              <a:off x="495785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g1173"/>
            <p:cNvSpPr/>
            <p:nvPr/>
          </p:nvSpPr>
          <p:spPr>
            <a:xfrm>
              <a:off x="4969492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g1174"/>
            <p:cNvSpPr/>
            <p:nvPr/>
          </p:nvSpPr>
          <p:spPr>
            <a:xfrm>
              <a:off x="498112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g1175"/>
            <p:cNvSpPr/>
            <p:nvPr/>
          </p:nvSpPr>
          <p:spPr>
            <a:xfrm>
              <a:off x="499276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g1176"/>
            <p:cNvSpPr/>
            <p:nvPr/>
          </p:nvSpPr>
          <p:spPr>
            <a:xfrm>
              <a:off x="500440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g1177"/>
            <p:cNvSpPr/>
            <p:nvPr/>
          </p:nvSpPr>
          <p:spPr>
            <a:xfrm>
              <a:off x="501604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g1178"/>
            <p:cNvSpPr/>
            <p:nvPr/>
          </p:nvSpPr>
          <p:spPr>
            <a:xfrm>
              <a:off x="502767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g1179"/>
            <p:cNvSpPr/>
            <p:nvPr/>
          </p:nvSpPr>
          <p:spPr>
            <a:xfrm>
              <a:off x="5039315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g1180"/>
            <p:cNvSpPr/>
            <p:nvPr/>
          </p:nvSpPr>
          <p:spPr>
            <a:xfrm>
              <a:off x="505095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g1181"/>
            <p:cNvSpPr/>
            <p:nvPr/>
          </p:nvSpPr>
          <p:spPr>
            <a:xfrm>
              <a:off x="5062590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g1182"/>
            <p:cNvSpPr/>
            <p:nvPr/>
          </p:nvSpPr>
          <p:spPr>
            <a:xfrm>
              <a:off x="5074227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g1183"/>
            <p:cNvSpPr/>
            <p:nvPr/>
          </p:nvSpPr>
          <p:spPr>
            <a:xfrm>
              <a:off x="5132414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g1184"/>
            <p:cNvSpPr/>
            <p:nvPr/>
          </p:nvSpPr>
          <p:spPr>
            <a:xfrm>
              <a:off x="514405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g1185"/>
            <p:cNvSpPr/>
            <p:nvPr/>
          </p:nvSpPr>
          <p:spPr>
            <a:xfrm>
              <a:off x="5155689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g1186"/>
            <p:cNvSpPr/>
            <p:nvPr/>
          </p:nvSpPr>
          <p:spPr>
            <a:xfrm>
              <a:off x="5167326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g1187"/>
            <p:cNvSpPr/>
            <p:nvPr/>
          </p:nvSpPr>
          <p:spPr>
            <a:xfrm>
              <a:off x="5178963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g1188"/>
            <p:cNvSpPr/>
            <p:nvPr/>
          </p:nvSpPr>
          <p:spPr>
            <a:xfrm>
              <a:off x="5190601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g1189"/>
            <p:cNvSpPr/>
            <p:nvPr/>
          </p:nvSpPr>
          <p:spPr>
            <a:xfrm>
              <a:off x="5202238" y="34943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g1190"/>
            <p:cNvSpPr/>
            <p:nvPr/>
          </p:nvSpPr>
          <p:spPr>
            <a:xfrm>
              <a:off x="492294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g1191"/>
            <p:cNvSpPr/>
            <p:nvPr/>
          </p:nvSpPr>
          <p:spPr>
            <a:xfrm>
              <a:off x="4934580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g1192"/>
            <p:cNvSpPr/>
            <p:nvPr/>
          </p:nvSpPr>
          <p:spPr>
            <a:xfrm>
              <a:off x="494621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g1193"/>
            <p:cNvSpPr/>
            <p:nvPr/>
          </p:nvSpPr>
          <p:spPr>
            <a:xfrm>
              <a:off x="495785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g1194"/>
            <p:cNvSpPr/>
            <p:nvPr/>
          </p:nvSpPr>
          <p:spPr>
            <a:xfrm>
              <a:off x="4969492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g1195"/>
            <p:cNvSpPr/>
            <p:nvPr/>
          </p:nvSpPr>
          <p:spPr>
            <a:xfrm>
              <a:off x="498112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g1196"/>
            <p:cNvSpPr/>
            <p:nvPr/>
          </p:nvSpPr>
          <p:spPr>
            <a:xfrm>
              <a:off x="499276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g1197"/>
            <p:cNvSpPr/>
            <p:nvPr/>
          </p:nvSpPr>
          <p:spPr>
            <a:xfrm>
              <a:off x="500440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g1198"/>
            <p:cNvSpPr/>
            <p:nvPr/>
          </p:nvSpPr>
          <p:spPr>
            <a:xfrm>
              <a:off x="501604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g1199"/>
            <p:cNvSpPr/>
            <p:nvPr/>
          </p:nvSpPr>
          <p:spPr>
            <a:xfrm>
              <a:off x="5027678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g1200"/>
            <p:cNvSpPr/>
            <p:nvPr/>
          </p:nvSpPr>
          <p:spPr>
            <a:xfrm>
              <a:off x="5039315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g1201"/>
            <p:cNvSpPr/>
            <p:nvPr/>
          </p:nvSpPr>
          <p:spPr>
            <a:xfrm>
              <a:off x="505095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g1202"/>
            <p:cNvSpPr/>
            <p:nvPr/>
          </p:nvSpPr>
          <p:spPr>
            <a:xfrm>
              <a:off x="5120777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g1203"/>
            <p:cNvSpPr/>
            <p:nvPr/>
          </p:nvSpPr>
          <p:spPr>
            <a:xfrm>
              <a:off x="5132414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g1204"/>
            <p:cNvSpPr/>
            <p:nvPr/>
          </p:nvSpPr>
          <p:spPr>
            <a:xfrm>
              <a:off x="5144051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g1205"/>
            <p:cNvSpPr/>
            <p:nvPr/>
          </p:nvSpPr>
          <p:spPr>
            <a:xfrm>
              <a:off x="5155689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g1206"/>
            <p:cNvSpPr/>
            <p:nvPr/>
          </p:nvSpPr>
          <p:spPr>
            <a:xfrm>
              <a:off x="5167326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g1207"/>
            <p:cNvSpPr/>
            <p:nvPr/>
          </p:nvSpPr>
          <p:spPr>
            <a:xfrm>
              <a:off x="5178963" y="350864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g1208"/>
            <p:cNvSpPr/>
            <p:nvPr/>
          </p:nvSpPr>
          <p:spPr>
            <a:xfrm>
              <a:off x="489966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g1209"/>
            <p:cNvSpPr/>
            <p:nvPr/>
          </p:nvSpPr>
          <p:spPr>
            <a:xfrm>
              <a:off x="491130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g1210"/>
            <p:cNvSpPr/>
            <p:nvPr/>
          </p:nvSpPr>
          <p:spPr>
            <a:xfrm>
              <a:off x="492294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g1211"/>
            <p:cNvSpPr/>
            <p:nvPr/>
          </p:nvSpPr>
          <p:spPr>
            <a:xfrm>
              <a:off x="493458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g1212"/>
            <p:cNvSpPr/>
            <p:nvPr/>
          </p:nvSpPr>
          <p:spPr>
            <a:xfrm>
              <a:off x="494621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g1213"/>
            <p:cNvSpPr/>
            <p:nvPr/>
          </p:nvSpPr>
          <p:spPr>
            <a:xfrm>
              <a:off x="495785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g1214"/>
            <p:cNvSpPr/>
            <p:nvPr/>
          </p:nvSpPr>
          <p:spPr>
            <a:xfrm>
              <a:off x="4969492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g1215"/>
            <p:cNvSpPr/>
            <p:nvPr/>
          </p:nvSpPr>
          <p:spPr>
            <a:xfrm>
              <a:off x="498112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g1216"/>
            <p:cNvSpPr/>
            <p:nvPr/>
          </p:nvSpPr>
          <p:spPr>
            <a:xfrm>
              <a:off x="499276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g1217"/>
            <p:cNvSpPr/>
            <p:nvPr/>
          </p:nvSpPr>
          <p:spPr>
            <a:xfrm>
              <a:off x="500440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g1218"/>
            <p:cNvSpPr/>
            <p:nvPr/>
          </p:nvSpPr>
          <p:spPr>
            <a:xfrm>
              <a:off x="501604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g1219"/>
            <p:cNvSpPr/>
            <p:nvPr/>
          </p:nvSpPr>
          <p:spPr>
            <a:xfrm>
              <a:off x="5027678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g1220"/>
            <p:cNvSpPr/>
            <p:nvPr/>
          </p:nvSpPr>
          <p:spPr>
            <a:xfrm>
              <a:off x="503931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g1221"/>
            <p:cNvSpPr/>
            <p:nvPr/>
          </p:nvSpPr>
          <p:spPr>
            <a:xfrm>
              <a:off x="505095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g1222"/>
            <p:cNvSpPr/>
            <p:nvPr/>
          </p:nvSpPr>
          <p:spPr>
            <a:xfrm>
              <a:off x="5062590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g1223"/>
            <p:cNvSpPr/>
            <p:nvPr/>
          </p:nvSpPr>
          <p:spPr>
            <a:xfrm>
              <a:off x="507422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g1224"/>
            <p:cNvSpPr/>
            <p:nvPr/>
          </p:nvSpPr>
          <p:spPr>
            <a:xfrm>
              <a:off x="5085865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g1225"/>
            <p:cNvSpPr/>
            <p:nvPr/>
          </p:nvSpPr>
          <p:spPr>
            <a:xfrm>
              <a:off x="510913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g1226"/>
            <p:cNvSpPr/>
            <p:nvPr/>
          </p:nvSpPr>
          <p:spPr>
            <a:xfrm>
              <a:off x="5120777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g1227"/>
            <p:cNvSpPr/>
            <p:nvPr/>
          </p:nvSpPr>
          <p:spPr>
            <a:xfrm>
              <a:off x="5132414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g1228"/>
            <p:cNvSpPr/>
            <p:nvPr/>
          </p:nvSpPr>
          <p:spPr>
            <a:xfrm>
              <a:off x="5144051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g1229"/>
            <p:cNvSpPr/>
            <p:nvPr/>
          </p:nvSpPr>
          <p:spPr>
            <a:xfrm>
              <a:off x="5155689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g1230"/>
            <p:cNvSpPr/>
            <p:nvPr/>
          </p:nvSpPr>
          <p:spPr>
            <a:xfrm>
              <a:off x="5167326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g1231"/>
            <p:cNvSpPr/>
            <p:nvPr/>
          </p:nvSpPr>
          <p:spPr>
            <a:xfrm>
              <a:off x="5178963" y="352294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g1232"/>
            <p:cNvSpPr/>
            <p:nvPr/>
          </p:nvSpPr>
          <p:spPr>
            <a:xfrm>
              <a:off x="489966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g1233"/>
            <p:cNvSpPr/>
            <p:nvPr/>
          </p:nvSpPr>
          <p:spPr>
            <a:xfrm>
              <a:off x="491130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g1234"/>
            <p:cNvSpPr/>
            <p:nvPr/>
          </p:nvSpPr>
          <p:spPr>
            <a:xfrm>
              <a:off x="492294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g1235"/>
            <p:cNvSpPr/>
            <p:nvPr/>
          </p:nvSpPr>
          <p:spPr>
            <a:xfrm>
              <a:off x="493458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g1236"/>
            <p:cNvSpPr/>
            <p:nvPr/>
          </p:nvSpPr>
          <p:spPr>
            <a:xfrm>
              <a:off x="494621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g1237"/>
            <p:cNvSpPr/>
            <p:nvPr/>
          </p:nvSpPr>
          <p:spPr>
            <a:xfrm>
              <a:off x="495785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g1238"/>
            <p:cNvSpPr/>
            <p:nvPr/>
          </p:nvSpPr>
          <p:spPr>
            <a:xfrm>
              <a:off x="496949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g1239"/>
            <p:cNvSpPr/>
            <p:nvPr/>
          </p:nvSpPr>
          <p:spPr>
            <a:xfrm>
              <a:off x="498112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g1240"/>
            <p:cNvSpPr/>
            <p:nvPr/>
          </p:nvSpPr>
          <p:spPr>
            <a:xfrm>
              <a:off x="499276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g1241"/>
            <p:cNvSpPr/>
            <p:nvPr/>
          </p:nvSpPr>
          <p:spPr>
            <a:xfrm>
              <a:off x="500440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g1242"/>
            <p:cNvSpPr/>
            <p:nvPr/>
          </p:nvSpPr>
          <p:spPr>
            <a:xfrm>
              <a:off x="501604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g1243"/>
            <p:cNvSpPr/>
            <p:nvPr/>
          </p:nvSpPr>
          <p:spPr>
            <a:xfrm>
              <a:off x="5027678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g1244"/>
            <p:cNvSpPr/>
            <p:nvPr/>
          </p:nvSpPr>
          <p:spPr>
            <a:xfrm>
              <a:off x="503931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g1245"/>
            <p:cNvSpPr/>
            <p:nvPr/>
          </p:nvSpPr>
          <p:spPr>
            <a:xfrm>
              <a:off x="5050953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g1246"/>
            <p:cNvSpPr/>
            <p:nvPr/>
          </p:nvSpPr>
          <p:spPr>
            <a:xfrm>
              <a:off x="5062590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g1247"/>
            <p:cNvSpPr/>
            <p:nvPr/>
          </p:nvSpPr>
          <p:spPr>
            <a:xfrm>
              <a:off x="507422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g1248"/>
            <p:cNvSpPr/>
            <p:nvPr/>
          </p:nvSpPr>
          <p:spPr>
            <a:xfrm>
              <a:off x="5085865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g1249"/>
            <p:cNvSpPr/>
            <p:nvPr/>
          </p:nvSpPr>
          <p:spPr>
            <a:xfrm>
              <a:off x="5097502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g1250"/>
            <p:cNvSpPr/>
            <p:nvPr/>
          </p:nvSpPr>
          <p:spPr>
            <a:xfrm>
              <a:off x="510913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g1251"/>
            <p:cNvSpPr/>
            <p:nvPr/>
          </p:nvSpPr>
          <p:spPr>
            <a:xfrm>
              <a:off x="5120777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g1252"/>
            <p:cNvSpPr/>
            <p:nvPr/>
          </p:nvSpPr>
          <p:spPr>
            <a:xfrm>
              <a:off x="5132414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g1253"/>
            <p:cNvSpPr/>
            <p:nvPr/>
          </p:nvSpPr>
          <p:spPr>
            <a:xfrm>
              <a:off x="5144051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g1254"/>
            <p:cNvSpPr/>
            <p:nvPr/>
          </p:nvSpPr>
          <p:spPr>
            <a:xfrm>
              <a:off x="5155689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g1255"/>
            <p:cNvSpPr/>
            <p:nvPr/>
          </p:nvSpPr>
          <p:spPr>
            <a:xfrm>
              <a:off x="5167326" y="35372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g1256"/>
            <p:cNvSpPr/>
            <p:nvPr/>
          </p:nvSpPr>
          <p:spPr>
            <a:xfrm>
              <a:off x="489966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g1257"/>
            <p:cNvSpPr/>
            <p:nvPr/>
          </p:nvSpPr>
          <p:spPr>
            <a:xfrm>
              <a:off x="491130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g1258"/>
            <p:cNvSpPr/>
            <p:nvPr/>
          </p:nvSpPr>
          <p:spPr>
            <a:xfrm>
              <a:off x="492294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g1259"/>
            <p:cNvSpPr/>
            <p:nvPr/>
          </p:nvSpPr>
          <p:spPr>
            <a:xfrm>
              <a:off x="493458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g1260"/>
            <p:cNvSpPr/>
            <p:nvPr/>
          </p:nvSpPr>
          <p:spPr>
            <a:xfrm>
              <a:off x="494621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g1261"/>
            <p:cNvSpPr/>
            <p:nvPr/>
          </p:nvSpPr>
          <p:spPr>
            <a:xfrm>
              <a:off x="495785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g1262"/>
            <p:cNvSpPr/>
            <p:nvPr/>
          </p:nvSpPr>
          <p:spPr>
            <a:xfrm>
              <a:off x="496949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g1263"/>
            <p:cNvSpPr/>
            <p:nvPr/>
          </p:nvSpPr>
          <p:spPr>
            <a:xfrm>
              <a:off x="498112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g1264"/>
            <p:cNvSpPr/>
            <p:nvPr/>
          </p:nvSpPr>
          <p:spPr>
            <a:xfrm>
              <a:off x="4992766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g1265"/>
            <p:cNvSpPr/>
            <p:nvPr/>
          </p:nvSpPr>
          <p:spPr>
            <a:xfrm>
              <a:off x="500440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g1266"/>
            <p:cNvSpPr/>
            <p:nvPr/>
          </p:nvSpPr>
          <p:spPr>
            <a:xfrm>
              <a:off x="501604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g1267"/>
            <p:cNvSpPr/>
            <p:nvPr/>
          </p:nvSpPr>
          <p:spPr>
            <a:xfrm>
              <a:off x="5027678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g1268"/>
            <p:cNvSpPr/>
            <p:nvPr/>
          </p:nvSpPr>
          <p:spPr>
            <a:xfrm>
              <a:off x="503931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g1269"/>
            <p:cNvSpPr/>
            <p:nvPr/>
          </p:nvSpPr>
          <p:spPr>
            <a:xfrm>
              <a:off x="5050953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g1270"/>
            <p:cNvSpPr/>
            <p:nvPr/>
          </p:nvSpPr>
          <p:spPr>
            <a:xfrm>
              <a:off x="5062590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g1271"/>
            <p:cNvSpPr/>
            <p:nvPr/>
          </p:nvSpPr>
          <p:spPr>
            <a:xfrm>
              <a:off x="507422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g1272"/>
            <p:cNvSpPr/>
            <p:nvPr/>
          </p:nvSpPr>
          <p:spPr>
            <a:xfrm>
              <a:off x="5085865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g1273"/>
            <p:cNvSpPr/>
            <p:nvPr/>
          </p:nvSpPr>
          <p:spPr>
            <a:xfrm>
              <a:off x="5097502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g1274"/>
            <p:cNvSpPr/>
            <p:nvPr/>
          </p:nvSpPr>
          <p:spPr>
            <a:xfrm>
              <a:off x="510913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g1275"/>
            <p:cNvSpPr/>
            <p:nvPr/>
          </p:nvSpPr>
          <p:spPr>
            <a:xfrm>
              <a:off x="5120777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g1276"/>
            <p:cNvSpPr/>
            <p:nvPr/>
          </p:nvSpPr>
          <p:spPr>
            <a:xfrm>
              <a:off x="5132414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g1277"/>
            <p:cNvSpPr/>
            <p:nvPr/>
          </p:nvSpPr>
          <p:spPr>
            <a:xfrm>
              <a:off x="5144051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g1278"/>
            <p:cNvSpPr/>
            <p:nvPr/>
          </p:nvSpPr>
          <p:spPr>
            <a:xfrm>
              <a:off x="5155689" y="355154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g1279"/>
            <p:cNvSpPr/>
            <p:nvPr/>
          </p:nvSpPr>
          <p:spPr>
            <a:xfrm>
              <a:off x="4864756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g1280"/>
            <p:cNvSpPr/>
            <p:nvPr/>
          </p:nvSpPr>
          <p:spPr>
            <a:xfrm>
              <a:off x="487639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g1281"/>
            <p:cNvSpPr/>
            <p:nvPr/>
          </p:nvSpPr>
          <p:spPr>
            <a:xfrm>
              <a:off x="489966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g1282"/>
            <p:cNvSpPr/>
            <p:nvPr/>
          </p:nvSpPr>
          <p:spPr>
            <a:xfrm>
              <a:off x="491130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g1283"/>
            <p:cNvSpPr/>
            <p:nvPr/>
          </p:nvSpPr>
          <p:spPr>
            <a:xfrm>
              <a:off x="492294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g1284"/>
            <p:cNvSpPr/>
            <p:nvPr/>
          </p:nvSpPr>
          <p:spPr>
            <a:xfrm>
              <a:off x="493458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g1285"/>
            <p:cNvSpPr/>
            <p:nvPr/>
          </p:nvSpPr>
          <p:spPr>
            <a:xfrm>
              <a:off x="494621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g1286"/>
            <p:cNvSpPr/>
            <p:nvPr/>
          </p:nvSpPr>
          <p:spPr>
            <a:xfrm>
              <a:off x="495785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g1287"/>
            <p:cNvSpPr/>
            <p:nvPr/>
          </p:nvSpPr>
          <p:spPr>
            <a:xfrm>
              <a:off x="496949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g1288"/>
            <p:cNvSpPr/>
            <p:nvPr/>
          </p:nvSpPr>
          <p:spPr>
            <a:xfrm>
              <a:off x="498112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g1289"/>
            <p:cNvSpPr/>
            <p:nvPr/>
          </p:nvSpPr>
          <p:spPr>
            <a:xfrm>
              <a:off x="501604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g1290"/>
            <p:cNvSpPr/>
            <p:nvPr/>
          </p:nvSpPr>
          <p:spPr>
            <a:xfrm>
              <a:off x="5027678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g1291"/>
            <p:cNvSpPr/>
            <p:nvPr/>
          </p:nvSpPr>
          <p:spPr>
            <a:xfrm>
              <a:off x="503931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g1292"/>
            <p:cNvSpPr/>
            <p:nvPr/>
          </p:nvSpPr>
          <p:spPr>
            <a:xfrm>
              <a:off x="5050953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g1293"/>
            <p:cNvSpPr/>
            <p:nvPr/>
          </p:nvSpPr>
          <p:spPr>
            <a:xfrm>
              <a:off x="5062590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g1294"/>
            <p:cNvSpPr/>
            <p:nvPr/>
          </p:nvSpPr>
          <p:spPr>
            <a:xfrm>
              <a:off x="507422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g1295"/>
            <p:cNvSpPr/>
            <p:nvPr/>
          </p:nvSpPr>
          <p:spPr>
            <a:xfrm>
              <a:off x="5085865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g1296"/>
            <p:cNvSpPr/>
            <p:nvPr/>
          </p:nvSpPr>
          <p:spPr>
            <a:xfrm>
              <a:off x="5097502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g1297"/>
            <p:cNvSpPr/>
            <p:nvPr/>
          </p:nvSpPr>
          <p:spPr>
            <a:xfrm>
              <a:off x="5109139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g1298"/>
            <p:cNvSpPr/>
            <p:nvPr/>
          </p:nvSpPr>
          <p:spPr>
            <a:xfrm>
              <a:off x="5120777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g1299"/>
            <p:cNvSpPr/>
            <p:nvPr/>
          </p:nvSpPr>
          <p:spPr>
            <a:xfrm>
              <a:off x="5132414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g1300"/>
            <p:cNvSpPr/>
            <p:nvPr/>
          </p:nvSpPr>
          <p:spPr>
            <a:xfrm>
              <a:off x="5144051" y="35658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g1301"/>
            <p:cNvSpPr/>
            <p:nvPr/>
          </p:nvSpPr>
          <p:spPr>
            <a:xfrm>
              <a:off x="485311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g1302"/>
            <p:cNvSpPr/>
            <p:nvPr/>
          </p:nvSpPr>
          <p:spPr>
            <a:xfrm>
              <a:off x="4864756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g1303"/>
            <p:cNvSpPr/>
            <p:nvPr/>
          </p:nvSpPr>
          <p:spPr>
            <a:xfrm>
              <a:off x="487639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g1304"/>
            <p:cNvSpPr/>
            <p:nvPr/>
          </p:nvSpPr>
          <p:spPr>
            <a:xfrm>
              <a:off x="488803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g1305"/>
            <p:cNvSpPr/>
            <p:nvPr/>
          </p:nvSpPr>
          <p:spPr>
            <a:xfrm>
              <a:off x="489966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g1306"/>
            <p:cNvSpPr/>
            <p:nvPr/>
          </p:nvSpPr>
          <p:spPr>
            <a:xfrm>
              <a:off x="491130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g1307"/>
            <p:cNvSpPr/>
            <p:nvPr/>
          </p:nvSpPr>
          <p:spPr>
            <a:xfrm>
              <a:off x="492294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g1308"/>
            <p:cNvSpPr/>
            <p:nvPr/>
          </p:nvSpPr>
          <p:spPr>
            <a:xfrm>
              <a:off x="493458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g1309"/>
            <p:cNvSpPr/>
            <p:nvPr/>
          </p:nvSpPr>
          <p:spPr>
            <a:xfrm>
              <a:off x="494621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g1310"/>
            <p:cNvSpPr/>
            <p:nvPr/>
          </p:nvSpPr>
          <p:spPr>
            <a:xfrm>
              <a:off x="495785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g1311"/>
            <p:cNvSpPr/>
            <p:nvPr/>
          </p:nvSpPr>
          <p:spPr>
            <a:xfrm>
              <a:off x="496949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g1312"/>
            <p:cNvSpPr/>
            <p:nvPr/>
          </p:nvSpPr>
          <p:spPr>
            <a:xfrm>
              <a:off x="498112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g1313"/>
            <p:cNvSpPr/>
            <p:nvPr/>
          </p:nvSpPr>
          <p:spPr>
            <a:xfrm>
              <a:off x="5027678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g1314"/>
            <p:cNvSpPr/>
            <p:nvPr/>
          </p:nvSpPr>
          <p:spPr>
            <a:xfrm>
              <a:off x="503931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g1315"/>
            <p:cNvSpPr/>
            <p:nvPr/>
          </p:nvSpPr>
          <p:spPr>
            <a:xfrm>
              <a:off x="5050953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g1316"/>
            <p:cNvSpPr/>
            <p:nvPr/>
          </p:nvSpPr>
          <p:spPr>
            <a:xfrm>
              <a:off x="5062590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g1317"/>
            <p:cNvSpPr/>
            <p:nvPr/>
          </p:nvSpPr>
          <p:spPr>
            <a:xfrm>
              <a:off x="507422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g1318"/>
            <p:cNvSpPr/>
            <p:nvPr/>
          </p:nvSpPr>
          <p:spPr>
            <a:xfrm>
              <a:off x="5085865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g1319"/>
            <p:cNvSpPr/>
            <p:nvPr/>
          </p:nvSpPr>
          <p:spPr>
            <a:xfrm>
              <a:off x="5097502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g1320"/>
            <p:cNvSpPr/>
            <p:nvPr/>
          </p:nvSpPr>
          <p:spPr>
            <a:xfrm>
              <a:off x="5109139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g1321"/>
            <p:cNvSpPr/>
            <p:nvPr/>
          </p:nvSpPr>
          <p:spPr>
            <a:xfrm>
              <a:off x="5120777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g1322"/>
            <p:cNvSpPr/>
            <p:nvPr/>
          </p:nvSpPr>
          <p:spPr>
            <a:xfrm>
              <a:off x="5132414" y="358014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g1323"/>
            <p:cNvSpPr/>
            <p:nvPr/>
          </p:nvSpPr>
          <p:spPr>
            <a:xfrm>
              <a:off x="4841481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g1324"/>
            <p:cNvSpPr/>
            <p:nvPr/>
          </p:nvSpPr>
          <p:spPr>
            <a:xfrm>
              <a:off x="485311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g1325"/>
            <p:cNvSpPr/>
            <p:nvPr/>
          </p:nvSpPr>
          <p:spPr>
            <a:xfrm>
              <a:off x="4864756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g1326"/>
            <p:cNvSpPr/>
            <p:nvPr/>
          </p:nvSpPr>
          <p:spPr>
            <a:xfrm>
              <a:off x="487639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g1327"/>
            <p:cNvSpPr/>
            <p:nvPr/>
          </p:nvSpPr>
          <p:spPr>
            <a:xfrm>
              <a:off x="488803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g1328"/>
            <p:cNvSpPr/>
            <p:nvPr/>
          </p:nvSpPr>
          <p:spPr>
            <a:xfrm>
              <a:off x="489966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g1329"/>
            <p:cNvSpPr/>
            <p:nvPr/>
          </p:nvSpPr>
          <p:spPr>
            <a:xfrm>
              <a:off x="491130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g1330"/>
            <p:cNvSpPr/>
            <p:nvPr/>
          </p:nvSpPr>
          <p:spPr>
            <a:xfrm>
              <a:off x="492294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g1331"/>
            <p:cNvSpPr/>
            <p:nvPr/>
          </p:nvSpPr>
          <p:spPr>
            <a:xfrm>
              <a:off x="493458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g1332"/>
            <p:cNvSpPr/>
            <p:nvPr/>
          </p:nvSpPr>
          <p:spPr>
            <a:xfrm>
              <a:off x="494621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g1333"/>
            <p:cNvSpPr/>
            <p:nvPr/>
          </p:nvSpPr>
          <p:spPr>
            <a:xfrm>
              <a:off x="4957854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g1334"/>
            <p:cNvSpPr/>
            <p:nvPr/>
          </p:nvSpPr>
          <p:spPr>
            <a:xfrm>
              <a:off x="496949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g1335"/>
            <p:cNvSpPr/>
            <p:nvPr/>
          </p:nvSpPr>
          <p:spPr>
            <a:xfrm>
              <a:off x="498112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g1336"/>
            <p:cNvSpPr/>
            <p:nvPr/>
          </p:nvSpPr>
          <p:spPr>
            <a:xfrm>
              <a:off x="5027678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g1337"/>
            <p:cNvSpPr/>
            <p:nvPr/>
          </p:nvSpPr>
          <p:spPr>
            <a:xfrm>
              <a:off x="503931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g1338"/>
            <p:cNvSpPr/>
            <p:nvPr/>
          </p:nvSpPr>
          <p:spPr>
            <a:xfrm>
              <a:off x="5050953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g1339"/>
            <p:cNvSpPr/>
            <p:nvPr/>
          </p:nvSpPr>
          <p:spPr>
            <a:xfrm>
              <a:off x="5062590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g1340"/>
            <p:cNvSpPr/>
            <p:nvPr/>
          </p:nvSpPr>
          <p:spPr>
            <a:xfrm>
              <a:off x="507422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g1341"/>
            <p:cNvSpPr/>
            <p:nvPr/>
          </p:nvSpPr>
          <p:spPr>
            <a:xfrm>
              <a:off x="5085865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g1342"/>
            <p:cNvSpPr/>
            <p:nvPr/>
          </p:nvSpPr>
          <p:spPr>
            <a:xfrm>
              <a:off x="5097502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g1343"/>
            <p:cNvSpPr/>
            <p:nvPr/>
          </p:nvSpPr>
          <p:spPr>
            <a:xfrm>
              <a:off x="5109139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g1344"/>
            <p:cNvSpPr/>
            <p:nvPr/>
          </p:nvSpPr>
          <p:spPr>
            <a:xfrm>
              <a:off x="5120777" y="359444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g1345"/>
            <p:cNvSpPr/>
            <p:nvPr/>
          </p:nvSpPr>
          <p:spPr>
            <a:xfrm>
              <a:off x="482984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g1346"/>
            <p:cNvSpPr/>
            <p:nvPr/>
          </p:nvSpPr>
          <p:spPr>
            <a:xfrm>
              <a:off x="4841481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g1347"/>
            <p:cNvSpPr/>
            <p:nvPr/>
          </p:nvSpPr>
          <p:spPr>
            <a:xfrm>
              <a:off x="485311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g1348"/>
            <p:cNvSpPr/>
            <p:nvPr/>
          </p:nvSpPr>
          <p:spPr>
            <a:xfrm>
              <a:off x="486475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g1349"/>
            <p:cNvSpPr/>
            <p:nvPr/>
          </p:nvSpPr>
          <p:spPr>
            <a:xfrm>
              <a:off x="487639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g1350"/>
            <p:cNvSpPr/>
            <p:nvPr/>
          </p:nvSpPr>
          <p:spPr>
            <a:xfrm>
              <a:off x="488803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g1351"/>
            <p:cNvSpPr/>
            <p:nvPr/>
          </p:nvSpPr>
          <p:spPr>
            <a:xfrm>
              <a:off x="4899668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g1352"/>
            <p:cNvSpPr/>
            <p:nvPr/>
          </p:nvSpPr>
          <p:spPr>
            <a:xfrm>
              <a:off x="491130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g1353"/>
            <p:cNvSpPr/>
            <p:nvPr/>
          </p:nvSpPr>
          <p:spPr>
            <a:xfrm>
              <a:off x="492294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g1354"/>
            <p:cNvSpPr/>
            <p:nvPr/>
          </p:nvSpPr>
          <p:spPr>
            <a:xfrm>
              <a:off x="493458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g1355"/>
            <p:cNvSpPr/>
            <p:nvPr/>
          </p:nvSpPr>
          <p:spPr>
            <a:xfrm>
              <a:off x="494621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g1356"/>
            <p:cNvSpPr/>
            <p:nvPr/>
          </p:nvSpPr>
          <p:spPr>
            <a:xfrm>
              <a:off x="4957854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g1357"/>
            <p:cNvSpPr/>
            <p:nvPr/>
          </p:nvSpPr>
          <p:spPr>
            <a:xfrm>
              <a:off x="496949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g1358"/>
            <p:cNvSpPr/>
            <p:nvPr/>
          </p:nvSpPr>
          <p:spPr>
            <a:xfrm>
              <a:off x="498112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g1359"/>
            <p:cNvSpPr/>
            <p:nvPr/>
          </p:nvSpPr>
          <p:spPr>
            <a:xfrm>
              <a:off x="4992766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g1360"/>
            <p:cNvSpPr/>
            <p:nvPr/>
          </p:nvSpPr>
          <p:spPr>
            <a:xfrm>
              <a:off x="503931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g1361"/>
            <p:cNvSpPr/>
            <p:nvPr/>
          </p:nvSpPr>
          <p:spPr>
            <a:xfrm>
              <a:off x="5050953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g1362"/>
            <p:cNvSpPr/>
            <p:nvPr/>
          </p:nvSpPr>
          <p:spPr>
            <a:xfrm>
              <a:off x="5062590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g1363"/>
            <p:cNvSpPr/>
            <p:nvPr/>
          </p:nvSpPr>
          <p:spPr>
            <a:xfrm>
              <a:off x="5074227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g1364"/>
            <p:cNvSpPr/>
            <p:nvPr/>
          </p:nvSpPr>
          <p:spPr>
            <a:xfrm>
              <a:off x="5085865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g1365"/>
            <p:cNvSpPr/>
            <p:nvPr/>
          </p:nvSpPr>
          <p:spPr>
            <a:xfrm>
              <a:off x="5097502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g1366"/>
            <p:cNvSpPr/>
            <p:nvPr/>
          </p:nvSpPr>
          <p:spPr>
            <a:xfrm>
              <a:off x="5109139" y="36087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g1367"/>
            <p:cNvSpPr/>
            <p:nvPr/>
          </p:nvSpPr>
          <p:spPr>
            <a:xfrm>
              <a:off x="482984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g1368"/>
            <p:cNvSpPr/>
            <p:nvPr/>
          </p:nvSpPr>
          <p:spPr>
            <a:xfrm>
              <a:off x="4841481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g1369"/>
            <p:cNvSpPr/>
            <p:nvPr/>
          </p:nvSpPr>
          <p:spPr>
            <a:xfrm>
              <a:off x="485311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g1370"/>
            <p:cNvSpPr/>
            <p:nvPr/>
          </p:nvSpPr>
          <p:spPr>
            <a:xfrm>
              <a:off x="486475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g1371"/>
            <p:cNvSpPr/>
            <p:nvPr/>
          </p:nvSpPr>
          <p:spPr>
            <a:xfrm>
              <a:off x="487639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g1372"/>
            <p:cNvSpPr/>
            <p:nvPr/>
          </p:nvSpPr>
          <p:spPr>
            <a:xfrm>
              <a:off x="488803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g1373"/>
            <p:cNvSpPr/>
            <p:nvPr/>
          </p:nvSpPr>
          <p:spPr>
            <a:xfrm>
              <a:off x="4899668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g1374"/>
            <p:cNvSpPr/>
            <p:nvPr/>
          </p:nvSpPr>
          <p:spPr>
            <a:xfrm>
              <a:off x="491130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g1375"/>
            <p:cNvSpPr/>
            <p:nvPr/>
          </p:nvSpPr>
          <p:spPr>
            <a:xfrm>
              <a:off x="492294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g1376"/>
            <p:cNvSpPr/>
            <p:nvPr/>
          </p:nvSpPr>
          <p:spPr>
            <a:xfrm>
              <a:off x="493458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g1377"/>
            <p:cNvSpPr/>
            <p:nvPr/>
          </p:nvSpPr>
          <p:spPr>
            <a:xfrm>
              <a:off x="494621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g1378"/>
            <p:cNvSpPr/>
            <p:nvPr/>
          </p:nvSpPr>
          <p:spPr>
            <a:xfrm>
              <a:off x="4957854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g1379"/>
            <p:cNvSpPr/>
            <p:nvPr/>
          </p:nvSpPr>
          <p:spPr>
            <a:xfrm>
              <a:off x="496949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g1380"/>
            <p:cNvSpPr/>
            <p:nvPr/>
          </p:nvSpPr>
          <p:spPr>
            <a:xfrm>
              <a:off x="4981129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g1381"/>
            <p:cNvSpPr/>
            <p:nvPr/>
          </p:nvSpPr>
          <p:spPr>
            <a:xfrm>
              <a:off x="4992766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g1382"/>
            <p:cNvSpPr/>
            <p:nvPr/>
          </p:nvSpPr>
          <p:spPr>
            <a:xfrm>
              <a:off x="503931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g1383"/>
            <p:cNvSpPr/>
            <p:nvPr/>
          </p:nvSpPr>
          <p:spPr>
            <a:xfrm>
              <a:off x="5050953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g1384"/>
            <p:cNvSpPr/>
            <p:nvPr/>
          </p:nvSpPr>
          <p:spPr>
            <a:xfrm>
              <a:off x="5062590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g1385"/>
            <p:cNvSpPr/>
            <p:nvPr/>
          </p:nvSpPr>
          <p:spPr>
            <a:xfrm>
              <a:off x="5074227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g1386"/>
            <p:cNvSpPr/>
            <p:nvPr/>
          </p:nvSpPr>
          <p:spPr>
            <a:xfrm>
              <a:off x="5085865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g1387"/>
            <p:cNvSpPr/>
            <p:nvPr/>
          </p:nvSpPr>
          <p:spPr>
            <a:xfrm>
              <a:off x="5097502" y="362304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g1388"/>
            <p:cNvSpPr/>
            <p:nvPr/>
          </p:nvSpPr>
          <p:spPr>
            <a:xfrm>
              <a:off x="481820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g1389"/>
            <p:cNvSpPr/>
            <p:nvPr/>
          </p:nvSpPr>
          <p:spPr>
            <a:xfrm>
              <a:off x="482984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g1390"/>
            <p:cNvSpPr/>
            <p:nvPr/>
          </p:nvSpPr>
          <p:spPr>
            <a:xfrm>
              <a:off x="4841481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g1391"/>
            <p:cNvSpPr/>
            <p:nvPr/>
          </p:nvSpPr>
          <p:spPr>
            <a:xfrm>
              <a:off x="485311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g1392"/>
            <p:cNvSpPr/>
            <p:nvPr/>
          </p:nvSpPr>
          <p:spPr>
            <a:xfrm>
              <a:off x="486475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g1393"/>
            <p:cNvSpPr/>
            <p:nvPr/>
          </p:nvSpPr>
          <p:spPr>
            <a:xfrm>
              <a:off x="487639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g1394"/>
            <p:cNvSpPr/>
            <p:nvPr/>
          </p:nvSpPr>
          <p:spPr>
            <a:xfrm>
              <a:off x="488803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g1395"/>
            <p:cNvSpPr/>
            <p:nvPr/>
          </p:nvSpPr>
          <p:spPr>
            <a:xfrm>
              <a:off x="4899668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g1396"/>
            <p:cNvSpPr/>
            <p:nvPr/>
          </p:nvSpPr>
          <p:spPr>
            <a:xfrm>
              <a:off x="491130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g1397"/>
            <p:cNvSpPr/>
            <p:nvPr/>
          </p:nvSpPr>
          <p:spPr>
            <a:xfrm>
              <a:off x="492294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g1398"/>
            <p:cNvSpPr/>
            <p:nvPr/>
          </p:nvSpPr>
          <p:spPr>
            <a:xfrm>
              <a:off x="493458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g1399"/>
            <p:cNvSpPr/>
            <p:nvPr/>
          </p:nvSpPr>
          <p:spPr>
            <a:xfrm>
              <a:off x="494621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g1400"/>
            <p:cNvSpPr/>
            <p:nvPr/>
          </p:nvSpPr>
          <p:spPr>
            <a:xfrm>
              <a:off x="4957854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g1401"/>
            <p:cNvSpPr/>
            <p:nvPr/>
          </p:nvSpPr>
          <p:spPr>
            <a:xfrm>
              <a:off x="496949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g1402"/>
            <p:cNvSpPr/>
            <p:nvPr/>
          </p:nvSpPr>
          <p:spPr>
            <a:xfrm>
              <a:off x="4981129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g1403"/>
            <p:cNvSpPr/>
            <p:nvPr/>
          </p:nvSpPr>
          <p:spPr>
            <a:xfrm>
              <a:off x="4992766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g1404"/>
            <p:cNvSpPr/>
            <p:nvPr/>
          </p:nvSpPr>
          <p:spPr>
            <a:xfrm>
              <a:off x="500440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g1405"/>
            <p:cNvSpPr/>
            <p:nvPr/>
          </p:nvSpPr>
          <p:spPr>
            <a:xfrm>
              <a:off x="503931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g1406"/>
            <p:cNvSpPr/>
            <p:nvPr/>
          </p:nvSpPr>
          <p:spPr>
            <a:xfrm>
              <a:off x="5050953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g1407"/>
            <p:cNvSpPr/>
            <p:nvPr/>
          </p:nvSpPr>
          <p:spPr>
            <a:xfrm>
              <a:off x="5062590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g1408"/>
            <p:cNvSpPr/>
            <p:nvPr/>
          </p:nvSpPr>
          <p:spPr>
            <a:xfrm>
              <a:off x="5074227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g1409"/>
            <p:cNvSpPr/>
            <p:nvPr/>
          </p:nvSpPr>
          <p:spPr>
            <a:xfrm>
              <a:off x="5085865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g1410"/>
            <p:cNvSpPr/>
            <p:nvPr/>
          </p:nvSpPr>
          <p:spPr>
            <a:xfrm>
              <a:off x="5097502" y="36373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g1411"/>
            <p:cNvSpPr/>
            <p:nvPr/>
          </p:nvSpPr>
          <p:spPr>
            <a:xfrm>
              <a:off x="481820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g1412"/>
            <p:cNvSpPr/>
            <p:nvPr/>
          </p:nvSpPr>
          <p:spPr>
            <a:xfrm>
              <a:off x="482984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g1413"/>
            <p:cNvSpPr/>
            <p:nvPr/>
          </p:nvSpPr>
          <p:spPr>
            <a:xfrm>
              <a:off x="484148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g1414"/>
            <p:cNvSpPr/>
            <p:nvPr/>
          </p:nvSpPr>
          <p:spPr>
            <a:xfrm>
              <a:off x="485311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g1415"/>
            <p:cNvSpPr/>
            <p:nvPr/>
          </p:nvSpPr>
          <p:spPr>
            <a:xfrm>
              <a:off x="486475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g1416"/>
            <p:cNvSpPr/>
            <p:nvPr/>
          </p:nvSpPr>
          <p:spPr>
            <a:xfrm>
              <a:off x="487639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g1417"/>
            <p:cNvSpPr/>
            <p:nvPr/>
          </p:nvSpPr>
          <p:spPr>
            <a:xfrm>
              <a:off x="488803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g1418"/>
            <p:cNvSpPr/>
            <p:nvPr/>
          </p:nvSpPr>
          <p:spPr>
            <a:xfrm>
              <a:off x="4899668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g1419"/>
            <p:cNvSpPr/>
            <p:nvPr/>
          </p:nvSpPr>
          <p:spPr>
            <a:xfrm>
              <a:off x="491130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g1420"/>
            <p:cNvSpPr/>
            <p:nvPr/>
          </p:nvSpPr>
          <p:spPr>
            <a:xfrm>
              <a:off x="492294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g1421"/>
            <p:cNvSpPr/>
            <p:nvPr/>
          </p:nvSpPr>
          <p:spPr>
            <a:xfrm>
              <a:off x="493458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g1422"/>
            <p:cNvSpPr/>
            <p:nvPr/>
          </p:nvSpPr>
          <p:spPr>
            <a:xfrm>
              <a:off x="494621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g1423"/>
            <p:cNvSpPr/>
            <p:nvPr/>
          </p:nvSpPr>
          <p:spPr>
            <a:xfrm>
              <a:off x="4957854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g1424"/>
            <p:cNvSpPr/>
            <p:nvPr/>
          </p:nvSpPr>
          <p:spPr>
            <a:xfrm>
              <a:off x="496949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g1425"/>
            <p:cNvSpPr/>
            <p:nvPr/>
          </p:nvSpPr>
          <p:spPr>
            <a:xfrm>
              <a:off x="4981129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g1426"/>
            <p:cNvSpPr/>
            <p:nvPr/>
          </p:nvSpPr>
          <p:spPr>
            <a:xfrm>
              <a:off x="4992766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g1427"/>
            <p:cNvSpPr/>
            <p:nvPr/>
          </p:nvSpPr>
          <p:spPr>
            <a:xfrm>
              <a:off x="500440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g1428"/>
            <p:cNvSpPr/>
            <p:nvPr/>
          </p:nvSpPr>
          <p:spPr>
            <a:xfrm>
              <a:off x="5016041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g1429"/>
            <p:cNvSpPr/>
            <p:nvPr/>
          </p:nvSpPr>
          <p:spPr>
            <a:xfrm>
              <a:off x="5050953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g1430"/>
            <p:cNvSpPr/>
            <p:nvPr/>
          </p:nvSpPr>
          <p:spPr>
            <a:xfrm>
              <a:off x="5062590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g1431"/>
            <p:cNvSpPr/>
            <p:nvPr/>
          </p:nvSpPr>
          <p:spPr>
            <a:xfrm>
              <a:off x="5074227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g1432"/>
            <p:cNvSpPr/>
            <p:nvPr/>
          </p:nvSpPr>
          <p:spPr>
            <a:xfrm>
              <a:off x="5085865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g1433"/>
            <p:cNvSpPr/>
            <p:nvPr/>
          </p:nvSpPr>
          <p:spPr>
            <a:xfrm>
              <a:off x="5097502" y="365165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g1434"/>
            <p:cNvSpPr/>
            <p:nvPr/>
          </p:nvSpPr>
          <p:spPr>
            <a:xfrm>
              <a:off x="481820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g1435"/>
            <p:cNvSpPr/>
            <p:nvPr/>
          </p:nvSpPr>
          <p:spPr>
            <a:xfrm>
              <a:off x="482984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g1436"/>
            <p:cNvSpPr/>
            <p:nvPr/>
          </p:nvSpPr>
          <p:spPr>
            <a:xfrm>
              <a:off x="484148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g1437"/>
            <p:cNvSpPr/>
            <p:nvPr/>
          </p:nvSpPr>
          <p:spPr>
            <a:xfrm>
              <a:off x="485311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g1438"/>
            <p:cNvSpPr/>
            <p:nvPr/>
          </p:nvSpPr>
          <p:spPr>
            <a:xfrm>
              <a:off x="486475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g1439"/>
            <p:cNvSpPr/>
            <p:nvPr/>
          </p:nvSpPr>
          <p:spPr>
            <a:xfrm>
              <a:off x="487639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g1440"/>
            <p:cNvSpPr/>
            <p:nvPr/>
          </p:nvSpPr>
          <p:spPr>
            <a:xfrm>
              <a:off x="488803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g1441"/>
            <p:cNvSpPr/>
            <p:nvPr/>
          </p:nvSpPr>
          <p:spPr>
            <a:xfrm>
              <a:off x="4899668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g1442"/>
            <p:cNvSpPr/>
            <p:nvPr/>
          </p:nvSpPr>
          <p:spPr>
            <a:xfrm>
              <a:off x="491130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g1443"/>
            <p:cNvSpPr/>
            <p:nvPr/>
          </p:nvSpPr>
          <p:spPr>
            <a:xfrm>
              <a:off x="492294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g1444"/>
            <p:cNvSpPr/>
            <p:nvPr/>
          </p:nvSpPr>
          <p:spPr>
            <a:xfrm>
              <a:off x="493458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g1445"/>
            <p:cNvSpPr/>
            <p:nvPr/>
          </p:nvSpPr>
          <p:spPr>
            <a:xfrm>
              <a:off x="494621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g1446"/>
            <p:cNvSpPr/>
            <p:nvPr/>
          </p:nvSpPr>
          <p:spPr>
            <a:xfrm>
              <a:off x="4957854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g1447"/>
            <p:cNvSpPr/>
            <p:nvPr/>
          </p:nvSpPr>
          <p:spPr>
            <a:xfrm>
              <a:off x="496949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g1448"/>
            <p:cNvSpPr/>
            <p:nvPr/>
          </p:nvSpPr>
          <p:spPr>
            <a:xfrm>
              <a:off x="4981129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g1449"/>
            <p:cNvSpPr/>
            <p:nvPr/>
          </p:nvSpPr>
          <p:spPr>
            <a:xfrm>
              <a:off x="4992766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g1450"/>
            <p:cNvSpPr/>
            <p:nvPr/>
          </p:nvSpPr>
          <p:spPr>
            <a:xfrm>
              <a:off x="500440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g1451"/>
            <p:cNvSpPr/>
            <p:nvPr/>
          </p:nvSpPr>
          <p:spPr>
            <a:xfrm>
              <a:off x="5016041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g1452"/>
            <p:cNvSpPr/>
            <p:nvPr/>
          </p:nvSpPr>
          <p:spPr>
            <a:xfrm>
              <a:off x="503931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g1453"/>
            <p:cNvSpPr/>
            <p:nvPr/>
          </p:nvSpPr>
          <p:spPr>
            <a:xfrm>
              <a:off x="5050953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g1454"/>
            <p:cNvSpPr/>
            <p:nvPr/>
          </p:nvSpPr>
          <p:spPr>
            <a:xfrm>
              <a:off x="5062590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g1455"/>
            <p:cNvSpPr/>
            <p:nvPr/>
          </p:nvSpPr>
          <p:spPr>
            <a:xfrm>
              <a:off x="5074227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g1456"/>
            <p:cNvSpPr/>
            <p:nvPr/>
          </p:nvSpPr>
          <p:spPr>
            <a:xfrm>
              <a:off x="5085865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g1457"/>
            <p:cNvSpPr/>
            <p:nvPr/>
          </p:nvSpPr>
          <p:spPr>
            <a:xfrm>
              <a:off x="5097502" y="366595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g1458"/>
            <p:cNvSpPr/>
            <p:nvPr/>
          </p:nvSpPr>
          <p:spPr>
            <a:xfrm>
              <a:off x="482984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g1459"/>
            <p:cNvSpPr/>
            <p:nvPr/>
          </p:nvSpPr>
          <p:spPr>
            <a:xfrm>
              <a:off x="484148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g1460"/>
            <p:cNvSpPr/>
            <p:nvPr/>
          </p:nvSpPr>
          <p:spPr>
            <a:xfrm>
              <a:off x="485311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g1461"/>
            <p:cNvSpPr/>
            <p:nvPr/>
          </p:nvSpPr>
          <p:spPr>
            <a:xfrm>
              <a:off x="486475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g1462"/>
            <p:cNvSpPr/>
            <p:nvPr/>
          </p:nvSpPr>
          <p:spPr>
            <a:xfrm>
              <a:off x="487639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g1463"/>
            <p:cNvSpPr/>
            <p:nvPr/>
          </p:nvSpPr>
          <p:spPr>
            <a:xfrm>
              <a:off x="488803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g1464"/>
            <p:cNvSpPr/>
            <p:nvPr/>
          </p:nvSpPr>
          <p:spPr>
            <a:xfrm>
              <a:off x="489966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g1465"/>
            <p:cNvSpPr/>
            <p:nvPr/>
          </p:nvSpPr>
          <p:spPr>
            <a:xfrm>
              <a:off x="491130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g1466"/>
            <p:cNvSpPr/>
            <p:nvPr/>
          </p:nvSpPr>
          <p:spPr>
            <a:xfrm>
              <a:off x="492294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g1467"/>
            <p:cNvSpPr/>
            <p:nvPr/>
          </p:nvSpPr>
          <p:spPr>
            <a:xfrm>
              <a:off x="493458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g1468"/>
            <p:cNvSpPr/>
            <p:nvPr/>
          </p:nvSpPr>
          <p:spPr>
            <a:xfrm>
              <a:off x="494621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g1469"/>
            <p:cNvSpPr/>
            <p:nvPr/>
          </p:nvSpPr>
          <p:spPr>
            <a:xfrm>
              <a:off x="4957854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g1470"/>
            <p:cNvSpPr/>
            <p:nvPr/>
          </p:nvSpPr>
          <p:spPr>
            <a:xfrm>
              <a:off x="496949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g1471"/>
            <p:cNvSpPr/>
            <p:nvPr/>
          </p:nvSpPr>
          <p:spPr>
            <a:xfrm>
              <a:off x="4981129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g1472"/>
            <p:cNvSpPr/>
            <p:nvPr/>
          </p:nvSpPr>
          <p:spPr>
            <a:xfrm>
              <a:off x="4992766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g1473"/>
            <p:cNvSpPr/>
            <p:nvPr/>
          </p:nvSpPr>
          <p:spPr>
            <a:xfrm>
              <a:off x="500440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g1474"/>
            <p:cNvSpPr/>
            <p:nvPr/>
          </p:nvSpPr>
          <p:spPr>
            <a:xfrm>
              <a:off x="5016041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g1475"/>
            <p:cNvSpPr/>
            <p:nvPr/>
          </p:nvSpPr>
          <p:spPr>
            <a:xfrm>
              <a:off x="5027678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g1476"/>
            <p:cNvSpPr/>
            <p:nvPr/>
          </p:nvSpPr>
          <p:spPr>
            <a:xfrm>
              <a:off x="503931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g1477"/>
            <p:cNvSpPr/>
            <p:nvPr/>
          </p:nvSpPr>
          <p:spPr>
            <a:xfrm>
              <a:off x="5050953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g1478"/>
            <p:cNvSpPr/>
            <p:nvPr/>
          </p:nvSpPr>
          <p:spPr>
            <a:xfrm>
              <a:off x="5062590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g1479"/>
            <p:cNvSpPr/>
            <p:nvPr/>
          </p:nvSpPr>
          <p:spPr>
            <a:xfrm>
              <a:off x="5074227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g1480"/>
            <p:cNvSpPr/>
            <p:nvPr/>
          </p:nvSpPr>
          <p:spPr>
            <a:xfrm>
              <a:off x="5085865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g1481"/>
            <p:cNvSpPr/>
            <p:nvPr/>
          </p:nvSpPr>
          <p:spPr>
            <a:xfrm>
              <a:off x="5097502" y="36802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g1482"/>
            <p:cNvSpPr/>
            <p:nvPr/>
          </p:nvSpPr>
          <p:spPr>
            <a:xfrm>
              <a:off x="484148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g1483"/>
            <p:cNvSpPr/>
            <p:nvPr/>
          </p:nvSpPr>
          <p:spPr>
            <a:xfrm>
              <a:off x="485311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g1484"/>
            <p:cNvSpPr/>
            <p:nvPr/>
          </p:nvSpPr>
          <p:spPr>
            <a:xfrm>
              <a:off x="486475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g1485"/>
            <p:cNvSpPr/>
            <p:nvPr/>
          </p:nvSpPr>
          <p:spPr>
            <a:xfrm>
              <a:off x="487639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g1486"/>
            <p:cNvSpPr/>
            <p:nvPr/>
          </p:nvSpPr>
          <p:spPr>
            <a:xfrm>
              <a:off x="488803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g1487"/>
            <p:cNvSpPr/>
            <p:nvPr/>
          </p:nvSpPr>
          <p:spPr>
            <a:xfrm>
              <a:off x="489966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g1488"/>
            <p:cNvSpPr/>
            <p:nvPr/>
          </p:nvSpPr>
          <p:spPr>
            <a:xfrm>
              <a:off x="491130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g1489"/>
            <p:cNvSpPr/>
            <p:nvPr/>
          </p:nvSpPr>
          <p:spPr>
            <a:xfrm>
              <a:off x="492294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g1490"/>
            <p:cNvSpPr/>
            <p:nvPr/>
          </p:nvSpPr>
          <p:spPr>
            <a:xfrm>
              <a:off x="493458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g1491"/>
            <p:cNvSpPr/>
            <p:nvPr/>
          </p:nvSpPr>
          <p:spPr>
            <a:xfrm>
              <a:off x="494621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g1492"/>
            <p:cNvSpPr/>
            <p:nvPr/>
          </p:nvSpPr>
          <p:spPr>
            <a:xfrm>
              <a:off x="4957854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g1493"/>
            <p:cNvSpPr/>
            <p:nvPr/>
          </p:nvSpPr>
          <p:spPr>
            <a:xfrm>
              <a:off x="4969492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g1494"/>
            <p:cNvSpPr/>
            <p:nvPr/>
          </p:nvSpPr>
          <p:spPr>
            <a:xfrm>
              <a:off x="4981129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g1495"/>
            <p:cNvSpPr/>
            <p:nvPr/>
          </p:nvSpPr>
          <p:spPr>
            <a:xfrm>
              <a:off x="4992766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g1496"/>
            <p:cNvSpPr/>
            <p:nvPr/>
          </p:nvSpPr>
          <p:spPr>
            <a:xfrm>
              <a:off x="500440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g1497"/>
            <p:cNvSpPr/>
            <p:nvPr/>
          </p:nvSpPr>
          <p:spPr>
            <a:xfrm>
              <a:off x="5016041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g1498"/>
            <p:cNvSpPr/>
            <p:nvPr/>
          </p:nvSpPr>
          <p:spPr>
            <a:xfrm>
              <a:off x="5027678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g1499"/>
            <p:cNvSpPr/>
            <p:nvPr/>
          </p:nvSpPr>
          <p:spPr>
            <a:xfrm>
              <a:off x="503931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g1500"/>
            <p:cNvSpPr/>
            <p:nvPr/>
          </p:nvSpPr>
          <p:spPr>
            <a:xfrm>
              <a:off x="5050953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g1501"/>
            <p:cNvSpPr/>
            <p:nvPr/>
          </p:nvSpPr>
          <p:spPr>
            <a:xfrm>
              <a:off x="5062590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g1502"/>
            <p:cNvSpPr/>
            <p:nvPr/>
          </p:nvSpPr>
          <p:spPr>
            <a:xfrm>
              <a:off x="5074227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g1503"/>
            <p:cNvSpPr/>
            <p:nvPr/>
          </p:nvSpPr>
          <p:spPr>
            <a:xfrm>
              <a:off x="5085865" y="369455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g1504"/>
            <p:cNvSpPr/>
            <p:nvPr/>
          </p:nvSpPr>
          <p:spPr>
            <a:xfrm>
              <a:off x="484148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g1505"/>
            <p:cNvSpPr/>
            <p:nvPr/>
          </p:nvSpPr>
          <p:spPr>
            <a:xfrm>
              <a:off x="485311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g1506"/>
            <p:cNvSpPr/>
            <p:nvPr/>
          </p:nvSpPr>
          <p:spPr>
            <a:xfrm>
              <a:off x="486475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g1507"/>
            <p:cNvSpPr/>
            <p:nvPr/>
          </p:nvSpPr>
          <p:spPr>
            <a:xfrm>
              <a:off x="487639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g1508"/>
            <p:cNvSpPr/>
            <p:nvPr/>
          </p:nvSpPr>
          <p:spPr>
            <a:xfrm>
              <a:off x="488803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g1509"/>
            <p:cNvSpPr/>
            <p:nvPr/>
          </p:nvSpPr>
          <p:spPr>
            <a:xfrm>
              <a:off x="489966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g1510"/>
            <p:cNvSpPr/>
            <p:nvPr/>
          </p:nvSpPr>
          <p:spPr>
            <a:xfrm>
              <a:off x="491130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g1511"/>
            <p:cNvSpPr/>
            <p:nvPr/>
          </p:nvSpPr>
          <p:spPr>
            <a:xfrm>
              <a:off x="492294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g1512"/>
            <p:cNvSpPr/>
            <p:nvPr/>
          </p:nvSpPr>
          <p:spPr>
            <a:xfrm>
              <a:off x="493458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g1513"/>
            <p:cNvSpPr/>
            <p:nvPr/>
          </p:nvSpPr>
          <p:spPr>
            <a:xfrm>
              <a:off x="494621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g1514"/>
            <p:cNvSpPr/>
            <p:nvPr/>
          </p:nvSpPr>
          <p:spPr>
            <a:xfrm>
              <a:off x="4957854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g1515"/>
            <p:cNvSpPr/>
            <p:nvPr/>
          </p:nvSpPr>
          <p:spPr>
            <a:xfrm>
              <a:off x="4969492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g1516"/>
            <p:cNvSpPr/>
            <p:nvPr/>
          </p:nvSpPr>
          <p:spPr>
            <a:xfrm>
              <a:off x="4981129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g1517"/>
            <p:cNvSpPr/>
            <p:nvPr/>
          </p:nvSpPr>
          <p:spPr>
            <a:xfrm>
              <a:off x="4992766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g1518"/>
            <p:cNvSpPr/>
            <p:nvPr/>
          </p:nvSpPr>
          <p:spPr>
            <a:xfrm>
              <a:off x="500440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g1519"/>
            <p:cNvSpPr/>
            <p:nvPr/>
          </p:nvSpPr>
          <p:spPr>
            <a:xfrm>
              <a:off x="5016041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g1520"/>
            <p:cNvSpPr/>
            <p:nvPr/>
          </p:nvSpPr>
          <p:spPr>
            <a:xfrm>
              <a:off x="5027678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g1521"/>
            <p:cNvSpPr/>
            <p:nvPr/>
          </p:nvSpPr>
          <p:spPr>
            <a:xfrm>
              <a:off x="5039315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g1522"/>
            <p:cNvSpPr/>
            <p:nvPr/>
          </p:nvSpPr>
          <p:spPr>
            <a:xfrm>
              <a:off x="5050953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g1523"/>
            <p:cNvSpPr/>
            <p:nvPr/>
          </p:nvSpPr>
          <p:spPr>
            <a:xfrm>
              <a:off x="5062590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g1524"/>
            <p:cNvSpPr/>
            <p:nvPr/>
          </p:nvSpPr>
          <p:spPr>
            <a:xfrm>
              <a:off x="5074227" y="370885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g1525"/>
            <p:cNvSpPr/>
            <p:nvPr/>
          </p:nvSpPr>
          <p:spPr>
            <a:xfrm>
              <a:off x="486475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g1526"/>
            <p:cNvSpPr/>
            <p:nvPr/>
          </p:nvSpPr>
          <p:spPr>
            <a:xfrm>
              <a:off x="487639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g1527"/>
            <p:cNvSpPr/>
            <p:nvPr/>
          </p:nvSpPr>
          <p:spPr>
            <a:xfrm>
              <a:off x="488803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g1528"/>
            <p:cNvSpPr/>
            <p:nvPr/>
          </p:nvSpPr>
          <p:spPr>
            <a:xfrm>
              <a:off x="489966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g1529"/>
            <p:cNvSpPr/>
            <p:nvPr/>
          </p:nvSpPr>
          <p:spPr>
            <a:xfrm>
              <a:off x="491130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g1530"/>
            <p:cNvSpPr/>
            <p:nvPr/>
          </p:nvSpPr>
          <p:spPr>
            <a:xfrm>
              <a:off x="492294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g1531"/>
            <p:cNvSpPr/>
            <p:nvPr/>
          </p:nvSpPr>
          <p:spPr>
            <a:xfrm>
              <a:off x="493458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g1532"/>
            <p:cNvSpPr/>
            <p:nvPr/>
          </p:nvSpPr>
          <p:spPr>
            <a:xfrm>
              <a:off x="4946217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g1533"/>
            <p:cNvSpPr/>
            <p:nvPr/>
          </p:nvSpPr>
          <p:spPr>
            <a:xfrm>
              <a:off x="4957854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g1534"/>
            <p:cNvSpPr/>
            <p:nvPr/>
          </p:nvSpPr>
          <p:spPr>
            <a:xfrm>
              <a:off x="4969492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g1535"/>
            <p:cNvSpPr/>
            <p:nvPr/>
          </p:nvSpPr>
          <p:spPr>
            <a:xfrm>
              <a:off x="4981129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g1536"/>
            <p:cNvSpPr/>
            <p:nvPr/>
          </p:nvSpPr>
          <p:spPr>
            <a:xfrm>
              <a:off x="4992766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g1537"/>
            <p:cNvSpPr/>
            <p:nvPr/>
          </p:nvSpPr>
          <p:spPr>
            <a:xfrm>
              <a:off x="500440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g1538"/>
            <p:cNvSpPr/>
            <p:nvPr/>
          </p:nvSpPr>
          <p:spPr>
            <a:xfrm>
              <a:off x="5016041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g1539"/>
            <p:cNvSpPr/>
            <p:nvPr/>
          </p:nvSpPr>
          <p:spPr>
            <a:xfrm>
              <a:off x="5027678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g1540"/>
            <p:cNvSpPr/>
            <p:nvPr/>
          </p:nvSpPr>
          <p:spPr>
            <a:xfrm>
              <a:off x="5039315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g1541"/>
            <p:cNvSpPr/>
            <p:nvPr/>
          </p:nvSpPr>
          <p:spPr>
            <a:xfrm>
              <a:off x="5050953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g1542"/>
            <p:cNvSpPr/>
            <p:nvPr/>
          </p:nvSpPr>
          <p:spPr>
            <a:xfrm>
              <a:off x="5062590" y="37231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g1543"/>
            <p:cNvSpPr/>
            <p:nvPr/>
          </p:nvSpPr>
          <p:spPr>
            <a:xfrm>
              <a:off x="487639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g1544"/>
            <p:cNvSpPr/>
            <p:nvPr/>
          </p:nvSpPr>
          <p:spPr>
            <a:xfrm>
              <a:off x="488803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g1545"/>
            <p:cNvSpPr/>
            <p:nvPr/>
          </p:nvSpPr>
          <p:spPr>
            <a:xfrm>
              <a:off x="489966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g1546"/>
            <p:cNvSpPr/>
            <p:nvPr/>
          </p:nvSpPr>
          <p:spPr>
            <a:xfrm>
              <a:off x="491130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g1547"/>
            <p:cNvSpPr/>
            <p:nvPr/>
          </p:nvSpPr>
          <p:spPr>
            <a:xfrm>
              <a:off x="492294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g1548"/>
            <p:cNvSpPr/>
            <p:nvPr/>
          </p:nvSpPr>
          <p:spPr>
            <a:xfrm>
              <a:off x="4934580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g1549"/>
            <p:cNvSpPr/>
            <p:nvPr/>
          </p:nvSpPr>
          <p:spPr>
            <a:xfrm>
              <a:off x="4946217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g1550"/>
            <p:cNvSpPr/>
            <p:nvPr/>
          </p:nvSpPr>
          <p:spPr>
            <a:xfrm>
              <a:off x="4957854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g1551"/>
            <p:cNvSpPr/>
            <p:nvPr/>
          </p:nvSpPr>
          <p:spPr>
            <a:xfrm>
              <a:off x="4969492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g1552"/>
            <p:cNvSpPr/>
            <p:nvPr/>
          </p:nvSpPr>
          <p:spPr>
            <a:xfrm>
              <a:off x="4981129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g1553"/>
            <p:cNvSpPr/>
            <p:nvPr/>
          </p:nvSpPr>
          <p:spPr>
            <a:xfrm>
              <a:off x="4992766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g1554"/>
            <p:cNvSpPr/>
            <p:nvPr/>
          </p:nvSpPr>
          <p:spPr>
            <a:xfrm>
              <a:off x="500440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g1555"/>
            <p:cNvSpPr/>
            <p:nvPr/>
          </p:nvSpPr>
          <p:spPr>
            <a:xfrm>
              <a:off x="5016041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g1556"/>
            <p:cNvSpPr/>
            <p:nvPr/>
          </p:nvSpPr>
          <p:spPr>
            <a:xfrm>
              <a:off x="5027678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g1557"/>
            <p:cNvSpPr/>
            <p:nvPr/>
          </p:nvSpPr>
          <p:spPr>
            <a:xfrm>
              <a:off x="5039315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g1558"/>
            <p:cNvSpPr/>
            <p:nvPr/>
          </p:nvSpPr>
          <p:spPr>
            <a:xfrm>
              <a:off x="5050953" y="373745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g1559"/>
            <p:cNvSpPr/>
            <p:nvPr/>
          </p:nvSpPr>
          <p:spPr>
            <a:xfrm>
              <a:off x="488803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g1560"/>
            <p:cNvSpPr/>
            <p:nvPr/>
          </p:nvSpPr>
          <p:spPr>
            <a:xfrm>
              <a:off x="489966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g1561"/>
            <p:cNvSpPr/>
            <p:nvPr/>
          </p:nvSpPr>
          <p:spPr>
            <a:xfrm>
              <a:off x="491130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g1562"/>
            <p:cNvSpPr/>
            <p:nvPr/>
          </p:nvSpPr>
          <p:spPr>
            <a:xfrm>
              <a:off x="492294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g1563"/>
            <p:cNvSpPr/>
            <p:nvPr/>
          </p:nvSpPr>
          <p:spPr>
            <a:xfrm>
              <a:off x="4934580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g1564"/>
            <p:cNvSpPr/>
            <p:nvPr/>
          </p:nvSpPr>
          <p:spPr>
            <a:xfrm>
              <a:off x="4946217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g1565"/>
            <p:cNvSpPr/>
            <p:nvPr/>
          </p:nvSpPr>
          <p:spPr>
            <a:xfrm>
              <a:off x="4957854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g1566"/>
            <p:cNvSpPr/>
            <p:nvPr/>
          </p:nvSpPr>
          <p:spPr>
            <a:xfrm>
              <a:off x="4969492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g1567"/>
            <p:cNvSpPr/>
            <p:nvPr/>
          </p:nvSpPr>
          <p:spPr>
            <a:xfrm>
              <a:off x="4981129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g1568"/>
            <p:cNvSpPr/>
            <p:nvPr/>
          </p:nvSpPr>
          <p:spPr>
            <a:xfrm>
              <a:off x="4992766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g1569"/>
            <p:cNvSpPr/>
            <p:nvPr/>
          </p:nvSpPr>
          <p:spPr>
            <a:xfrm>
              <a:off x="500440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g1570"/>
            <p:cNvSpPr/>
            <p:nvPr/>
          </p:nvSpPr>
          <p:spPr>
            <a:xfrm>
              <a:off x="5016041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g1571"/>
            <p:cNvSpPr/>
            <p:nvPr/>
          </p:nvSpPr>
          <p:spPr>
            <a:xfrm>
              <a:off x="5027678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g1572"/>
            <p:cNvSpPr/>
            <p:nvPr/>
          </p:nvSpPr>
          <p:spPr>
            <a:xfrm>
              <a:off x="5039315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g1573"/>
            <p:cNvSpPr/>
            <p:nvPr/>
          </p:nvSpPr>
          <p:spPr>
            <a:xfrm>
              <a:off x="5050953" y="37517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g1574"/>
            <p:cNvSpPr/>
            <p:nvPr/>
          </p:nvSpPr>
          <p:spPr>
            <a:xfrm>
              <a:off x="484148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g1575"/>
            <p:cNvSpPr/>
            <p:nvPr/>
          </p:nvSpPr>
          <p:spPr>
            <a:xfrm>
              <a:off x="485311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g1576"/>
            <p:cNvSpPr/>
            <p:nvPr/>
          </p:nvSpPr>
          <p:spPr>
            <a:xfrm>
              <a:off x="486475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g1577"/>
            <p:cNvSpPr/>
            <p:nvPr/>
          </p:nvSpPr>
          <p:spPr>
            <a:xfrm>
              <a:off x="487639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g1578"/>
            <p:cNvSpPr/>
            <p:nvPr/>
          </p:nvSpPr>
          <p:spPr>
            <a:xfrm>
              <a:off x="488803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g1579"/>
            <p:cNvSpPr/>
            <p:nvPr/>
          </p:nvSpPr>
          <p:spPr>
            <a:xfrm>
              <a:off x="489966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g1580"/>
            <p:cNvSpPr/>
            <p:nvPr/>
          </p:nvSpPr>
          <p:spPr>
            <a:xfrm>
              <a:off x="491130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g1581"/>
            <p:cNvSpPr/>
            <p:nvPr/>
          </p:nvSpPr>
          <p:spPr>
            <a:xfrm>
              <a:off x="492294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g1582"/>
            <p:cNvSpPr/>
            <p:nvPr/>
          </p:nvSpPr>
          <p:spPr>
            <a:xfrm>
              <a:off x="4934580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g1583"/>
            <p:cNvSpPr/>
            <p:nvPr/>
          </p:nvSpPr>
          <p:spPr>
            <a:xfrm>
              <a:off x="4946217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g1584"/>
            <p:cNvSpPr/>
            <p:nvPr/>
          </p:nvSpPr>
          <p:spPr>
            <a:xfrm>
              <a:off x="4957854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g1585"/>
            <p:cNvSpPr/>
            <p:nvPr/>
          </p:nvSpPr>
          <p:spPr>
            <a:xfrm>
              <a:off x="4969492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g1586"/>
            <p:cNvSpPr/>
            <p:nvPr/>
          </p:nvSpPr>
          <p:spPr>
            <a:xfrm>
              <a:off x="4981129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g1587"/>
            <p:cNvSpPr/>
            <p:nvPr/>
          </p:nvSpPr>
          <p:spPr>
            <a:xfrm>
              <a:off x="4992766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g1588"/>
            <p:cNvSpPr/>
            <p:nvPr/>
          </p:nvSpPr>
          <p:spPr>
            <a:xfrm>
              <a:off x="5004403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g1589"/>
            <p:cNvSpPr/>
            <p:nvPr/>
          </p:nvSpPr>
          <p:spPr>
            <a:xfrm>
              <a:off x="5016041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g1590"/>
            <p:cNvSpPr/>
            <p:nvPr/>
          </p:nvSpPr>
          <p:spPr>
            <a:xfrm>
              <a:off x="5027678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g1591"/>
            <p:cNvSpPr/>
            <p:nvPr/>
          </p:nvSpPr>
          <p:spPr>
            <a:xfrm>
              <a:off x="5039315" y="376605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g1592"/>
            <p:cNvSpPr/>
            <p:nvPr/>
          </p:nvSpPr>
          <p:spPr>
            <a:xfrm>
              <a:off x="482984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g1593"/>
            <p:cNvSpPr/>
            <p:nvPr/>
          </p:nvSpPr>
          <p:spPr>
            <a:xfrm>
              <a:off x="484148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g1594"/>
            <p:cNvSpPr/>
            <p:nvPr/>
          </p:nvSpPr>
          <p:spPr>
            <a:xfrm>
              <a:off x="485311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g1595"/>
            <p:cNvSpPr/>
            <p:nvPr/>
          </p:nvSpPr>
          <p:spPr>
            <a:xfrm>
              <a:off x="486475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g1596"/>
            <p:cNvSpPr/>
            <p:nvPr/>
          </p:nvSpPr>
          <p:spPr>
            <a:xfrm>
              <a:off x="487639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g1597"/>
            <p:cNvSpPr/>
            <p:nvPr/>
          </p:nvSpPr>
          <p:spPr>
            <a:xfrm>
              <a:off x="488803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g1598"/>
            <p:cNvSpPr/>
            <p:nvPr/>
          </p:nvSpPr>
          <p:spPr>
            <a:xfrm>
              <a:off x="489966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g1599"/>
            <p:cNvSpPr/>
            <p:nvPr/>
          </p:nvSpPr>
          <p:spPr>
            <a:xfrm>
              <a:off x="491130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g1600"/>
            <p:cNvSpPr/>
            <p:nvPr/>
          </p:nvSpPr>
          <p:spPr>
            <a:xfrm>
              <a:off x="492294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g1601"/>
            <p:cNvSpPr/>
            <p:nvPr/>
          </p:nvSpPr>
          <p:spPr>
            <a:xfrm>
              <a:off x="4934580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g1602"/>
            <p:cNvSpPr/>
            <p:nvPr/>
          </p:nvSpPr>
          <p:spPr>
            <a:xfrm>
              <a:off x="4946217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g1603"/>
            <p:cNvSpPr/>
            <p:nvPr/>
          </p:nvSpPr>
          <p:spPr>
            <a:xfrm>
              <a:off x="4957854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g1604"/>
            <p:cNvSpPr/>
            <p:nvPr/>
          </p:nvSpPr>
          <p:spPr>
            <a:xfrm>
              <a:off x="4969492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g1605"/>
            <p:cNvSpPr/>
            <p:nvPr/>
          </p:nvSpPr>
          <p:spPr>
            <a:xfrm>
              <a:off x="4981129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g1606"/>
            <p:cNvSpPr/>
            <p:nvPr/>
          </p:nvSpPr>
          <p:spPr>
            <a:xfrm>
              <a:off x="4992766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g1607"/>
            <p:cNvSpPr/>
            <p:nvPr/>
          </p:nvSpPr>
          <p:spPr>
            <a:xfrm>
              <a:off x="5004403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g1608"/>
            <p:cNvSpPr/>
            <p:nvPr/>
          </p:nvSpPr>
          <p:spPr>
            <a:xfrm>
              <a:off x="5016041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g1609"/>
            <p:cNvSpPr/>
            <p:nvPr/>
          </p:nvSpPr>
          <p:spPr>
            <a:xfrm>
              <a:off x="5027678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g1610"/>
            <p:cNvSpPr/>
            <p:nvPr/>
          </p:nvSpPr>
          <p:spPr>
            <a:xfrm>
              <a:off x="5039315" y="378035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g1611"/>
            <p:cNvSpPr/>
            <p:nvPr/>
          </p:nvSpPr>
          <p:spPr>
            <a:xfrm>
              <a:off x="482984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g1612"/>
            <p:cNvSpPr/>
            <p:nvPr/>
          </p:nvSpPr>
          <p:spPr>
            <a:xfrm>
              <a:off x="484148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g1613"/>
            <p:cNvSpPr/>
            <p:nvPr/>
          </p:nvSpPr>
          <p:spPr>
            <a:xfrm>
              <a:off x="485311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g1614"/>
            <p:cNvSpPr/>
            <p:nvPr/>
          </p:nvSpPr>
          <p:spPr>
            <a:xfrm>
              <a:off x="486475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g1615"/>
            <p:cNvSpPr/>
            <p:nvPr/>
          </p:nvSpPr>
          <p:spPr>
            <a:xfrm>
              <a:off x="487639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g1616"/>
            <p:cNvSpPr/>
            <p:nvPr/>
          </p:nvSpPr>
          <p:spPr>
            <a:xfrm>
              <a:off x="488803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g1617"/>
            <p:cNvSpPr/>
            <p:nvPr/>
          </p:nvSpPr>
          <p:spPr>
            <a:xfrm>
              <a:off x="489966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g1618"/>
            <p:cNvSpPr/>
            <p:nvPr/>
          </p:nvSpPr>
          <p:spPr>
            <a:xfrm>
              <a:off x="4911305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g1619"/>
            <p:cNvSpPr/>
            <p:nvPr/>
          </p:nvSpPr>
          <p:spPr>
            <a:xfrm>
              <a:off x="492294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g1620"/>
            <p:cNvSpPr/>
            <p:nvPr/>
          </p:nvSpPr>
          <p:spPr>
            <a:xfrm>
              <a:off x="4934580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g1621"/>
            <p:cNvSpPr/>
            <p:nvPr/>
          </p:nvSpPr>
          <p:spPr>
            <a:xfrm>
              <a:off x="4946217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g1622"/>
            <p:cNvSpPr/>
            <p:nvPr/>
          </p:nvSpPr>
          <p:spPr>
            <a:xfrm>
              <a:off x="4957854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g1623"/>
            <p:cNvSpPr/>
            <p:nvPr/>
          </p:nvSpPr>
          <p:spPr>
            <a:xfrm>
              <a:off x="4969492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g1624"/>
            <p:cNvSpPr/>
            <p:nvPr/>
          </p:nvSpPr>
          <p:spPr>
            <a:xfrm>
              <a:off x="4981129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g1625"/>
            <p:cNvSpPr/>
            <p:nvPr/>
          </p:nvSpPr>
          <p:spPr>
            <a:xfrm>
              <a:off x="4992766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g1626"/>
            <p:cNvSpPr/>
            <p:nvPr/>
          </p:nvSpPr>
          <p:spPr>
            <a:xfrm>
              <a:off x="5004403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g1627"/>
            <p:cNvSpPr/>
            <p:nvPr/>
          </p:nvSpPr>
          <p:spPr>
            <a:xfrm>
              <a:off x="5016041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g1628"/>
            <p:cNvSpPr/>
            <p:nvPr/>
          </p:nvSpPr>
          <p:spPr>
            <a:xfrm>
              <a:off x="5027678" y="37946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g1629"/>
            <p:cNvSpPr/>
            <p:nvPr/>
          </p:nvSpPr>
          <p:spPr>
            <a:xfrm>
              <a:off x="482984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g1630"/>
            <p:cNvSpPr/>
            <p:nvPr/>
          </p:nvSpPr>
          <p:spPr>
            <a:xfrm>
              <a:off x="484148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g1631"/>
            <p:cNvSpPr/>
            <p:nvPr/>
          </p:nvSpPr>
          <p:spPr>
            <a:xfrm>
              <a:off x="485311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g1632"/>
            <p:cNvSpPr/>
            <p:nvPr/>
          </p:nvSpPr>
          <p:spPr>
            <a:xfrm>
              <a:off x="486475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g1633"/>
            <p:cNvSpPr/>
            <p:nvPr/>
          </p:nvSpPr>
          <p:spPr>
            <a:xfrm>
              <a:off x="487639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g1634"/>
            <p:cNvSpPr/>
            <p:nvPr/>
          </p:nvSpPr>
          <p:spPr>
            <a:xfrm>
              <a:off x="488803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g1635"/>
            <p:cNvSpPr/>
            <p:nvPr/>
          </p:nvSpPr>
          <p:spPr>
            <a:xfrm>
              <a:off x="4899668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g1636"/>
            <p:cNvSpPr/>
            <p:nvPr/>
          </p:nvSpPr>
          <p:spPr>
            <a:xfrm>
              <a:off x="4911305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g1637"/>
            <p:cNvSpPr/>
            <p:nvPr/>
          </p:nvSpPr>
          <p:spPr>
            <a:xfrm>
              <a:off x="492294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g1638"/>
            <p:cNvSpPr/>
            <p:nvPr/>
          </p:nvSpPr>
          <p:spPr>
            <a:xfrm>
              <a:off x="4934580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g1639"/>
            <p:cNvSpPr/>
            <p:nvPr/>
          </p:nvSpPr>
          <p:spPr>
            <a:xfrm>
              <a:off x="4946217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g1640"/>
            <p:cNvSpPr/>
            <p:nvPr/>
          </p:nvSpPr>
          <p:spPr>
            <a:xfrm>
              <a:off x="4957854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g1641"/>
            <p:cNvSpPr/>
            <p:nvPr/>
          </p:nvSpPr>
          <p:spPr>
            <a:xfrm>
              <a:off x="4969492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g1642"/>
            <p:cNvSpPr/>
            <p:nvPr/>
          </p:nvSpPr>
          <p:spPr>
            <a:xfrm>
              <a:off x="4981129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g1643"/>
            <p:cNvSpPr/>
            <p:nvPr/>
          </p:nvSpPr>
          <p:spPr>
            <a:xfrm>
              <a:off x="4992766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g1644"/>
            <p:cNvSpPr/>
            <p:nvPr/>
          </p:nvSpPr>
          <p:spPr>
            <a:xfrm>
              <a:off x="5004403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g1645"/>
            <p:cNvSpPr/>
            <p:nvPr/>
          </p:nvSpPr>
          <p:spPr>
            <a:xfrm>
              <a:off x="5016041" y="380895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g1646"/>
            <p:cNvSpPr/>
            <p:nvPr/>
          </p:nvSpPr>
          <p:spPr>
            <a:xfrm>
              <a:off x="4841481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g1647"/>
            <p:cNvSpPr/>
            <p:nvPr/>
          </p:nvSpPr>
          <p:spPr>
            <a:xfrm>
              <a:off x="485311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g1648"/>
            <p:cNvSpPr/>
            <p:nvPr/>
          </p:nvSpPr>
          <p:spPr>
            <a:xfrm>
              <a:off x="486475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g1649"/>
            <p:cNvSpPr/>
            <p:nvPr/>
          </p:nvSpPr>
          <p:spPr>
            <a:xfrm>
              <a:off x="487639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g1650"/>
            <p:cNvSpPr/>
            <p:nvPr/>
          </p:nvSpPr>
          <p:spPr>
            <a:xfrm>
              <a:off x="488803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g1651"/>
            <p:cNvSpPr/>
            <p:nvPr/>
          </p:nvSpPr>
          <p:spPr>
            <a:xfrm>
              <a:off x="4899668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g1652"/>
            <p:cNvSpPr/>
            <p:nvPr/>
          </p:nvSpPr>
          <p:spPr>
            <a:xfrm>
              <a:off x="4911305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g1653"/>
            <p:cNvSpPr/>
            <p:nvPr/>
          </p:nvSpPr>
          <p:spPr>
            <a:xfrm>
              <a:off x="492294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g1654"/>
            <p:cNvSpPr/>
            <p:nvPr/>
          </p:nvSpPr>
          <p:spPr>
            <a:xfrm>
              <a:off x="4934580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g1655"/>
            <p:cNvSpPr/>
            <p:nvPr/>
          </p:nvSpPr>
          <p:spPr>
            <a:xfrm>
              <a:off x="4946217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g1656"/>
            <p:cNvSpPr/>
            <p:nvPr/>
          </p:nvSpPr>
          <p:spPr>
            <a:xfrm>
              <a:off x="4957854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g1657"/>
            <p:cNvSpPr/>
            <p:nvPr/>
          </p:nvSpPr>
          <p:spPr>
            <a:xfrm>
              <a:off x="4969492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g1658"/>
            <p:cNvSpPr/>
            <p:nvPr/>
          </p:nvSpPr>
          <p:spPr>
            <a:xfrm>
              <a:off x="4981129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g1659"/>
            <p:cNvSpPr/>
            <p:nvPr/>
          </p:nvSpPr>
          <p:spPr>
            <a:xfrm>
              <a:off x="4992766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g1660"/>
            <p:cNvSpPr/>
            <p:nvPr/>
          </p:nvSpPr>
          <p:spPr>
            <a:xfrm>
              <a:off x="5004403" y="38232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g1661"/>
            <p:cNvSpPr/>
            <p:nvPr/>
          </p:nvSpPr>
          <p:spPr>
            <a:xfrm>
              <a:off x="487639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g1662"/>
            <p:cNvSpPr/>
            <p:nvPr/>
          </p:nvSpPr>
          <p:spPr>
            <a:xfrm>
              <a:off x="488803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g1663"/>
            <p:cNvSpPr/>
            <p:nvPr/>
          </p:nvSpPr>
          <p:spPr>
            <a:xfrm>
              <a:off x="4899668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g1664"/>
            <p:cNvSpPr/>
            <p:nvPr/>
          </p:nvSpPr>
          <p:spPr>
            <a:xfrm>
              <a:off x="4911305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g1665"/>
            <p:cNvSpPr/>
            <p:nvPr/>
          </p:nvSpPr>
          <p:spPr>
            <a:xfrm>
              <a:off x="492294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g1666"/>
            <p:cNvSpPr/>
            <p:nvPr/>
          </p:nvSpPr>
          <p:spPr>
            <a:xfrm>
              <a:off x="4934580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g1667"/>
            <p:cNvSpPr/>
            <p:nvPr/>
          </p:nvSpPr>
          <p:spPr>
            <a:xfrm>
              <a:off x="4946217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g1668"/>
            <p:cNvSpPr/>
            <p:nvPr/>
          </p:nvSpPr>
          <p:spPr>
            <a:xfrm>
              <a:off x="4957854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g1669"/>
            <p:cNvSpPr/>
            <p:nvPr/>
          </p:nvSpPr>
          <p:spPr>
            <a:xfrm>
              <a:off x="4969492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g1670"/>
            <p:cNvSpPr/>
            <p:nvPr/>
          </p:nvSpPr>
          <p:spPr>
            <a:xfrm>
              <a:off x="4981129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g1671"/>
            <p:cNvSpPr/>
            <p:nvPr/>
          </p:nvSpPr>
          <p:spPr>
            <a:xfrm>
              <a:off x="4992766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g1672"/>
            <p:cNvSpPr/>
            <p:nvPr/>
          </p:nvSpPr>
          <p:spPr>
            <a:xfrm>
              <a:off x="5004403" y="383755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g1673"/>
            <p:cNvSpPr/>
            <p:nvPr/>
          </p:nvSpPr>
          <p:spPr>
            <a:xfrm>
              <a:off x="4899668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g1674"/>
            <p:cNvSpPr/>
            <p:nvPr/>
          </p:nvSpPr>
          <p:spPr>
            <a:xfrm>
              <a:off x="4911305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g1675"/>
            <p:cNvSpPr/>
            <p:nvPr/>
          </p:nvSpPr>
          <p:spPr>
            <a:xfrm>
              <a:off x="492294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g1676"/>
            <p:cNvSpPr/>
            <p:nvPr/>
          </p:nvSpPr>
          <p:spPr>
            <a:xfrm>
              <a:off x="4934580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g1677"/>
            <p:cNvSpPr/>
            <p:nvPr/>
          </p:nvSpPr>
          <p:spPr>
            <a:xfrm>
              <a:off x="4946217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g1678"/>
            <p:cNvSpPr/>
            <p:nvPr/>
          </p:nvSpPr>
          <p:spPr>
            <a:xfrm>
              <a:off x="4957854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g1679"/>
            <p:cNvSpPr/>
            <p:nvPr/>
          </p:nvSpPr>
          <p:spPr>
            <a:xfrm>
              <a:off x="4969492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g1680"/>
            <p:cNvSpPr/>
            <p:nvPr/>
          </p:nvSpPr>
          <p:spPr>
            <a:xfrm>
              <a:off x="4981129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g1681"/>
            <p:cNvSpPr/>
            <p:nvPr/>
          </p:nvSpPr>
          <p:spPr>
            <a:xfrm>
              <a:off x="4992766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g1682"/>
            <p:cNvSpPr/>
            <p:nvPr/>
          </p:nvSpPr>
          <p:spPr>
            <a:xfrm>
              <a:off x="5004403" y="385185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g1683"/>
            <p:cNvSpPr/>
            <p:nvPr/>
          </p:nvSpPr>
          <p:spPr>
            <a:xfrm>
              <a:off x="4911305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g1684"/>
            <p:cNvSpPr/>
            <p:nvPr/>
          </p:nvSpPr>
          <p:spPr>
            <a:xfrm>
              <a:off x="492294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g1685"/>
            <p:cNvSpPr/>
            <p:nvPr/>
          </p:nvSpPr>
          <p:spPr>
            <a:xfrm>
              <a:off x="4934580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g1686"/>
            <p:cNvSpPr/>
            <p:nvPr/>
          </p:nvSpPr>
          <p:spPr>
            <a:xfrm>
              <a:off x="4946217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g1687"/>
            <p:cNvSpPr/>
            <p:nvPr/>
          </p:nvSpPr>
          <p:spPr>
            <a:xfrm>
              <a:off x="4957854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g1688"/>
            <p:cNvSpPr/>
            <p:nvPr/>
          </p:nvSpPr>
          <p:spPr>
            <a:xfrm>
              <a:off x="4969492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g1689"/>
            <p:cNvSpPr/>
            <p:nvPr/>
          </p:nvSpPr>
          <p:spPr>
            <a:xfrm>
              <a:off x="4981129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g1690"/>
            <p:cNvSpPr/>
            <p:nvPr/>
          </p:nvSpPr>
          <p:spPr>
            <a:xfrm>
              <a:off x="4992766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g1691"/>
            <p:cNvSpPr/>
            <p:nvPr/>
          </p:nvSpPr>
          <p:spPr>
            <a:xfrm>
              <a:off x="5004403" y="38661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g1692"/>
            <p:cNvSpPr/>
            <p:nvPr/>
          </p:nvSpPr>
          <p:spPr>
            <a:xfrm>
              <a:off x="492294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g1693"/>
            <p:cNvSpPr/>
            <p:nvPr/>
          </p:nvSpPr>
          <p:spPr>
            <a:xfrm>
              <a:off x="4934580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g1694"/>
            <p:cNvSpPr/>
            <p:nvPr/>
          </p:nvSpPr>
          <p:spPr>
            <a:xfrm>
              <a:off x="4946217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g1695"/>
            <p:cNvSpPr/>
            <p:nvPr/>
          </p:nvSpPr>
          <p:spPr>
            <a:xfrm>
              <a:off x="4957854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g1696"/>
            <p:cNvSpPr/>
            <p:nvPr/>
          </p:nvSpPr>
          <p:spPr>
            <a:xfrm>
              <a:off x="4969492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g1697"/>
            <p:cNvSpPr/>
            <p:nvPr/>
          </p:nvSpPr>
          <p:spPr>
            <a:xfrm>
              <a:off x="4981129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g1698"/>
            <p:cNvSpPr/>
            <p:nvPr/>
          </p:nvSpPr>
          <p:spPr>
            <a:xfrm>
              <a:off x="4992766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g1699"/>
            <p:cNvSpPr/>
            <p:nvPr/>
          </p:nvSpPr>
          <p:spPr>
            <a:xfrm>
              <a:off x="5004403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g1700"/>
            <p:cNvSpPr/>
            <p:nvPr/>
          </p:nvSpPr>
          <p:spPr>
            <a:xfrm>
              <a:off x="5016041" y="388046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g1701"/>
            <p:cNvSpPr/>
            <p:nvPr/>
          </p:nvSpPr>
          <p:spPr>
            <a:xfrm>
              <a:off x="4957854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g1702"/>
            <p:cNvSpPr/>
            <p:nvPr/>
          </p:nvSpPr>
          <p:spPr>
            <a:xfrm>
              <a:off x="4969492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g1703"/>
            <p:cNvSpPr/>
            <p:nvPr/>
          </p:nvSpPr>
          <p:spPr>
            <a:xfrm>
              <a:off x="4981129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g1704"/>
            <p:cNvSpPr/>
            <p:nvPr/>
          </p:nvSpPr>
          <p:spPr>
            <a:xfrm>
              <a:off x="4992766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g1705"/>
            <p:cNvSpPr/>
            <p:nvPr/>
          </p:nvSpPr>
          <p:spPr>
            <a:xfrm>
              <a:off x="5004403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g1706"/>
            <p:cNvSpPr/>
            <p:nvPr/>
          </p:nvSpPr>
          <p:spPr>
            <a:xfrm>
              <a:off x="5016041" y="38947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g1707"/>
            <p:cNvSpPr/>
            <p:nvPr/>
          </p:nvSpPr>
          <p:spPr>
            <a:xfrm>
              <a:off x="4899668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g1708"/>
            <p:cNvSpPr/>
            <p:nvPr/>
          </p:nvSpPr>
          <p:spPr>
            <a:xfrm>
              <a:off x="4946217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g1709"/>
            <p:cNvSpPr/>
            <p:nvPr/>
          </p:nvSpPr>
          <p:spPr>
            <a:xfrm>
              <a:off x="4957854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g1710"/>
            <p:cNvSpPr/>
            <p:nvPr/>
          </p:nvSpPr>
          <p:spPr>
            <a:xfrm>
              <a:off x="4969492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g1711"/>
            <p:cNvSpPr/>
            <p:nvPr/>
          </p:nvSpPr>
          <p:spPr>
            <a:xfrm>
              <a:off x="4981129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g1712"/>
            <p:cNvSpPr/>
            <p:nvPr/>
          </p:nvSpPr>
          <p:spPr>
            <a:xfrm>
              <a:off x="4992766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g1713"/>
            <p:cNvSpPr/>
            <p:nvPr/>
          </p:nvSpPr>
          <p:spPr>
            <a:xfrm>
              <a:off x="5004403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g1714"/>
            <p:cNvSpPr/>
            <p:nvPr/>
          </p:nvSpPr>
          <p:spPr>
            <a:xfrm>
              <a:off x="5016041" y="390906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g1715"/>
            <p:cNvSpPr/>
            <p:nvPr/>
          </p:nvSpPr>
          <p:spPr>
            <a:xfrm>
              <a:off x="488803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g1716"/>
            <p:cNvSpPr/>
            <p:nvPr/>
          </p:nvSpPr>
          <p:spPr>
            <a:xfrm>
              <a:off x="4899668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g1717"/>
            <p:cNvSpPr/>
            <p:nvPr/>
          </p:nvSpPr>
          <p:spPr>
            <a:xfrm>
              <a:off x="4911305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g1718"/>
            <p:cNvSpPr/>
            <p:nvPr/>
          </p:nvSpPr>
          <p:spPr>
            <a:xfrm>
              <a:off x="492294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g1719"/>
            <p:cNvSpPr/>
            <p:nvPr/>
          </p:nvSpPr>
          <p:spPr>
            <a:xfrm>
              <a:off x="4934580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g1720"/>
            <p:cNvSpPr/>
            <p:nvPr/>
          </p:nvSpPr>
          <p:spPr>
            <a:xfrm>
              <a:off x="4946217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g1721"/>
            <p:cNvSpPr/>
            <p:nvPr/>
          </p:nvSpPr>
          <p:spPr>
            <a:xfrm>
              <a:off x="4957854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g1722"/>
            <p:cNvSpPr/>
            <p:nvPr/>
          </p:nvSpPr>
          <p:spPr>
            <a:xfrm>
              <a:off x="4969492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g1723"/>
            <p:cNvSpPr/>
            <p:nvPr/>
          </p:nvSpPr>
          <p:spPr>
            <a:xfrm>
              <a:off x="4981129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g1724"/>
            <p:cNvSpPr/>
            <p:nvPr/>
          </p:nvSpPr>
          <p:spPr>
            <a:xfrm>
              <a:off x="4992766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g1725"/>
            <p:cNvSpPr/>
            <p:nvPr/>
          </p:nvSpPr>
          <p:spPr>
            <a:xfrm>
              <a:off x="5004403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g1726"/>
            <p:cNvSpPr/>
            <p:nvPr/>
          </p:nvSpPr>
          <p:spPr>
            <a:xfrm>
              <a:off x="5016041" y="392336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g1727"/>
            <p:cNvSpPr/>
            <p:nvPr/>
          </p:nvSpPr>
          <p:spPr>
            <a:xfrm>
              <a:off x="487639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g1728"/>
            <p:cNvSpPr/>
            <p:nvPr/>
          </p:nvSpPr>
          <p:spPr>
            <a:xfrm>
              <a:off x="488803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g1729"/>
            <p:cNvSpPr/>
            <p:nvPr/>
          </p:nvSpPr>
          <p:spPr>
            <a:xfrm>
              <a:off x="489966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g1730"/>
            <p:cNvSpPr/>
            <p:nvPr/>
          </p:nvSpPr>
          <p:spPr>
            <a:xfrm>
              <a:off x="4911305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g1731"/>
            <p:cNvSpPr/>
            <p:nvPr/>
          </p:nvSpPr>
          <p:spPr>
            <a:xfrm>
              <a:off x="492294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g1732"/>
            <p:cNvSpPr/>
            <p:nvPr/>
          </p:nvSpPr>
          <p:spPr>
            <a:xfrm>
              <a:off x="4934580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g1733"/>
            <p:cNvSpPr/>
            <p:nvPr/>
          </p:nvSpPr>
          <p:spPr>
            <a:xfrm>
              <a:off x="4946217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g1734"/>
            <p:cNvSpPr/>
            <p:nvPr/>
          </p:nvSpPr>
          <p:spPr>
            <a:xfrm>
              <a:off x="4957854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g1735"/>
            <p:cNvSpPr/>
            <p:nvPr/>
          </p:nvSpPr>
          <p:spPr>
            <a:xfrm>
              <a:off x="4969492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g1736"/>
            <p:cNvSpPr/>
            <p:nvPr/>
          </p:nvSpPr>
          <p:spPr>
            <a:xfrm>
              <a:off x="4981129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g1737"/>
            <p:cNvSpPr/>
            <p:nvPr/>
          </p:nvSpPr>
          <p:spPr>
            <a:xfrm>
              <a:off x="4992766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g1738"/>
            <p:cNvSpPr/>
            <p:nvPr/>
          </p:nvSpPr>
          <p:spPr>
            <a:xfrm>
              <a:off x="5004403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g1739"/>
            <p:cNvSpPr/>
            <p:nvPr/>
          </p:nvSpPr>
          <p:spPr>
            <a:xfrm>
              <a:off x="5016041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g1740"/>
            <p:cNvSpPr/>
            <p:nvPr/>
          </p:nvSpPr>
          <p:spPr>
            <a:xfrm>
              <a:off x="5027678" y="39376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g1741"/>
            <p:cNvSpPr/>
            <p:nvPr/>
          </p:nvSpPr>
          <p:spPr>
            <a:xfrm>
              <a:off x="487639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g1742"/>
            <p:cNvSpPr/>
            <p:nvPr/>
          </p:nvSpPr>
          <p:spPr>
            <a:xfrm>
              <a:off x="488803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g1743"/>
            <p:cNvSpPr/>
            <p:nvPr/>
          </p:nvSpPr>
          <p:spPr>
            <a:xfrm>
              <a:off x="489966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g1744"/>
            <p:cNvSpPr/>
            <p:nvPr/>
          </p:nvSpPr>
          <p:spPr>
            <a:xfrm>
              <a:off x="491130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g1745"/>
            <p:cNvSpPr/>
            <p:nvPr/>
          </p:nvSpPr>
          <p:spPr>
            <a:xfrm>
              <a:off x="492294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g1746"/>
            <p:cNvSpPr/>
            <p:nvPr/>
          </p:nvSpPr>
          <p:spPr>
            <a:xfrm>
              <a:off x="4934580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g1747"/>
            <p:cNvSpPr/>
            <p:nvPr/>
          </p:nvSpPr>
          <p:spPr>
            <a:xfrm>
              <a:off x="4946217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g1748"/>
            <p:cNvSpPr/>
            <p:nvPr/>
          </p:nvSpPr>
          <p:spPr>
            <a:xfrm>
              <a:off x="4957854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g1749"/>
            <p:cNvSpPr/>
            <p:nvPr/>
          </p:nvSpPr>
          <p:spPr>
            <a:xfrm>
              <a:off x="4969492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g1750"/>
            <p:cNvSpPr/>
            <p:nvPr/>
          </p:nvSpPr>
          <p:spPr>
            <a:xfrm>
              <a:off x="4981129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g1751"/>
            <p:cNvSpPr/>
            <p:nvPr/>
          </p:nvSpPr>
          <p:spPr>
            <a:xfrm>
              <a:off x="4992766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g1752"/>
            <p:cNvSpPr/>
            <p:nvPr/>
          </p:nvSpPr>
          <p:spPr>
            <a:xfrm>
              <a:off x="5004403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g1753"/>
            <p:cNvSpPr/>
            <p:nvPr/>
          </p:nvSpPr>
          <p:spPr>
            <a:xfrm>
              <a:off x="5016041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g1754"/>
            <p:cNvSpPr/>
            <p:nvPr/>
          </p:nvSpPr>
          <p:spPr>
            <a:xfrm>
              <a:off x="5027678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g1755"/>
            <p:cNvSpPr/>
            <p:nvPr/>
          </p:nvSpPr>
          <p:spPr>
            <a:xfrm>
              <a:off x="5039315" y="395196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g1756"/>
            <p:cNvSpPr/>
            <p:nvPr/>
          </p:nvSpPr>
          <p:spPr>
            <a:xfrm>
              <a:off x="487639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g1757"/>
            <p:cNvSpPr/>
            <p:nvPr/>
          </p:nvSpPr>
          <p:spPr>
            <a:xfrm>
              <a:off x="488803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g1758"/>
            <p:cNvSpPr/>
            <p:nvPr/>
          </p:nvSpPr>
          <p:spPr>
            <a:xfrm>
              <a:off x="489966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g1759"/>
            <p:cNvSpPr/>
            <p:nvPr/>
          </p:nvSpPr>
          <p:spPr>
            <a:xfrm>
              <a:off x="491130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g1760"/>
            <p:cNvSpPr/>
            <p:nvPr/>
          </p:nvSpPr>
          <p:spPr>
            <a:xfrm>
              <a:off x="492294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g1761"/>
            <p:cNvSpPr/>
            <p:nvPr/>
          </p:nvSpPr>
          <p:spPr>
            <a:xfrm>
              <a:off x="4934580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g1762"/>
            <p:cNvSpPr/>
            <p:nvPr/>
          </p:nvSpPr>
          <p:spPr>
            <a:xfrm>
              <a:off x="4946217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g1763"/>
            <p:cNvSpPr/>
            <p:nvPr/>
          </p:nvSpPr>
          <p:spPr>
            <a:xfrm>
              <a:off x="4957854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g1764"/>
            <p:cNvSpPr/>
            <p:nvPr/>
          </p:nvSpPr>
          <p:spPr>
            <a:xfrm>
              <a:off x="4969492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g1765"/>
            <p:cNvSpPr/>
            <p:nvPr/>
          </p:nvSpPr>
          <p:spPr>
            <a:xfrm>
              <a:off x="4981129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g1766"/>
            <p:cNvSpPr/>
            <p:nvPr/>
          </p:nvSpPr>
          <p:spPr>
            <a:xfrm>
              <a:off x="4992766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g1767"/>
            <p:cNvSpPr/>
            <p:nvPr/>
          </p:nvSpPr>
          <p:spPr>
            <a:xfrm>
              <a:off x="5004403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g1768"/>
            <p:cNvSpPr/>
            <p:nvPr/>
          </p:nvSpPr>
          <p:spPr>
            <a:xfrm>
              <a:off x="5016041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g1769"/>
            <p:cNvSpPr/>
            <p:nvPr/>
          </p:nvSpPr>
          <p:spPr>
            <a:xfrm>
              <a:off x="5027678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g1770"/>
            <p:cNvSpPr/>
            <p:nvPr/>
          </p:nvSpPr>
          <p:spPr>
            <a:xfrm>
              <a:off x="5039315" y="39662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g1771"/>
            <p:cNvSpPr/>
            <p:nvPr/>
          </p:nvSpPr>
          <p:spPr>
            <a:xfrm>
              <a:off x="487639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g1772"/>
            <p:cNvSpPr/>
            <p:nvPr/>
          </p:nvSpPr>
          <p:spPr>
            <a:xfrm>
              <a:off x="488803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g1773"/>
            <p:cNvSpPr/>
            <p:nvPr/>
          </p:nvSpPr>
          <p:spPr>
            <a:xfrm>
              <a:off x="489966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g1774"/>
            <p:cNvSpPr/>
            <p:nvPr/>
          </p:nvSpPr>
          <p:spPr>
            <a:xfrm>
              <a:off x="491130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g1775"/>
            <p:cNvSpPr/>
            <p:nvPr/>
          </p:nvSpPr>
          <p:spPr>
            <a:xfrm>
              <a:off x="492294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g1776"/>
            <p:cNvSpPr/>
            <p:nvPr/>
          </p:nvSpPr>
          <p:spPr>
            <a:xfrm>
              <a:off x="4934580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g1777"/>
            <p:cNvSpPr/>
            <p:nvPr/>
          </p:nvSpPr>
          <p:spPr>
            <a:xfrm>
              <a:off x="4946217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g1778"/>
            <p:cNvSpPr/>
            <p:nvPr/>
          </p:nvSpPr>
          <p:spPr>
            <a:xfrm>
              <a:off x="4957854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g1779"/>
            <p:cNvSpPr/>
            <p:nvPr/>
          </p:nvSpPr>
          <p:spPr>
            <a:xfrm>
              <a:off x="4969492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g1780"/>
            <p:cNvSpPr/>
            <p:nvPr/>
          </p:nvSpPr>
          <p:spPr>
            <a:xfrm>
              <a:off x="4981129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g1781"/>
            <p:cNvSpPr/>
            <p:nvPr/>
          </p:nvSpPr>
          <p:spPr>
            <a:xfrm>
              <a:off x="4992766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g1782"/>
            <p:cNvSpPr/>
            <p:nvPr/>
          </p:nvSpPr>
          <p:spPr>
            <a:xfrm>
              <a:off x="500440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g1783"/>
            <p:cNvSpPr/>
            <p:nvPr/>
          </p:nvSpPr>
          <p:spPr>
            <a:xfrm>
              <a:off x="5016041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g1784"/>
            <p:cNvSpPr/>
            <p:nvPr/>
          </p:nvSpPr>
          <p:spPr>
            <a:xfrm>
              <a:off x="5027678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g1785"/>
            <p:cNvSpPr/>
            <p:nvPr/>
          </p:nvSpPr>
          <p:spPr>
            <a:xfrm>
              <a:off x="5039315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g1786"/>
            <p:cNvSpPr/>
            <p:nvPr/>
          </p:nvSpPr>
          <p:spPr>
            <a:xfrm>
              <a:off x="5050953" y="398056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g1787"/>
            <p:cNvSpPr/>
            <p:nvPr/>
          </p:nvSpPr>
          <p:spPr>
            <a:xfrm>
              <a:off x="488803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g1788"/>
            <p:cNvSpPr/>
            <p:nvPr/>
          </p:nvSpPr>
          <p:spPr>
            <a:xfrm>
              <a:off x="489966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g1789"/>
            <p:cNvSpPr/>
            <p:nvPr/>
          </p:nvSpPr>
          <p:spPr>
            <a:xfrm>
              <a:off x="491130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g1790"/>
            <p:cNvSpPr/>
            <p:nvPr/>
          </p:nvSpPr>
          <p:spPr>
            <a:xfrm>
              <a:off x="492294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g1791"/>
            <p:cNvSpPr/>
            <p:nvPr/>
          </p:nvSpPr>
          <p:spPr>
            <a:xfrm>
              <a:off x="4934580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g1792"/>
            <p:cNvSpPr/>
            <p:nvPr/>
          </p:nvSpPr>
          <p:spPr>
            <a:xfrm>
              <a:off x="4946217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g1793"/>
            <p:cNvSpPr/>
            <p:nvPr/>
          </p:nvSpPr>
          <p:spPr>
            <a:xfrm>
              <a:off x="4957854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g1794"/>
            <p:cNvSpPr/>
            <p:nvPr/>
          </p:nvSpPr>
          <p:spPr>
            <a:xfrm>
              <a:off x="4969492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g1795"/>
            <p:cNvSpPr/>
            <p:nvPr/>
          </p:nvSpPr>
          <p:spPr>
            <a:xfrm>
              <a:off x="4981129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g1796"/>
            <p:cNvSpPr/>
            <p:nvPr/>
          </p:nvSpPr>
          <p:spPr>
            <a:xfrm>
              <a:off x="4992766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g1797"/>
            <p:cNvSpPr/>
            <p:nvPr/>
          </p:nvSpPr>
          <p:spPr>
            <a:xfrm>
              <a:off x="500440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g1798"/>
            <p:cNvSpPr/>
            <p:nvPr/>
          </p:nvSpPr>
          <p:spPr>
            <a:xfrm>
              <a:off x="5016041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g1799"/>
            <p:cNvSpPr/>
            <p:nvPr/>
          </p:nvSpPr>
          <p:spPr>
            <a:xfrm>
              <a:off x="5027678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g1800"/>
            <p:cNvSpPr/>
            <p:nvPr/>
          </p:nvSpPr>
          <p:spPr>
            <a:xfrm>
              <a:off x="5039315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g1801"/>
            <p:cNvSpPr/>
            <p:nvPr/>
          </p:nvSpPr>
          <p:spPr>
            <a:xfrm>
              <a:off x="5050953" y="399486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g1802"/>
            <p:cNvSpPr/>
            <p:nvPr/>
          </p:nvSpPr>
          <p:spPr>
            <a:xfrm>
              <a:off x="485311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g1803"/>
            <p:cNvSpPr/>
            <p:nvPr/>
          </p:nvSpPr>
          <p:spPr>
            <a:xfrm>
              <a:off x="486475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g1804"/>
            <p:cNvSpPr/>
            <p:nvPr/>
          </p:nvSpPr>
          <p:spPr>
            <a:xfrm>
              <a:off x="487639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g1805"/>
            <p:cNvSpPr/>
            <p:nvPr/>
          </p:nvSpPr>
          <p:spPr>
            <a:xfrm>
              <a:off x="488803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g1806"/>
            <p:cNvSpPr/>
            <p:nvPr/>
          </p:nvSpPr>
          <p:spPr>
            <a:xfrm>
              <a:off x="489966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g1807"/>
            <p:cNvSpPr/>
            <p:nvPr/>
          </p:nvSpPr>
          <p:spPr>
            <a:xfrm>
              <a:off x="491130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g1808"/>
            <p:cNvSpPr/>
            <p:nvPr/>
          </p:nvSpPr>
          <p:spPr>
            <a:xfrm>
              <a:off x="492294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g1809"/>
            <p:cNvSpPr/>
            <p:nvPr/>
          </p:nvSpPr>
          <p:spPr>
            <a:xfrm>
              <a:off x="4934580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g1810"/>
            <p:cNvSpPr/>
            <p:nvPr/>
          </p:nvSpPr>
          <p:spPr>
            <a:xfrm>
              <a:off x="4946217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g1811"/>
            <p:cNvSpPr/>
            <p:nvPr/>
          </p:nvSpPr>
          <p:spPr>
            <a:xfrm>
              <a:off x="4957854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g1812"/>
            <p:cNvSpPr/>
            <p:nvPr/>
          </p:nvSpPr>
          <p:spPr>
            <a:xfrm>
              <a:off x="4969492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g1813"/>
            <p:cNvSpPr/>
            <p:nvPr/>
          </p:nvSpPr>
          <p:spPr>
            <a:xfrm>
              <a:off x="4981129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g1814"/>
            <p:cNvSpPr/>
            <p:nvPr/>
          </p:nvSpPr>
          <p:spPr>
            <a:xfrm>
              <a:off x="4992766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g1815"/>
            <p:cNvSpPr/>
            <p:nvPr/>
          </p:nvSpPr>
          <p:spPr>
            <a:xfrm>
              <a:off x="5004403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g1816"/>
            <p:cNvSpPr/>
            <p:nvPr/>
          </p:nvSpPr>
          <p:spPr>
            <a:xfrm>
              <a:off x="5016041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g1817"/>
            <p:cNvSpPr/>
            <p:nvPr/>
          </p:nvSpPr>
          <p:spPr>
            <a:xfrm>
              <a:off x="5027678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g1818"/>
            <p:cNvSpPr/>
            <p:nvPr/>
          </p:nvSpPr>
          <p:spPr>
            <a:xfrm>
              <a:off x="5039315" y="40091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g1819"/>
            <p:cNvSpPr/>
            <p:nvPr/>
          </p:nvSpPr>
          <p:spPr>
            <a:xfrm>
              <a:off x="485311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g1820"/>
            <p:cNvSpPr/>
            <p:nvPr/>
          </p:nvSpPr>
          <p:spPr>
            <a:xfrm>
              <a:off x="486475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g1821"/>
            <p:cNvSpPr/>
            <p:nvPr/>
          </p:nvSpPr>
          <p:spPr>
            <a:xfrm>
              <a:off x="487639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g1822"/>
            <p:cNvSpPr/>
            <p:nvPr/>
          </p:nvSpPr>
          <p:spPr>
            <a:xfrm>
              <a:off x="488803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g1823"/>
            <p:cNvSpPr/>
            <p:nvPr/>
          </p:nvSpPr>
          <p:spPr>
            <a:xfrm>
              <a:off x="489966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g1824"/>
            <p:cNvSpPr/>
            <p:nvPr/>
          </p:nvSpPr>
          <p:spPr>
            <a:xfrm>
              <a:off x="4911305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g1825"/>
            <p:cNvSpPr/>
            <p:nvPr/>
          </p:nvSpPr>
          <p:spPr>
            <a:xfrm>
              <a:off x="492294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g1826"/>
            <p:cNvSpPr/>
            <p:nvPr/>
          </p:nvSpPr>
          <p:spPr>
            <a:xfrm>
              <a:off x="4934580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g1827"/>
            <p:cNvSpPr/>
            <p:nvPr/>
          </p:nvSpPr>
          <p:spPr>
            <a:xfrm>
              <a:off x="4946217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g1828"/>
            <p:cNvSpPr/>
            <p:nvPr/>
          </p:nvSpPr>
          <p:spPr>
            <a:xfrm>
              <a:off x="4957854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g1829"/>
            <p:cNvSpPr/>
            <p:nvPr/>
          </p:nvSpPr>
          <p:spPr>
            <a:xfrm>
              <a:off x="4969492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g1830"/>
            <p:cNvSpPr/>
            <p:nvPr/>
          </p:nvSpPr>
          <p:spPr>
            <a:xfrm>
              <a:off x="4981129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g1831"/>
            <p:cNvSpPr/>
            <p:nvPr/>
          </p:nvSpPr>
          <p:spPr>
            <a:xfrm>
              <a:off x="4992766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g1832"/>
            <p:cNvSpPr/>
            <p:nvPr/>
          </p:nvSpPr>
          <p:spPr>
            <a:xfrm>
              <a:off x="5004403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g1833"/>
            <p:cNvSpPr/>
            <p:nvPr/>
          </p:nvSpPr>
          <p:spPr>
            <a:xfrm>
              <a:off x="5016041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g1834"/>
            <p:cNvSpPr/>
            <p:nvPr/>
          </p:nvSpPr>
          <p:spPr>
            <a:xfrm>
              <a:off x="5027678" y="402346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g1835"/>
            <p:cNvSpPr/>
            <p:nvPr/>
          </p:nvSpPr>
          <p:spPr>
            <a:xfrm>
              <a:off x="485311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g1836"/>
            <p:cNvSpPr/>
            <p:nvPr/>
          </p:nvSpPr>
          <p:spPr>
            <a:xfrm>
              <a:off x="486475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g1837"/>
            <p:cNvSpPr/>
            <p:nvPr/>
          </p:nvSpPr>
          <p:spPr>
            <a:xfrm>
              <a:off x="487639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g1838"/>
            <p:cNvSpPr/>
            <p:nvPr/>
          </p:nvSpPr>
          <p:spPr>
            <a:xfrm>
              <a:off x="488803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g1839"/>
            <p:cNvSpPr/>
            <p:nvPr/>
          </p:nvSpPr>
          <p:spPr>
            <a:xfrm>
              <a:off x="4899668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g1840"/>
            <p:cNvSpPr/>
            <p:nvPr/>
          </p:nvSpPr>
          <p:spPr>
            <a:xfrm>
              <a:off x="4911305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g1841"/>
            <p:cNvSpPr/>
            <p:nvPr/>
          </p:nvSpPr>
          <p:spPr>
            <a:xfrm>
              <a:off x="492294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g1842"/>
            <p:cNvSpPr/>
            <p:nvPr/>
          </p:nvSpPr>
          <p:spPr>
            <a:xfrm>
              <a:off x="4934580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g1843"/>
            <p:cNvSpPr/>
            <p:nvPr/>
          </p:nvSpPr>
          <p:spPr>
            <a:xfrm>
              <a:off x="4946217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g1844"/>
            <p:cNvSpPr/>
            <p:nvPr/>
          </p:nvSpPr>
          <p:spPr>
            <a:xfrm>
              <a:off x="4957854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g1845"/>
            <p:cNvSpPr/>
            <p:nvPr/>
          </p:nvSpPr>
          <p:spPr>
            <a:xfrm>
              <a:off x="4969492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g1846"/>
            <p:cNvSpPr/>
            <p:nvPr/>
          </p:nvSpPr>
          <p:spPr>
            <a:xfrm>
              <a:off x="4981129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g1847"/>
            <p:cNvSpPr/>
            <p:nvPr/>
          </p:nvSpPr>
          <p:spPr>
            <a:xfrm>
              <a:off x="4992766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g1848"/>
            <p:cNvSpPr/>
            <p:nvPr/>
          </p:nvSpPr>
          <p:spPr>
            <a:xfrm>
              <a:off x="5004403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g1849"/>
            <p:cNvSpPr/>
            <p:nvPr/>
          </p:nvSpPr>
          <p:spPr>
            <a:xfrm>
              <a:off x="5016041" y="40377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g1850"/>
            <p:cNvSpPr/>
            <p:nvPr/>
          </p:nvSpPr>
          <p:spPr>
            <a:xfrm>
              <a:off x="485311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g1851"/>
            <p:cNvSpPr/>
            <p:nvPr/>
          </p:nvSpPr>
          <p:spPr>
            <a:xfrm>
              <a:off x="486475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g1852"/>
            <p:cNvSpPr/>
            <p:nvPr/>
          </p:nvSpPr>
          <p:spPr>
            <a:xfrm>
              <a:off x="487639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g1853"/>
            <p:cNvSpPr/>
            <p:nvPr/>
          </p:nvSpPr>
          <p:spPr>
            <a:xfrm>
              <a:off x="488803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g1854"/>
            <p:cNvSpPr/>
            <p:nvPr/>
          </p:nvSpPr>
          <p:spPr>
            <a:xfrm>
              <a:off x="4899668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g1855"/>
            <p:cNvSpPr/>
            <p:nvPr/>
          </p:nvSpPr>
          <p:spPr>
            <a:xfrm>
              <a:off x="4911305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g1856"/>
            <p:cNvSpPr/>
            <p:nvPr/>
          </p:nvSpPr>
          <p:spPr>
            <a:xfrm>
              <a:off x="492294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g1857"/>
            <p:cNvSpPr/>
            <p:nvPr/>
          </p:nvSpPr>
          <p:spPr>
            <a:xfrm>
              <a:off x="4934580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g1858"/>
            <p:cNvSpPr/>
            <p:nvPr/>
          </p:nvSpPr>
          <p:spPr>
            <a:xfrm>
              <a:off x="4946217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g1859"/>
            <p:cNvSpPr/>
            <p:nvPr/>
          </p:nvSpPr>
          <p:spPr>
            <a:xfrm>
              <a:off x="4957854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g1860"/>
            <p:cNvSpPr/>
            <p:nvPr/>
          </p:nvSpPr>
          <p:spPr>
            <a:xfrm>
              <a:off x="4969492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g1861"/>
            <p:cNvSpPr/>
            <p:nvPr/>
          </p:nvSpPr>
          <p:spPr>
            <a:xfrm>
              <a:off x="4981129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g1862"/>
            <p:cNvSpPr/>
            <p:nvPr/>
          </p:nvSpPr>
          <p:spPr>
            <a:xfrm>
              <a:off x="4992766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g1863"/>
            <p:cNvSpPr/>
            <p:nvPr/>
          </p:nvSpPr>
          <p:spPr>
            <a:xfrm>
              <a:off x="5004403" y="405206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g1864"/>
            <p:cNvSpPr/>
            <p:nvPr/>
          </p:nvSpPr>
          <p:spPr>
            <a:xfrm>
              <a:off x="4841481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g1865"/>
            <p:cNvSpPr/>
            <p:nvPr/>
          </p:nvSpPr>
          <p:spPr>
            <a:xfrm>
              <a:off x="485311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g1866"/>
            <p:cNvSpPr/>
            <p:nvPr/>
          </p:nvSpPr>
          <p:spPr>
            <a:xfrm>
              <a:off x="4864756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g1867"/>
            <p:cNvSpPr/>
            <p:nvPr/>
          </p:nvSpPr>
          <p:spPr>
            <a:xfrm>
              <a:off x="4876393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g1868"/>
            <p:cNvSpPr/>
            <p:nvPr/>
          </p:nvSpPr>
          <p:spPr>
            <a:xfrm>
              <a:off x="488803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g1869"/>
            <p:cNvSpPr/>
            <p:nvPr/>
          </p:nvSpPr>
          <p:spPr>
            <a:xfrm>
              <a:off x="4899668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g1870"/>
            <p:cNvSpPr/>
            <p:nvPr/>
          </p:nvSpPr>
          <p:spPr>
            <a:xfrm>
              <a:off x="4911305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g1871"/>
            <p:cNvSpPr/>
            <p:nvPr/>
          </p:nvSpPr>
          <p:spPr>
            <a:xfrm>
              <a:off x="492294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g1872"/>
            <p:cNvSpPr/>
            <p:nvPr/>
          </p:nvSpPr>
          <p:spPr>
            <a:xfrm>
              <a:off x="4934580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g1873"/>
            <p:cNvSpPr/>
            <p:nvPr/>
          </p:nvSpPr>
          <p:spPr>
            <a:xfrm>
              <a:off x="4946217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g1874"/>
            <p:cNvSpPr/>
            <p:nvPr/>
          </p:nvSpPr>
          <p:spPr>
            <a:xfrm>
              <a:off x="4957854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g1875"/>
            <p:cNvSpPr/>
            <p:nvPr/>
          </p:nvSpPr>
          <p:spPr>
            <a:xfrm>
              <a:off x="4969492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g1876"/>
            <p:cNvSpPr/>
            <p:nvPr/>
          </p:nvSpPr>
          <p:spPr>
            <a:xfrm>
              <a:off x="4981129" y="406636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g1877"/>
            <p:cNvSpPr/>
            <p:nvPr/>
          </p:nvSpPr>
          <p:spPr>
            <a:xfrm>
              <a:off x="4841481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g1878"/>
            <p:cNvSpPr/>
            <p:nvPr/>
          </p:nvSpPr>
          <p:spPr>
            <a:xfrm>
              <a:off x="485311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g1879"/>
            <p:cNvSpPr/>
            <p:nvPr/>
          </p:nvSpPr>
          <p:spPr>
            <a:xfrm>
              <a:off x="4864756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g1880"/>
            <p:cNvSpPr/>
            <p:nvPr/>
          </p:nvSpPr>
          <p:spPr>
            <a:xfrm>
              <a:off x="4876393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g1881"/>
            <p:cNvSpPr/>
            <p:nvPr/>
          </p:nvSpPr>
          <p:spPr>
            <a:xfrm>
              <a:off x="488803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g1882"/>
            <p:cNvSpPr/>
            <p:nvPr/>
          </p:nvSpPr>
          <p:spPr>
            <a:xfrm>
              <a:off x="4899668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g1883"/>
            <p:cNvSpPr/>
            <p:nvPr/>
          </p:nvSpPr>
          <p:spPr>
            <a:xfrm>
              <a:off x="4911305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g1884"/>
            <p:cNvSpPr/>
            <p:nvPr/>
          </p:nvSpPr>
          <p:spPr>
            <a:xfrm>
              <a:off x="492294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g1885"/>
            <p:cNvSpPr/>
            <p:nvPr/>
          </p:nvSpPr>
          <p:spPr>
            <a:xfrm>
              <a:off x="4934580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g1886"/>
            <p:cNvSpPr/>
            <p:nvPr/>
          </p:nvSpPr>
          <p:spPr>
            <a:xfrm>
              <a:off x="4946217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g1887"/>
            <p:cNvSpPr/>
            <p:nvPr/>
          </p:nvSpPr>
          <p:spPr>
            <a:xfrm>
              <a:off x="4957854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g1888"/>
            <p:cNvSpPr/>
            <p:nvPr/>
          </p:nvSpPr>
          <p:spPr>
            <a:xfrm>
              <a:off x="4969492" y="40806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g1889"/>
            <p:cNvSpPr/>
            <p:nvPr/>
          </p:nvSpPr>
          <p:spPr>
            <a:xfrm>
              <a:off x="4841481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g1890"/>
            <p:cNvSpPr/>
            <p:nvPr/>
          </p:nvSpPr>
          <p:spPr>
            <a:xfrm>
              <a:off x="485311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g1891"/>
            <p:cNvSpPr/>
            <p:nvPr/>
          </p:nvSpPr>
          <p:spPr>
            <a:xfrm>
              <a:off x="4864756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g1892"/>
            <p:cNvSpPr/>
            <p:nvPr/>
          </p:nvSpPr>
          <p:spPr>
            <a:xfrm>
              <a:off x="4876393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g1893"/>
            <p:cNvSpPr/>
            <p:nvPr/>
          </p:nvSpPr>
          <p:spPr>
            <a:xfrm>
              <a:off x="488803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g1894"/>
            <p:cNvSpPr/>
            <p:nvPr/>
          </p:nvSpPr>
          <p:spPr>
            <a:xfrm>
              <a:off x="4899668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g1895"/>
            <p:cNvSpPr/>
            <p:nvPr/>
          </p:nvSpPr>
          <p:spPr>
            <a:xfrm>
              <a:off x="4911305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g1896"/>
            <p:cNvSpPr/>
            <p:nvPr/>
          </p:nvSpPr>
          <p:spPr>
            <a:xfrm>
              <a:off x="4922942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g1897"/>
            <p:cNvSpPr/>
            <p:nvPr/>
          </p:nvSpPr>
          <p:spPr>
            <a:xfrm>
              <a:off x="4934580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g1898"/>
            <p:cNvSpPr/>
            <p:nvPr/>
          </p:nvSpPr>
          <p:spPr>
            <a:xfrm>
              <a:off x="4946217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g1899"/>
            <p:cNvSpPr/>
            <p:nvPr/>
          </p:nvSpPr>
          <p:spPr>
            <a:xfrm>
              <a:off x="4957854" y="409496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g1900"/>
            <p:cNvSpPr/>
            <p:nvPr/>
          </p:nvSpPr>
          <p:spPr>
            <a:xfrm>
              <a:off x="481820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g1901"/>
            <p:cNvSpPr/>
            <p:nvPr/>
          </p:nvSpPr>
          <p:spPr>
            <a:xfrm>
              <a:off x="482984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g1902"/>
            <p:cNvSpPr/>
            <p:nvPr/>
          </p:nvSpPr>
          <p:spPr>
            <a:xfrm>
              <a:off x="4841481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g1903"/>
            <p:cNvSpPr/>
            <p:nvPr/>
          </p:nvSpPr>
          <p:spPr>
            <a:xfrm>
              <a:off x="485311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g1904"/>
            <p:cNvSpPr/>
            <p:nvPr/>
          </p:nvSpPr>
          <p:spPr>
            <a:xfrm>
              <a:off x="4864756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g1905"/>
            <p:cNvSpPr/>
            <p:nvPr/>
          </p:nvSpPr>
          <p:spPr>
            <a:xfrm>
              <a:off x="4876393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g1906"/>
            <p:cNvSpPr/>
            <p:nvPr/>
          </p:nvSpPr>
          <p:spPr>
            <a:xfrm>
              <a:off x="488803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g1907"/>
            <p:cNvSpPr/>
            <p:nvPr/>
          </p:nvSpPr>
          <p:spPr>
            <a:xfrm>
              <a:off x="4899668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g1908"/>
            <p:cNvSpPr/>
            <p:nvPr/>
          </p:nvSpPr>
          <p:spPr>
            <a:xfrm>
              <a:off x="4911305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g1909"/>
            <p:cNvSpPr/>
            <p:nvPr/>
          </p:nvSpPr>
          <p:spPr>
            <a:xfrm>
              <a:off x="4922942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g1910"/>
            <p:cNvSpPr/>
            <p:nvPr/>
          </p:nvSpPr>
          <p:spPr>
            <a:xfrm>
              <a:off x="4934580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g1911"/>
            <p:cNvSpPr/>
            <p:nvPr/>
          </p:nvSpPr>
          <p:spPr>
            <a:xfrm>
              <a:off x="4946217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g1912"/>
            <p:cNvSpPr/>
            <p:nvPr/>
          </p:nvSpPr>
          <p:spPr>
            <a:xfrm>
              <a:off x="4957854" y="41092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g1913"/>
            <p:cNvSpPr/>
            <p:nvPr/>
          </p:nvSpPr>
          <p:spPr>
            <a:xfrm>
              <a:off x="4806569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g1914"/>
            <p:cNvSpPr/>
            <p:nvPr/>
          </p:nvSpPr>
          <p:spPr>
            <a:xfrm>
              <a:off x="481820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g1915"/>
            <p:cNvSpPr/>
            <p:nvPr/>
          </p:nvSpPr>
          <p:spPr>
            <a:xfrm>
              <a:off x="482984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g1916"/>
            <p:cNvSpPr/>
            <p:nvPr/>
          </p:nvSpPr>
          <p:spPr>
            <a:xfrm>
              <a:off x="4841481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g1917"/>
            <p:cNvSpPr/>
            <p:nvPr/>
          </p:nvSpPr>
          <p:spPr>
            <a:xfrm>
              <a:off x="485311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g1918"/>
            <p:cNvSpPr/>
            <p:nvPr/>
          </p:nvSpPr>
          <p:spPr>
            <a:xfrm>
              <a:off x="4864756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g1919"/>
            <p:cNvSpPr/>
            <p:nvPr/>
          </p:nvSpPr>
          <p:spPr>
            <a:xfrm>
              <a:off x="4876393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g1920"/>
            <p:cNvSpPr/>
            <p:nvPr/>
          </p:nvSpPr>
          <p:spPr>
            <a:xfrm>
              <a:off x="488803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g1921"/>
            <p:cNvSpPr/>
            <p:nvPr/>
          </p:nvSpPr>
          <p:spPr>
            <a:xfrm>
              <a:off x="4899668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g1922"/>
            <p:cNvSpPr/>
            <p:nvPr/>
          </p:nvSpPr>
          <p:spPr>
            <a:xfrm>
              <a:off x="4911305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g1923"/>
            <p:cNvSpPr/>
            <p:nvPr/>
          </p:nvSpPr>
          <p:spPr>
            <a:xfrm>
              <a:off x="4922942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g1924"/>
            <p:cNvSpPr/>
            <p:nvPr/>
          </p:nvSpPr>
          <p:spPr>
            <a:xfrm>
              <a:off x="4934580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g1925"/>
            <p:cNvSpPr/>
            <p:nvPr/>
          </p:nvSpPr>
          <p:spPr>
            <a:xfrm>
              <a:off x="4946217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g1926"/>
            <p:cNvSpPr/>
            <p:nvPr/>
          </p:nvSpPr>
          <p:spPr>
            <a:xfrm>
              <a:off x="4957854" y="412357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g1927"/>
            <p:cNvSpPr/>
            <p:nvPr/>
          </p:nvSpPr>
          <p:spPr>
            <a:xfrm>
              <a:off x="4806569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g1928"/>
            <p:cNvSpPr/>
            <p:nvPr/>
          </p:nvSpPr>
          <p:spPr>
            <a:xfrm>
              <a:off x="481820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g1929"/>
            <p:cNvSpPr/>
            <p:nvPr/>
          </p:nvSpPr>
          <p:spPr>
            <a:xfrm>
              <a:off x="4829844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g1930"/>
            <p:cNvSpPr/>
            <p:nvPr/>
          </p:nvSpPr>
          <p:spPr>
            <a:xfrm>
              <a:off x="4841481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g1931"/>
            <p:cNvSpPr/>
            <p:nvPr/>
          </p:nvSpPr>
          <p:spPr>
            <a:xfrm>
              <a:off x="485311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g1932"/>
            <p:cNvSpPr/>
            <p:nvPr/>
          </p:nvSpPr>
          <p:spPr>
            <a:xfrm>
              <a:off x="4864756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g1933"/>
            <p:cNvSpPr/>
            <p:nvPr/>
          </p:nvSpPr>
          <p:spPr>
            <a:xfrm>
              <a:off x="4876393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g1934"/>
            <p:cNvSpPr/>
            <p:nvPr/>
          </p:nvSpPr>
          <p:spPr>
            <a:xfrm>
              <a:off x="488803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g1935"/>
            <p:cNvSpPr/>
            <p:nvPr/>
          </p:nvSpPr>
          <p:spPr>
            <a:xfrm>
              <a:off x="4899668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g1936"/>
            <p:cNvSpPr/>
            <p:nvPr/>
          </p:nvSpPr>
          <p:spPr>
            <a:xfrm>
              <a:off x="4911305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g1937"/>
            <p:cNvSpPr/>
            <p:nvPr/>
          </p:nvSpPr>
          <p:spPr>
            <a:xfrm>
              <a:off x="4922942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g1938"/>
            <p:cNvSpPr/>
            <p:nvPr/>
          </p:nvSpPr>
          <p:spPr>
            <a:xfrm>
              <a:off x="4934580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g1939"/>
            <p:cNvSpPr/>
            <p:nvPr/>
          </p:nvSpPr>
          <p:spPr>
            <a:xfrm>
              <a:off x="4946217" y="413787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g1940"/>
            <p:cNvSpPr/>
            <p:nvPr/>
          </p:nvSpPr>
          <p:spPr>
            <a:xfrm>
              <a:off x="479493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g1941"/>
            <p:cNvSpPr/>
            <p:nvPr/>
          </p:nvSpPr>
          <p:spPr>
            <a:xfrm>
              <a:off x="4806569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g1942"/>
            <p:cNvSpPr/>
            <p:nvPr/>
          </p:nvSpPr>
          <p:spPr>
            <a:xfrm>
              <a:off x="481820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g1943"/>
            <p:cNvSpPr/>
            <p:nvPr/>
          </p:nvSpPr>
          <p:spPr>
            <a:xfrm>
              <a:off x="4829844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g1944"/>
            <p:cNvSpPr/>
            <p:nvPr/>
          </p:nvSpPr>
          <p:spPr>
            <a:xfrm>
              <a:off x="4841481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g1945"/>
            <p:cNvSpPr/>
            <p:nvPr/>
          </p:nvSpPr>
          <p:spPr>
            <a:xfrm>
              <a:off x="485311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g1946"/>
            <p:cNvSpPr/>
            <p:nvPr/>
          </p:nvSpPr>
          <p:spPr>
            <a:xfrm>
              <a:off x="4864756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g1947"/>
            <p:cNvSpPr/>
            <p:nvPr/>
          </p:nvSpPr>
          <p:spPr>
            <a:xfrm>
              <a:off x="4876393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g1948"/>
            <p:cNvSpPr/>
            <p:nvPr/>
          </p:nvSpPr>
          <p:spPr>
            <a:xfrm>
              <a:off x="488803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g1949"/>
            <p:cNvSpPr/>
            <p:nvPr/>
          </p:nvSpPr>
          <p:spPr>
            <a:xfrm>
              <a:off x="4899668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g1950"/>
            <p:cNvSpPr/>
            <p:nvPr/>
          </p:nvSpPr>
          <p:spPr>
            <a:xfrm>
              <a:off x="4911305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g1951"/>
            <p:cNvSpPr/>
            <p:nvPr/>
          </p:nvSpPr>
          <p:spPr>
            <a:xfrm>
              <a:off x="4922942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g1952"/>
            <p:cNvSpPr/>
            <p:nvPr/>
          </p:nvSpPr>
          <p:spPr>
            <a:xfrm>
              <a:off x="4934580" y="41521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g1953"/>
            <p:cNvSpPr/>
            <p:nvPr/>
          </p:nvSpPr>
          <p:spPr>
            <a:xfrm>
              <a:off x="478329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g1954"/>
            <p:cNvSpPr/>
            <p:nvPr/>
          </p:nvSpPr>
          <p:spPr>
            <a:xfrm>
              <a:off x="4794932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g1955"/>
            <p:cNvSpPr/>
            <p:nvPr/>
          </p:nvSpPr>
          <p:spPr>
            <a:xfrm>
              <a:off x="4806569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g1956"/>
            <p:cNvSpPr/>
            <p:nvPr/>
          </p:nvSpPr>
          <p:spPr>
            <a:xfrm>
              <a:off x="481820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g1957"/>
            <p:cNvSpPr/>
            <p:nvPr/>
          </p:nvSpPr>
          <p:spPr>
            <a:xfrm>
              <a:off x="4829844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g1958"/>
            <p:cNvSpPr/>
            <p:nvPr/>
          </p:nvSpPr>
          <p:spPr>
            <a:xfrm>
              <a:off x="4841481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g1959"/>
            <p:cNvSpPr/>
            <p:nvPr/>
          </p:nvSpPr>
          <p:spPr>
            <a:xfrm>
              <a:off x="485311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g1960"/>
            <p:cNvSpPr/>
            <p:nvPr/>
          </p:nvSpPr>
          <p:spPr>
            <a:xfrm>
              <a:off x="4864756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g1961"/>
            <p:cNvSpPr/>
            <p:nvPr/>
          </p:nvSpPr>
          <p:spPr>
            <a:xfrm>
              <a:off x="4876393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g1962"/>
            <p:cNvSpPr/>
            <p:nvPr/>
          </p:nvSpPr>
          <p:spPr>
            <a:xfrm>
              <a:off x="4888030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g1963"/>
            <p:cNvSpPr/>
            <p:nvPr/>
          </p:nvSpPr>
          <p:spPr>
            <a:xfrm>
              <a:off x="4899668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g1964"/>
            <p:cNvSpPr/>
            <p:nvPr/>
          </p:nvSpPr>
          <p:spPr>
            <a:xfrm>
              <a:off x="4911305" y="416647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g1965"/>
            <p:cNvSpPr/>
            <p:nvPr/>
          </p:nvSpPr>
          <p:spPr>
            <a:xfrm>
              <a:off x="4760020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g1966"/>
            <p:cNvSpPr/>
            <p:nvPr/>
          </p:nvSpPr>
          <p:spPr>
            <a:xfrm>
              <a:off x="4771657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g1967"/>
            <p:cNvSpPr/>
            <p:nvPr/>
          </p:nvSpPr>
          <p:spPr>
            <a:xfrm>
              <a:off x="478329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g1968"/>
            <p:cNvSpPr/>
            <p:nvPr/>
          </p:nvSpPr>
          <p:spPr>
            <a:xfrm>
              <a:off x="4794932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g1969"/>
            <p:cNvSpPr/>
            <p:nvPr/>
          </p:nvSpPr>
          <p:spPr>
            <a:xfrm>
              <a:off x="4806569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g1970"/>
            <p:cNvSpPr/>
            <p:nvPr/>
          </p:nvSpPr>
          <p:spPr>
            <a:xfrm>
              <a:off x="4818206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g1971"/>
            <p:cNvSpPr/>
            <p:nvPr/>
          </p:nvSpPr>
          <p:spPr>
            <a:xfrm>
              <a:off x="4829844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g1972"/>
            <p:cNvSpPr/>
            <p:nvPr/>
          </p:nvSpPr>
          <p:spPr>
            <a:xfrm>
              <a:off x="4841481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g1973"/>
            <p:cNvSpPr/>
            <p:nvPr/>
          </p:nvSpPr>
          <p:spPr>
            <a:xfrm>
              <a:off x="4853118" y="41807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g1974"/>
            <p:cNvSpPr/>
            <p:nvPr/>
          </p:nvSpPr>
          <p:spPr>
            <a:xfrm>
              <a:off x="474838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g1975"/>
            <p:cNvSpPr/>
            <p:nvPr/>
          </p:nvSpPr>
          <p:spPr>
            <a:xfrm>
              <a:off x="4760020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g1976"/>
            <p:cNvSpPr/>
            <p:nvPr/>
          </p:nvSpPr>
          <p:spPr>
            <a:xfrm>
              <a:off x="4771657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g1977"/>
            <p:cNvSpPr/>
            <p:nvPr/>
          </p:nvSpPr>
          <p:spPr>
            <a:xfrm>
              <a:off x="478329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g1978"/>
            <p:cNvSpPr/>
            <p:nvPr/>
          </p:nvSpPr>
          <p:spPr>
            <a:xfrm>
              <a:off x="4794932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g1979"/>
            <p:cNvSpPr/>
            <p:nvPr/>
          </p:nvSpPr>
          <p:spPr>
            <a:xfrm>
              <a:off x="4806569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g1980"/>
            <p:cNvSpPr/>
            <p:nvPr/>
          </p:nvSpPr>
          <p:spPr>
            <a:xfrm>
              <a:off x="4818206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g1981"/>
            <p:cNvSpPr/>
            <p:nvPr/>
          </p:nvSpPr>
          <p:spPr>
            <a:xfrm>
              <a:off x="4829844" y="419507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g1982"/>
            <p:cNvSpPr/>
            <p:nvPr/>
          </p:nvSpPr>
          <p:spPr>
            <a:xfrm>
              <a:off x="4725108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g1983"/>
            <p:cNvSpPr/>
            <p:nvPr/>
          </p:nvSpPr>
          <p:spPr>
            <a:xfrm>
              <a:off x="4736745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g1984"/>
            <p:cNvSpPr/>
            <p:nvPr/>
          </p:nvSpPr>
          <p:spPr>
            <a:xfrm>
              <a:off x="474838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g1985"/>
            <p:cNvSpPr/>
            <p:nvPr/>
          </p:nvSpPr>
          <p:spPr>
            <a:xfrm>
              <a:off x="4760020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g1986"/>
            <p:cNvSpPr/>
            <p:nvPr/>
          </p:nvSpPr>
          <p:spPr>
            <a:xfrm>
              <a:off x="4771657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g1987"/>
            <p:cNvSpPr/>
            <p:nvPr/>
          </p:nvSpPr>
          <p:spPr>
            <a:xfrm>
              <a:off x="4783294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g1988"/>
            <p:cNvSpPr/>
            <p:nvPr/>
          </p:nvSpPr>
          <p:spPr>
            <a:xfrm>
              <a:off x="4794932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g1989"/>
            <p:cNvSpPr/>
            <p:nvPr/>
          </p:nvSpPr>
          <p:spPr>
            <a:xfrm>
              <a:off x="4806569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g1990"/>
            <p:cNvSpPr/>
            <p:nvPr/>
          </p:nvSpPr>
          <p:spPr>
            <a:xfrm>
              <a:off x="4818206" y="420937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g1991"/>
            <p:cNvSpPr/>
            <p:nvPr/>
          </p:nvSpPr>
          <p:spPr>
            <a:xfrm>
              <a:off x="4690196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g1992"/>
            <p:cNvSpPr/>
            <p:nvPr/>
          </p:nvSpPr>
          <p:spPr>
            <a:xfrm>
              <a:off x="4701833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g1993"/>
            <p:cNvSpPr/>
            <p:nvPr/>
          </p:nvSpPr>
          <p:spPr>
            <a:xfrm>
              <a:off x="471347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g1994"/>
            <p:cNvSpPr/>
            <p:nvPr/>
          </p:nvSpPr>
          <p:spPr>
            <a:xfrm>
              <a:off x="4725108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g1995"/>
            <p:cNvSpPr/>
            <p:nvPr/>
          </p:nvSpPr>
          <p:spPr>
            <a:xfrm>
              <a:off x="4736745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g1996"/>
            <p:cNvSpPr/>
            <p:nvPr/>
          </p:nvSpPr>
          <p:spPr>
            <a:xfrm>
              <a:off x="474838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g1997"/>
            <p:cNvSpPr/>
            <p:nvPr/>
          </p:nvSpPr>
          <p:spPr>
            <a:xfrm>
              <a:off x="4760020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g1998"/>
            <p:cNvSpPr/>
            <p:nvPr/>
          </p:nvSpPr>
          <p:spPr>
            <a:xfrm>
              <a:off x="4771657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g1999"/>
            <p:cNvSpPr/>
            <p:nvPr/>
          </p:nvSpPr>
          <p:spPr>
            <a:xfrm>
              <a:off x="4783294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g2000"/>
            <p:cNvSpPr/>
            <p:nvPr/>
          </p:nvSpPr>
          <p:spPr>
            <a:xfrm>
              <a:off x="4794932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g2001"/>
            <p:cNvSpPr/>
            <p:nvPr/>
          </p:nvSpPr>
          <p:spPr>
            <a:xfrm>
              <a:off x="4806569" y="42236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g2002"/>
            <p:cNvSpPr/>
            <p:nvPr/>
          </p:nvSpPr>
          <p:spPr>
            <a:xfrm>
              <a:off x="4666921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g2003"/>
            <p:cNvSpPr/>
            <p:nvPr/>
          </p:nvSpPr>
          <p:spPr>
            <a:xfrm>
              <a:off x="467855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g2004"/>
            <p:cNvSpPr/>
            <p:nvPr/>
          </p:nvSpPr>
          <p:spPr>
            <a:xfrm>
              <a:off x="4690196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g2005"/>
            <p:cNvSpPr/>
            <p:nvPr/>
          </p:nvSpPr>
          <p:spPr>
            <a:xfrm>
              <a:off x="4701833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g2006"/>
            <p:cNvSpPr/>
            <p:nvPr/>
          </p:nvSpPr>
          <p:spPr>
            <a:xfrm>
              <a:off x="471347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g2007"/>
            <p:cNvSpPr/>
            <p:nvPr/>
          </p:nvSpPr>
          <p:spPr>
            <a:xfrm>
              <a:off x="4725108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g2008"/>
            <p:cNvSpPr/>
            <p:nvPr/>
          </p:nvSpPr>
          <p:spPr>
            <a:xfrm>
              <a:off x="4736745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g2009"/>
            <p:cNvSpPr/>
            <p:nvPr/>
          </p:nvSpPr>
          <p:spPr>
            <a:xfrm>
              <a:off x="474838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g2010"/>
            <p:cNvSpPr/>
            <p:nvPr/>
          </p:nvSpPr>
          <p:spPr>
            <a:xfrm>
              <a:off x="4760020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g2011"/>
            <p:cNvSpPr/>
            <p:nvPr/>
          </p:nvSpPr>
          <p:spPr>
            <a:xfrm>
              <a:off x="4771657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g2012"/>
            <p:cNvSpPr/>
            <p:nvPr/>
          </p:nvSpPr>
          <p:spPr>
            <a:xfrm>
              <a:off x="4783294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g2013"/>
            <p:cNvSpPr/>
            <p:nvPr/>
          </p:nvSpPr>
          <p:spPr>
            <a:xfrm>
              <a:off x="4794932" y="423797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g2014"/>
            <p:cNvSpPr/>
            <p:nvPr/>
          </p:nvSpPr>
          <p:spPr>
            <a:xfrm>
              <a:off x="465528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g2015"/>
            <p:cNvSpPr/>
            <p:nvPr/>
          </p:nvSpPr>
          <p:spPr>
            <a:xfrm>
              <a:off x="4666921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g2016"/>
            <p:cNvSpPr/>
            <p:nvPr/>
          </p:nvSpPr>
          <p:spPr>
            <a:xfrm>
              <a:off x="467855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g2017"/>
            <p:cNvSpPr/>
            <p:nvPr/>
          </p:nvSpPr>
          <p:spPr>
            <a:xfrm>
              <a:off x="4690196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g2018"/>
            <p:cNvSpPr/>
            <p:nvPr/>
          </p:nvSpPr>
          <p:spPr>
            <a:xfrm>
              <a:off x="4701833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g2019"/>
            <p:cNvSpPr/>
            <p:nvPr/>
          </p:nvSpPr>
          <p:spPr>
            <a:xfrm>
              <a:off x="471347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g2020"/>
            <p:cNvSpPr/>
            <p:nvPr/>
          </p:nvSpPr>
          <p:spPr>
            <a:xfrm>
              <a:off x="4725108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g2021"/>
            <p:cNvSpPr/>
            <p:nvPr/>
          </p:nvSpPr>
          <p:spPr>
            <a:xfrm>
              <a:off x="4736745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g2022"/>
            <p:cNvSpPr/>
            <p:nvPr/>
          </p:nvSpPr>
          <p:spPr>
            <a:xfrm>
              <a:off x="474838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g2023"/>
            <p:cNvSpPr/>
            <p:nvPr/>
          </p:nvSpPr>
          <p:spPr>
            <a:xfrm>
              <a:off x="4760020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g2024"/>
            <p:cNvSpPr/>
            <p:nvPr/>
          </p:nvSpPr>
          <p:spPr>
            <a:xfrm>
              <a:off x="4771657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g2025"/>
            <p:cNvSpPr/>
            <p:nvPr/>
          </p:nvSpPr>
          <p:spPr>
            <a:xfrm>
              <a:off x="4783294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g2026"/>
            <p:cNvSpPr/>
            <p:nvPr/>
          </p:nvSpPr>
          <p:spPr>
            <a:xfrm>
              <a:off x="4794932" y="42522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g2027"/>
            <p:cNvSpPr/>
            <p:nvPr/>
          </p:nvSpPr>
          <p:spPr>
            <a:xfrm>
              <a:off x="464364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g2028"/>
            <p:cNvSpPr/>
            <p:nvPr/>
          </p:nvSpPr>
          <p:spPr>
            <a:xfrm>
              <a:off x="465528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g2029"/>
            <p:cNvSpPr/>
            <p:nvPr/>
          </p:nvSpPr>
          <p:spPr>
            <a:xfrm>
              <a:off x="4666921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g2030"/>
            <p:cNvSpPr/>
            <p:nvPr/>
          </p:nvSpPr>
          <p:spPr>
            <a:xfrm>
              <a:off x="467855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g2031"/>
            <p:cNvSpPr/>
            <p:nvPr/>
          </p:nvSpPr>
          <p:spPr>
            <a:xfrm>
              <a:off x="4690196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g2032"/>
            <p:cNvSpPr/>
            <p:nvPr/>
          </p:nvSpPr>
          <p:spPr>
            <a:xfrm>
              <a:off x="4701833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g2033"/>
            <p:cNvSpPr/>
            <p:nvPr/>
          </p:nvSpPr>
          <p:spPr>
            <a:xfrm>
              <a:off x="471347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g2034"/>
            <p:cNvSpPr/>
            <p:nvPr/>
          </p:nvSpPr>
          <p:spPr>
            <a:xfrm>
              <a:off x="4725108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g2035"/>
            <p:cNvSpPr/>
            <p:nvPr/>
          </p:nvSpPr>
          <p:spPr>
            <a:xfrm>
              <a:off x="4736745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g2036"/>
            <p:cNvSpPr/>
            <p:nvPr/>
          </p:nvSpPr>
          <p:spPr>
            <a:xfrm>
              <a:off x="4748382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g2037"/>
            <p:cNvSpPr/>
            <p:nvPr/>
          </p:nvSpPr>
          <p:spPr>
            <a:xfrm>
              <a:off x="4760020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g2038"/>
            <p:cNvSpPr/>
            <p:nvPr/>
          </p:nvSpPr>
          <p:spPr>
            <a:xfrm>
              <a:off x="4771657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g2039"/>
            <p:cNvSpPr/>
            <p:nvPr/>
          </p:nvSpPr>
          <p:spPr>
            <a:xfrm>
              <a:off x="4783294" y="426657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g2040"/>
            <p:cNvSpPr/>
            <p:nvPr/>
          </p:nvSpPr>
          <p:spPr>
            <a:xfrm>
              <a:off x="4632009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g2041"/>
            <p:cNvSpPr/>
            <p:nvPr/>
          </p:nvSpPr>
          <p:spPr>
            <a:xfrm>
              <a:off x="464364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g2042"/>
            <p:cNvSpPr/>
            <p:nvPr/>
          </p:nvSpPr>
          <p:spPr>
            <a:xfrm>
              <a:off x="4655284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g2043"/>
            <p:cNvSpPr/>
            <p:nvPr/>
          </p:nvSpPr>
          <p:spPr>
            <a:xfrm>
              <a:off x="4666921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g2044"/>
            <p:cNvSpPr/>
            <p:nvPr/>
          </p:nvSpPr>
          <p:spPr>
            <a:xfrm>
              <a:off x="4678558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g2045"/>
            <p:cNvSpPr/>
            <p:nvPr/>
          </p:nvSpPr>
          <p:spPr>
            <a:xfrm>
              <a:off x="4690196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g2046"/>
            <p:cNvSpPr/>
            <p:nvPr/>
          </p:nvSpPr>
          <p:spPr>
            <a:xfrm>
              <a:off x="4701833" y="428087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g2047"/>
            <p:cNvSpPr/>
            <p:nvPr/>
          </p:nvSpPr>
          <p:spPr>
            <a:xfrm>
              <a:off x="4620372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g2048"/>
            <p:cNvSpPr/>
            <p:nvPr/>
          </p:nvSpPr>
          <p:spPr>
            <a:xfrm>
              <a:off x="4632009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g2049"/>
            <p:cNvSpPr/>
            <p:nvPr/>
          </p:nvSpPr>
          <p:spPr>
            <a:xfrm>
              <a:off x="464364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g2050"/>
            <p:cNvSpPr/>
            <p:nvPr/>
          </p:nvSpPr>
          <p:spPr>
            <a:xfrm>
              <a:off x="4655284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g2051"/>
            <p:cNvSpPr/>
            <p:nvPr/>
          </p:nvSpPr>
          <p:spPr>
            <a:xfrm>
              <a:off x="4666921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g2052"/>
            <p:cNvSpPr/>
            <p:nvPr/>
          </p:nvSpPr>
          <p:spPr>
            <a:xfrm>
              <a:off x="4678558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g2053"/>
            <p:cNvSpPr/>
            <p:nvPr/>
          </p:nvSpPr>
          <p:spPr>
            <a:xfrm>
              <a:off x="4690196" y="42951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g2054"/>
            <p:cNvSpPr/>
            <p:nvPr/>
          </p:nvSpPr>
          <p:spPr>
            <a:xfrm>
              <a:off x="460873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g2055"/>
            <p:cNvSpPr/>
            <p:nvPr/>
          </p:nvSpPr>
          <p:spPr>
            <a:xfrm>
              <a:off x="4620372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g2056"/>
            <p:cNvSpPr/>
            <p:nvPr/>
          </p:nvSpPr>
          <p:spPr>
            <a:xfrm>
              <a:off x="4632009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g2057"/>
            <p:cNvSpPr/>
            <p:nvPr/>
          </p:nvSpPr>
          <p:spPr>
            <a:xfrm>
              <a:off x="4643646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g2058"/>
            <p:cNvSpPr/>
            <p:nvPr/>
          </p:nvSpPr>
          <p:spPr>
            <a:xfrm>
              <a:off x="4655284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g2059"/>
            <p:cNvSpPr/>
            <p:nvPr/>
          </p:nvSpPr>
          <p:spPr>
            <a:xfrm>
              <a:off x="4666921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g2060"/>
            <p:cNvSpPr/>
            <p:nvPr/>
          </p:nvSpPr>
          <p:spPr>
            <a:xfrm>
              <a:off x="4678558" y="430947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g2061"/>
            <p:cNvSpPr/>
            <p:nvPr/>
          </p:nvSpPr>
          <p:spPr>
            <a:xfrm>
              <a:off x="460873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g2062"/>
            <p:cNvSpPr/>
            <p:nvPr/>
          </p:nvSpPr>
          <p:spPr>
            <a:xfrm>
              <a:off x="4620372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g2063"/>
            <p:cNvSpPr/>
            <p:nvPr/>
          </p:nvSpPr>
          <p:spPr>
            <a:xfrm>
              <a:off x="4632009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g2064"/>
            <p:cNvSpPr/>
            <p:nvPr/>
          </p:nvSpPr>
          <p:spPr>
            <a:xfrm>
              <a:off x="4643646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g2065"/>
            <p:cNvSpPr/>
            <p:nvPr/>
          </p:nvSpPr>
          <p:spPr>
            <a:xfrm>
              <a:off x="4655284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g2066"/>
            <p:cNvSpPr/>
            <p:nvPr/>
          </p:nvSpPr>
          <p:spPr>
            <a:xfrm>
              <a:off x="4666921" y="43237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g2067"/>
            <p:cNvSpPr/>
            <p:nvPr/>
          </p:nvSpPr>
          <p:spPr>
            <a:xfrm>
              <a:off x="4585460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g2068"/>
            <p:cNvSpPr/>
            <p:nvPr/>
          </p:nvSpPr>
          <p:spPr>
            <a:xfrm>
              <a:off x="4597097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g2069"/>
            <p:cNvSpPr/>
            <p:nvPr/>
          </p:nvSpPr>
          <p:spPr>
            <a:xfrm>
              <a:off x="460873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g2070"/>
            <p:cNvSpPr/>
            <p:nvPr/>
          </p:nvSpPr>
          <p:spPr>
            <a:xfrm>
              <a:off x="4620372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g2071"/>
            <p:cNvSpPr/>
            <p:nvPr/>
          </p:nvSpPr>
          <p:spPr>
            <a:xfrm>
              <a:off x="4632009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g2072"/>
            <p:cNvSpPr/>
            <p:nvPr/>
          </p:nvSpPr>
          <p:spPr>
            <a:xfrm>
              <a:off x="4643646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g2073"/>
            <p:cNvSpPr/>
            <p:nvPr/>
          </p:nvSpPr>
          <p:spPr>
            <a:xfrm>
              <a:off x="4655284" y="433807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g2074"/>
            <p:cNvSpPr/>
            <p:nvPr/>
          </p:nvSpPr>
          <p:spPr>
            <a:xfrm>
              <a:off x="457382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g2075"/>
            <p:cNvSpPr/>
            <p:nvPr/>
          </p:nvSpPr>
          <p:spPr>
            <a:xfrm>
              <a:off x="4585460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g2076"/>
            <p:cNvSpPr/>
            <p:nvPr/>
          </p:nvSpPr>
          <p:spPr>
            <a:xfrm>
              <a:off x="4597097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g2077"/>
            <p:cNvSpPr/>
            <p:nvPr/>
          </p:nvSpPr>
          <p:spPr>
            <a:xfrm>
              <a:off x="460873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g2078"/>
            <p:cNvSpPr/>
            <p:nvPr/>
          </p:nvSpPr>
          <p:spPr>
            <a:xfrm>
              <a:off x="4620372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g2079"/>
            <p:cNvSpPr/>
            <p:nvPr/>
          </p:nvSpPr>
          <p:spPr>
            <a:xfrm>
              <a:off x="4632009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g2080"/>
            <p:cNvSpPr/>
            <p:nvPr/>
          </p:nvSpPr>
          <p:spPr>
            <a:xfrm>
              <a:off x="4643646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g2081"/>
            <p:cNvSpPr/>
            <p:nvPr/>
          </p:nvSpPr>
          <p:spPr>
            <a:xfrm>
              <a:off x="4655284" y="435238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g2082"/>
            <p:cNvSpPr/>
            <p:nvPr/>
          </p:nvSpPr>
          <p:spPr>
            <a:xfrm>
              <a:off x="4550548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g2083"/>
            <p:cNvSpPr/>
            <p:nvPr/>
          </p:nvSpPr>
          <p:spPr>
            <a:xfrm>
              <a:off x="4562185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g2084"/>
            <p:cNvSpPr/>
            <p:nvPr/>
          </p:nvSpPr>
          <p:spPr>
            <a:xfrm>
              <a:off x="457382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g2085"/>
            <p:cNvSpPr/>
            <p:nvPr/>
          </p:nvSpPr>
          <p:spPr>
            <a:xfrm>
              <a:off x="4585460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g2086"/>
            <p:cNvSpPr/>
            <p:nvPr/>
          </p:nvSpPr>
          <p:spPr>
            <a:xfrm>
              <a:off x="4597097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g2087"/>
            <p:cNvSpPr/>
            <p:nvPr/>
          </p:nvSpPr>
          <p:spPr>
            <a:xfrm>
              <a:off x="4608734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g2088"/>
            <p:cNvSpPr/>
            <p:nvPr/>
          </p:nvSpPr>
          <p:spPr>
            <a:xfrm>
              <a:off x="4620372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g2089"/>
            <p:cNvSpPr/>
            <p:nvPr/>
          </p:nvSpPr>
          <p:spPr>
            <a:xfrm>
              <a:off x="4632009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g2090"/>
            <p:cNvSpPr/>
            <p:nvPr/>
          </p:nvSpPr>
          <p:spPr>
            <a:xfrm>
              <a:off x="4643646" y="43666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g2091"/>
            <p:cNvSpPr/>
            <p:nvPr/>
          </p:nvSpPr>
          <p:spPr>
            <a:xfrm>
              <a:off x="453891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g2092"/>
            <p:cNvSpPr/>
            <p:nvPr/>
          </p:nvSpPr>
          <p:spPr>
            <a:xfrm>
              <a:off x="4550548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g2093"/>
            <p:cNvSpPr/>
            <p:nvPr/>
          </p:nvSpPr>
          <p:spPr>
            <a:xfrm>
              <a:off x="4562185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g2094"/>
            <p:cNvSpPr/>
            <p:nvPr/>
          </p:nvSpPr>
          <p:spPr>
            <a:xfrm>
              <a:off x="457382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g2095"/>
            <p:cNvSpPr/>
            <p:nvPr/>
          </p:nvSpPr>
          <p:spPr>
            <a:xfrm>
              <a:off x="4585460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g2096"/>
            <p:cNvSpPr/>
            <p:nvPr/>
          </p:nvSpPr>
          <p:spPr>
            <a:xfrm>
              <a:off x="4597097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g2097"/>
            <p:cNvSpPr/>
            <p:nvPr/>
          </p:nvSpPr>
          <p:spPr>
            <a:xfrm>
              <a:off x="4608734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g2098"/>
            <p:cNvSpPr/>
            <p:nvPr/>
          </p:nvSpPr>
          <p:spPr>
            <a:xfrm>
              <a:off x="4620372" y="438098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g2099"/>
            <p:cNvSpPr/>
            <p:nvPr/>
          </p:nvSpPr>
          <p:spPr>
            <a:xfrm>
              <a:off x="448072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g2100"/>
            <p:cNvSpPr/>
            <p:nvPr/>
          </p:nvSpPr>
          <p:spPr>
            <a:xfrm>
              <a:off x="4492361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g2101"/>
            <p:cNvSpPr/>
            <p:nvPr/>
          </p:nvSpPr>
          <p:spPr>
            <a:xfrm>
              <a:off x="450399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g2102"/>
            <p:cNvSpPr/>
            <p:nvPr/>
          </p:nvSpPr>
          <p:spPr>
            <a:xfrm>
              <a:off x="4515636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g2103"/>
            <p:cNvSpPr/>
            <p:nvPr/>
          </p:nvSpPr>
          <p:spPr>
            <a:xfrm>
              <a:off x="4527273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g2104"/>
            <p:cNvSpPr/>
            <p:nvPr/>
          </p:nvSpPr>
          <p:spPr>
            <a:xfrm>
              <a:off x="453891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g2105"/>
            <p:cNvSpPr/>
            <p:nvPr/>
          </p:nvSpPr>
          <p:spPr>
            <a:xfrm>
              <a:off x="4550548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g2106"/>
            <p:cNvSpPr/>
            <p:nvPr/>
          </p:nvSpPr>
          <p:spPr>
            <a:xfrm>
              <a:off x="4562185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g2107"/>
            <p:cNvSpPr/>
            <p:nvPr/>
          </p:nvSpPr>
          <p:spPr>
            <a:xfrm>
              <a:off x="4573822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g2108"/>
            <p:cNvSpPr/>
            <p:nvPr/>
          </p:nvSpPr>
          <p:spPr>
            <a:xfrm>
              <a:off x="4585460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g2109"/>
            <p:cNvSpPr/>
            <p:nvPr/>
          </p:nvSpPr>
          <p:spPr>
            <a:xfrm>
              <a:off x="4597097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g2110"/>
            <p:cNvSpPr/>
            <p:nvPr/>
          </p:nvSpPr>
          <p:spPr>
            <a:xfrm>
              <a:off x="4608734" y="43952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g2111"/>
            <p:cNvSpPr/>
            <p:nvPr/>
          </p:nvSpPr>
          <p:spPr>
            <a:xfrm>
              <a:off x="4457449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g2112"/>
            <p:cNvSpPr/>
            <p:nvPr/>
          </p:nvSpPr>
          <p:spPr>
            <a:xfrm>
              <a:off x="446908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g2113"/>
            <p:cNvSpPr/>
            <p:nvPr/>
          </p:nvSpPr>
          <p:spPr>
            <a:xfrm>
              <a:off x="4480724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g2114"/>
            <p:cNvSpPr/>
            <p:nvPr/>
          </p:nvSpPr>
          <p:spPr>
            <a:xfrm>
              <a:off x="4492361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g2115"/>
            <p:cNvSpPr/>
            <p:nvPr/>
          </p:nvSpPr>
          <p:spPr>
            <a:xfrm>
              <a:off x="450399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19D">
                <a:alpha val="100000"/>
              </a:srgbClr>
            </a:solidFill>
            <a:ln w="5420" cap="flat">
              <a:solidFill>
                <a:srgbClr val="39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g2116"/>
            <p:cNvSpPr/>
            <p:nvPr/>
          </p:nvSpPr>
          <p:spPr>
            <a:xfrm>
              <a:off x="4515636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g2117"/>
            <p:cNvSpPr/>
            <p:nvPr/>
          </p:nvSpPr>
          <p:spPr>
            <a:xfrm>
              <a:off x="4527273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g2118"/>
            <p:cNvSpPr/>
            <p:nvPr/>
          </p:nvSpPr>
          <p:spPr>
            <a:xfrm>
              <a:off x="453891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g2119"/>
            <p:cNvSpPr/>
            <p:nvPr/>
          </p:nvSpPr>
          <p:spPr>
            <a:xfrm>
              <a:off x="4550548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g2120"/>
            <p:cNvSpPr/>
            <p:nvPr/>
          </p:nvSpPr>
          <p:spPr>
            <a:xfrm>
              <a:off x="4562185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g2121"/>
            <p:cNvSpPr/>
            <p:nvPr/>
          </p:nvSpPr>
          <p:spPr>
            <a:xfrm>
              <a:off x="4573822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g2122"/>
            <p:cNvSpPr/>
            <p:nvPr/>
          </p:nvSpPr>
          <p:spPr>
            <a:xfrm>
              <a:off x="4585460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g2123"/>
            <p:cNvSpPr/>
            <p:nvPr/>
          </p:nvSpPr>
          <p:spPr>
            <a:xfrm>
              <a:off x="4597097" y="440958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g2124"/>
            <p:cNvSpPr/>
            <p:nvPr/>
          </p:nvSpPr>
          <p:spPr>
            <a:xfrm>
              <a:off x="444581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g2125"/>
            <p:cNvSpPr/>
            <p:nvPr/>
          </p:nvSpPr>
          <p:spPr>
            <a:xfrm>
              <a:off x="4457449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g2126"/>
            <p:cNvSpPr/>
            <p:nvPr/>
          </p:nvSpPr>
          <p:spPr>
            <a:xfrm>
              <a:off x="446908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g2127"/>
            <p:cNvSpPr/>
            <p:nvPr/>
          </p:nvSpPr>
          <p:spPr>
            <a:xfrm>
              <a:off x="4480724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g2128"/>
            <p:cNvSpPr/>
            <p:nvPr/>
          </p:nvSpPr>
          <p:spPr>
            <a:xfrm>
              <a:off x="4492361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g2129"/>
            <p:cNvSpPr/>
            <p:nvPr/>
          </p:nvSpPr>
          <p:spPr>
            <a:xfrm>
              <a:off x="450399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g2130"/>
            <p:cNvSpPr/>
            <p:nvPr/>
          </p:nvSpPr>
          <p:spPr>
            <a:xfrm>
              <a:off x="4515636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g2131"/>
            <p:cNvSpPr/>
            <p:nvPr/>
          </p:nvSpPr>
          <p:spPr>
            <a:xfrm>
              <a:off x="4527273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g2132"/>
            <p:cNvSpPr/>
            <p:nvPr/>
          </p:nvSpPr>
          <p:spPr>
            <a:xfrm>
              <a:off x="4538910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g2133"/>
            <p:cNvSpPr/>
            <p:nvPr/>
          </p:nvSpPr>
          <p:spPr>
            <a:xfrm>
              <a:off x="4550548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g2134"/>
            <p:cNvSpPr/>
            <p:nvPr/>
          </p:nvSpPr>
          <p:spPr>
            <a:xfrm>
              <a:off x="4562185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g2135"/>
            <p:cNvSpPr/>
            <p:nvPr/>
          </p:nvSpPr>
          <p:spPr>
            <a:xfrm>
              <a:off x="4573822" y="442388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g2136"/>
            <p:cNvSpPr/>
            <p:nvPr/>
          </p:nvSpPr>
          <p:spPr>
            <a:xfrm>
              <a:off x="4445812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g2137"/>
            <p:cNvSpPr/>
            <p:nvPr/>
          </p:nvSpPr>
          <p:spPr>
            <a:xfrm>
              <a:off x="4457449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g2138"/>
            <p:cNvSpPr/>
            <p:nvPr/>
          </p:nvSpPr>
          <p:spPr>
            <a:xfrm>
              <a:off x="446908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g2139"/>
            <p:cNvSpPr/>
            <p:nvPr/>
          </p:nvSpPr>
          <p:spPr>
            <a:xfrm>
              <a:off x="4480724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g2140"/>
            <p:cNvSpPr/>
            <p:nvPr/>
          </p:nvSpPr>
          <p:spPr>
            <a:xfrm>
              <a:off x="4492361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g2141"/>
            <p:cNvSpPr/>
            <p:nvPr/>
          </p:nvSpPr>
          <p:spPr>
            <a:xfrm>
              <a:off x="450399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g2142"/>
            <p:cNvSpPr/>
            <p:nvPr/>
          </p:nvSpPr>
          <p:spPr>
            <a:xfrm>
              <a:off x="4515636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g2143"/>
            <p:cNvSpPr/>
            <p:nvPr/>
          </p:nvSpPr>
          <p:spPr>
            <a:xfrm>
              <a:off x="4527273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g2144"/>
            <p:cNvSpPr/>
            <p:nvPr/>
          </p:nvSpPr>
          <p:spPr>
            <a:xfrm>
              <a:off x="4538910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g2145"/>
            <p:cNvSpPr/>
            <p:nvPr/>
          </p:nvSpPr>
          <p:spPr>
            <a:xfrm>
              <a:off x="4550548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g2146"/>
            <p:cNvSpPr/>
            <p:nvPr/>
          </p:nvSpPr>
          <p:spPr>
            <a:xfrm>
              <a:off x="4562185" y="44381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B">
                <a:alpha val="100000"/>
              </a:srgbClr>
            </a:solidFill>
            <a:ln w="5420" cap="flat">
              <a:solidFill>
                <a:srgbClr val="395C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g2147"/>
            <p:cNvSpPr/>
            <p:nvPr/>
          </p:nvSpPr>
          <p:spPr>
            <a:xfrm>
              <a:off x="4445812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g2148"/>
            <p:cNvSpPr/>
            <p:nvPr/>
          </p:nvSpPr>
          <p:spPr>
            <a:xfrm>
              <a:off x="4457449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g2149"/>
            <p:cNvSpPr/>
            <p:nvPr/>
          </p:nvSpPr>
          <p:spPr>
            <a:xfrm>
              <a:off x="446908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g2150"/>
            <p:cNvSpPr/>
            <p:nvPr/>
          </p:nvSpPr>
          <p:spPr>
            <a:xfrm>
              <a:off x="4480724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g2151"/>
            <p:cNvSpPr/>
            <p:nvPr/>
          </p:nvSpPr>
          <p:spPr>
            <a:xfrm>
              <a:off x="4492361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g2152"/>
            <p:cNvSpPr/>
            <p:nvPr/>
          </p:nvSpPr>
          <p:spPr>
            <a:xfrm>
              <a:off x="4503998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g2153"/>
            <p:cNvSpPr/>
            <p:nvPr/>
          </p:nvSpPr>
          <p:spPr>
            <a:xfrm>
              <a:off x="4515636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g2154"/>
            <p:cNvSpPr/>
            <p:nvPr/>
          </p:nvSpPr>
          <p:spPr>
            <a:xfrm>
              <a:off x="4527273" y="445248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g2155"/>
            <p:cNvSpPr/>
            <p:nvPr/>
          </p:nvSpPr>
          <p:spPr>
            <a:xfrm>
              <a:off x="4445812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g2156"/>
            <p:cNvSpPr/>
            <p:nvPr/>
          </p:nvSpPr>
          <p:spPr>
            <a:xfrm>
              <a:off x="4457449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g2157"/>
            <p:cNvSpPr/>
            <p:nvPr/>
          </p:nvSpPr>
          <p:spPr>
            <a:xfrm>
              <a:off x="446908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g2158"/>
            <p:cNvSpPr/>
            <p:nvPr/>
          </p:nvSpPr>
          <p:spPr>
            <a:xfrm>
              <a:off x="4480724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g2159"/>
            <p:cNvSpPr/>
            <p:nvPr/>
          </p:nvSpPr>
          <p:spPr>
            <a:xfrm>
              <a:off x="4492361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g2160"/>
            <p:cNvSpPr/>
            <p:nvPr/>
          </p:nvSpPr>
          <p:spPr>
            <a:xfrm>
              <a:off x="4503998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g2161"/>
            <p:cNvSpPr/>
            <p:nvPr/>
          </p:nvSpPr>
          <p:spPr>
            <a:xfrm>
              <a:off x="4515636" y="44667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g2162"/>
            <p:cNvSpPr/>
            <p:nvPr/>
          </p:nvSpPr>
          <p:spPr>
            <a:xfrm>
              <a:off x="4422537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g2163"/>
            <p:cNvSpPr/>
            <p:nvPr/>
          </p:nvSpPr>
          <p:spPr>
            <a:xfrm>
              <a:off x="443417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g2164"/>
            <p:cNvSpPr/>
            <p:nvPr/>
          </p:nvSpPr>
          <p:spPr>
            <a:xfrm>
              <a:off x="4445812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g2165"/>
            <p:cNvSpPr/>
            <p:nvPr/>
          </p:nvSpPr>
          <p:spPr>
            <a:xfrm>
              <a:off x="4457449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g2166"/>
            <p:cNvSpPr/>
            <p:nvPr/>
          </p:nvSpPr>
          <p:spPr>
            <a:xfrm>
              <a:off x="4469086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g2167"/>
            <p:cNvSpPr/>
            <p:nvPr/>
          </p:nvSpPr>
          <p:spPr>
            <a:xfrm>
              <a:off x="4480724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g2168"/>
            <p:cNvSpPr/>
            <p:nvPr/>
          </p:nvSpPr>
          <p:spPr>
            <a:xfrm>
              <a:off x="4492361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g2169"/>
            <p:cNvSpPr/>
            <p:nvPr/>
          </p:nvSpPr>
          <p:spPr>
            <a:xfrm>
              <a:off x="4503998" y="448108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g2170"/>
            <p:cNvSpPr/>
            <p:nvPr/>
          </p:nvSpPr>
          <p:spPr>
            <a:xfrm>
              <a:off x="4422537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g2171"/>
            <p:cNvSpPr/>
            <p:nvPr/>
          </p:nvSpPr>
          <p:spPr>
            <a:xfrm>
              <a:off x="443417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g2172"/>
            <p:cNvSpPr/>
            <p:nvPr/>
          </p:nvSpPr>
          <p:spPr>
            <a:xfrm>
              <a:off x="4445812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g2173"/>
            <p:cNvSpPr/>
            <p:nvPr/>
          </p:nvSpPr>
          <p:spPr>
            <a:xfrm>
              <a:off x="4457449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g2174"/>
            <p:cNvSpPr/>
            <p:nvPr/>
          </p:nvSpPr>
          <p:spPr>
            <a:xfrm>
              <a:off x="4469086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g2175"/>
            <p:cNvSpPr/>
            <p:nvPr/>
          </p:nvSpPr>
          <p:spPr>
            <a:xfrm>
              <a:off x="4480724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g2176"/>
            <p:cNvSpPr/>
            <p:nvPr/>
          </p:nvSpPr>
          <p:spPr>
            <a:xfrm>
              <a:off x="4492361" y="449538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g2177"/>
            <p:cNvSpPr/>
            <p:nvPr/>
          </p:nvSpPr>
          <p:spPr>
            <a:xfrm>
              <a:off x="4410900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g2178"/>
            <p:cNvSpPr/>
            <p:nvPr/>
          </p:nvSpPr>
          <p:spPr>
            <a:xfrm>
              <a:off x="4422537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g2179"/>
            <p:cNvSpPr/>
            <p:nvPr/>
          </p:nvSpPr>
          <p:spPr>
            <a:xfrm>
              <a:off x="443417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g2180"/>
            <p:cNvSpPr/>
            <p:nvPr/>
          </p:nvSpPr>
          <p:spPr>
            <a:xfrm>
              <a:off x="4445812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g2181"/>
            <p:cNvSpPr/>
            <p:nvPr/>
          </p:nvSpPr>
          <p:spPr>
            <a:xfrm>
              <a:off x="4457449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g2182"/>
            <p:cNvSpPr/>
            <p:nvPr/>
          </p:nvSpPr>
          <p:spPr>
            <a:xfrm>
              <a:off x="4469086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g2183"/>
            <p:cNvSpPr/>
            <p:nvPr/>
          </p:nvSpPr>
          <p:spPr>
            <a:xfrm>
              <a:off x="4480724" y="45096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g2184"/>
            <p:cNvSpPr/>
            <p:nvPr/>
          </p:nvSpPr>
          <p:spPr>
            <a:xfrm>
              <a:off x="4410900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g2185"/>
            <p:cNvSpPr/>
            <p:nvPr/>
          </p:nvSpPr>
          <p:spPr>
            <a:xfrm>
              <a:off x="4422537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g2186"/>
            <p:cNvSpPr/>
            <p:nvPr/>
          </p:nvSpPr>
          <p:spPr>
            <a:xfrm>
              <a:off x="4434174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g2187"/>
            <p:cNvSpPr/>
            <p:nvPr/>
          </p:nvSpPr>
          <p:spPr>
            <a:xfrm>
              <a:off x="4445812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g2188"/>
            <p:cNvSpPr/>
            <p:nvPr/>
          </p:nvSpPr>
          <p:spPr>
            <a:xfrm>
              <a:off x="4457449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g2189"/>
            <p:cNvSpPr/>
            <p:nvPr/>
          </p:nvSpPr>
          <p:spPr>
            <a:xfrm>
              <a:off x="4469086" y="452398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g2190"/>
            <p:cNvSpPr/>
            <p:nvPr/>
          </p:nvSpPr>
          <p:spPr>
            <a:xfrm>
              <a:off x="439926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g2191"/>
            <p:cNvSpPr/>
            <p:nvPr/>
          </p:nvSpPr>
          <p:spPr>
            <a:xfrm>
              <a:off x="4410900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g2192"/>
            <p:cNvSpPr/>
            <p:nvPr/>
          </p:nvSpPr>
          <p:spPr>
            <a:xfrm>
              <a:off x="4422537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g2193"/>
            <p:cNvSpPr/>
            <p:nvPr/>
          </p:nvSpPr>
          <p:spPr>
            <a:xfrm>
              <a:off x="4434174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g2194"/>
            <p:cNvSpPr/>
            <p:nvPr/>
          </p:nvSpPr>
          <p:spPr>
            <a:xfrm>
              <a:off x="4445812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g2195"/>
            <p:cNvSpPr/>
            <p:nvPr/>
          </p:nvSpPr>
          <p:spPr>
            <a:xfrm>
              <a:off x="4457449" y="45382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g2196"/>
            <p:cNvSpPr/>
            <p:nvPr/>
          </p:nvSpPr>
          <p:spPr>
            <a:xfrm>
              <a:off x="439926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g2197"/>
            <p:cNvSpPr/>
            <p:nvPr/>
          </p:nvSpPr>
          <p:spPr>
            <a:xfrm>
              <a:off x="4410900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g2198"/>
            <p:cNvSpPr/>
            <p:nvPr/>
          </p:nvSpPr>
          <p:spPr>
            <a:xfrm>
              <a:off x="4422537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g2199"/>
            <p:cNvSpPr/>
            <p:nvPr/>
          </p:nvSpPr>
          <p:spPr>
            <a:xfrm>
              <a:off x="4434174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g2200"/>
            <p:cNvSpPr/>
            <p:nvPr/>
          </p:nvSpPr>
          <p:spPr>
            <a:xfrm>
              <a:off x="4445812" y="455258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g2201"/>
            <p:cNvSpPr/>
            <p:nvPr/>
          </p:nvSpPr>
          <p:spPr>
            <a:xfrm>
              <a:off x="4387625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g2202"/>
            <p:cNvSpPr/>
            <p:nvPr/>
          </p:nvSpPr>
          <p:spPr>
            <a:xfrm>
              <a:off x="439926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g2203"/>
            <p:cNvSpPr/>
            <p:nvPr/>
          </p:nvSpPr>
          <p:spPr>
            <a:xfrm>
              <a:off x="4410900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g2204"/>
            <p:cNvSpPr/>
            <p:nvPr/>
          </p:nvSpPr>
          <p:spPr>
            <a:xfrm>
              <a:off x="4422537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g2205"/>
            <p:cNvSpPr/>
            <p:nvPr/>
          </p:nvSpPr>
          <p:spPr>
            <a:xfrm>
              <a:off x="4434174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g2206"/>
            <p:cNvSpPr/>
            <p:nvPr/>
          </p:nvSpPr>
          <p:spPr>
            <a:xfrm>
              <a:off x="4445812" y="456688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g2207"/>
            <p:cNvSpPr/>
            <p:nvPr/>
          </p:nvSpPr>
          <p:spPr>
            <a:xfrm>
              <a:off x="4387625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g2208"/>
            <p:cNvSpPr/>
            <p:nvPr/>
          </p:nvSpPr>
          <p:spPr>
            <a:xfrm>
              <a:off x="4399262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g2209"/>
            <p:cNvSpPr/>
            <p:nvPr/>
          </p:nvSpPr>
          <p:spPr>
            <a:xfrm>
              <a:off x="4410900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g2210"/>
            <p:cNvSpPr/>
            <p:nvPr/>
          </p:nvSpPr>
          <p:spPr>
            <a:xfrm>
              <a:off x="4422537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g2211"/>
            <p:cNvSpPr/>
            <p:nvPr/>
          </p:nvSpPr>
          <p:spPr>
            <a:xfrm>
              <a:off x="4434174" y="45811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g2212"/>
            <p:cNvSpPr/>
            <p:nvPr/>
          </p:nvSpPr>
          <p:spPr>
            <a:xfrm>
              <a:off x="4375988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g2213"/>
            <p:cNvSpPr/>
            <p:nvPr/>
          </p:nvSpPr>
          <p:spPr>
            <a:xfrm>
              <a:off x="4387625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g2214"/>
            <p:cNvSpPr/>
            <p:nvPr/>
          </p:nvSpPr>
          <p:spPr>
            <a:xfrm>
              <a:off x="4399262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g2215"/>
            <p:cNvSpPr/>
            <p:nvPr/>
          </p:nvSpPr>
          <p:spPr>
            <a:xfrm>
              <a:off x="4410900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g2216"/>
            <p:cNvSpPr/>
            <p:nvPr/>
          </p:nvSpPr>
          <p:spPr>
            <a:xfrm>
              <a:off x="4422537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g2217"/>
            <p:cNvSpPr/>
            <p:nvPr/>
          </p:nvSpPr>
          <p:spPr>
            <a:xfrm>
              <a:off x="4434174" y="459549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g2218"/>
            <p:cNvSpPr/>
            <p:nvPr/>
          </p:nvSpPr>
          <p:spPr>
            <a:xfrm>
              <a:off x="4375988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g2219"/>
            <p:cNvSpPr/>
            <p:nvPr/>
          </p:nvSpPr>
          <p:spPr>
            <a:xfrm>
              <a:off x="4387625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g2220"/>
            <p:cNvSpPr/>
            <p:nvPr/>
          </p:nvSpPr>
          <p:spPr>
            <a:xfrm>
              <a:off x="4399262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g2221"/>
            <p:cNvSpPr/>
            <p:nvPr/>
          </p:nvSpPr>
          <p:spPr>
            <a:xfrm>
              <a:off x="4410900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g2222"/>
            <p:cNvSpPr/>
            <p:nvPr/>
          </p:nvSpPr>
          <p:spPr>
            <a:xfrm>
              <a:off x="4422537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g2223"/>
            <p:cNvSpPr/>
            <p:nvPr/>
          </p:nvSpPr>
          <p:spPr>
            <a:xfrm>
              <a:off x="4434174" y="46097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g2224"/>
            <p:cNvSpPr/>
            <p:nvPr/>
          </p:nvSpPr>
          <p:spPr>
            <a:xfrm>
              <a:off x="4375988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g2225"/>
            <p:cNvSpPr/>
            <p:nvPr/>
          </p:nvSpPr>
          <p:spPr>
            <a:xfrm>
              <a:off x="4387625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g2226"/>
            <p:cNvSpPr/>
            <p:nvPr/>
          </p:nvSpPr>
          <p:spPr>
            <a:xfrm>
              <a:off x="4399262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g2227"/>
            <p:cNvSpPr/>
            <p:nvPr/>
          </p:nvSpPr>
          <p:spPr>
            <a:xfrm>
              <a:off x="4410900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g2228"/>
            <p:cNvSpPr/>
            <p:nvPr/>
          </p:nvSpPr>
          <p:spPr>
            <a:xfrm>
              <a:off x="4422537" y="462409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g2229"/>
            <p:cNvSpPr/>
            <p:nvPr/>
          </p:nvSpPr>
          <p:spPr>
            <a:xfrm>
              <a:off x="368938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g2230"/>
            <p:cNvSpPr/>
            <p:nvPr/>
          </p:nvSpPr>
          <p:spPr>
            <a:xfrm>
              <a:off x="3701023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g2231"/>
            <p:cNvSpPr/>
            <p:nvPr/>
          </p:nvSpPr>
          <p:spPr>
            <a:xfrm>
              <a:off x="371266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g2232"/>
            <p:cNvSpPr/>
            <p:nvPr/>
          </p:nvSpPr>
          <p:spPr>
            <a:xfrm>
              <a:off x="3724297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g2233"/>
            <p:cNvSpPr/>
            <p:nvPr/>
          </p:nvSpPr>
          <p:spPr>
            <a:xfrm>
              <a:off x="4375988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g2234"/>
            <p:cNvSpPr/>
            <p:nvPr/>
          </p:nvSpPr>
          <p:spPr>
            <a:xfrm>
              <a:off x="4387625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g2235"/>
            <p:cNvSpPr/>
            <p:nvPr/>
          </p:nvSpPr>
          <p:spPr>
            <a:xfrm>
              <a:off x="4399262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g2236"/>
            <p:cNvSpPr/>
            <p:nvPr/>
          </p:nvSpPr>
          <p:spPr>
            <a:xfrm>
              <a:off x="4410900" y="463839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g2237"/>
            <p:cNvSpPr/>
            <p:nvPr/>
          </p:nvSpPr>
          <p:spPr>
            <a:xfrm>
              <a:off x="368938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g2238"/>
            <p:cNvSpPr/>
            <p:nvPr/>
          </p:nvSpPr>
          <p:spPr>
            <a:xfrm>
              <a:off x="370102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g2239"/>
            <p:cNvSpPr/>
            <p:nvPr/>
          </p:nvSpPr>
          <p:spPr>
            <a:xfrm>
              <a:off x="371266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g2240"/>
            <p:cNvSpPr/>
            <p:nvPr/>
          </p:nvSpPr>
          <p:spPr>
            <a:xfrm>
              <a:off x="372429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g2241"/>
            <p:cNvSpPr/>
            <p:nvPr/>
          </p:nvSpPr>
          <p:spPr>
            <a:xfrm>
              <a:off x="373593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g2242"/>
            <p:cNvSpPr/>
            <p:nvPr/>
          </p:nvSpPr>
          <p:spPr>
            <a:xfrm>
              <a:off x="3782484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g2243"/>
            <p:cNvSpPr/>
            <p:nvPr/>
          </p:nvSpPr>
          <p:spPr>
            <a:xfrm>
              <a:off x="3794121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g2244"/>
            <p:cNvSpPr/>
            <p:nvPr/>
          </p:nvSpPr>
          <p:spPr>
            <a:xfrm>
              <a:off x="3805759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g2245"/>
            <p:cNvSpPr/>
            <p:nvPr/>
          </p:nvSpPr>
          <p:spPr>
            <a:xfrm>
              <a:off x="3817396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g2246"/>
            <p:cNvSpPr/>
            <p:nvPr/>
          </p:nvSpPr>
          <p:spPr>
            <a:xfrm>
              <a:off x="3829033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g2247"/>
            <p:cNvSpPr/>
            <p:nvPr/>
          </p:nvSpPr>
          <p:spPr>
            <a:xfrm>
              <a:off x="4375988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g2248"/>
            <p:cNvSpPr/>
            <p:nvPr/>
          </p:nvSpPr>
          <p:spPr>
            <a:xfrm>
              <a:off x="4387625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g2249"/>
            <p:cNvSpPr/>
            <p:nvPr/>
          </p:nvSpPr>
          <p:spPr>
            <a:xfrm>
              <a:off x="4399262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g2250"/>
            <p:cNvSpPr/>
            <p:nvPr/>
          </p:nvSpPr>
          <p:spPr>
            <a:xfrm>
              <a:off x="4410900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g2251"/>
            <p:cNvSpPr/>
            <p:nvPr/>
          </p:nvSpPr>
          <p:spPr>
            <a:xfrm>
              <a:off x="4422537" y="46526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g2252"/>
            <p:cNvSpPr/>
            <p:nvPr/>
          </p:nvSpPr>
          <p:spPr>
            <a:xfrm>
              <a:off x="360792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g2253"/>
            <p:cNvSpPr/>
            <p:nvPr/>
          </p:nvSpPr>
          <p:spPr>
            <a:xfrm>
              <a:off x="361956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g2254"/>
            <p:cNvSpPr/>
            <p:nvPr/>
          </p:nvSpPr>
          <p:spPr>
            <a:xfrm>
              <a:off x="367774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g2255"/>
            <p:cNvSpPr/>
            <p:nvPr/>
          </p:nvSpPr>
          <p:spPr>
            <a:xfrm>
              <a:off x="368938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g2256"/>
            <p:cNvSpPr/>
            <p:nvPr/>
          </p:nvSpPr>
          <p:spPr>
            <a:xfrm>
              <a:off x="370102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g2257"/>
            <p:cNvSpPr/>
            <p:nvPr/>
          </p:nvSpPr>
          <p:spPr>
            <a:xfrm>
              <a:off x="371266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g2258"/>
            <p:cNvSpPr/>
            <p:nvPr/>
          </p:nvSpPr>
          <p:spPr>
            <a:xfrm>
              <a:off x="372429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g2259"/>
            <p:cNvSpPr/>
            <p:nvPr/>
          </p:nvSpPr>
          <p:spPr>
            <a:xfrm>
              <a:off x="373593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g2260"/>
            <p:cNvSpPr/>
            <p:nvPr/>
          </p:nvSpPr>
          <p:spPr>
            <a:xfrm>
              <a:off x="3782484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g2261"/>
            <p:cNvSpPr/>
            <p:nvPr/>
          </p:nvSpPr>
          <p:spPr>
            <a:xfrm>
              <a:off x="379412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g2262"/>
            <p:cNvSpPr/>
            <p:nvPr/>
          </p:nvSpPr>
          <p:spPr>
            <a:xfrm>
              <a:off x="3805759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g2263"/>
            <p:cNvSpPr/>
            <p:nvPr/>
          </p:nvSpPr>
          <p:spPr>
            <a:xfrm>
              <a:off x="3817396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g2264"/>
            <p:cNvSpPr/>
            <p:nvPr/>
          </p:nvSpPr>
          <p:spPr>
            <a:xfrm>
              <a:off x="382903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g2265"/>
            <p:cNvSpPr/>
            <p:nvPr/>
          </p:nvSpPr>
          <p:spPr>
            <a:xfrm>
              <a:off x="3840671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g2266"/>
            <p:cNvSpPr/>
            <p:nvPr/>
          </p:nvSpPr>
          <p:spPr>
            <a:xfrm>
              <a:off x="385230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g2267"/>
            <p:cNvSpPr/>
            <p:nvPr/>
          </p:nvSpPr>
          <p:spPr>
            <a:xfrm>
              <a:off x="386394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g2268"/>
            <p:cNvSpPr/>
            <p:nvPr/>
          </p:nvSpPr>
          <p:spPr>
            <a:xfrm>
              <a:off x="3875583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g2269"/>
            <p:cNvSpPr/>
            <p:nvPr/>
          </p:nvSpPr>
          <p:spPr>
            <a:xfrm>
              <a:off x="388722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g2270"/>
            <p:cNvSpPr/>
            <p:nvPr/>
          </p:nvSpPr>
          <p:spPr>
            <a:xfrm>
              <a:off x="389885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g2271"/>
            <p:cNvSpPr/>
            <p:nvPr/>
          </p:nvSpPr>
          <p:spPr>
            <a:xfrm>
              <a:off x="391049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g2272"/>
            <p:cNvSpPr/>
            <p:nvPr/>
          </p:nvSpPr>
          <p:spPr>
            <a:xfrm>
              <a:off x="4375988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g2273"/>
            <p:cNvSpPr/>
            <p:nvPr/>
          </p:nvSpPr>
          <p:spPr>
            <a:xfrm>
              <a:off x="4387625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g2274"/>
            <p:cNvSpPr/>
            <p:nvPr/>
          </p:nvSpPr>
          <p:spPr>
            <a:xfrm>
              <a:off x="4399262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g2275"/>
            <p:cNvSpPr/>
            <p:nvPr/>
          </p:nvSpPr>
          <p:spPr>
            <a:xfrm>
              <a:off x="4410900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g2276"/>
            <p:cNvSpPr/>
            <p:nvPr/>
          </p:nvSpPr>
          <p:spPr>
            <a:xfrm>
              <a:off x="4422537" y="466699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g2277"/>
            <p:cNvSpPr/>
            <p:nvPr/>
          </p:nvSpPr>
          <p:spPr>
            <a:xfrm>
              <a:off x="345663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g2278"/>
            <p:cNvSpPr/>
            <p:nvPr/>
          </p:nvSpPr>
          <p:spPr>
            <a:xfrm>
              <a:off x="346827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g2279"/>
            <p:cNvSpPr/>
            <p:nvPr/>
          </p:nvSpPr>
          <p:spPr>
            <a:xfrm>
              <a:off x="347991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g2280"/>
            <p:cNvSpPr/>
            <p:nvPr/>
          </p:nvSpPr>
          <p:spPr>
            <a:xfrm>
              <a:off x="349155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g2281"/>
            <p:cNvSpPr/>
            <p:nvPr/>
          </p:nvSpPr>
          <p:spPr>
            <a:xfrm>
              <a:off x="35031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g2282"/>
            <p:cNvSpPr/>
            <p:nvPr/>
          </p:nvSpPr>
          <p:spPr>
            <a:xfrm>
              <a:off x="356137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g2283"/>
            <p:cNvSpPr/>
            <p:nvPr/>
          </p:nvSpPr>
          <p:spPr>
            <a:xfrm>
              <a:off x="357301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g2284"/>
            <p:cNvSpPr/>
            <p:nvPr/>
          </p:nvSpPr>
          <p:spPr>
            <a:xfrm>
              <a:off x="358464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g2285"/>
            <p:cNvSpPr/>
            <p:nvPr/>
          </p:nvSpPr>
          <p:spPr>
            <a:xfrm>
              <a:off x="359628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g2286"/>
            <p:cNvSpPr/>
            <p:nvPr/>
          </p:nvSpPr>
          <p:spPr>
            <a:xfrm>
              <a:off x="360792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g2287"/>
            <p:cNvSpPr/>
            <p:nvPr/>
          </p:nvSpPr>
          <p:spPr>
            <a:xfrm>
              <a:off x="361956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g2288"/>
            <p:cNvSpPr/>
            <p:nvPr/>
          </p:nvSpPr>
          <p:spPr>
            <a:xfrm>
              <a:off x="363119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g2289"/>
            <p:cNvSpPr/>
            <p:nvPr/>
          </p:nvSpPr>
          <p:spPr>
            <a:xfrm>
              <a:off x="364283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g2290"/>
            <p:cNvSpPr/>
            <p:nvPr/>
          </p:nvSpPr>
          <p:spPr>
            <a:xfrm>
              <a:off x="365447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g2291"/>
            <p:cNvSpPr/>
            <p:nvPr/>
          </p:nvSpPr>
          <p:spPr>
            <a:xfrm>
              <a:off x="366611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g2292"/>
            <p:cNvSpPr/>
            <p:nvPr/>
          </p:nvSpPr>
          <p:spPr>
            <a:xfrm>
              <a:off x="367774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g2293"/>
            <p:cNvSpPr/>
            <p:nvPr/>
          </p:nvSpPr>
          <p:spPr>
            <a:xfrm>
              <a:off x="368938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g2294"/>
            <p:cNvSpPr/>
            <p:nvPr/>
          </p:nvSpPr>
          <p:spPr>
            <a:xfrm>
              <a:off x="370102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g2295"/>
            <p:cNvSpPr/>
            <p:nvPr/>
          </p:nvSpPr>
          <p:spPr>
            <a:xfrm>
              <a:off x="371266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g2296"/>
            <p:cNvSpPr/>
            <p:nvPr/>
          </p:nvSpPr>
          <p:spPr>
            <a:xfrm>
              <a:off x="372429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g2297"/>
            <p:cNvSpPr/>
            <p:nvPr/>
          </p:nvSpPr>
          <p:spPr>
            <a:xfrm>
              <a:off x="373593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g2298"/>
            <p:cNvSpPr/>
            <p:nvPr/>
          </p:nvSpPr>
          <p:spPr>
            <a:xfrm>
              <a:off x="374757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g2299"/>
            <p:cNvSpPr/>
            <p:nvPr/>
          </p:nvSpPr>
          <p:spPr>
            <a:xfrm>
              <a:off x="375920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g2300"/>
            <p:cNvSpPr/>
            <p:nvPr/>
          </p:nvSpPr>
          <p:spPr>
            <a:xfrm>
              <a:off x="377084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g2301"/>
            <p:cNvSpPr/>
            <p:nvPr/>
          </p:nvSpPr>
          <p:spPr>
            <a:xfrm>
              <a:off x="378248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g2302"/>
            <p:cNvSpPr/>
            <p:nvPr/>
          </p:nvSpPr>
          <p:spPr>
            <a:xfrm>
              <a:off x="379412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g2303"/>
            <p:cNvSpPr/>
            <p:nvPr/>
          </p:nvSpPr>
          <p:spPr>
            <a:xfrm>
              <a:off x="3805759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g2304"/>
            <p:cNvSpPr/>
            <p:nvPr/>
          </p:nvSpPr>
          <p:spPr>
            <a:xfrm>
              <a:off x="3817396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g2305"/>
            <p:cNvSpPr/>
            <p:nvPr/>
          </p:nvSpPr>
          <p:spPr>
            <a:xfrm>
              <a:off x="382903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g2306"/>
            <p:cNvSpPr/>
            <p:nvPr/>
          </p:nvSpPr>
          <p:spPr>
            <a:xfrm>
              <a:off x="3840671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g2307"/>
            <p:cNvSpPr/>
            <p:nvPr/>
          </p:nvSpPr>
          <p:spPr>
            <a:xfrm>
              <a:off x="385230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g2308"/>
            <p:cNvSpPr/>
            <p:nvPr/>
          </p:nvSpPr>
          <p:spPr>
            <a:xfrm>
              <a:off x="386394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g2309"/>
            <p:cNvSpPr/>
            <p:nvPr/>
          </p:nvSpPr>
          <p:spPr>
            <a:xfrm>
              <a:off x="3875583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g2310"/>
            <p:cNvSpPr/>
            <p:nvPr/>
          </p:nvSpPr>
          <p:spPr>
            <a:xfrm>
              <a:off x="388722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g2311"/>
            <p:cNvSpPr/>
            <p:nvPr/>
          </p:nvSpPr>
          <p:spPr>
            <a:xfrm>
              <a:off x="389885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g2312"/>
            <p:cNvSpPr/>
            <p:nvPr/>
          </p:nvSpPr>
          <p:spPr>
            <a:xfrm>
              <a:off x="391049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g2313"/>
            <p:cNvSpPr/>
            <p:nvPr/>
          </p:nvSpPr>
          <p:spPr>
            <a:xfrm>
              <a:off x="392213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g2314"/>
            <p:cNvSpPr/>
            <p:nvPr/>
          </p:nvSpPr>
          <p:spPr>
            <a:xfrm>
              <a:off x="3957044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g2315"/>
            <p:cNvSpPr/>
            <p:nvPr/>
          </p:nvSpPr>
          <p:spPr>
            <a:xfrm>
              <a:off x="4375988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g2316"/>
            <p:cNvSpPr/>
            <p:nvPr/>
          </p:nvSpPr>
          <p:spPr>
            <a:xfrm>
              <a:off x="4387625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g2317"/>
            <p:cNvSpPr/>
            <p:nvPr/>
          </p:nvSpPr>
          <p:spPr>
            <a:xfrm>
              <a:off x="4399262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g2318"/>
            <p:cNvSpPr/>
            <p:nvPr/>
          </p:nvSpPr>
          <p:spPr>
            <a:xfrm>
              <a:off x="4410900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g2319"/>
            <p:cNvSpPr/>
            <p:nvPr/>
          </p:nvSpPr>
          <p:spPr>
            <a:xfrm>
              <a:off x="4422537" y="46812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g2320"/>
            <p:cNvSpPr/>
            <p:nvPr/>
          </p:nvSpPr>
          <p:spPr>
            <a:xfrm>
              <a:off x="344500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g2321"/>
            <p:cNvSpPr/>
            <p:nvPr/>
          </p:nvSpPr>
          <p:spPr>
            <a:xfrm>
              <a:off x="345663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g2322"/>
            <p:cNvSpPr/>
            <p:nvPr/>
          </p:nvSpPr>
          <p:spPr>
            <a:xfrm>
              <a:off x="346827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g2323"/>
            <p:cNvSpPr/>
            <p:nvPr/>
          </p:nvSpPr>
          <p:spPr>
            <a:xfrm>
              <a:off x="347991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g2324"/>
            <p:cNvSpPr/>
            <p:nvPr/>
          </p:nvSpPr>
          <p:spPr>
            <a:xfrm>
              <a:off x="349155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g2325"/>
            <p:cNvSpPr/>
            <p:nvPr/>
          </p:nvSpPr>
          <p:spPr>
            <a:xfrm>
              <a:off x="350318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g2326"/>
            <p:cNvSpPr/>
            <p:nvPr/>
          </p:nvSpPr>
          <p:spPr>
            <a:xfrm>
              <a:off x="35148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g2327"/>
            <p:cNvSpPr/>
            <p:nvPr/>
          </p:nvSpPr>
          <p:spPr>
            <a:xfrm>
              <a:off x="352646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g2328"/>
            <p:cNvSpPr/>
            <p:nvPr/>
          </p:nvSpPr>
          <p:spPr>
            <a:xfrm>
              <a:off x="35381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g2329"/>
            <p:cNvSpPr/>
            <p:nvPr/>
          </p:nvSpPr>
          <p:spPr>
            <a:xfrm>
              <a:off x="35497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g2330"/>
            <p:cNvSpPr/>
            <p:nvPr/>
          </p:nvSpPr>
          <p:spPr>
            <a:xfrm>
              <a:off x="356137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g2331"/>
            <p:cNvSpPr/>
            <p:nvPr/>
          </p:nvSpPr>
          <p:spPr>
            <a:xfrm>
              <a:off x="357301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g2332"/>
            <p:cNvSpPr/>
            <p:nvPr/>
          </p:nvSpPr>
          <p:spPr>
            <a:xfrm>
              <a:off x="358464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g2333"/>
            <p:cNvSpPr/>
            <p:nvPr/>
          </p:nvSpPr>
          <p:spPr>
            <a:xfrm>
              <a:off x="359628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g2334"/>
            <p:cNvSpPr/>
            <p:nvPr/>
          </p:nvSpPr>
          <p:spPr>
            <a:xfrm>
              <a:off x="360792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g2335"/>
            <p:cNvSpPr/>
            <p:nvPr/>
          </p:nvSpPr>
          <p:spPr>
            <a:xfrm>
              <a:off x="361956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g2336"/>
            <p:cNvSpPr/>
            <p:nvPr/>
          </p:nvSpPr>
          <p:spPr>
            <a:xfrm>
              <a:off x="363119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g2337"/>
            <p:cNvSpPr/>
            <p:nvPr/>
          </p:nvSpPr>
          <p:spPr>
            <a:xfrm>
              <a:off x="364283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g2338"/>
            <p:cNvSpPr/>
            <p:nvPr/>
          </p:nvSpPr>
          <p:spPr>
            <a:xfrm>
              <a:off x="365447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g2339"/>
            <p:cNvSpPr/>
            <p:nvPr/>
          </p:nvSpPr>
          <p:spPr>
            <a:xfrm>
              <a:off x="366611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g2340"/>
            <p:cNvSpPr/>
            <p:nvPr/>
          </p:nvSpPr>
          <p:spPr>
            <a:xfrm>
              <a:off x="367774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C9A">
                <a:alpha val="100000"/>
              </a:srgbClr>
            </a:solidFill>
            <a:ln w="5420" cap="flat">
              <a:solidFill>
                <a:srgbClr val="395C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g2341"/>
            <p:cNvSpPr/>
            <p:nvPr/>
          </p:nvSpPr>
          <p:spPr>
            <a:xfrm>
              <a:off x="368938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g2342"/>
            <p:cNvSpPr/>
            <p:nvPr/>
          </p:nvSpPr>
          <p:spPr>
            <a:xfrm>
              <a:off x="370102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g2343"/>
            <p:cNvSpPr/>
            <p:nvPr/>
          </p:nvSpPr>
          <p:spPr>
            <a:xfrm>
              <a:off x="371266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g2344"/>
            <p:cNvSpPr/>
            <p:nvPr/>
          </p:nvSpPr>
          <p:spPr>
            <a:xfrm>
              <a:off x="372429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g2345"/>
            <p:cNvSpPr/>
            <p:nvPr/>
          </p:nvSpPr>
          <p:spPr>
            <a:xfrm>
              <a:off x="373593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g2346"/>
            <p:cNvSpPr/>
            <p:nvPr/>
          </p:nvSpPr>
          <p:spPr>
            <a:xfrm>
              <a:off x="374757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g2347"/>
            <p:cNvSpPr/>
            <p:nvPr/>
          </p:nvSpPr>
          <p:spPr>
            <a:xfrm>
              <a:off x="375920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g2348"/>
            <p:cNvSpPr/>
            <p:nvPr/>
          </p:nvSpPr>
          <p:spPr>
            <a:xfrm>
              <a:off x="377084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g2349"/>
            <p:cNvSpPr/>
            <p:nvPr/>
          </p:nvSpPr>
          <p:spPr>
            <a:xfrm>
              <a:off x="378248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g2350"/>
            <p:cNvSpPr/>
            <p:nvPr/>
          </p:nvSpPr>
          <p:spPr>
            <a:xfrm>
              <a:off x="379412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g2351"/>
            <p:cNvSpPr/>
            <p:nvPr/>
          </p:nvSpPr>
          <p:spPr>
            <a:xfrm>
              <a:off x="380575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g2352"/>
            <p:cNvSpPr/>
            <p:nvPr/>
          </p:nvSpPr>
          <p:spPr>
            <a:xfrm>
              <a:off x="3817396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g2353"/>
            <p:cNvSpPr/>
            <p:nvPr/>
          </p:nvSpPr>
          <p:spPr>
            <a:xfrm>
              <a:off x="382903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g2354"/>
            <p:cNvSpPr/>
            <p:nvPr/>
          </p:nvSpPr>
          <p:spPr>
            <a:xfrm>
              <a:off x="384067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g2355"/>
            <p:cNvSpPr/>
            <p:nvPr/>
          </p:nvSpPr>
          <p:spPr>
            <a:xfrm>
              <a:off x="385230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g2356"/>
            <p:cNvSpPr/>
            <p:nvPr/>
          </p:nvSpPr>
          <p:spPr>
            <a:xfrm>
              <a:off x="386394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g2357"/>
            <p:cNvSpPr/>
            <p:nvPr/>
          </p:nvSpPr>
          <p:spPr>
            <a:xfrm>
              <a:off x="3875583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g2358"/>
            <p:cNvSpPr/>
            <p:nvPr/>
          </p:nvSpPr>
          <p:spPr>
            <a:xfrm>
              <a:off x="388722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g2359"/>
            <p:cNvSpPr/>
            <p:nvPr/>
          </p:nvSpPr>
          <p:spPr>
            <a:xfrm>
              <a:off x="389885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g2360"/>
            <p:cNvSpPr/>
            <p:nvPr/>
          </p:nvSpPr>
          <p:spPr>
            <a:xfrm>
              <a:off x="391049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g2361"/>
            <p:cNvSpPr/>
            <p:nvPr/>
          </p:nvSpPr>
          <p:spPr>
            <a:xfrm>
              <a:off x="392213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g2362"/>
            <p:cNvSpPr/>
            <p:nvPr/>
          </p:nvSpPr>
          <p:spPr>
            <a:xfrm>
              <a:off x="3933769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g2363"/>
            <p:cNvSpPr/>
            <p:nvPr/>
          </p:nvSpPr>
          <p:spPr>
            <a:xfrm>
              <a:off x="394540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g2364"/>
            <p:cNvSpPr/>
            <p:nvPr/>
          </p:nvSpPr>
          <p:spPr>
            <a:xfrm>
              <a:off x="3957044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g2365"/>
            <p:cNvSpPr/>
            <p:nvPr/>
          </p:nvSpPr>
          <p:spPr>
            <a:xfrm>
              <a:off x="3968681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g2366"/>
            <p:cNvSpPr/>
            <p:nvPr/>
          </p:nvSpPr>
          <p:spPr>
            <a:xfrm>
              <a:off x="3980318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g2367"/>
            <p:cNvSpPr/>
            <p:nvPr/>
          </p:nvSpPr>
          <p:spPr>
            <a:xfrm>
              <a:off x="4387625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E">
                <a:alpha val="100000"/>
              </a:srgbClr>
            </a:solidFill>
            <a:ln w="5420" cap="flat">
              <a:solidFill>
                <a:srgbClr val="3B3C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g2368"/>
            <p:cNvSpPr/>
            <p:nvPr/>
          </p:nvSpPr>
          <p:spPr>
            <a:xfrm>
              <a:off x="4399262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g2369"/>
            <p:cNvSpPr/>
            <p:nvPr/>
          </p:nvSpPr>
          <p:spPr>
            <a:xfrm>
              <a:off x="4410900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g2370"/>
            <p:cNvSpPr/>
            <p:nvPr/>
          </p:nvSpPr>
          <p:spPr>
            <a:xfrm>
              <a:off x="4422537" y="469559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g2371"/>
            <p:cNvSpPr/>
            <p:nvPr/>
          </p:nvSpPr>
          <p:spPr>
            <a:xfrm>
              <a:off x="343336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g2372"/>
            <p:cNvSpPr/>
            <p:nvPr/>
          </p:nvSpPr>
          <p:spPr>
            <a:xfrm>
              <a:off x="344500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g2373"/>
            <p:cNvSpPr/>
            <p:nvPr/>
          </p:nvSpPr>
          <p:spPr>
            <a:xfrm>
              <a:off x="345663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g2374"/>
            <p:cNvSpPr/>
            <p:nvPr/>
          </p:nvSpPr>
          <p:spPr>
            <a:xfrm>
              <a:off x="346827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g2375"/>
            <p:cNvSpPr/>
            <p:nvPr/>
          </p:nvSpPr>
          <p:spPr>
            <a:xfrm>
              <a:off x="347991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g2376"/>
            <p:cNvSpPr/>
            <p:nvPr/>
          </p:nvSpPr>
          <p:spPr>
            <a:xfrm>
              <a:off x="349155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g2377"/>
            <p:cNvSpPr/>
            <p:nvPr/>
          </p:nvSpPr>
          <p:spPr>
            <a:xfrm>
              <a:off x="350318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g2378"/>
            <p:cNvSpPr/>
            <p:nvPr/>
          </p:nvSpPr>
          <p:spPr>
            <a:xfrm>
              <a:off x="35148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g2379"/>
            <p:cNvSpPr/>
            <p:nvPr/>
          </p:nvSpPr>
          <p:spPr>
            <a:xfrm>
              <a:off x="352646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g2380"/>
            <p:cNvSpPr/>
            <p:nvPr/>
          </p:nvSpPr>
          <p:spPr>
            <a:xfrm>
              <a:off x="35381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g2381"/>
            <p:cNvSpPr/>
            <p:nvPr/>
          </p:nvSpPr>
          <p:spPr>
            <a:xfrm>
              <a:off x="35497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g2382"/>
            <p:cNvSpPr/>
            <p:nvPr/>
          </p:nvSpPr>
          <p:spPr>
            <a:xfrm>
              <a:off x="356137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g2383"/>
            <p:cNvSpPr/>
            <p:nvPr/>
          </p:nvSpPr>
          <p:spPr>
            <a:xfrm>
              <a:off x="357301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g2384"/>
            <p:cNvSpPr/>
            <p:nvPr/>
          </p:nvSpPr>
          <p:spPr>
            <a:xfrm>
              <a:off x="358464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g2385"/>
            <p:cNvSpPr/>
            <p:nvPr/>
          </p:nvSpPr>
          <p:spPr>
            <a:xfrm>
              <a:off x="359628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g2386"/>
            <p:cNvSpPr/>
            <p:nvPr/>
          </p:nvSpPr>
          <p:spPr>
            <a:xfrm>
              <a:off x="360792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g2387"/>
            <p:cNvSpPr/>
            <p:nvPr/>
          </p:nvSpPr>
          <p:spPr>
            <a:xfrm>
              <a:off x="361956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g2388"/>
            <p:cNvSpPr/>
            <p:nvPr/>
          </p:nvSpPr>
          <p:spPr>
            <a:xfrm>
              <a:off x="363119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g2389"/>
            <p:cNvSpPr/>
            <p:nvPr/>
          </p:nvSpPr>
          <p:spPr>
            <a:xfrm>
              <a:off x="364283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g2390"/>
            <p:cNvSpPr/>
            <p:nvPr/>
          </p:nvSpPr>
          <p:spPr>
            <a:xfrm>
              <a:off x="365447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g2391"/>
            <p:cNvSpPr/>
            <p:nvPr/>
          </p:nvSpPr>
          <p:spPr>
            <a:xfrm>
              <a:off x="366611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g2392"/>
            <p:cNvSpPr/>
            <p:nvPr/>
          </p:nvSpPr>
          <p:spPr>
            <a:xfrm>
              <a:off x="367774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g2393"/>
            <p:cNvSpPr/>
            <p:nvPr/>
          </p:nvSpPr>
          <p:spPr>
            <a:xfrm>
              <a:off x="368938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95B99">
                <a:alpha val="100000"/>
              </a:srgbClr>
            </a:solidFill>
            <a:ln w="5420" cap="flat">
              <a:solidFill>
                <a:srgbClr val="39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g2394"/>
            <p:cNvSpPr/>
            <p:nvPr/>
          </p:nvSpPr>
          <p:spPr>
            <a:xfrm>
              <a:off x="370102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g2395"/>
            <p:cNvSpPr/>
            <p:nvPr/>
          </p:nvSpPr>
          <p:spPr>
            <a:xfrm>
              <a:off x="371266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g2396"/>
            <p:cNvSpPr/>
            <p:nvPr/>
          </p:nvSpPr>
          <p:spPr>
            <a:xfrm>
              <a:off x="372429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g2397"/>
            <p:cNvSpPr/>
            <p:nvPr/>
          </p:nvSpPr>
          <p:spPr>
            <a:xfrm>
              <a:off x="373593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g2398"/>
            <p:cNvSpPr/>
            <p:nvPr/>
          </p:nvSpPr>
          <p:spPr>
            <a:xfrm>
              <a:off x="374757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g2399"/>
            <p:cNvSpPr/>
            <p:nvPr/>
          </p:nvSpPr>
          <p:spPr>
            <a:xfrm>
              <a:off x="375920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g2400"/>
            <p:cNvSpPr/>
            <p:nvPr/>
          </p:nvSpPr>
          <p:spPr>
            <a:xfrm>
              <a:off x="377084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g2401"/>
            <p:cNvSpPr/>
            <p:nvPr/>
          </p:nvSpPr>
          <p:spPr>
            <a:xfrm>
              <a:off x="378248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g2402"/>
            <p:cNvSpPr/>
            <p:nvPr/>
          </p:nvSpPr>
          <p:spPr>
            <a:xfrm>
              <a:off x="379412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g2403"/>
            <p:cNvSpPr/>
            <p:nvPr/>
          </p:nvSpPr>
          <p:spPr>
            <a:xfrm>
              <a:off x="380575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g2404"/>
            <p:cNvSpPr/>
            <p:nvPr/>
          </p:nvSpPr>
          <p:spPr>
            <a:xfrm>
              <a:off x="381739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g2405"/>
            <p:cNvSpPr/>
            <p:nvPr/>
          </p:nvSpPr>
          <p:spPr>
            <a:xfrm>
              <a:off x="382903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g2406"/>
            <p:cNvSpPr/>
            <p:nvPr/>
          </p:nvSpPr>
          <p:spPr>
            <a:xfrm>
              <a:off x="384067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g2407"/>
            <p:cNvSpPr/>
            <p:nvPr/>
          </p:nvSpPr>
          <p:spPr>
            <a:xfrm>
              <a:off x="385230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g2408"/>
            <p:cNvSpPr/>
            <p:nvPr/>
          </p:nvSpPr>
          <p:spPr>
            <a:xfrm>
              <a:off x="386394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g2409"/>
            <p:cNvSpPr/>
            <p:nvPr/>
          </p:nvSpPr>
          <p:spPr>
            <a:xfrm>
              <a:off x="3875583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g2410"/>
            <p:cNvSpPr/>
            <p:nvPr/>
          </p:nvSpPr>
          <p:spPr>
            <a:xfrm>
              <a:off x="388722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g2411"/>
            <p:cNvSpPr/>
            <p:nvPr/>
          </p:nvSpPr>
          <p:spPr>
            <a:xfrm>
              <a:off x="389885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g2412"/>
            <p:cNvSpPr/>
            <p:nvPr/>
          </p:nvSpPr>
          <p:spPr>
            <a:xfrm>
              <a:off x="391049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g2413"/>
            <p:cNvSpPr/>
            <p:nvPr/>
          </p:nvSpPr>
          <p:spPr>
            <a:xfrm>
              <a:off x="392213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g2414"/>
            <p:cNvSpPr/>
            <p:nvPr/>
          </p:nvSpPr>
          <p:spPr>
            <a:xfrm>
              <a:off x="393376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g2415"/>
            <p:cNvSpPr/>
            <p:nvPr/>
          </p:nvSpPr>
          <p:spPr>
            <a:xfrm>
              <a:off x="394540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g2416"/>
            <p:cNvSpPr/>
            <p:nvPr/>
          </p:nvSpPr>
          <p:spPr>
            <a:xfrm>
              <a:off x="395704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g2417"/>
            <p:cNvSpPr/>
            <p:nvPr/>
          </p:nvSpPr>
          <p:spPr>
            <a:xfrm>
              <a:off x="3968681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g2418"/>
            <p:cNvSpPr/>
            <p:nvPr/>
          </p:nvSpPr>
          <p:spPr>
            <a:xfrm>
              <a:off x="3980318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g2419"/>
            <p:cNvSpPr/>
            <p:nvPr/>
          </p:nvSpPr>
          <p:spPr>
            <a:xfrm>
              <a:off x="409669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g2420"/>
            <p:cNvSpPr/>
            <p:nvPr/>
          </p:nvSpPr>
          <p:spPr>
            <a:xfrm>
              <a:off x="4108329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g2421"/>
            <p:cNvSpPr/>
            <p:nvPr/>
          </p:nvSpPr>
          <p:spPr>
            <a:xfrm>
              <a:off x="4119966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g2422"/>
            <p:cNvSpPr/>
            <p:nvPr/>
          </p:nvSpPr>
          <p:spPr>
            <a:xfrm>
              <a:off x="413160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g2423"/>
            <p:cNvSpPr/>
            <p:nvPr/>
          </p:nvSpPr>
          <p:spPr>
            <a:xfrm>
              <a:off x="4387625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6F">
                <a:alpha val="100000"/>
              </a:srgbClr>
            </a:solidFill>
            <a:ln w="5420" cap="flat">
              <a:solidFill>
                <a:srgbClr val="3B3E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g2424"/>
            <p:cNvSpPr/>
            <p:nvPr/>
          </p:nvSpPr>
          <p:spPr>
            <a:xfrm>
              <a:off x="4399262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g2425"/>
            <p:cNvSpPr/>
            <p:nvPr/>
          </p:nvSpPr>
          <p:spPr>
            <a:xfrm>
              <a:off x="4410900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E">
                <a:alpha val="100000"/>
              </a:srgbClr>
            </a:solidFill>
            <a:ln w="5420" cap="flat">
              <a:solidFill>
                <a:srgbClr val="3B3D6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g2426"/>
            <p:cNvSpPr/>
            <p:nvPr/>
          </p:nvSpPr>
          <p:spPr>
            <a:xfrm>
              <a:off x="4422537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g2427"/>
            <p:cNvSpPr/>
            <p:nvPr/>
          </p:nvSpPr>
          <p:spPr>
            <a:xfrm>
              <a:off x="4434174" y="470989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g2428"/>
            <p:cNvSpPr/>
            <p:nvPr/>
          </p:nvSpPr>
          <p:spPr>
            <a:xfrm>
              <a:off x="30842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g2429"/>
            <p:cNvSpPr/>
            <p:nvPr/>
          </p:nvSpPr>
          <p:spPr>
            <a:xfrm>
              <a:off x="30958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g2430"/>
            <p:cNvSpPr/>
            <p:nvPr/>
          </p:nvSpPr>
          <p:spPr>
            <a:xfrm>
              <a:off x="343336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g2431"/>
            <p:cNvSpPr/>
            <p:nvPr/>
          </p:nvSpPr>
          <p:spPr>
            <a:xfrm>
              <a:off x="344500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g2432"/>
            <p:cNvSpPr/>
            <p:nvPr/>
          </p:nvSpPr>
          <p:spPr>
            <a:xfrm>
              <a:off x="345663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g2433"/>
            <p:cNvSpPr/>
            <p:nvPr/>
          </p:nvSpPr>
          <p:spPr>
            <a:xfrm>
              <a:off x="346827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g2434"/>
            <p:cNvSpPr/>
            <p:nvPr/>
          </p:nvSpPr>
          <p:spPr>
            <a:xfrm>
              <a:off x="347991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g2435"/>
            <p:cNvSpPr/>
            <p:nvPr/>
          </p:nvSpPr>
          <p:spPr>
            <a:xfrm>
              <a:off x="349155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g2436"/>
            <p:cNvSpPr/>
            <p:nvPr/>
          </p:nvSpPr>
          <p:spPr>
            <a:xfrm>
              <a:off x="350318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g2437"/>
            <p:cNvSpPr/>
            <p:nvPr/>
          </p:nvSpPr>
          <p:spPr>
            <a:xfrm>
              <a:off x="35148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g2438"/>
            <p:cNvSpPr/>
            <p:nvPr/>
          </p:nvSpPr>
          <p:spPr>
            <a:xfrm>
              <a:off x="352646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g2439"/>
            <p:cNvSpPr/>
            <p:nvPr/>
          </p:nvSpPr>
          <p:spPr>
            <a:xfrm>
              <a:off x="35381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g2440"/>
            <p:cNvSpPr/>
            <p:nvPr/>
          </p:nvSpPr>
          <p:spPr>
            <a:xfrm>
              <a:off x="35497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g2441"/>
            <p:cNvSpPr/>
            <p:nvPr/>
          </p:nvSpPr>
          <p:spPr>
            <a:xfrm>
              <a:off x="356137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g2442"/>
            <p:cNvSpPr/>
            <p:nvPr/>
          </p:nvSpPr>
          <p:spPr>
            <a:xfrm>
              <a:off x="357301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g2443"/>
            <p:cNvSpPr/>
            <p:nvPr/>
          </p:nvSpPr>
          <p:spPr>
            <a:xfrm>
              <a:off x="358464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g2444"/>
            <p:cNvSpPr/>
            <p:nvPr/>
          </p:nvSpPr>
          <p:spPr>
            <a:xfrm>
              <a:off x="359628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g2445"/>
            <p:cNvSpPr/>
            <p:nvPr/>
          </p:nvSpPr>
          <p:spPr>
            <a:xfrm>
              <a:off x="360792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g2446"/>
            <p:cNvSpPr/>
            <p:nvPr/>
          </p:nvSpPr>
          <p:spPr>
            <a:xfrm>
              <a:off x="361956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g2447"/>
            <p:cNvSpPr/>
            <p:nvPr/>
          </p:nvSpPr>
          <p:spPr>
            <a:xfrm>
              <a:off x="363119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g2448"/>
            <p:cNvSpPr/>
            <p:nvPr/>
          </p:nvSpPr>
          <p:spPr>
            <a:xfrm>
              <a:off x="364283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g2449"/>
            <p:cNvSpPr/>
            <p:nvPr/>
          </p:nvSpPr>
          <p:spPr>
            <a:xfrm>
              <a:off x="365447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g2450"/>
            <p:cNvSpPr/>
            <p:nvPr/>
          </p:nvSpPr>
          <p:spPr>
            <a:xfrm>
              <a:off x="366611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g2451"/>
            <p:cNvSpPr/>
            <p:nvPr/>
          </p:nvSpPr>
          <p:spPr>
            <a:xfrm>
              <a:off x="367774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g2452"/>
            <p:cNvSpPr/>
            <p:nvPr/>
          </p:nvSpPr>
          <p:spPr>
            <a:xfrm>
              <a:off x="368938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g2453"/>
            <p:cNvSpPr/>
            <p:nvPr/>
          </p:nvSpPr>
          <p:spPr>
            <a:xfrm>
              <a:off x="370102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g2454"/>
            <p:cNvSpPr/>
            <p:nvPr/>
          </p:nvSpPr>
          <p:spPr>
            <a:xfrm>
              <a:off x="371266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g2455"/>
            <p:cNvSpPr/>
            <p:nvPr/>
          </p:nvSpPr>
          <p:spPr>
            <a:xfrm>
              <a:off x="372429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g2456"/>
            <p:cNvSpPr/>
            <p:nvPr/>
          </p:nvSpPr>
          <p:spPr>
            <a:xfrm>
              <a:off x="373593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g2457"/>
            <p:cNvSpPr/>
            <p:nvPr/>
          </p:nvSpPr>
          <p:spPr>
            <a:xfrm>
              <a:off x="374757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g2458"/>
            <p:cNvSpPr/>
            <p:nvPr/>
          </p:nvSpPr>
          <p:spPr>
            <a:xfrm>
              <a:off x="375920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g2459"/>
            <p:cNvSpPr/>
            <p:nvPr/>
          </p:nvSpPr>
          <p:spPr>
            <a:xfrm>
              <a:off x="377084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g2460"/>
            <p:cNvSpPr/>
            <p:nvPr/>
          </p:nvSpPr>
          <p:spPr>
            <a:xfrm>
              <a:off x="378248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g2461"/>
            <p:cNvSpPr/>
            <p:nvPr/>
          </p:nvSpPr>
          <p:spPr>
            <a:xfrm>
              <a:off x="379412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g2462"/>
            <p:cNvSpPr/>
            <p:nvPr/>
          </p:nvSpPr>
          <p:spPr>
            <a:xfrm>
              <a:off x="380575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g2463"/>
            <p:cNvSpPr/>
            <p:nvPr/>
          </p:nvSpPr>
          <p:spPr>
            <a:xfrm>
              <a:off x="381739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g2464"/>
            <p:cNvSpPr/>
            <p:nvPr/>
          </p:nvSpPr>
          <p:spPr>
            <a:xfrm>
              <a:off x="382903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g2465"/>
            <p:cNvSpPr/>
            <p:nvPr/>
          </p:nvSpPr>
          <p:spPr>
            <a:xfrm>
              <a:off x="384067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g2466"/>
            <p:cNvSpPr/>
            <p:nvPr/>
          </p:nvSpPr>
          <p:spPr>
            <a:xfrm>
              <a:off x="385230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g2467"/>
            <p:cNvSpPr/>
            <p:nvPr/>
          </p:nvSpPr>
          <p:spPr>
            <a:xfrm>
              <a:off x="386394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g2468"/>
            <p:cNvSpPr/>
            <p:nvPr/>
          </p:nvSpPr>
          <p:spPr>
            <a:xfrm>
              <a:off x="3875583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g2469"/>
            <p:cNvSpPr/>
            <p:nvPr/>
          </p:nvSpPr>
          <p:spPr>
            <a:xfrm>
              <a:off x="388722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g2470"/>
            <p:cNvSpPr/>
            <p:nvPr/>
          </p:nvSpPr>
          <p:spPr>
            <a:xfrm>
              <a:off x="389885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g2471"/>
            <p:cNvSpPr/>
            <p:nvPr/>
          </p:nvSpPr>
          <p:spPr>
            <a:xfrm>
              <a:off x="391049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g2472"/>
            <p:cNvSpPr/>
            <p:nvPr/>
          </p:nvSpPr>
          <p:spPr>
            <a:xfrm>
              <a:off x="392213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g2473"/>
            <p:cNvSpPr/>
            <p:nvPr/>
          </p:nvSpPr>
          <p:spPr>
            <a:xfrm>
              <a:off x="393376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g2474"/>
            <p:cNvSpPr/>
            <p:nvPr/>
          </p:nvSpPr>
          <p:spPr>
            <a:xfrm>
              <a:off x="394540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g2475"/>
            <p:cNvSpPr/>
            <p:nvPr/>
          </p:nvSpPr>
          <p:spPr>
            <a:xfrm>
              <a:off x="395704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g2476"/>
            <p:cNvSpPr/>
            <p:nvPr/>
          </p:nvSpPr>
          <p:spPr>
            <a:xfrm>
              <a:off x="396868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g2477"/>
            <p:cNvSpPr/>
            <p:nvPr/>
          </p:nvSpPr>
          <p:spPr>
            <a:xfrm>
              <a:off x="398031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g2478"/>
            <p:cNvSpPr/>
            <p:nvPr/>
          </p:nvSpPr>
          <p:spPr>
            <a:xfrm>
              <a:off x="408505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g2479"/>
            <p:cNvSpPr/>
            <p:nvPr/>
          </p:nvSpPr>
          <p:spPr>
            <a:xfrm>
              <a:off x="409669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g2480"/>
            <p:cNvSpPr/>
            <p:nvPr/>
          </p:nvSpPr>
          <p:spPr>
            <a:xfrm>
              <a:off x="4108329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g2481"/>
            <p:cNvSpPr/>
            <p:nvPr/>
          </p:nvSpPr>
          <p:spPr>
            <a:xfrm>
              <a:off x="4119966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g2482"/>
            <p:cNvSpPr/>
            <p:nvPr/>
          </p:nvSpPr>
          <p:spPr>
            <a:xfrm>
              <a:off x="413160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g2483"/>
            <p:cNvSpPr/>
            <p:nvPr/>
          </p:nvSpPr>
          <p:spPr>
            <a:xfrm>
              <a:off x="4143241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g2484"/>
            <p:cNvSpPr/>
            <p:nvPr/>
          </p:nvSpPr>
          <p:spPr>
            <a:xfrm>
              <a:off x="4154878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g2485"/>
            <p:cNvSpPr/>
            <p:nvPr/>
          </p:nvSpPr>
          <p:spPr>
            <a:xfrm>
              <a:off x="4387625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072">
                <a:alpha val="100000"/>
              </a:srgbClr>
            </a:solidFill>
            <a:ln w="5420" cap="flat">
              <a:solidFill>
                <a:srgbClr val="3B40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g2486"/>
            <p:cNvSpPr/>
            <p:nvPr/>
          </p:nvSpPr>
          <p:spPr>
            <a:xfrm>
              <a:off x="4399262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g2487"/>
            <p:cNvSpPr/>
            <p:nvPr/>
          </p:nvSpPr>
          <p:spPr>
            <a:xfrm>
              <a:off x="4410900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2">
                <a:alpha val="100000"/>
              </a:srgbClr>
            </a:solidFill>
            <a:ln w="5420" cap="flat">
              <a:solidFill>
                <a:srgbClr val="3B3F7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g2488"/>
            <p:cNvSpPr/>
            <p:nvPr/>
          </p:nvSpPr>
          <p:spPr>
            <a:xfrm>
              <a:off x="4422537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3">
                <a:alpha val="100000"/>
              </a:srgbClr>
            </a:solidFill>
            <a:ln w="5420" cap="flat">
              <a:solidFill>
                <a:srgbClr val="3C41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g2489"/>
            <p:cNvSpPr/>
            <p:nvPr/>
          </p:nvSpPr>
          <p:spPr>
            <a:xfrm>
              <a:off x="4434174" y="47241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g2490"/>
            <p:cNvSpPr/>
            <p:nvPr/>
          </p:nvSpPr>
          <p:spPr>
            <a:xfrm>
              <a:off x="30726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g2491"/>
            <p:cNvSpPr/>
            <p:nvPr/>
          </p:nvSpPr>
          <p:spPr>
            <a:xfrm>
              <a:off x="30842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g2492"/>
            <p:cNvSpPr/>
            <p:nvPr/>
          </p:nvSpPr>
          <p:spPr>
            <a:xfrm>
              <a:off x="30958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g2493"/>
            <p:cNvSpPr/>
            <p:nvPr/>
          </p:nvSpPr>
          <p:spPr>
            <a:xfrm>
              <a:off x="310751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g2494"/>
            <p:cNvSpPr/>
            <p:nvPr/>
          </p:nvSpPr>
          <p:spPr>
            <a:xfrm>
              <a:off x="31191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g2495"/>
            <p:cNvSpPr/>
            <p:nvPr/>
          </p:nvSpPr>
          <p:spPr>
            <a:xfrm>
              <a:off x="343336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g2496"/>
            <p:cNvSpPr/>
            <p:nvPr/>
          </p:nvSpPr>
          <p:spPr>
            <a:xfrm>
              <a:off x="344500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g2497"/>
            <p:cNvSpPr/>
            <p:nvPr/>
          </p:nvSpPr>
          <p:spPr>
            <a:xfrm>
              <a:off x="345663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g2498"/>
            <p:cNvSpPr/>
            <p:nvPr/>
          </p:nvSpPr>
          <p:spPr>
            <a:xfrm>
              <a:off x="346827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g2499"/>
            <p:cNvSpPr/>
            <p:nvPr/>
          </p:nvSpPr>
          <p:spPr>
            <a:xfrm>
              <a:off x="347991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g2500"/>
            <p:cNvSpPr/>
            <p:nvPr/>
          </p:nvSpPr>
          <p:spPr>
            <a:xfrm>
              <a:off x="349155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g2501"/>
            <p:cNvSpPr/>
            <p:nvPr/>
          </p:nvSpPr>
          <p:spPr>
            <a:xfrm>
              <a:off x="350318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g2502"/>
            <p:cNvSpPr/>
            <p:nvPr/>
          </p:nvSpPr>
          <p:spPr>
            <a:xfrm>
              <a:off x="35148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g2503"/>
            <p:cNvSpPr/>
            <p:nvPr/>
          </p:nvSpPr>
          <p:spPr>
            <a:xfrm>
              <a:off x="352646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g2504"/>
            <p:cNvSpPr/>
            <p:nvPr/>
          </p:nvSpPr>
          <p:spPr>
            <a:xfrm>
              <a:off x="35381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g2505"/>
            <p:cNvSpPr/>
            <p:nvPr/>
          </p:nvSpPr>
          <p:spPr>
            <a:xfrm>
              <a:off x="35497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g2506"/>
            <p:cNvSpPr/>
            <p:nvPr/>
          </p:nvSpPr>
          <p:spPr>
            <a:xfrm>
              <a:off x="356137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g2507"/>
            <p:cNvSpPr/>
            <p:nvPr/>
          </p:nvSpPr>
          <p:spPr>
            <a:xfrm>
              <a:off x="357301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g2508"/>
            <p:cNvSpPr/>
            <p:nvPr/>
          </p:nvSpPr>
          <p:spPr>
            <a:xfrm>
              <a:off x="358464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g2509"/>
            <p:cNvSpPr/>
            <p:nvPr/>
          </p:nvSpPr>
          <p:spPr>
            <a:xfrm>
              <a:off x="368938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g2510"/>
            <p:cNvSpPr/>
            <p:nvPr/>
          </p:nvSpPr>
          <p:spPr>
            <a:xfrm>
              <a:off x="370102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g2511"/>
            <p:cNvSpPr/>
            <p:nvPr/>
          </p:nvSpPr>
          <p:spPr>
            <a:xfrm>
              <a:off x="371266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g2512"/>
            <p:cNvSpPr/>
            <p:nvPr/>
          </p:nvSpPr>
          <p:spPr>
            <a:xfrm>
              <a:off x="372429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g2513"/>
            <p:cNvSpPr/>
            <p:nvPr/>
          </p:nvSpPr>
          <p:spPr>
            <a:xfrm>
              <a:off x="373593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g2514"/>
            <p:cNvSpPr/>
            <p:nvPr/>
          </p:nvSpPr>
          <p:spPr>
            <a:xfrm>
              <a:off x="374757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g2515"/>
            <p:cNvSpPr/>
            <p:nvPr/>
          </p:nvSpPr>
          <p:spPr>
            <a:xfrm>
              <a:off x="375920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g2516"/>
            <p:cNvSpPr/>
            <p:nvPr/>
          </p:nvSpPr>
          <p:spPr>
            <a:xfrm>
              <a:off x="377084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g2517"/>
            <p:cNvSpPr/>
            <p:nvPr/>
          </p:nvSpPr>
          <p:spPr>
            <a:xfrm>
              <a:off x="378248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g2518"/>
            <p:cNvSpPr/>
            <p:nvPr/>
          </p:nvSpPr>
          <p:spPr>
            <a:xfrm>
              <a:off x="379412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g2519"/>
            <p:cNvSpPr/>
            <p:nvPr/>
          </p:nvSpPr>
          <p:spPr>
            <a:xfrm>
              <a:off x="389885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g2520"/>
            <p:cNvSpPr/>
            <p:nvPr/>
          </p:nvSpPr>
          <p:spPr>
            <a:xfrm>
              <a:off x="391049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g2521"/>
            <p:cNvSpPr/>
            <p:nvPr/>
          </p:nvSpPr>
          <p:spPr>
            <a:xfrm>
              <a:off x="392213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g2522"/>
            <p:cNvSpPr/>
            <p:nvPr/>
          </p:nvSpPr>
          <p:spPr>
            <a:xfrm>
              <a:off x="393376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g2523"/>
            <p:cNvSpPr/>
            <p:nvPr/>
          </p:nvSpPr>
          <p:spPr>
            <a:xfrm>
              <a:off x="394540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g2524"/>
            <p:cNvSpPr/>
            <p:nvPr/>
          </p:nvSpPr>
          <p:spPr>
            <a:xfrm>
              <a:off x="395704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g2525"/>
            <p:cNvSpPr/>
            <p:nvPr/>
          </p:nvSpPr>
          <p:spPr>
            <a:xfrm>
              <a:off x="396868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g2526"/>
            <p:cNvSpPr/>
            <p:nvPr/>
          </p:nvSpPr>
          <p:spPr>
            <a:xfrm>
              <a:off x="398031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g2527"/>
            <p:cNvSpPr/>
            <p:nvPr/>
          </p:nvSpPr>
          <p:spPr>
            <a:xfrm>
              <a:off x="399195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g2528"/>
            <p:cNvSpPr/>
            <p:nvPr/>
          </p:nvSpPr>
          <p:spPr>
            <a:xfrm>
              <a:off x="406178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g2529"/>
            <p:cNvSpPr/>
            <p:nvPr/>
          </p:nvSpPr>
          <p:spPr>
            <a:xfrm>
              <a:off x="407341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g2530"/>
            <p:cNvSpPr/>
            <p:nvPr/>
          </p:nvSpPr>
          <p:spPr>
            <a:xfrm>
              <a:off x="408505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g2531"/>
            <p:cNvSpPr/>
            <p:nvPr/>
          </p:nvSpPr>
          <p:spPr>
            <a:xfrm>
              <a:off x="409669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g2532"/>
            <p:cNvSpPr/>
            <p:nvPr/>
          </p:nvSpPr>
          <p:spPr>
            <a:xfrm>
              <a:off x="4108329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g2533"/>
            <p:cNvSpPr/>
            <p:nvPr/>
          </p:nvSpPr>
          <p:spPr>
            <a:xfrm>
              <a:off x="411996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g2534"/>
            <p:cNvSpPr/>
            <p:nvPr/>
          </p:nvSpPr>
          <p:spPr>
            <a:xfrm>
              <a:off x="413160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g2535"/>
            <p:cNvSpPr/>
            <p:nvPr/>
          </p:nvSpPr>
          <p:spPr>
            <a:xfrm>
              <a:off x="4143241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g2536"/>
            <p:cNvSpPr/>
            <p:nvPr/>
          </p:nvSpPr>
          <p:spPr>
            <a:xfrm>
              <a:off x="4154878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g2537"/>
            <p:cNvSpPr/>
            <p:nvPr/>
          </p:nvSpPr>
          <p:spPr>
            <a:xfrm>
              <a:off x="4166516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g2538"/>
            <p:cNvSpPr/>
            <p:nvPr/>
          </p:nvSpPr>
          <p:spPr>
            <a:xfrm>
              <a:off x="4178153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g2539"/>
            <p:cNvSpPr/>
            <p:nvPr/>
          </p:nvSpPr>
          <p:spPr>
            <a:xfrm>
              <a:off x="4387625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g2540"/>
            <p:cNvSpPr/>
            <p:nvPr/>
          </p:nvSpPr>
          <p:spPr>
            <a:xfrm>
              <a:off x="4399262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g2541"/>
            <p:cNvSpPr/>
            <p:nvPr/>
          </p:nvSpPr>
          <p:spPr>
            <a:xfrm>
              <a:off x="4410900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g2542"/>
            <p:cNvSpPr/>
            <p:nvPr/>
          </p:nvSpPr>
          <p:spPr>
            <a:xfrm>
              <a:off x="4422537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g2543"/>
            <p:cNvSpPr/>
            <p:nvPr/>
          </p:nvSpPr>
          <p:spPr>
            <a:xfrm>
              <a:off x="4434174" y="473849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g2544"/>
            <p:cNvSpPr/>
            <p:nvPr/>
          </p:nvSpPr>
          <p:spPr>
            <a:xfrm>
              <a:off x="297950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g2545"/>
            <p:cNvSpPr/>
            <p:nvPr/>
          </p:nvSpPr>
          <p:spPr>
            <a:xfrm>
              <a:off x="299114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g2546"/>
            <p:cNvSpPr/>
            <p:nvPr/>
          </p:nvSpPr>
          <p:spPr>
            <a:xfrm>
              <a:off x="300278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g2547"/>
            <p:cNvSpPr/>
            <p:nvPr/>
          </p:nvSpPr>
          <p:spPr>
            <a:xfrm>
              <a:off x="30609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g2548"/>
            <p:cNvSpPr/>
            <p:nvPr/>
          </p:nvSpPr>
          <p:spPr>
            <a:xfrm>
              <a:off x="30726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g2549"/>
            <p:cNvSpPr/>
            <p:nvPr/>
          </p:nvSpPr>
          <p:spPr>
            <a:xfrm>
              <a:off x="30842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g2550"/>
            <p:cNvSpPr/>
            <p:nvPr/>
          </p:nvSpPr>
          <p:spPr>
            <a:xfrm>
              <a:off x="30958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g2551"/>
            <p:cNvSpPr/>
            <p:nvPr/>
          </p:nvSpPr>
          <p:spPr>
            <a:xfrm>
              <a:off x="310751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g2552"/>
            <p:cNvSpPr/>
            <p:nvPr/>
          </p:nvSpPr>
          <p:spPr>
            <a:xfrm>
              <a:off x="31191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g2553"/>
            <p:cNvSpPr/>
            <p:nvPr/>
          </p:nvSpPr>
          <p:spPr>
            <a:xfrm>
              <a:off x="31307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g2554"/>
            <p:cNvSpPr/>
            <p:nvPr/>
          </p:nvSpPr>
          <p:spPr>
            <a:xfrm>
              <a:off x="314243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g2555"/>
            <p:cNvSpPr/>
            <p:nvPr/>
          </p:nvSpPr>
          <p:spPr>
            <a:xfrm>
              <a:off x="31540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g2556"/>
            <p:cNvSpPr/>
            <p:nvPr/>
          </p:nvSpPr>
          <p:spPr>
            <a:xfrm>
              <a:off x="31657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g2557"/>
            <p:cNvSpPr/>
            <p:nvPr/>
          </p:nvSpPr>
          <p:spPr>
            <a:xfrm>
              <a:off x="317734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g2558"/>
            <p:cNvSpPr/>
            <p:nvPr/>
          </p:nvSpPr>
          <p:spPr>
            <a:xfrm>
              <a:off x="32704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g2559"/>
            <p:cNvSpPr/>
            <p:nvPr/>
          </p:nvSpPr>
          <p:spPr>
            <a:xfrm>
              <a:off x="328207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g2560"/>
            <p:cNvSpPr/>
            <p:nvPr/>
          </p:nvSpPr>
          <p:spPr>
            <a:xfrm>
              <a:off x="32937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g2561"/>
            <p:cNvSpPr/>
            <p:nvPr/>
          </p:nvSpPr>
          <p:spPr>
            <a:xfrm>
              <a:off x="33053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g2562"/>
            <p:cNvSpPr/>
            <p:nvPr/>
          </p:nvSpPr>
          <p:spPr>
            <a:xfrm>
              <a:off x="331699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g2563"/>
            <p:cNvSpPr/>
            <p:nvPr/>
          </p:nvSpPr>
          <p:spPr>
            <a:xfrm>
              <a:off x="343336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g2564"/>
            <p:cNvSpPr/>
            <p:nvPr/>
          </p:nvSpPr>
          <p:spPr>
            <a:xfrm>
              <a:off x="344500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g2565"/>
            <p:cNvSpPr/>
            <p:nvPr/>
          </p:nvSpPr>
          <p:spPr>
            <a:xfrm>
              <a:off x="345663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g2566"/>
            <p:cNvSpPr/>
            <p:nvPr/>
          </p:nvSpPr>
          <p:spPr>
            <a:xfrm>
              <a:off x="346827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g2567"/>
            <p:cNvSpPr/>
            <p:nvPr/>
          </p:nvSpPr>
          <p:spPr>
            <a:xfrm>
              <a:off x="347991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g2568"/>
            <p:cNvSpPr/>
            <p:nvPr/>
          </p:nvSpPr>
          <p:spPr>
            <a:xfrm>
              <a:off x="349155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g2569"/>
            <p:cNvSpPr/>
            <p:nvPr/>
          </p:nvSpPr>
          <p:spPr>
            <a:xfrm>
              <a:off x="350318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g2570"/>
            <p:cNvSpPr/>
            <p:nvPr/>
          </p:nvSpPr>
          <p:spPr>
            <a:xfrm>
              <a:off x="351482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g2571"/>
            <p:cNvSpPr/>
            <p:nvPr/>
          </p:nvSpPr>
          <p:spPr>
            <a:xfrm>
              <a:off x="352646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g2572"/>
            <p:cNvSpPr/>
            <p:nvPr/>
          </p:nvSpPr>
          <p:spPr>
            <a:xfrm>
              <a:off x="35381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g2573"/>
            <p:cNvSpPr/>
            <p:nvPr/>
          </p:nvSpPr>
          <p:spPr>
            <a:xfrm>
              <a:off x="35497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g2574"/>
            <p:cNvSpPr/>
            <p:nvPr/>
          </p:nvSpPr>
          <p:spPr>
            <a:xfrm>
              <a:off x="356137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g2575"/>
            <p:cNvSpPr/>
            <p:nvPr/>
          </p:nvSpPr>
          <p:spPr>
            <a:xfrm>
              <a:off x="357301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g2576"/>
            <p:cNvSpPr/>
            <p:nvPr/>
          </p:nvSpPr>
          <p:spPr>
            <a:xfrm>
              <a:off x="358464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g2577"/>
            <p:cNvSpPr/>
            <p:nvPr/>
          </p:nvSpPr>
          <p:spPr>
            <a:xfrm>
              <a:off x="393376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g2578"/>
            <p:cNvSpPr/>
            <p:nvPr/>
          </p:nvSpPr>
          <p:spPr>
            <a:xfrm>
              <a:off x="394540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g2579"/>
            <p:cNvSpPr/>
            <p:nvPr/>
          </p:nvSpPr>
          <p:spPr>
            <a:xfrm>
              <a:off x="395704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g2580"/>
            <p:cNvSpPr/>
            <p:nvPr/>
          </p:nvSpPr>
          <p:spPr>
            <a:xfrm>
              <a:off x="396868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g2581"/>
            <p:cNvSpPr/>
            <p:nvPr/>
          </p:nvSpPr>
          <p:spPr>
            <a:xfrm>
              <a:off x="398031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g2582"/>
            <p:cNvSpPr/>
            <p:nvPr/>
          </p:nvSpPr>
          <p:spPr>
            <a:xfrm>
              <a:off x="399195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g2583"/>
            <p:cNvSpPr/>
            <p:nvPr/>
          </p:nvSpPr>
          <p:spPr>
            <a:xfrm>
              <a:off x="400359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g2584"/>
            <p:cNvSpPr/>
            <p:nvPr/>
          </p:nvSpPr>
          <p:spPr>
            <a:xfrm>
              <a:off x="402686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g2585"/>
            <p:cNvSpPr/>
            <p:nvPr/>
          </p:nvSpPr>
          <p:spPr>
            <a:xfrm>
              <a:off x="4038505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g2586"/>
            <p:cNvSpPr/>
            <p:nvPr/>
          </p:nvSpPr>
          <p:spPr>
            <a:xfrm>
              <a:off x="405014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g2587"/>
            <p:cNvSpPr/>
            <p:nvPr/>
          </p:nvSpPr>
          <p:spPr>
            <a:xfrm>
              <a:off x="406178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g2588"/>
            <p:cNvSpPr/>
            <p:nvPr/>
          </p:nvSpPr>
          <p:spPr>
            <a:xfrm>
              <a:off x="407341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g2589"/>
            <p:cNvSpPr/>
            <p:nvPr/>
          </p:nvSpPr>
          <p:spPr>
            <a:xfrm>
              <a:off x="408505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g2590"/>
            <p:cNvSpPr/>
            <p:nvPr/>
          </p:nvSpPr>
          <p:spPr>
            <a:xfrm>
              <a:off x="409669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g2591"/>
            <p:cNvSpPr/>
            <p:nvPr/>
          </p:nvSpPr>
          <p:spPr>
            <a:xfrm>
              <a:off x="4108329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g2592"/>
            <p:cNvSpPr/>
            <p:nvPr/>
          </p:nvSpPr>
          <p:spPr>
            <a:xfrm>
              <a:off x="411996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g2593"/>
            <p:cNvSpPr/>
            <p:nvPr/>
          </p:nvSpPr>
          <p:spPr>
            <a:xfrm>
              <a:off x="413160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g2594"/>
            <p:cNvSpPr/>
            <p:nvPr/>
          </p:nvSpPr>
          <p:spPr>
            <a:xfrm>
              <a:off x="4143241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g2595"/>
            <p:cNvSpPr/>
            <p:nvPr/>
          </p:nvSpPr>
          <p:spPr>
            <a:xfrm>
              <a:off x="4154878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g2596"/>
            <p:cNvSpPr/>
            <p:nvPr/>
          </p:nvSpPr>
          <p:spPr>
            <a:xfrm>
              <a:off x="4166516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g2597"/>
            <p:cNvSpPr/>
            <p:nvPr/>
          </p:nvSpPr>
          <p:spPr>
            <a:xfrm>
              <a:off x="4178153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g2598"/>
            <p:cNvSpPr/>
            <p:nvPr/>
          </p:nvSpPr>
          <p:spPr>
            <a:xfrm>
              <a:off x="418979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g2599"/>
            <p:cNvSpPr/>
            <p:nvPr/>
          </p:nvSpPr>
          <p:spPr>
            <a:xfrm>
              <a:off x="4399262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g2600"/>
            <p:cNvSpPr/>
            <p:nvPr/>
          </p:nvSpPr>
          <p:spPr>
            <a:xfrm>
              <a:off x="4410900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g2601"/>
            <p:cNvSpPr/>
            <p:nvPr/>
          </p:nvSpPr>
          <p:spPr>
            <a:xfrm>
              <a:off x="4422537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g2602"/>
            <p:cNvSpPr/>
            <p:nvPr/>
          </p:nvSpPr>
          <p:spPr>
            <a:xfrm>
              <a:off x="4434174" y="47527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g2603"/>
            <p:cNvSpPr/>
            <p:nvPr/>
          </p:nvSpPr>
          <p:spPr>
            <a:xfrm>
              <a:off x="295623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g2604"/>
            <p:cNvSpPr/>
            <p:nvPr/>
          </p:nvSpPr>
          <p:spPr>
            <a:xfrm>
              <a:off x="296787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g2605"/>
            <p:cNvSpPr/>
            <p:nvPr/>
          </p:nvSpPr>
          <p:spPr>
            <a:xfrm>
              <a:off x="297950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g2606"/>
            <p:cNvSpPr/>
            <p:nvPr/>
          </p:nvSpPr>
          <p:spPr>
            <a:xfrm>
              <a:off x="299114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g2607"/>
            <p:cNvSpPr/>
            <p:nvPr/>
          </p:nvSpPr>
          <p:spPr>
            <a:xfrm>
              <a:off x="300278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g2608"/>
            <p:cNvSpPr/>
            <p:nvPr/>
          </p:nvSpPr>
          <p:spPr>
            <a:xfrm>
              <a:off x="301442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g2609"/>
            <p:cNvSpPr/>
            <p:nvPr/>
          </p:nvSpPr>
          <p:spPr>
            <a:xfrm>
              <a:off x="304933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g2610"/>
            <p:cNvSpPr/>
            <p:nvPr/>
          </p:nvSpPr>
          <p:spPr>
            <a:xfrm>
              <a:off x="306096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g2611"/>
            <p:cNvSpPr/>
            <p:nvPr/>
          </p:nvSpPr>
          <p:spPr>
            <a:xfrm>
              <a:off x="30726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g2612"/>
            <p:cNvSpPr/>
            <p:nvPr/>
          </p:nvSpPr>
          <p:spPr>
            <a:xfrm>
              <a:off x="30842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g2613"/>
            <p:cNvSpPr/>
            <p:nvPr/>
          </p:nvSpPr>
          <p:spPr>
            <a:xfrm>
              <a:off x="30958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g2614"/>
            <p:cNvSpPr/>
            <p:nvPr/>
          </p:nvSpPr>
          <p:spPr>
            <a:xfrm>
              <a:off x="310751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g2615"/>
            <p:cNvSpPr/>
            <p:nvPr/>
          </p:nvSpPr>
          <p:spPr>
            <a:xfrm>
              <a:off x="31191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g2616"/>
            <p:cNvSpPr/>
            <p:nvPr/>
          </p:nvSpPr>
          <p:spPr>
            <a:xfrm>
              <a:off x="31307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g2617"/>
            <p:cNvSpPr/>
            <p:nvPr/>
          </p:nvSpPr>
          <p:spPr>
            <a:xfrm>
              <a:off x="314243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g2618"/>
            <p:cNvSpPr/>
            <p:nvPr/>
          </p:nvSpPr>
          <p:spPr>
            <a:xfrm>
              <a:off x="31540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g2619"/>
            <p:cNvSpPr/>
            <p:nvPr/>
          </p:nvSpPr>
          <p:spPr>
            <a:xfrm>
              <a:off x="31657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g2620"/>
            <p:cNvSpPr/>
            <p:nvPr/>
          </p:nvSpPr>
          <p:spPr>
            <a:xfrm>
              <a:off x="317734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g2621"/>
            <p:cNvSpPr/>
            <p:nvPr/>
          </p:nvSpPr>
          <p:spPr>
            <a:xfrm>
              <a:off x="31889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g2622"/>
            <p:cNvSpPr/>
            <p:nvPr/>
          </p:nvSpPr>
          <p:spPr>
            <a:xfrm>
              <a:off x="32006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g2623"/>
            <p:cNvSpPr/>
            <p:nvPr/>
          </p:nvSpPr>
          <p:spPr>
            <a:xfrm>
              <a:off x="32588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g2624"/>
            <p:cNvSpPr/>
            <p:nvPr/>
          </p:nvSpPr>
          <p:spPr>
            <a:xfrm>
              <a:off x="32704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g2625"/>
            <p:cNvSpPr/>
            <p:nvPr/>
          </p:nvSpPr>
          <p:spPr>
            <a:xfrm>
              <a:off x="328207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g2626"/>
            <p:cNvSpPr/>
            <p:nvPr/>
          </p:nvSpPr>
          <p:spPr>
            <a:xfrm>
              <a:off x="32937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g2627"/>
            <p:cNvSpPr/>
            <p:nvPr/>
          </p:nvSpPr>
          <p:spPr>
            <a:xfrm>
              <a:off x="33053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g2628"/>
            <p:cNvSpPr/>
            <p:nvPr/>
          </p:nvSpPr>
          <p:spPr>
            <a:xfrm>
              <a:off x="331699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g2629"/>
            <p:cNvSpPr/>
            <p:nvPr/>
          </p:nvSpPr>
          <p:spPr>
            <a:xfrm>
              <a:off x="33286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g2630"/>
            <p:cNvSpPr/>
            <p:nvPr/>
          </p:nvSpPr>
          <p:spPr>
            <a:xfrm>
              <a:off x="334026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g2631"/>
            <p:cNvSpPr/>
            <p:nvPr/>
          </p:nvSpPr>
          <p:spPr>
            <a:xfrm>
              <a:off x="345663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g2632"/>
            <p:cNvSpPr/>
            <p:nvPr/>
          </p:nvSpPr>
          <p:spPr>
            <a:xfrm>
              <a:off x="346827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g2633"/>
            <p:cNvSpPr/>
            <p:nvPr/>
          </p:nvSpPr>
          <p:spPr>
            <a:xfrm>
              <a:off x="347991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g2634"/>
            <p:cNvSpPr/>
            <p:nvPr/>
          </p:nvSpPr>
          <p:spPr>
            <a:xfrm>
              <a:off x="349155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g2635"/>
            <p:cNvSpPr/>
            <p:nvPr/>
          </p:nvSpPr>
          <p:spPr>
            <a:xfrm>
              <a:off x="350318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g2636"/>
            <p:cNvSpPr/>
            <p:nvPr/>
          </p:nvSpPr>
          <p:spPr>
            <a:xfrm>
              <a:off x="351482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g2637"/>
            <p:cNvSpPr/>
            <p:nvPr/>
          </p:nvSpPr>
          <p:spPr>
            <a:xfrm>
              <a:off x="352646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g2638"/>
            <p:cNvSpPr/>
            <p:nvPr/>
          </p:nvSpPr>
          <p:spPr>
            <a:xfrm>
              <a:off x="35381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g2639"/>
            <p:cNvSpPr/>
            <p:nvPr/>
          </p:nvSpPr>
          <p:spPr>
            <a:xfrm>
              <a:off x="35497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g2640"/>
            <p:cNvSpPr/>
            <p:nvPr/>
          </p:nvSpPr>
          <p:spPr>
            <a:xfrm>
              <a:off x="356137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g2641"/>
            <p:cNvSpPr/>
            <p:nvPr/>
          </p:nvSpPr>
          <p:spPr>
            <a:xfrm>
              <a:off x="35730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g2642"/>
            <p:cNvSpPr/>
            <p:nvPr/>
          </p:nvSpPr>
          <p:spPr>
            <a:xfrm>
              <a:off x="358464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g2643"/>
            <p:cNvSpPr/>
            <p:nvPr/>
          </p:nvSpPr>
          <p:spPr>
            <a:xfrm>
              <a:off x="394540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g2644"/>
            <p:cNvSpPr/>
            <p:nvPr/>
          </p:nvSpPr>
          <p:spPr>
            <a:xfrm>
              <a:off x="395704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g2645"/>
            <p:cNvSpPr/>
            <p:nvPr/>
          </p:nvSpPr>
          <p:spPr>
            <a:xfrm>
              <a:off x="396868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g2646"/>
            <p:cNvSpPr/>
            <p:nvPr/>
          </p:nvSpPr>
          <p:spPr>
            <a:xfrm>
              <a:off x="398031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g2647"/>
            <p:cNvSpPr/>
            <p:nvPr/>
          </p:nvSpPr>
          <p:spPr>
            <a:xfrm>
              <a:off x="399195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g2648"/>
            <p:cNvSpPr/>
            <p:nvPr/>
          </p:nvSpPr>
          <p:spPr>
            <a:xfrm>
              <a:off x="400359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g2649"/>
            <p:cNvSpPr/>
            <p:nvPr/>
          </p:nvSpPr>
          <p:spPr>
            <a:xfrm>
              <a:off x="401523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g2650"/>
            <p:cNvSpPr/>
            <p:nvPr/>
          </p:nvSpPr>
          <p:spPr>
            <a:xfrm>
              <a:off x="402686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g2651"/>
            <p:cNvSpPr/>
            <p:nvPr/>
          </p:nvSpPr>
          <p:spPr>
            <a:xfrm>
              <a:off x="4038505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g2652"/>
            <p:cNvSpPr/>
            <p:nvPr/>
          </p:nvSpPr>
          <p:spPr>
            <a:xfrm>
              <a:off x="405014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g2653"/>
            <p:cNvSpPr/>
            <p:nvPr/>
          </p:nvSpPr>
          <p:spPr>
            <a:xfrm>
              <a:off x="406178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g2654"/>
            <p:cNvSpPr/>
            <p:nvPr/>
          </p:nvSpPr>
          <p:spPr>
            <a:xfrm>
              <a:off x="407341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g2655"/>
            <p:cNvSpPr/>
            <p:nvPr/>
          </p:nvSpPr>
          <p:spPr>
            <a:xfrm>
              <a:off x="408505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g2656"/>
            <p:cNvSpPr/>
            <p:nvPr/>
          </p:nvSpPr>
          <p:spPr>
            <a:xfrm>
              <a:off x="409669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g2657"/>
            <p:cNvSpPr/>
            <p:nvPr/>
          </p:nvSpPr>
          <p:spPr>
            <a:xfrm>
              <a:off x="4108329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g2658"/>
            <p:cNvSpPr/>
            <p:nvPr/>
          </p:nvSpPr>
          <p:spPr>
            <a:xfrm>
              <a:off x="411996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g2659"/>
            <p:cNvSpPr/>
            <p:nvPr/>
          </p:nvSpPr>
          <p:spPr>
            <a:xfrm>
              <a:off x="413160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g2660"/>
            <p:cNvSpPr/>
            <p:nvPr/>
          </p:nvSpPr>
          <p:spPr>
            <a:xfrm>
              <a:off x="4143241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g2661"/>
            <p:cNvSpPr/>
            <p:nvPr/>
          </p:nvSpPr>
          <p:spPr>
            <a:xfrm>
              <a:off x="415487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g2662"/>
            <p:cNvSpPr/>
            <p:nvPr/>
          </p:nvSpPr>
          <p:spPr>
            <a:xfrm>
              <a:off x="4166516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g2663"/>
            <p:cNvSpPr/>
            <p:nvPr/>
          </p:nvSpPr>
          <p:spPr>
            <a:xfrm>
              <a:off x="4178153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g2664"/>
            <p:cNvSpPr/>
            <p:nvPr/>
          </p:nvSpPr>
          <p:spPr>
            <a:xfrm>
              <a:off x="418979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g2665"/>
            <p:cNvSpPr/>
            <p:nvPr/>
          </p:nvSpPr>
          <p:spPr>
            <a:xfrm>
              <a:off x="4201428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g2666"/>
            <p:cNvSpPr/>
            <p:nvPr/>
          </p:nvSpPr>
          <p:spPr>
            <a:xfrm>
              <a:off x="439926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g2667"/>
            <p:cNvSpPr/>
            <p:nvPr/>
          </p:nvSpPr>
          <p:spPr>
            <a:xfrm>
              <a:off x="4410900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g2668"/>
            <p:cNvSpPr/>
            <p:nvPr/>
          </p:nvSpPr>
          <p:spPr>
            <a:xfrm>
              <a:off x="4422537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g2669"/>
            <p:cNvSpPr/>
            <p:nvPr/>
          </p:nvSpPr>
          <p:spPr>
            <a:xfrm>
              <a:off x="4434174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g2670"/>
            <p:cNvSpPr/>
            <p:nvPr/>
          </p:nvSpPr>
          <p:spPr>
            <a:xfrm>
              <a:off x="4445812" y="476709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g2671"/>
            <p:cNvSpPr/>
            <p:nvPr/>
          </p:nvSpPr>
          <p:spPr>
            <a:xfrm>
              <a:off x="294459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g2672"/>
            <p:cNvSpPr/>
            <p:nvPr/>
          </p:nvSpPr>
          <p:spPr>
            <a:xfrm>
              <a:off x="295623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g2673"/>
            <p:cNvSpPr/>
            <p:nvPr/>
          </p:nvSpPr>
          <p:spPr>
            <a:xfrm>
              <a:off x="296787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g2674"/>
            <p:cNvSpPr/>
            <p:nvPr/>
          </p:nvSpPr>
          <p:spPr>
            <a:xfrm>
              <a:off x="297950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g2675"/>
            <p:cNvSpPr/>
            <p:nvPr/>
          </p:nvSpPr>
          <p:spPr>
            <a:xfrm>
              <a:off x="299114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g2676"/>
            <p:cNvSpPr/>
            <p:nvPr/>
          </p:nvSpPr>
          <p:spPr>
            <a:xfrm>
              <a:off x="300278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g2677"/>
            <p:cNvSpPr/>
            <p:nvPr/>
          </p:nvSpPr>
          <p:spPr>
            <a:xfrm>
              <a:off x="301442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g2678"/>
            <p:cNvSpPr/>
            <p:nvPr/>
          </p:nvSpPr>
          <p:spPr>
            <a:xfrm>
              <a:off x="302605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g2679"/>
            <p:cNvSpPr/>
            <p:nvPr/>
          </p:nvSpPr>
          <p:spPr>
            <a:xfrm>
              <a:off x="303769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g2680"/>
            <p:cNvSpPr/>
            <p:nvPr/>
          </p:nvSpPr>
          <p:spPr>
            <a:xfrm>
              <a:off x="304933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g2681"/>
            <p:cNvSpPr/>
            <p:nvPr/>
          </p:nvSpPr>
          <p:spPr>
            <a:xfrm>
              <a:off x="306096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g2682"/>
            <p:cNvSpPr/>
            <p:nvPr/>
          </p:nvSpPr>
          <p:spPr>
            <a:xfrm>
              <a:off x="307260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g2683"/>
            <p:cNvSpPr/>
            <p:nvPr/>
          </p:nvSpPr>
          <p:spPr>
            <a:xfrm>
              <a:off x="30842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g2684"/>
            <p:cNvSpPr/>
            <p:nvPr/>
          </p:nvSpPr>
          <p:spPr>
            <a:xfrm>
              <a:off x="30958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g2685"/>
            <p:cNvSpPr/>
            <p:nvPr/>
          </p:nvSpPr>
          <p:spPr>
            <a:xfrm>
              <a:off x="310751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g2686"/>
            <p:cNvSpPr/>
            <p:nvPr/>
          </p:nvSpPr>
          <p:spPr>
            <a:xfrm>
              <a:off x="31191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g2687"/>
            <p:cNvSpPr/>
            <p:nvPr/>
          </p:nvSpPr>
          <p:spPr>
            <a:xfrm>
              <a:off x="31307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g2688"/>
            <p:cNvSpPr/>
            <p:nvPr/>
          </p:nvSpPr>
          <p:spPr>
            <a:xfrm>
              <a:off x="314243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g2689"/>
            <p:cNvSpPr/>
            <p:nvPr/>
          </p:nvSpPr>
          <p:spPr>
            <a:xfrm>
              <a:off x="31540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g2690"/>
            <p:cNvSpPr/>
            <p:nvPr/>
          </p:nvSpPr>
          <p:spPr>
            <a:xfrm>
              <a:off x="31657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g2691"/>
            <p:cNvSpPr/>
            <p:nvPr/>
          </p:nvSpPr>
          <p:spPr>
            <a:xfrm>
              <a:off x="317734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g2692"/>
            <p:cNvSpPr/>
            <p:nvPr/>
          </p:nvSpPr>
          <p:spPr>
            <a:xfrm>
              <a:off x="31889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g2693"/>
            <p:cNvSpPr/>
            <p:nvPr/>
          </p:nvSpPr>
          <p:spPr>
            <a:xfrm>
              <a:off x="32006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g2694"/>
            <p:cNvSpPr/>
            <p:nvPr/>
          </p:nvSpPr>
          <p:spPr>
            <a:xfrm>
              <a:off x="321225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g2695"/>
            <p:cNvSpPr/>
            <p:nvPr/>
          </p:nvSpPr>
          <p:spPr>
            <a:xfrm>
              <a:off x="32238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g2696"/>
            <p:cNvSpPr/>
            <p:nvPr/>
          </p:nvSpPr>
          <p:spPr>
            <a:xfrm>
              <a:off x="32355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g2697"/>
            <p:cNvSpPr/>
            <p:nvPr/>
          </p:nvSpPr>
          <p:spPr>
            <a:xfrm>
              <a:off x="324716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g2698"/>
            <p:cNvSpPr/>
            <p:nvPr/>
          </p:nvSpPr>
          <p:spPr>
            <a:xfrm>
              <a:off x="325880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g2699"/>
            <p:cNvSpPr/>
            <p:nvPr/>
          </p:nvSpPr>
          <p:spPr>
            <a:xfrm>
              <a:off x="32704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g2700"/>
            <p:cNvSpPr/>
            <p:nvPr/>
          </p:nvSpPr>
          <p:spPr>
            <a:xfrm>
              <a:off x="328207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g2701"/>
            <p:cNvSpPr/>
            <p:nvPr/>
          </p:nvSpPr>
          <p:spPr>
            <a:xfrm>
              <a:off x="32937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g2702"/>
            <p:cNvSpPr/>
            <p:nvPr/>
          </p:nvSpPr>
          <p:spPr>
            <a:xfrm>
              <a:off x="33053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g2703"/>
            <p:cNvSpPr/>
            <p:nvPr/>
          </p:nvSpPr>
          <p:spPr>
            <a:xfrm>
              <a:off x="331699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g2704"/>
            <p:cNvSpPr/>
            <p:nvPr/>
          </p:nvSpPr>
          <p:spPr>
            <a:xfrm>
              <a:off x="33286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g2705"/>
            <p:cNvSpPr/>
            <p:nvPr/>
          </p:nvSpPr>
          <p:spPr>
            <a:xfrm>
              <a:off x="33402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g2706"/>
            <p:cNvSpPr/>
            <p:nvPr/>
          </p:nvSpPr>
          <p:spPr>
            <a:xfrm>
              <a:off x="335190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g2707"/>
            <p:cNvSpPr/>
            <p:nvPr/>
          </p:nvSpPr>
          <p:spPr>
            <a:xfrm>
              <a:off x="336354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g2708"/>
            <p:cNvSpPr/>
            <p:nvPr/>
          </p:nvSpPr>
          <p:spPr>
            <a:xfrm>
              <a:off x="337517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g2709"/>
            <p:cNvSpPr/>
            <p:nvPr/>
          </p:nvSpPr>
          <p:spPr>
            <a:xfrm>
              <a:off x="346827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g2710"/>
            <p:cNvSpPr/>
            <p:nvPr/>
          </p:nvSpPr>
          <p:spPr>
            <a:xfrm>
              <a:off x="347991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g2711"/>
            <p:cNvSpPr/>
            <p:nvPr/>
          </p:nvSpPr>
          <p:spPr>
            <a:xfrm>
              <a:off x="349155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g2712"/>
            <p:cNvSpPr/>
            <p:nvPr/>
          </p:nvSpPr>
          <p:spPr>
            <a:xfrm>
              <a:off x="351482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g2713"/>
            <p:cNvSpPr/>
            <p:nvPr/>
          </p:nvSpPr>
          <p:spPr>
            <a:xfrm>
              <a:off x="352646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g2714"/>
            <p:cNvSpPr/>
            <p:nvPr/>
          </p:nvSpPr>
          <p:spPr>
            <a:xfrm>
              <a:off x="35381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g2715"/>
            <p:cNvSpPr/>
            <p:nvPr/>
          </p:nvSpPr>
          <p:spPr>
            <a:xfrm>
              <a:off x="35497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g2716"/>
            <p:cNvSpPr/>
            <p:nvPr/>
          </p:nvSpPr>
          <p:spPr>
            <a:xfrm>
              <a:off x="356137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g2717"/>
            <p:cNvSpPr/>
            <p:nvPr/>
          </p:nvSpPr>
          <p:spPr>
            <a:xfrm>
              <a:off x="35730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g2718"/>
            <p:cNvSpPr/>
            <p:nvPr/>
          </p:nvSpPr>
          <p:spPr>
            <a:xfrm>
              <a:off x="358464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g2719"/>
            <p:cNvSpPr/>
            <p:nvPr/>
          </p:nvSpPr>
          <p:spPr>
            <a:xfrm>
              <a:off x="395704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g2720"/>
            <p:cNvSpPr/>
            <p:nvPr/>
          </p:nvSpPr>
          <p:spPr>
            <a:xfrm>
              <a:off x="396868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g2721"/>
            <p:cNvSpPr/>
            <p:nvPr/>
          </p:nvSpPr>
          <p:spPr>
            <a:xfrm>
              <a:off x="398031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g2722"/>
            <p:cNvSpPr/>
            <p:nvPr/>
          </p:nvSpPr>
          <p:spPr>
            <a:xfrm>
              <a:off x="399195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g2723"/>
            <p:cNvSpPr/>
            <p:nvPr/>
          </p:nvSpPr>
          <p:spPr>
            <a:xfrm>
              <a:off x="400359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g2724"/>
            <p:cNvSpPr/>
            <p:nvPr/>
          </p:nvSpPr>
          <p:spPr>
            <a:xfrm>
              <a:off x="401523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g2725"/>
            <p:cNvSpPr/>
            <p:nvPr/>
          </p:nvSpPr>
          <p:spPr>
            <a:xfrm>
              <a:off x="402686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g2726"/>
            <p:cNvSpPr/>
            <p:nvPr/>
          </p:nvSpPr>
          <p:spPr>
            <a:xfrm>
              <a:off x="403850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g2727"/>
            <p:cNvSpPr/>
            <p:nvPr/>
          </p:nvSpPr>
          <p:spPr>
            <a:xfrm>
              <a:off x="405014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g2728"/>
            <p:cNvSpPr/>
            <p:nvPr/>
          </p:nvSpPr>
          <p:spPr>
            <a:xfrm>
              <a:off x="406178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g2729"/>
            <p:cNvSpPr/>
            <p:nvPr/>
          </p:nvSpPr>
          <p:spPr>
            <a:xfrm>
              <a:off x="407341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g2730"/>
            <p:cNvSpPr/>
            <p:nvPr/>
          </p:nvSpPr>
          <p:spPr>
            <a:xfrm>
              <a:off x="408505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g2731"/>
            <p:cNvSpPr/>
            <p:nvPr/>
          </p:nvSpPr>
          <p:spPr>
            <a:xfrm>
              <a:off x="409669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g2732"/>
            <p:cNvSpPr/>
            <p:nvPr/>
          </p:nvSpPr>
          <p:spPr>
            <a:xfrm>
              <a:off x="4108329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g2733"/>
            <p:cNvSpPr/>
            <p:nvPr/>
          </p:nvSpPr>
          <p:spPr>
            <a:xfrm>
              <a:off x="4143241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g2734"/>
            <p:cNvSpPr/>
            <p:nvPr/>
          </p:nvSpPr>
          <p:spPr>
            <a:xfrm>
              <a:off x="415487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g2735"/>
            <p:cNvSpPr/>
            <p:nvPr/>
          </p:nvSpPr>
          <p:spPr>
            <a:xfrm>
              <a:off x="4166516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g2736"/>
            <p:cNvSpPr/>
            <p:nvPr/>
          </p:nvSpPr>
          <p:spPr>
            <a:xfrm>
              <a:off x="4178153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g2737"/>
            <p:cNvSpPr/>
            <p:nvPr/>
          </p:nvSpPr>
          <p:spPr>
            <a:xfrm>
              <a:off x="418979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g2738"/>
            <p:cNvSpPr/>
            <p:nvPr/>
          </p:nvSpPr>
          <p:spPr>
            <a:xfrm>
              <a:off x="4201428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g2739"/>
            <p:cNvSpPr/>
            <p:nvPr/>
          </p:nvSpPr>
          <p:spPr>
            <a:xfrm>
              <a:off x="4213065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g2740"/>
            <p:cNvSpPr/>
            <p:nvPr/>
          </p:nvSpPr>
          <p:spPr>
            <a:xfrm>
              <a:off x="439926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g2741"/>
            <p:cNvSpPr/>
            <p:nvPr/>
          </p:nvSpPr>
          <p:spPr>
            <a:xfrm>
              <a:off x="4410900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g2742"/>
            <p:cNvSpPr/>
            <p:nvPr/>
          </p:nvSpPr>
          <p:spPr>
            <a:xfrm>
              <a:off x="4422537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g2743"/>
            <p:cNvSpPr/>
            <p:nvPr/>
          </p:nvSpPr>
          <p:spPr>
            <a:xfrm>
              <a:off x="4434174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g2744"/>
            <p:cNvSpPr/>
            <p:nvPr/>
          </p:nvSpPr>
          <p:spPr>
            <a:xfrm>
              <a:off x="4445812" y="478139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g2745"/>
            <p:cNvSpPr/>
            <p:nvPr/>
          </p:nvSpPr>
          <p:spPr>
            <a:xfrm>
              <a:off x="294459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g2746"/>
            <p:cNvSpPr/>
            <p:nvPr/>
          </p:nvSpPr>
          <p:spPr>
            <a:xfrm>
              <a:off x="295623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g2747"/>
            <p:cNvSpPr/>
            <p:nvPr/>
          </p:nvSpPr>
          <p:spPr>
            <a:xfrm>
              <a:off x="296787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g2748"/>
            <p:cNvSpPr/>
            <p:nvPr/>
          </p:nvSpPr>
          <p:spPr>
            <a:xfrm>
              <a:off x="297950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g2749"/>
            <p:cNvSpPr/>
            <p:nvPr/>
          </p:nvSpPr>
          <p:spPr>
            <a:xfrm>
              <a:off x="299114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g2750"/>
            <p:cNvSpPr/>
            <p:nvPr/>
          </p:nvSpPr>
          <p:spPr>
            <a:xfrm>
              <a:off x="300278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g2751"/>
            <p:cNvSpPr/>
            <p:nvPr/>
          </p:nvSpPr>
          <p:spPr>
            <a:xfrm>
              <a:off x="301442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g2752"/>
            <p:cNvSpPr/>
            <p:nvPr/>
          </p:nvSpPr>
          <p:spPr>
            <a:xfrm>
              <a:off x="302605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g2753"/>
            <p:cNvSpPr/>
            <p:nvPr/>
          </p:nvSpPr>
          <p:spPr>
            <a:xfrm>
              <a:off x="303769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g2754"/>
            <p:cNvSpPr/>
            <p:nvPr/>
          </p:nvSpPr>
          <p:spPr>
            <a:xfrm>
              <a:off x="304933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g2755"/>
            <p:cNvSpPr/>
            <p:nvPr/>
          </p:nvSpPr>
          <p:spPr>
            <a:xfrm>
              <a:off x="306096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g2756"/>
            <p:cNvSpPr/>
            <p:nvPr/>
          </p:nvSpPr>
          <p:spPr>
            <a:xfrm>
              <a:off x="307260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g2757"/>
            <p:cNvSpPr/>
            <p:nvPr/>
          </p:nvSpPr>
          <p:spPr>
            <a:xfrm>
              <a:off x="308424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g2758"/>
            <p:cNvSpPr/>
            <p:nvPr/>
          </p:nvSpPr>
          <p:spPr>
            <a:xfrm>
              <a:off x="30958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g2759"/>
            <p:cNvSpPr/>
            <p:nvPr/>
          </p:nvSpPr>
          <p:spPr>
            <a:xfrm>
              <a:off x="310751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g2760"/>
            <p:cNvSpPr/>
            <p:nvPr/>
          </p:nvSpPr>
          <p:spPr>
            <a:xfrm>
              <a:off x="31191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g2761"/>
            <p:cNvSpPr/>
            <p:nvPr/>
          </p:nvSpPr>
          <p:spPr>
            <a:xfrm>
              <a:off x="31307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g2762"/>
            <p:cNvSpPr/>
            <p:nvPr/>
          </p:nvSpPr>
          <p:spPr>
            <a:xfrm>
              <a:off x="314243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g2763"/>
            <p:cNvSpPr/>
            <p:nvPr/>
          </p:nvSpPr>
          <p:spPr>
            <a:xfrm>
              <a:off x="31540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g2764"/>
            <p:cNvSpPr/>
            <p:nvPr/>
          </p:nvSpPr>
          <p:spPr>
            <a:xfrm>
              <a:off x="31657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g2765"/>
            <p:cNvSpPr/>
            <p:nvPr/>
          </p:nvSpPr>
          <p:spPr>
            <a:xfrm>
              <a:off x="317734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g2766"/>
            <p:cNvSpPr/>
            <p:nvPr/>
          </p:nvSpPr>
          <p:spPr>
            <a:xfrm>
              <a:off x="31889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g2767"/>
            <p:cNvSpPr/>
            <p:nvPr/>
          </p:nvSpPr>
          <p:spPr>
            <a:xfrm>
              <a:off x="32006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g2768"/>
            <p:cNvSpPr/>
            <p:nvPr/>
          </p:nvSpPr>
          <p:spPr>
            <a:xfrm>
              <a:off x="321225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g2769"/>
            <p:cNvSpPr/>
            <p:nvPr/>
          </p:nvSpPr>
          <p:spPr>
            <a:xfrm>
              <a:off x="322389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g2770"/>
            <p:cNvSpPr/>
            <p:nvPr/>
          </p:nvSpPr>
          <p:spPr>
            <a:xfrm>
              <a:off x="323552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g2771"/>
            <p:cNvSpPr/>
            <p:nvPr/>
          </p:nvSpPr>
          <p:spPr>
            <a:xfrm>
              <a:off x="324716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g2772"/>
            <p:cNvSpPr/>
            <p:nvPr/>
          </p:nvSpPr>
          <p:spPr>
            <a:xfrm>
              <a:off x="325880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g2773"/>
            <p:cNvSpPr/>
            <p:nvPr/>
          </p:nvSpPr>
          <p:spPr>
            <a:xfrm>
              <a:off x="327044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g2774"/>
            <p:cNvSpPr/>
            <p:nvPr/>
          </p:nvSpPr>
          <p:spPr>
            <a:xfrm>
              <a:off x="328207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g2775"/>
            <p:cNvSpPr/>
            <p:nvPr/>
          </p:nvSpPr>
          <p:spPr>
            <a:xfrm>
              <a:off x="32937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g2776"/>
            <p:cNvSpPr/>
            <p:nvPr/>
          </p:nvSpPr>
          <p:spPr>
            <a:xfrm>
              <a:off x="33053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g2777"/>
            <p:cNvSpPr/>
            <p:nvPr/>
          </p:nvSpPr>
          <p:spPr>
            <a:xfrm>
              <a:off x="331699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g2778"/>
            <p:cNvSpPr/>
            <p:nvPr/>
          </p:nvSpPr>
          <p:spPr>
            <a:xfrm>
              <a:off x="33286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g2779"/>
            <p:cNvSpPr/>
            <p:nvPr/>
          </p:nvSpPr>
          <p:spPr>
            <a:xfrm>
              <a:off x="33402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g2780"/>
            <p:cNvSpPr/>
            <p:nvPr/>
          </p:nvSpPr>
          <p:spPr>
            <a:xfrm>
              <a:off x="335190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g2781"/>
            <p:cNvSpPr/>
            <p:nvPr/>
          </p:nvSpPr>
          <p:spPr>
            <a:xfrm>
              <a:off x="336354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g2782"/>
            <p:cNvSpPr/>
            <p:nvPr/>
          </p:nvSpPr>
          <p:spPr>
            <a:xfrm>
              <a:off x="337517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g2783"/>
            <p:cNvSpPr/>
            <p:nvPr/>
          </p:nvSpPr>
          <p:spPr>
            <a:xfrm>
              <a:off x="338681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g2784"/>
            <p:cNvSpPr/>
            <p:nvPr/>
          </p:nvSpPr>
          <p:spPr>
            <a:xfrm>
              <a:off x="345663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g2785"/>
            <p:cNvSpPr/>
            <p:nvPr/>
          </p:nvSpPr>
          <p:spPr>
            <a:xfrm>
              <a:off x="346827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g2786"/>
            <p:cNvSpPr/>
            <p:nvPr/>
          </p:nvSpPr>
          <p:spPr>
            <a:xfrm>
              <a:off x="347991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g2787"/>
            <p:cNvSpPr/>
            <p:nvPr/>
          </p:nvSpPr>
          <p:spPr>
            <a:xfrm>
              <a:off x="349155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g2788"/>
            <p:cNvSpPr/>
            <p:nvPr/>
          </p:nvSpPr>
          <p:spPr>
            <a:xfrm>
              <a:off x="350318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g2789"/>
            <p:cNvSpPr/>
            <p:nvPr/>
          </p:nvSpPr>
          <p:spPr>
            <a:xfrm>
              <a:off x="351482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g2790"/>
            <p:cNvSpPr/>
            <p:nvPr/>
          </p:nvSpPr>
          <p:spPr>
            <a:xfrm>
              <a:off x="352646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g2791"/>
            <p:cNvSpPr/>
            <p:nvPr/>
          </p:nvSpPr>
          <p:spPr>
            <a:xfrm>
              <a:off x="35381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g2792"/>
            <p:cNvSpPr/>
            <p:nvPr/>
          </p:nvSpPr>
          <p:spPr>
            <a:xfrm>
              <a:off x="35497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g2793"/>
            <p:cNvSpPr/>
            <p:nvPr/>
          </p:nvSpPr>
          <p:spPr>
            <a:xfrm>
              <a:off x="356137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g2794"/>
            <p:cNvSpPr/>
            <p:nvPr/>
          </p:nvSpPr>
          <p:spPr>
            <a:xfrm>
              <a:off x="35730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g2795"/>
            <p:cNvSpPr/>
            <p:nvPr/>
          </p:nvSpPr>
          <p:spPr>
            <a:xfrm>
              <a:off x="3968681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g2796"/>
            <p:cNvSpPr/>
            <p:nvPr/>
          </p:nvSpPr>
          <p:spPr>
            <a:xfrm>
              <a:off x="398031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g2797"/>
            <p:cNvSpPr/>
            <p:nvPr/>
          </p:nvSpPr>
          <p:spPr>
            <a:xfrm>
              <a:off x="399195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g2798"/>
            <p:cNvSpPr/>
            <p:nvPr/>
          </p:nvSpPr>
          <p:spPr>
            <a:xfrm>
              <a:off x="400359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g2799"/>
            <p:cNvSpPr/>
            <p:nvPr/>
          </p:nvSpPr>
          <p:spPr>
            <a:xfrm>
              <a:off x="401523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g2800"/>
            <p:cNvSpPr/>
            <p:nvPr/>
          </p:nvSpPr>
          <p:spPr>
            <a:xfrm>
              <a:off x="402686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g2801"/>
            <p:cNvSpPr/>
            <p:nvPr/>
          </p:nvSpPr>
          <p:spPr>
            <a:xfrm>
              <a:off x="403850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g2802"/>
            <p:cNvSpPr/>
            <p:nvPr/>
          </p:nvSpPr>
          <p:spPr>
            <a:xfrm>
              <a:off x="405014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g2803"/>
            <p:cNvSpPr/>
            <p:nvPr/>
          </p:nvSpPr>
          <p:spPr>
            <a:xfrm>
              <a:off x="406178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g2804"/>
            <p:cNvSpPr/>
            <p:nvPr/>
          </p:nvSpPr>
          <p:spPr>
            <a:xfrm>
              <a:off x="407341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g2805"/>
            <p:cNvSpPr/>
            <p:nvPr/>
          </p:nvSpPr>
          <p:spPr>
            <a:xfrm>
              <a:off x="415487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g2806"/>
            <p:cNvSpPr/>
            <p:nvPr/>
          </p:nvSpPr>
          <p:spPr>
            <a:xfrm>
              <a:off x="4166516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g2807"/>
            <p:cNvSpPr/>
            <p:nvPr/>
          </p:nvSpPr>
          <p:spPr>
            <a:xfrm>
              <a:off x="4178153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g2808"/>
            <p:cNvSpPr/>
            <p:nvPr/>
          </p:nvSpPr>
          <p:spPr>
            <a:xfrm>
              <a:off x="418979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g2809"/>
            <p:cNvSpPr/>
            <p:nvPr/>
          </p:nvSpPr>
          <p:spPr>
            <a:xfrm>
              <a:off x="4201428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g2810"/>
            <p:cNvSpPr/>
            <p:nvPr/>
          </p:nvSpPr>
          <p:spPr>
            <a:xfrm>
              <a:off x="4213065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g2811"/>
            <p:cNvSpPr/>
            <p:nvPr/>
          </p:nvSpPr>
          <p:spPr>
            <a:xfrm>
              <a:off x="4410900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g2812"/>
            <p:cNvSpPr/>
            <p:nvPr/>
          </p:nvSpPr>
          <p:spPr>
            <a:xfrm>
              <a:off x="4422537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g2813"/>
            <p:cNvSpPr/>
            <p:nvPr/>
          </p:nvSpPr>
          <p:spPr>
            <a:xfrm>
              <a:off x="4434174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g2814"/>
            <p:cNvSpPr/>
            <p:nvPr/>
          </p:nvSpPr>
          <p:spPr>
            <a:xfrm>
              <a:off x="4445812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g2815"/>
            <p:cNvSpPr/>
            <p:nvPr/>
          </p:nvSpPr>
          <p:spPr>
            <a:xfrm>
              <a:off x="4457449" y="47956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g2816"/>
            <p:cNvSpPr/>
            <p:nvPr/>
          </p:nvSpPr>
          <p:spPr>
            <a:xfrm>
              <a:off x="294459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g2817"/>
            <p:cNvSpPr/>
            <p:nvPr/>
          </p:nvSpPr>
          <p:spPr>
            <a:xfrm>
              <a:off x="295623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g2818"/>
            <p:cNvSpPr/>
            <p:nvPr/>
          </p:nvSpPr>
          <p:spPr>
            <a:xfrm>
              <a:off x="296787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g2819"/>
            <p:cNvSpPr/>
            <p:nvPr/>
          </p:nvSpPr>
          <p:spPr>
            <a:xfrm>
              <a:off x="297950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g2820"/>
            <p:cNvSpPr/>
            <p:nvPr/>
          </p:nvSpPr>
          <p:spPr>
            <a:xfrm>
              <a:off x="299114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g2821"/>
            <p:cNvSpPr/>
            <p:nvPr/>
          </p:nvSpPr>
          <p:spPr>
            <a:xfrm>
              <a:off x="300278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g2822"/>
            <p:cNvSpPr/>
            <p:nvPr/>
          </p:nvSpPr>
          <p:spPr>
            <a:xfrm>
              <a:off x="301442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g2823"/>
            <p:cNvSpPr/>
            <p:nvPr/>
          </p:nvSpPr>
          <p:spPr>
            <a:xfrm>
              <a:off x="302605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g2824"/>
            <p:cNvSpPr/>
            <p:nvPr/>
          </p:nvSpPr>
          <p:spPr>
            <a:xfrm>
              <a:off x="303769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g2825"/>
            <p:cNvSpPr/>
            <p:nvPr/>
          </p:nvSpPr>
          <p:spPr>
            <a:xfrm>
              <a:off x="304933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g2826"/>
            <p:cNvSpPr/>
            <p:nvPr/>
          </p:nvSpPr>
          <p:spPr>
            <a:xfrm>
              <a:off x="306096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g2827"/>
            <p:cNvSpPr/>
            <p:nvPr/>
          </p:nvSpPr>
          <p:spPr>
            <a:xfrm>
              <a:off x="307260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g2828"/>
            <p:cNvSpPr/>
            <p:nvPr/>
          </p:nvSpPr>
          <p:spPr>
            <a:xfrm>
              <a:off x="308424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g2829"/>
            <p:cNvSpPr/>
            <p:nvPr/>
          </p:nvSpPr>
          <p:spPr>
            <a:xfrm>
              <a:off x="30958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g2830"/>
            <p:cNvSpPr/>
            <p:nvPr/>
          </p:nvSpPr>
          <p:spPr>
            <a:xfrm>
              <a:off x="310751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g2831"/>
            <p:cNvSpPr/>
            <p:nvPr/>
          </p:nvSpPr>
          <p:spPr>
            <a:xfrm>
              <a:off x="31191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g2832"/>
            <p:cNvSpPr/>
            <p:nvPr/>
          </p:nvSpPr>
          <p:spPr>
            <a:xfrm>
              <a:off x="31307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g2833"/>
            <p:cNvSpPr/>
            <p:nvPr/>
          </p:nvSpPr>
          <p:spPr>
            <a:xfrm>
              <a:off x="314243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g2834"/>
            <p:cNvSpPr/>
            <p:nvPr/>
          </p:nvSpPr>
          <p:spPr>
            <a:xfrm>
              <a:off x="31540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g2835"/>
            <p:cNvSpPr/>
            <p:nvPr/>
          </p:nvSpPr>
          <p:spPr>
            <a:xfrm>
              <a:off x="31657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g2836"/>
            <p:cNvSpPr/>
            <p:nvPr/>
          </p:nvSpPr>
          <p:spPr>
            <a:xfrm>
              <a:off x="317734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g2837"/>
            <p:cNvSpPr/>
            <p:nvPr/>
          </p:nvSpPr>
          <p:spPr>
            <a:xfrm>
              <a:off x="318898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g2838"/>
            <p:cNvSpPr/>
            <p:nvPr/>
          </p:nvSpPr>
          <p:spPr>
            <a:xfrm>
              <a:off x="320061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g2839"/>
            <p:cNvSpPr/>
            <p:nvPr/>
          </p:nvSpPr>
          <p:spPr>
            <a:xfrm>
              <a:off x="321225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g2840"/>
            <p:cNvSpPr/>
            <p:nvPr/>
          </p:nvSpPr>
          <p:spPr>
            <a:xfrm>
              <a:off x="322389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g2841"/>
            <p:cNvSpPr/>
            <p:nvPr/>
          </p:nvSpPr>
          <p:spPr>
            <a:xfrm>
              <a:off x="323552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g2842"/>
            <p:cNvSpPr/>
            <p:nvPr/>
          </p:nvSpPr>
          <p:spPr>
            <a:xfrm>
              <a:off x="324716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g2843"/>
            <p:cNvSpPr/>
            <p:nvPr/>
          </p:nvSpPr>
          <p:spPr>
            <a:xfrm>
              <a:off x="325880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g2844"/>
            <p:cNvSpPr/>
            <p:nvPr/>
          </p:nvSpPr>
          <p:spPr>
            <a:xfrm>
              <a:off x="327044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g2845"/>
            <p:cNvSpPr/>
            <p:nvPr/>
          </p:nvSpPr>
          <p:spPr>
            <a:xfrm>
              <a:off x="328207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F71">
                <a:alpha val="100000"/>
              </a:srgbClr>
            </a:solidFill>
            <a:ln w="5420" cap="flat">
              <a:solidFill>
                <a:srgbClr val="3B3F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g2846"/>
            <p:cNvSpPr/>
            <p:nvPr/>
          </p:nvSpPr>
          <p:spPr>
            <a:xfrm>
              <a:off x="32937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g2847"/>
            <p:cNvSpPr/>
            <p:nvPr/>
          </p:nvSpPr>
          <p:spPr>
            <a:xfrm>
              <a:off x="33053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g2848"/>
            <p:cNvSpPr/>
            <p:nvPr/>
          </p:nvSpPr>
          <p:spPr>
            <a:xfrm>
              <a:off x="331699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A6A">
                <a:alpha val="100000"/>
              </a:srgbClr>
            </a:solidFill>
            <a:ln w="5420" cap="flat">
              <a:solidFill>
                <a:srgbClr val="3B3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g2849"/>
            <p:cNvSpPr/>
            <p:nvPr/>
          </p:nvSpPr>
          <p:spPr>
            <a:xfrm>
              <a:off x="33286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g2850"/>
            <p:cNvSpPr/>
            <p:nvPr/>
          </p:nvSpPr>
          <p:spPr>
            <a:xfrm>
              <a:off x="33402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g2851"/>
            <p:cNvSpPr/>
            <p:nvPr/>
          </p:nvSpPr>
          <p:spPr>
            <a:xfrm>
              <a:off x="335190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g2852"/>
            <p:cNvSpPr/>
            <p:nvPr/>
          </p:nvSpPr>
          <p:spPr>
            <a:xfrm>
              <a:off x="33635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g2853"/>
            <p:cNvSpPr/>
            <p:nvPr/>
          </p:nvSpPr>
          <p:spPr>
            <a:xfrm>
              <a:off x="337517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g2854"/>
            <p:cNvSpPr/>
            <p:nvPr/>
          </p:nvSpPr>
          <p:spPr>
            <a:xfrm>
              <a:off x="338681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g2855"/>
            <p:cNvSpPr/>
            <p:nvPr/>
          </p:nvSpPr>
          <p:spPr>
            <a:xfrm>
              <a:off x="344500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g2856"/>
            <p:cNvSpPr/>
            <p:nvPr/>
          </p:nvSpPr>
          <p:spPr>
            <a:xfrm>
              <a:off x="345663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g2857"/>
            <p:cNvSpPr/>
            <p:nvPr/>
          </p:nvSpPr>
          <p:spPr>
            <a:xfrm>
              <a:off x="346827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g2858"/>
            <p:cNvSpPr/>
            <p:nvPr/>
          </p:nvSpPr>
          <p:spPr>
            <a:xfrm>
              <a:off x="347991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g2859"/>
            <p:cNvSpPr/>
            <p:nvPr/>
          </p:nvSpPr>
          <p:spPr>
            <a:xfrm>
              <a:off x="349155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g2860"/>
            <p:cNvSpPr/>
            <p:nvPr/>
          </p:nvSpPr>
          <p:spPr>
            <a:xfrm>
              <a:off x="350318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g2861"/>
            <p:cNvSpPr/>
            <p:nvPr/>
          </p:nvSpPr>
          <p:spPr>
            <a:xfrm>
              <a:off x="351482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g2862"/>
            <p:cNvSpPr/>
            <p:nvPr/>
          </p:nvSpPr>
          <p:spPr>
            <a:xfrm>
              <a:off x="352646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g2863"/>
            <p:cNvSpPr/>
            <p:nvPr/>
          </p:nvSpPr>
          <p:spPr>
            <a:xfrm>
              <a:off x="35381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g2864"/>
            <p:cNvSpPr/>
            <p:nvPr/>
          </p:nvSpPr>
          <p:spPr>
            <a:xfrm>
              <a:off x="35497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g2865"/>
            <p:cNvSpPr/>
            <p:nvPr/>
          </p:nvSpPr>
          <p:spPr>
            <a:xfrm>
              <a:off x="356137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g2866"/>
            <p:cNvSpPr/>
            <p:nvPr/>
          </p:nvSpPr>
          <p:spPr>
            <a:xfrm>
              <a:off x="35730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g2867"/>
            <p:cNvSpPr/>
            <p:nvPr/>
          </p:nvSpPr>
          <p:spPr>
            <a:xfrm>
              <a:off x="35846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g2868"/>
            <p:cNvSpPr/>
            <p:nvPr/>
          </p:nvSpPr>
          <p:spPr>
            <a:xfrm>
              <a:off x="359628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g2869"/>
            <p:cNvSpPr/>
            <p:nvPr/>
          </p:nvSpPr>
          <p:spPr>
            <a:xfrm>
              <a:off x="3968681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g2870"/>
            <p:cNvSpPr/>
            <p:nvPr/>
          </p:nvSpPr>
          <p:spPr>
            <a:xfrm>
              <a:off x="398031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g2871"/>
            <p:cNvSpPr/>
            <p:nvPr/>
          </p:nvSpPr>
          <p:spPr>
            <a:xfrm>
              <a:off x="399195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g2872"/>
            <p:cNvSpPr/>
            <p:nvPr/>
          </p:nvSpPr>
          <p:spPr>
            <a:xfrm>
              <a:off x="400359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g2873"/>
            <p:cNvSpPr/>
            <p:nvPr/>
          </p:nvSpPr>
          <p:spPr>
            <a:xfrm>
              <a:off x="401523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g2874"/>
            <p:cNvSpPr/>
            <p:nvPr/>
          </p:nvSpPr>
          <p:spPr>
            <a:xfrm>
              <a:off x="402686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g2875"/>
            <p:cNvSpPr/>
            <p:nvPr/>
          </p:nvSpPr>
          <p:spPr>
            <a:xfrm>
              <a:off x="403850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g2876"/>
            <p:cNvSpPr/>
            <p:nvPr/>
          </p:nvSpPr>
          <p:spPr>
            <a:xfrm>
              <a:off x="405014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g2877"/>
            <p:cNvSpPr/>
            <p:nvPr/>
          </p:nvSpPr>
          <p:spPr>
            <a:xfrm>
              <a:off x="4166516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g2878"/>
            <p:cNvSpPr/>
            <p:nvPr/>
          </p:nvSpPr>
          <p:spPr>
            <a:xfrm>
              <a:off x="4178153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g2879"/>
            <p:cNvSpPr/>
            <p:nvPr/>
          </p:nvSpPr>
          <p:spPr>
            <a:xfrm>
              <a:off x="418979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g2880"/>
            <p:cNvSpPr/>
            <p:nvPr/>
          </p:nvSpPr>
          <p:spPr>
            <a:xfrm>
              <a:off x="4201428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g2881"/>
            <p:cNvSpPr/>
            <p:nvPr/>
          </p:nvSpPr>
          <p:spPr>
            <a:xfrm>
              <a:off x="4213065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g2882"/>
            <p:cNvSpPr/>
            <p:nvPr/>
          </p:nvSpPr>
          <p:spPr>
            <a:xfrm>
              <a:off x="422470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g2883"/>
            <p:cNvSpPr/>
            <p:nvPr/>
          </p:nvSpPr>
          <p:spPr>
            <a:xfrm>
              <a:off x="423634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g2884"/>
            <p:cNvSpPr/>
            <p:nvPr/>
          </p:nvSpPr>
          <p:spPr>
            <a:xfrm>
              <a:off x="4410900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g2885"/>
            <p:cNvSpPr/>
            <p:nvPr/>
          </p:nvSpPr>
          <p:spPr>
            <a:xfrm>
              <a:off x="4422537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g2886"/>
            <p:cNvSpPr/>
            <p:nvPr/>
          </p:nvSpPr>
          <p:spPr>
            <a:xfrm>
              <a:off x="4434174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g2887"/>
            <p:cNvSpPr/>
            <p:nvPr/>
          </p:nvSpPr>
          <p:spPr>
            <a:xfrm>
              <a:off x="4445812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g2888"/>
            <p:cNvSpPr/>
            <p:nvPr/>
          </p:nvSpPr>
          <p:spPr>
            <a:xfrm>
              <a:off x="4457449" y="480999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g2889"/>
            <p:cNvSpPr/>
            <p:nvPr/>
          </p:nvSpPr>
          <p:spPr>
            <a:xfrm>
              <a:off x="294459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g2890"/>
            <p:cNvSpPr/>
            <p:nvPr/>
          </p:nvSpPr>
          <p:spPr>
            <a:xfrm>
              <a:off x="295623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g2891"/>
            <p:cNvSpPr/>
            <p:nvPr/>
          </p:nvSpPr>
          <p:spPr>
            <a:xfrm>
              <a:off x="296787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g2892"/>
            <p:cNvSpPr/>
            <p:nvPr/>
          </p:nvSpPr>
          <p:spPr>
            <a:xfrm>
              <a:off x="297950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g2893"/>
            <p:cNvSpPr/>
            <p:nvPr/>
          </p:nvSpPr>
          <p:spPr>
            <a:xfrm>
              <a:off x="299114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g2894"/>
            <p:cNvSpPr/>
            <p:nvPr/>
          </p:nvSpPr>
          <p:spPr>
            <a:xfrm>
              <a:off x="300278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g2895"/>
            <p:cNvSpPr/>
            <p:nvPr/>
          </p:nvSpPr>
          <p:spPr>
            <a:xfrm>
              <a:off x="301442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g2896"/>
            <p:cNvSpPr/>
            <p:nvPr/>
          </p:nvSpPr>
          <p:spPr>
            <a:xfrm>
              <a:off x="302605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g2897"/>
            <p:cNvSpPr/>
            <p:nvPr/>
          </p:nvSpPr>
          <p:spPr>
            <a:xfrm>
              <a:off x="303769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g2898"/>
            <p:cNvSpPr/>
            <p:nvPr/>
          </p:nvSpPr>
          <p:spPr>
            <a:xfrm>
              <a:off x="304933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g2899"/>
            <p:cNvSpPr/>
            <p:nvPr/>
          </p:nvSpPr>
          <p:spPr>
            <a:xfrm>
              <a:off x="306096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g2900"/>
            <p:cNvSpPr/>
            <p:nvPr/>
          </p:nvSpPr>
          <p:spPr>
            <a:xfrm>
              <a:off x="307260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g2901"/>
            <p:cNvSpPr/>
            <p:nvPr/>
          </p:nvSpPr>
          <p:spPr>
            <a:xfrm>
              <a:off x="318898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g2902"/>
            <p:cNvSpPr/>
            <p:nvPr/>
          </p:nvSpPr>
          <p:spPr>
            <a:xfrm>
              <a:off x="320061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g2903"/>
            <p:cNvSpPr/>
            <p:nvPr/>
          </p:nvSpPr>
          <p:spPr>
            <a:xfrm>
              <a:off x="321225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g2904"/>
            <p:cNvSpPr/>
            <p:nvPr/>
          </p:nvSpPr>
          <p:spPr>
            <a:xfrm>
              <a:off x="322389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g2905"/>
            <p:cNvSpPr/>
            <p:nvPr/>
          </p:nvSpPr>
          <p:spPr>
            <a:xfrm>
              <a:off x="323552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g2906"/>
            <p:cNvSpPr/>
            <p:nvPr/>
          </p:nvSpPr>
          <p:spPr>
            <a:xfrm>
              <a:off x="324716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g2907"/>
            <p:cNvSpPr/>
            <p:nvPr/>
          </p:nvSpPr>
          <p:spPr>
            <a:xfrm>
              <a:off x="325880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g2908"/>
            <p:cNvSpPr/>
            <p:nvPr/>
          </p:nvSpPr>
          <p:spPr>
            <a:xfrm>
              <a:off x="327044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g2909"/>
            <p:cNvSpPr/>
            <p:nvPr/>
          </p:nvSpPr>
          <p:spPr>
            <a:xfrm>
              <a:off x="328207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1">
                <a:alpha val="100000"/>
              </a:srgbClr>
            </a:solidFill>
            <a:ln w="5420" cap="flat">
              <a:solidFill>
                <a:srgbClr val="3B3E7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g2910"/>
            <p:cNvSpPr/>
            <p:nvPr/>
          </p:nvSpPr>
          <p:spPr>
            <a:xfrm>
              <a:off x="329371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C">
                <a:alpha val="100000"/>
              </a:srgbClr>
            </a:solidFill>
            <a:ln w="5420" cap="flat">
              <a:solidFill>
                <a:srgbClr val="3B3B6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g2911"/>
            <p:cNvSpPr/>
            <p:nvPr/>
          </p:nvSpPr>
          <p:spPr>
            <a:xfrm>
              <a:off x="331699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969">
                <a:alpha val="100000"/>
              </a:srgbClr>
            </a:solidFill>
            <a:ln w="5420" cap="flat">
              <a:solidFill>
                <a:srgbClr val="3B396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g2912"/>
            <p:cNvSpPr/>
            <p:nvPr/>
          </p:nvSpPr>
          <p:spPr>
            <a:xfrm>
              <a:off x="33286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B6B">
                <a:alpha val="100000"/>
              </a:srgbClr>
            </a:solidFill>
            <a:ln w="5420" cap="flat">
              <a:solidFill>
                <a:srgbClr val="3B3B6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g2913"/>
            <p:cNvSpPr/>
            <p:nvPr/>
          </p:nvSpPr>
          <p:spPr>
            <a:xfrm>
              <a:off x="33402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D6F">
                <a:alpha val="100000"/>
              </a:srgbClr>
            </a:solidFill>
            <a:ln w="5420" cap="flat">
              <a:solidFill>
                <a:srgbClr val="3B3D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g2914"/>
            <p:cNvSpPr/>
            <p:nvPr/>
          </p:nvSpPr>
          <p:spPr>
            <a:xfrm>
              <a:off x="335190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174">
                <a:alpha val="100000"/>
              </a:srgbClr>
            </a:solidFill>
            <a:ln w="5420" cap="flat">
              <a:solidFill>
                <a:srgbClr val="3C417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g2915"/>
            <p:cNvSpPr/>
            <p:nvPr/>
          </p:nvSpPr>
          <p:spPr>
            <a:xfrm>
              <a:off x="33635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g2916"/>
            <p:cNvSpPr/>
            <p:nvPr/>
          </p:nvSpPr>
          <p:spPr>
            <a:xfrm>
              <a:off x="33751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g2917"/>
            <p:cNvSpPr/>
            <p:nvPr/>
          </p:nvSpPr>
          <p:spPr>
            <a:xfrm>
              <a:off x="338681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g2918"/>
            <p:cNvSpPr/>
            <p:nvPr/>
          </p:nvSpPr>
          <p:spPr>
            <a:xfrm>
              <a:off x="339845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g2919"/>
            <p:cNvSpPr/>
            <p:nvPr/>
          </p:nvSpPr>
          <p:spPr>
            <a:xfrm>
              <a:off x="342172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g2920"/>
            <p:cNvSpPr/>
            <p:nvPr/>
          </p:nvSpPr>
          <p:spPr>
            <a:xfrm>
              <a:off x="343336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g2921"/>
            <p:cNvSpPr/>
            <p:nvPr/>
          </p:nvSpPr>
          <p:spPr>
            <a:xfrm>
              <a:off x="344500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g2922"/>
            <p:cNvSpPr/>
            <p:nvPr/>
          </p:nvSpPr>
          <p:spPr>
            <a:xfrm>
              <a:off x="345663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g2923"/>
            <p:cNvSpPr/>
            <p:nvPr/>
          </p:nvSpPr>
          <p:spPr>
            <a:xfrm>
              <a:off x="346827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g2924"/>
            <p:cNvSpPr/>
            <p:nvPr/>
          </p:nvSpPr>
          <p:spPr>
            <a:xfrm>
              <a:off x="347991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g2925"/>
            <p:cNvSpPr/>
            <p:nvPr/>
          </p:nvSpPr>
          <p:spPr>
            <a:xfrm>
              <a:off x="3491551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g2926"/>
            <p:cNvSpPr/>
            <p:nvPr/>
          </p:nvSpPr>
          <p:spPr>
            <a:xfrm>
              <a:off x="350318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g2927"/>
            <p:cNvSpPr/>
            <p:nvPr/>
          </p:nvSpPr>
          <p:spPr>
            <a:xfrm>
              <a:off x="351482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g2928"/>
            <p:cNvSpPr/>
            <p:nvPr/>
          </p:nvSpPr>
          <p:spPr>
            <a:xfrm>
              <a:off x="352646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g2929"/>
            <p:cNvSpPr/>
            <p:nvPr/>
          </p:nvSpPr>
          <p:spPr>
            <a:xfrm>
              <a:off x="35381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g2930"/>
            <p:cNvSpPr/>
            <p:nvPr/>
          </p:nvSpPr>
          <p:spPr>
            <a:xfrm>
              <a:off x="35497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g2931"/>
            <p:cNvSpPr/>
            <p:nvPr/>
          </p:nvSpPr>
          <p:spPr>
            <a:xfrm>
              <a:off x="356137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g2932"/>
            <p:cNvSpPr/>
            <p:nvPr/>
          </p:nvSpPr>
          <p:spPr>
            <a:xfrm>
              <a:off x="35730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g2933"/>
            <p:cNvSpPr/>
            <p:nvPr/>
          </p:nvSpPr>
          <p:spPr>
            <a:xfrm>
              <a:off x="35846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g2934"/>
            <p:cNvSpPr/>
            <p:nvPr/>
          </p:nvSpPr>
          <p:spPr>
            <a:xfrm>
              <a:off x="359628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g2935"/>
            <p:cNvSpPr/>
            <p:nvPr/>
          </p:nvSpPr>
          <p:spPr>
            <a:xfrm>
              <a:off x="360792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g2936"/>
            <p:cNvSpPr/>
            <p:nvPr/>
          </p:nvSpPr>
          <p:spPr>
            <a:xfrm>
              <a:off x="3991956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g2937"/>
            <p:cNvSpPr/>
            <p:nvPr/>
          </p:nvSpPr>
          <p:spPr>
            <a:xfrm>
              <a:off x="4178153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g2938"/>
            <p:cNvSpPr/>
            <p:nvPr/>
          </p:nvSpPr>
          <p:spPr>
            <a:xfrm>
              <a:off x="418979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g2939"/>
            <p:cNvSpPr/>
            <p:nvPr/>
          </p:nvSpPr>
          <p:spPr>
            <a:xfrm>
              <a:off x="4201428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g2940"/>
            <p:cNvSpPr/>
            <p:nvPr/>
          </p:nvSpPr>
          <p:spPr>
            <a:xfrm>
              <a:off x="4213065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g2941"/>
            <p:cNvSpPr/>
            <p:nvPr/>
          </p:nvSpPr>
          <p:spPr>
            <a:xfrm>
              <a:off x="422470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g2942"/>
            <p:cNvSpPr/>
            <p:nvPr/>
          </p:nvSpPr>
          <p:spPr>
            <a:xfrm>
              <a:off x="423634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g2943"/>
            <p:cNvSpPr/>
            <p:nvPr/>
          </p:nvSpPr>
          <p:spPr>
            <a:xfrm>
              <a:off x="424797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g2944"/>
            <p:cNvSpPr/>
            <p:nvPr/>
          </p:nvSpPr>
          <p:spPr>
            <a:xfrm>
              <a:off x="4410900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g2945"/>
            <p:cNvSpPr/>
            <p:nvPr/>
          </p:nvSpPr>
          <p:spPr>
            <a:xfrm>
              <a:off x="4422537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g2946"/>
            <p:cNvSpPr/>
            <p:nvPr/>
          </p:nvSpPr>
          <p:spPr>
            <a:xfrm>
              <a:off x="4434174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g2947"/>
            <p:cNvSpPr/>
            <p:nvPr/>
          </p:nvSpPr>
          <p:spPr>
            <a:xfrm>
              <a:off x="4445812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g2948"/>
            <p:cNvSpPr/>
            <p:nvPr/>
          </p:nvSpPr>
          <p:spPr>
            <a:xfrm>
              <a:off x="4457449" y="48243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g2949"/>
            <p:cNvSpPr/>
            <p:nvPr/>
          </p:nvSpPr>
          <p:spPr>
            <a:xfrm>
              <a:off x="293295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g2950"/>
            <p:cNvSpPr/>
            <p:nvPr/>
          </p:nvSpPr>
          <p:spPr>
            <a:xfrm>
              <a:off x="294459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g2951"/>
            <p:cNvSpPr/>
            <p:nvPr/>
          </p:nvSpPr>
          <p:spPr>
            <a:xfrm>
              <a:off x="295623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g2952"/>
            <p:cNvSpPr/>
            <p:nvPr/>
          </p:nvSpPr>
          <p:spPr>
            <a:xfrm>
              <a:off x="296787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g2953"/>
            <p:cNvSpPr/>
            <p:nvPr/>
          </p:nvSpPr>
          <p:spPr>
            <a:xfrm>
              <a:off x="297950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g2954"/>
            <p:cNvSpPr/>
            <p:nvPr/>
          </p:nvSpPr>
          <p:spPr>
            <a:xfrm>
              <a:off x="299114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g2955"/>
            <p:cNvSpPr/>
            <p:nvPr/>
          </p:nvSpPr>
          <p:spPr>
            <a:xfrm>
              <a:off x="300278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g2956"/>
            <p:cNvSpPr/>
            <p:nvPr/>
          </p:nvSpPr>
          <p:spPr>
            <a:xfrm>
              <a:off x="301442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g2957"/>
            <p:cNvSpPr/>
            <p:nvPr/>
          </p:nvSpPr>
          <p:spPr>
            <a:xfrm>
              <a:off x="302605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g2958"/>
            <p:cNvSpPr/>
            <p:nvPr/>
          </p:nvSpPr>
          <p:spPr>
            <a:xfrm>
              <a:off x="303769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g2959"/>
            <p:cNvSpPr/>
            <p:nvPr/>
          </p:nvSpPr>
          <p:spPr>
            <a:xfrm>
              <a:off x="324716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g2960"/>
            <p:cNvSpPr/>
            <p:nvPr/>
          </p:nvSpPr>
          <p:spPr>
            <a:xfrm>
              <a:off x="325880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g2961"/>
            <p:cNvSpPr/>
            <p:nvPr/>
          </p:nvSpPr>
          <p:spPr>
            <a:xfrm>
              <a:off x="33286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C6D">
                <a:alpha val="100000"/>
              </a:srgbClr>
            </a:solidFill>
            <a:ln w="5420" cap="flat">
              <a:solidFill>
                <a:srgbClr val="3B3C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g2962"/>
            <p:cNvSpPr/>
            <p:nvPr/>
          </p:nvSpPr>
          <p:spPr>
            <a:xfrm>
              <a:off x="33402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3E70">
                <a:alpha val="100000"/>
              </a:srgbClr>
            </a:solidFill>
            <a:ln w="5420" cap="flat">
              <a:solidFill>
                <a:srgbClr val="3B3E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g2963"/>
            <p:cNvSpPr/>
            <p:nvPr/>
          </p:nvSpPr>
          <p:spPr>
            <a:xfrm>
              <a:off x="335190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5">
                <a:alpha val="100000"/>
              </a:srgbClr>
            </a:solidFill>
            <a:ln w="5420" cap="flat">
              <a:solidFill>
                <a:srgbClr val="3C427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g2964"/>
            <p:cNvSpPr/>
            <p:nvPr/>
          </p:nvSpPr>
          <p:spPr>
            <a:xfrm>
              <a:off x="33635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g2965"/>
            <p:cNvSpPr/>
            <p:nvPr/>
          </p:nvSpPr>
          <p:spPr>
            <a:xfrm>
              <a:off x="33751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g2966"/>
            <p:cNvSpPr/>
            <p:nvPr/>
          </p:nvSpPr>
          <p:spPr>
            <a:xfrm>
              <a:off x="338681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g2967"/>
            <p:cNvSpPr/>
            <p:nvPr/>
          </p:nvSpPr>
          <p:spPr>
            <a:xfrm>
              <a:off x="339845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g2968"/>
            <p:cNvSpPr/>
            <p:nvPr/>
          </p:nvSpPr>
          <p:spPr>
            <a:xfrm>
              <a:off x="341008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g2969"/>
            <p:cNvSpPr/>
            <p:nvPr/>
          </p:nvSpPr>
          <p:spPr>
            <a:xfrm>
              <a:off x="342172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g2970"/>
            <p:cNvSpPr/>
            <p:nvPr/>
          </p:nvSpPr>
          <p:spPr>
            <a:xfrm>
              <a:off x="343336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g2971"/>
            <p:cNvSpPr/>
            <p:nvPr/>
          </p:nvSpPr>
          <p:spPr>
            <a:xfrm>
              <a:off x="344500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g2972"/>
            <p:cNvSpPr/>
            <p:nvPr/>
          </p:nvSpPr>
          <p:spPr>
            <a:xfrm>
              <a:off x="345663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g2973"/>
            <p:cNvSpPr/>
            <p:nvPr/>
          </p:nvSpPr>
          <p:spPr>
            <a:xfrm>
              <a:off x="346827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g2974"/>
            <p:cNvSpPr/>
            <p:nvPr/>
          </p:nvSpPr>
          <p:spPr>
            <a:xfrm>
              <a:off x="347991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g2975"/>
            <p:cNvSpPr/>
            <p:nvPr/>
          </p:nvSpPr>
          <p:spPr>
            <a:xfrm>
              <a:off x="349155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g2976"/>
            <p:cNvSpPr/>
            <p:nvPr/>
          </p:nvSpPr>
          <p:spPr>
            <a:xfrm>
              <a:off x="350318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g2977"/>
            <p:cNvSpPr/>
            <p:nvPr/>
          </p:nvSpPr>
          <p:spPr>
            <a:xfrm>
              <a:off x="351482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g2978"/>
            <p:cNvSpPr/>
            <p:nvPr/>
          </p:nvSpPr>
          <p:spPr>
            <a:xfrm>
              <a:off x="3526463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g2979"/>
            <p:cNvSpPr/>
            <p:nvPr/>
          </p:nvSpPr>
          <p:spPr>
            <a:xfrm>
              <a:off x="353810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g2980"/>
            <p:cNvSpPr/>
            <p:nvPr/>
          </p:nvSpPr>
          <p:spPr>
            <a:xfrm>
              <a:off x="35497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g2981"/>
            <p:cNvSpPr/>
            <p:nvPr/>
          </p:nvSpPr>
          <p:spPr>
            <a:xfrm>
              <a:off x="356137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g2982"/>
            <p:cNvSpPr/>
            <p:nvPr/>
          </p:nvSpPr>
          <p:spPr>
            <a:xfrm>
              <a:off x="35730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g2983"/>
            <p:cNvSpPr/>
            <p:nvPr/>
          </p:nvSpPr>
          <p:spPr>
            <a:xfrm>
              <a:off x="35846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g2984"/>
            <p:cNvSpPr/>
            <p:nvPr/>
          </p:nvSpPr>
          <p:spPr>
            <a:xfrm>
              <a:off x="359628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g2985"/>
            <p:cNvSpPr/>
            <p:nvPr/>
          </p:nvSpPr>
          <p:spPr>
            <a:xfrm>
              <a:off x="360792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g2986"/>
            <p:cNvSpPr/>
            <p:nvPr/>
          </p:nvSpPr>
          <p:spPr>
            <a:xfrm>
              <a:off x="3619561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g2987"/>
            <p:cNvSpPr/>
            <p:nvPr/>
          </p:nvSpPr>
          <p:spPr>
            <a:xfrm>
              <a:off x="418979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g2988"/>
            <p:cNvSpPr/>
            <p:nvPr/>
          </p:nvSpPr>
          <p:spPr>
            <a:xfrm>
              <a:off x="4201428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g2989"/>
            <p:cNvSpPr/>
            <p:nvPr/>
          </p:nvSpPr>
          <p:spPr>
            <a:xfrm>
              <a:off x="4213065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g2990"/>
            <p:cNvSpPr/>
            <p:nvPr/>
          </p:nvSpPr>
          <p:spPr>
            <a:xfrm>
              <a:off x="422470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g2991"/>
            <p:cNvSpPr/>
            <p:nvPr/>
          </p:nvSpPr>
          <p:spPr>
            <a:xfrm>
              <a:off x="4236340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g2992"/>
            <p:cNvSpPr/>
            <p:nvPr/>
          </p:nvSpPr>
          <p:spPr>
            <a:xfrm>
              <a:off x="424797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g2993"/>
            <p:cNvSpPr/>
            <p:nvPr/>
          </p:nvSpPr>
          <p:spPr>
            <a:xfrm>
              <a:off x="425961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g2994"/>
            <p:cNvSpPr/>
            <p:nvPr/>
          </p:nvSpPr>
          <p:spPr>
            <a:xfrm>
              <a:off x="4422537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g2995"/>
            <p:cNvSpPr/>
            <p:nvPr/>
          </p:nvSpPr>
          <p:spPr>
            <a:xfrm>
              <a:off x="4434174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g2996"/>
            <p:cNvSpPr/>
            <p:nvPr/>
          </p:nvSpPr>
          <p:spPr>
            <a:xfrm>
              <a:off x="4445812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g2997"/>
            <p:cNvSpPr/>
            <p:nvPr/>
          </p:nvSpPr>
          <p:spPr>
            <a:xfrm>
              <a:off x="4457449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g2998"/>
            <p:cNvSpPr/>
            <p:nvPr/>
          </p:nvSpPr>
          <p:spPr>
            <a:xfrm>
              <a:off x="4469086" y="483860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g2999"/>
            <p:cNvSpPr/>
            <p:nvPr/>
          </p:nvSpPr>
          <p:spPr>
            <a:xfrm>
              <a:off x="293295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g3000"/>
            <p:cNvSpPr/>
            <p:nvPr/>
          </p:nvSpPr>
          <p:spPr>
            <a:xfrm>
              <a:off x="294459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g3001"/>
            <p:cNvSpPr/>
            <p:nvPr/>
          </p:nvSpPr>
          <p:spPr>
            <a:xfrm>
              <a:off x="295623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g3002"/>
            <p:cNvSpPr/>
            <p:nvPr/>
          </p:nvSpPr>
          <p:spPr>
            <a:xfrm>
              <a:off x="296787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g3003"/>
            <p:cNvSpPr/>
            <p:nvPr/>
          </p:nvSpPr>
          <p:spPr>
            <a:xfrm>
              <a:off x="297950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g3004"/>
            <p:cNvSpPr/>
            <p:nvPr/>
          </p:nvSpPr>
          <p:spPr>
            <a:xfrm>
              <a:off x="299114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g3005"/>
            <p:cNvSpPr/>
            <p:nvPr/>
          </p:nvSpPr>
          <p:spPr>
            <a:xfrm>
              <a:off x="300278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g3006"/>
            <p:cNvSpPr/>
            <p:nvPr/>
          </p:nvSpPr>
          <p:spPr>
            <a:xfrm>
              <a:off x="301442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g3007"/>
            <p:cNvSpPr/>
            <p:nvPr/>
          </p:nvSpPr>
          <p:spPr>
            <a:xfrm>
              <a:off x="33402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073">
                <a:alpha val="100000"/>
              </a:srgbClr>
            </a:solidFill>
            <a:ln w="5420" cap="flat">
              <a:solidFill>
                <a:srgbClr val="3C40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g3008"/>
            <p:cNvSpPr/>
            <p:nvPr/>
          </p:nvSpPr>
          <p:spPr>
            <a:xfrm>
              <a:off x="335190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g3009"/>
            <p:cNvSpPr/>
            <p:nvPr/>
          </p:nvSpPr>
          <p:spPr>
            <a:xfrm>
              <a:off x="33635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g3010"/>
            <p:cNvSpPr/>
            <p:nvPr/>
          </p:nvSpPr>
          <p:spPr>
            <a:xfrm>
              <a:off x="33751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g3011"/>
            <p:cNvSpPr/>
            <p:nvPr/>
          </p:nvSpPr>
          <p:spPr>
            <a:xfrm>
              <a:off x="338681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g3012"/>
            <p:cNvSpPr/>
            <p:nvPr/>
          </p:nvSpPr>
          <p:spPr>
            <a:xfrm>
              <a:off x="33984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g3013"/>
            <p:cNvSpPr/>
            <p:nvPr/>
          </p:nvSpPr>
          <p:spPr>
            <a:xfrm>
              <a:off x="341008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g3014"/>
            <p:cNvSpPr/>
            <p:nvPr/>
          </p:nvSpPr>
          <p:spPr>
            <a:xfrm>
              <a:off x="342172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g3015"/>
            <p:cNvSpPr/>
            <p:nvPr/>
          </p:nvSpPr>
          <p:spPr>
            <a:xfrm>
              <a:off x="343336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g3016"/>
            <p:cNvSpPr/>
            <p:nvPr/>
          </p:nvSpPr>
          <p:spPr>
            <a:xfrm>
              <a:off x="344500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g3017"/>
            <p:cNvSpPr/>
            <p:nvPr/>
          </p:nvSpPr>
          <p:spPr>
            <a:xfrm>
              <a:off x="345663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g3018"/>
            <p:cNvSpPr/>
            <p:nvPr/>
          </p:nvSpPr>
          <p:spPr>
            <a:xfrm>
              <a:off x="346827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g3019"/>
            <p:cNvSpPr/>
            <p:nvPr/>
          </p:nvSpPr>
          <p:spPr>
            <a:xfrm>
              <a:off x="347991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g3020"/>
            <p:cNvSpPr/>
            <p:nvPr/>
          </p:nvSpPr>
          <p:spPr>
            <a:xfrm>
              <a:off x="349155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g3021"/>
            <p:cNvSpPr/>
            <p:nvPr/>
          </p:nvSpPr>
          <p:spPr>
            <a:xfrm>
              <a:off x="350318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g3022"/>
            <p:cNvSpPr/>
            <p:nvPr/>
          </p:nvSpPr>
          <p:spPr>
            <a:xfrm>
              <a:off x="351482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g3023"/>
            <p:cNvSpPr/>
            <p:nvPr/>
          </p:nvSpPr>
          <p:spPr>
            <a:xfrm>
              <a:off x="3526463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g3024"/>
            <p:cNvSpPr/>
            <p:nvPr/>
          </p:nvSpPr>
          <p:spPr>
            <a:xfrm>
              <a:off x="353810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2">
                <a:alpha val="100000"/>
              </a:srgbClr>
            </a:solidFill>
            <a:ln w="5420" cap="flat">
              <a:solidFill>
                <a:srgbClr val="3C4A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g3025"/>
            <p:cNvSpPr/>
            <p:nvPr/>
          </p:nvSpPr>
          <p:spPr>
            <a:xfrm>
              <a:off x="35497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g3026"/>
            <p:cNvSpPr/>
            <p:nvPr/>
          </p:nvSpPr>
          <p:spPr>
            <a:xfrm>
              <a:off x="356137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g3027"/>
            <p:cNvSpPr/>
            <p:nvPr/>
          </p:nvSpPr>
          <p:spPr>
            <a:xfrm>
              <a:off x="35730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g3028"/>
            <p:cNvSpPr/>
            <p:nvPr/>
          </p:nvSpPr>
          <p:spPr>
            <a:xfrm>
              <a:off x="35846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g3029"/>
            <p:cNvSpPr/>
            <p:nvPr/>
          </p:nvSpPr>
          <p:spPr>
            <a:xfrm>
              <a:off x="359628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g3030"/>
            <p:cNvSpPr/>
            <p:nvPr/>
          </p:nvSpPr>
          <p:spPr>
            <a:xfrm>
              <a:off x="360792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g3031"/>
            <p:cNvSpPr/>
            <p:nvPr/>
          </p:nvSpPr>
          <p:spPr>
            <a:xfrm>
              <a:off x="3619561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g3032"/>
            <p:cNvSpPr/>
            <p:nvPr/>
          </p:nvSpPr>
          <p:spPr>
            <a:xfrm>
              <a:off x="4201428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g3033"/>
            <p:cNvSpPr/>
            <p:nvPr/>
          </p:nvSpPr>
          <p:spPr>
            <a:xfrm>
              <a:off x="4213065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g3034"/>
            <p:cNvSpPr/>
            <p:nvPr/>
          </p:nvSpPr>
          <p:spPr>
            <a:xfrm>
              <a:off x="422470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g3035"/>
            <p:cNvSpPr/>
            <p:nvPr/>
          </p:nvSpPr>
          <p:spPr>
            <a:xfrm>
              <a:off x="4236340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g3036"/>
            <p:cNvSpPr/>
            <p:nvPr/>
          </p:nvSpPr>
          <p:spPr>
            <a:xfrm>
              <a:off x="424797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g3037"/>
            <p:cNvSpPr/>
            <p:nvPr/>
          </p:nvSpPr>
          <p:spPr>
            <a:xfrm>
              <a:off x="425961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g3038"/>
            <p:cNvSpPr/>
            <p:nvPr/>
          </p:nvSpPr>
          <p:spPr>
            <a:xfrm>
              <a:off x="427125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g3039"/>
            <p:cNvSpPr/>
            <p:nvPr/>
          </p:nvSpPr>
          <p:spPr>
            <a:xfrm>
              <a:off x="4422537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g3040"/>
            <p:cNvSpPr/>
            <p:nvPr/>
          </p:nvSpPr>
          <p:spPr>
            <a:xfrm>
              <a:off x="4434174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g3041"/>
            <p:cNvSpPr/>
            <p:nvPr/>
          </p:nvSpPr>
          <p:spPr>
            <a:xfrm>
              <a:off x="4445812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g3042"/>
            <p:cNvSpPr/>
            <p:nvPr/>
          </p:nvSpPr>
          <p:spPr>
            <a:xfrm>
              <a:off x="4457449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g3043"/>
            <p:cNvSpPr/>
            <p:nvPr/>
          </p:nvSpPr>
          <p:spPr>
            <a:xfrm>
              <a:off x="4469086" y="485290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g3044"/>
            <p:cNvSpPr/>
            <p:nvPr/>
          </p:nvSpPr>
          <p:spPr>
            <a:xfrm>
              <a:off x="292132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g3045"/>
            <p:cNvSpPr/>
            <p:nvPr/>
          </p:nvSpPr>
          <p:spPr>
            <a:xfrm>
              <a:off x="293295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g3046"/>
            <p:cNvSpPr/>
            <p:nvPr/>
          </p:nvSpPr>
          <p:spPr>
            <a:xfrm>
              <a:off x="294459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g3047"/>
            <p:cNvSpPr/>
            <p:nvPr/>
          </p:nvSpPr>
          <p:spPr>
            <a:xfrm>
              <a:off x="295623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g3048"/>
            <p:cNvSpPr/>
            <p:nvPr/>
          </p:nvSpPr>
          <p:spPr>
            <a:xfrm>
              <a:off x="296787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g3049"/>
            <p:cNvSpPr/>
            <p:nvPr/>
          </p:nvSpPr>
          <p:spPr>
            <a:xfrm>
              <a:off x="297950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g3050"/>
            <p:cNvSpPr/>
            <p:nvPr/>
          </p:nvSpPr>
          <p:spPr>
            <a:xfrm>
              <a:off x="335190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g3051"/>
            <p:cNvSpPr/>
            <p:nvPr/>
          </p:nvSpPr>
          <p:spPr>
            <a:xfrm>
              <a:off x="33635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g3052"/>
            <p:cNvSpPr/>
            <p:nvPr/>
          </p:nvSpPr>
          <p:spPr>
            <a:xfrm>
              <a:off x="33751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g3053"/>
            <p:cNvSpPr/>
            <p:nvPr/>
          </p:nvSpPr>
          <p:spPr>
            <a:xfrm>
              <a:off x="338681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g3054"/>
            <p:cNvSpPr/>
            <p:nvPr/>
          </p:nvSpPr>
          <p:spPr>
            <a:xfrm>
              <a:off x="33984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g3055"/>
            <p:cNvSpPr/>
            <p:nvPr/>
          </p:nvSpPr>
          <p:spPr>
            <a:xfrm>
              <a:off x="34100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g3056"/>
            <p:cNvSpPr/>
            <p:nvPr/>
          </p:nvSpPr>
          <p:spPr>
            <a:xfrm>
              <a:off x="342172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g3057"/>
            <p:cNvSpPr/>
            <p:nvPr/>
          </p:nvSpPr>
          <p:spPr>
            <a:xfrm>
              <a:off x="343336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g3058"/>
            <p:cNvSpPr/>
            <p:nvPr/>
          </p:nvSpPr>
          <p:spPr>
            <a:xfrm>
              <a:off x="344500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g3059"/>
            <p:cNvSpPr/>
            <p:nvPr/>
          </p:nvSpPr>
          <p:spPr>
            <a:xfrm>
              <a:off x="345663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g3060"/>
            <p:cNvSpPr/>
            <p:nvPr/>
          </p:nvSpPr>
          <p:spPr>
            <a:xfrm>
              <a:off x="346827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g3061"/>
            <p:cNvSpPr/>
            <p:nvPr/>
          </p:nvSpPr>
          <p:spPr>
            <a:xfrm>
              <a:off x="347991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g3062"/>
            <p:cNvSpPr/>
            <p:nvPr/>
          </p:nvSpPr>
          <p:spPr>
            <a:xfrm>
              <a:off x="349155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g3063"/>
            <p:cNvSpPr/>
            <p:nvPr/>
          </p:nvSpPr>
          <p:spPr>
            <a:xfrm>
              <a:off x="3503188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g3064"/>
            <p:cNvSpPr/>
            <p:nvPr/>
          </p:nvSpPr>
          <p:spPr>
            <a:xfrm>
              <a:off x="351482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g3065"/>
            <p:cNvSpPr/>
            <p:nvPr/>
          </p:nvSpPr>
          <p:spPr>
            <a:xfrm>
              <a:off x="3526463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g3066"/>
            <p:cNvSpPr/>
            <p:nvPr/>
          </p:nvSpPr>
          <p:spPr>
            <a:xfrm>
              <a:off x="353810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g3067"/>
            <p:cNvSpPr/>
            <p:nvPr/>
          </p:nvSpPr>
          <p:spPr>
            <a:xfrm>
              <a:off x="354973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g3068"/>
            <p:cNvSpPr/>
            <p:nvPr/>
          </p:nvSpPr>
          <p:spPr>
            <a:xfrm>
              <a:off x="356137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g3069"/>
            <p:cNvSpPr/>
            <p:nvPr/>
          </p:nvSpPr>
          <p:spPr>
            <a:xfrm>
              <a:off x="35730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g3070"/>
            <p:cNvSpPr/>
            <p:nvPr/>
          </p:nvSpPr>
          <p:spPr>
            <a:xfrm>
              <a:off x="35846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g3071"/>
            <p:cNvSpPr/>
            <p:nvPr/>
          </p:nvSpPr>
          <p:spPr>
            <a:xfrm>
              <a:off x="359628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g3072"/>
            <p:cNvSpPr/>
            <p:nvPr/>
          </p:nvSpPr>
          <p:spPr>
            <a:xfrm>
              <a:off x="36079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g3073"/>
            <p:cNvSpPr/>
            <p:nvPr/>
          </p:nvSpPr>
          <p:spPr>
            <a:xfrm>
              <a:off x="3619561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g3074"/>
            <p:cNvSpPr/>
            <p:nvPr/>
          </p:nvSpPr>
          <p:spPr>
            <a:xfrm>
              <a:off x="4213065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g3075"/>
            <p:cNvSpPr/>
            <p:nvPr/>
          </p:nvSpPr>
          <p:spPr>
            <a:xfrm>
              <a:off x="422470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g3076"/>
            <p:cNvSpPr/>
            <p:nvPr/>
          </p:nvSpPr>
          <p:spPr>
            <a:xfrm>
              <a:off x="4236340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g3077"/>
            <p:cNvSpPr/>
            <p:nvPr/>
          </p:nvSpPr>
          <p:spPr>
            <a:xfrm>
              <a:off x="4247977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g3078"/>
            <p:cNvSpPr/>
            <p:nvPr/>
          </p:nvSpPr>
          <p:spPr>
            <a:xfrm>
              <a:off x="425961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g3079"/>
            <p:cNvSpPr/>
            <p:nvPr/>
          </p:nvSpPr>
          <p:spPr>
            <a:xfrm>
              <a:off x="427125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g3080"/>
            <p:cNvSpPr/>
            <p:nvPr/>
          </p:nvSpPr>
          <p:spPr>
            <a:xfrm>
              <a:off x="428288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g3081"/>
            <p:cNvSpPr/>
            <p:nvPr/>
          </p:nvSpPr>
          <p:spPr>
            <a:xfrm>
              <a:off x="443417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g3082"/>
            <p:cNvSpPr/>
            <p:nvPr/>
          </p:nvSpPr>
          <p:spPr>
            <a:xfrm>
              <a:off x="4445812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g3083"/>
            <p:cNvSpPr/>
            <p:nvPr/>
          </p:nvSpPr>
          <p:spPr>
            <a:xfrm>
              <a:off x="4457449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g3084"/>
            <p:cNvSpPr/>
            <p:nvPr/>
          </p:nvSpPr>
          <p:spPr>
            <a:xfrm>
              <a:off x="4469086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g3085"/>
            <p:cNvSpPr/>
            <p:nvPr/>
          </p:nvSpPr>
          <p:spPr>
            <a:xfrm>
              <a:off x="4480724" y="48672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g3086"/>
            <p:cNvSpPr/>
            <p:nvPr/>
          </p:nvSpPr>
          <p:spPr>
            <a:xfrm>
              <a:off x="289804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g3087"/>
            <p:cNvSpPr/>
            <p:nvPr/>
          </p:nvSpPr>
          <p:spPr>
            <a:xfrm>
              <a:off x="290968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g3088"/>
            <p:cNvSpPr/>
            <p:nvPr/>
          </p:nvSpPr>
          <p:spPr>
            <a:xfrm>
              <a:off x="292132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g3089"/>
            <p:cNvSpPr/>
            <p:nvPr/>
          </p:nvSpPr>
          <p:spPr>
            <a:xfrm>
              <a:off x="293295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g3090"/>
            <p:cNvSpPr/>
            <p:nvPr/>
          </p:nvSpPr>
          <p:spPr>
            <a:xfrm>
              <a:off x="294459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g3091"/>
            <p:cNvSpPr/>
            <p:nvPr/>
          </p:nvSpPr>
          <p:spPr>
            <a:xfrm>
              <a:off x="295623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g3092"/>
            <p:cNvSpPr/>
            <p:nvPr/>
          </p:nvSpPr>
          <p:spPr>
            <a:xfrm>
              <a:off x="296787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g3093"/>
            <p:cNvSpPr/>
            <p:nvPr/>
          </p:nvSpPr>
          <p:spPr>
            <a:xfrm>
              <a:off x="33751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g3094"/>
            <p:cNvSpPr/>
            <p:nvPr/>
          </p:nvSpPr>
          <p:spPr>
            <a:xfrm>
              <a:off x="338681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g3095"/>
            <p:cNvSpPr/>
            <p:nvPr/>
          </p:nvSpPr>
          <p:spPr>
            <a:xfrm>
              <a:off x="33984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g3096"/>
            <p:cNvSpPr/>
            <p:nvPr/>
          </p:nvSpPr>
          <p:spPr>
            <a:xfrm>
              <a:off x="34100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g3097"/>
            <p:cNvSpPr/>
            <p:nvPr/>
          </p:nvSpPr>
          <p:spPr>
            <a:xfrm>
              <a:off x="342172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g3098"/>
            <p:cNvSpPr/>
            <p:nvPr/>
          </p:nvSpPr>
          <p:spPr>
            <a:xfrm>
              <a:off x="343336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g3099"/>
            <p:cNvSpPr/>
            <p:nvPr/>
          </p:nvSpPr>
          <p:spPr>
            <a:xfrm>
              <a:off x="344500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g3100"/>
            <p:cNvSpPr/>
            <p:nvPr/>
          </p:nvSpPr>
          <p:spPr>
            <a:xfrm>
              <a:off x="345663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g3101"/>
            <p:cNvSpPr/>
            <p:nvPr/>
          </p:nvSpPr>
          <p:spPr>
            <a:xfrm>
              <a:off x="346827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g3102"/>
            <p:cNvSpPr/>
            <p:nvPr/>
          </p:nvSpPr>
          <p:spPr>
            <a:xfrm>
              <a:off x="3479913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g3103"/>
            <p:cNvSpPr/>
            <p:nvPr/>
          </p:nvSpPr>
          <p:spPr>
            <a:xfrm>
              <a:off x="349155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g3104"/>
            <p:cNvSpPr/>
            <p:nvPr/>
          </p:nvSpPr>
          <p:spPr>
            <a:xfrm>
              <a:off x="3503188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g3105"/>
            <p:cNvSpPr/>
            <p:nvPr/>
          </p:nvSpPr>
          <p:spPr>
            <a:xfrm>
              <a:off x="353810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g3106"/>
            <p:cNvSpPr/>
            <p:nvPr/>
          </p:nvSpPr>
          <p:spPr>
            <a:xfrm>
              <a:off x="354973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g3107"/>
            <p:cNvSpPr/>
            <p:nvPr/>
          </p:nvSpPr>
          <p:spPr>
            <a:xfrm>
              <a:off x="3561375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g3108"/>
            <p:cNvSpPr/>
            <p:nvPr/>
          </p:nvSpPr>
          <p:spPr>
            <a:xfrm>
              <a:off x="35730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g3109"/>
            <p:cNvSpPr/>
            <p:nvPr/>
          </p:nvSpPr>
          <p:spPr>
            <a:xfrm>
              <a:off x="35846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g3110"/>
            <p:cNvSpPr/>
            <p:nvPr/>
          </p:nvSpPr>
          <p:spPr>
            <a:xfrm>
              <a:off x="359628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g3111"/>
            <p:cNvSpPr/>
            <p:nvPr/>
          </p:nvSpPr>
          <p:spPr>
            <a:xfrm>
              <a:off x="36079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g3112"/>
            <p:cNvSpPr/>
            <p:nvPr/>
          </p:nvSpPr>
          <p:spPr>
            <a:xfrm>
              <a:off x="36195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g3113"/>
            <p:cNvSpPr/>
            <p:nvPr/>
          </p:nvSpPr>
          <p:spPr>
            <a:xfrm>
              <a:off x="4236340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g3114"/>
            <p:cNvSpPr/>
            <p:nvPr/>
          </p:nvSpPr>
          <p:spPr>
            <a:xfrm>
              <a:off x="4247977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g3115"/>
            <p:cNvSpPr/>
            <p:nvPr/>
          </p:nvSpPr>
          <p:spPr>
            <a:xfrm>
              <a:off x="425961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g3116"/>
            <p:cNvSpPr/>
            <p:nvPr/>
          </p:nvSpPr>
          <p:spPr>
            <a:xfrm>
              <a:off x="427125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g3117"/>
            <p:cNvSpPr/>
            <p:nvPr/>
          </p:nvSpPr>
          <p:spPr>
            <a:xfrm>
              <a:off x="428288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g3118"/>
            <p:cNvSpPr/>
            <p:nvPr/>
          </p:nvSpPr>
          <p:spPr>
            <a:xfrm>
              <a:off x="429452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g3119"/>
            <p:cNvSpPr/>
            <p:nvPr/>
          </p:nvSpPr>
          <p:spPr>
            <a:xfrm>
              <a:off x="443417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g3120"/>
            <p:cNvSpPr/>
            <p:nvPr/>
          </p:nvSpPr>
          <p:spPr>
            <a:xfrm>
              <a:off x="4445812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g3121"/>
            <p:cNvSpPr/>
            <p:nvPr/>
          </p:nvSpPr>
          <p:spPr>
            <a:xfrm>
              <a:off x="4457449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g3122"/>
            <p:cNvSpPr/>
            <p:nvPr/>
          </p:nvSpPr>
          <p:spPr>
            <a:xfrm>
              <a:off x="4469086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g3123"/>
            <p:cNvSpPr/>
            <p:nvPr/>
          </p:nvSpPr>
          <p:spPr>
            <a:xfrm>
              <a:off x="4480724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g3124"/>
            <p:cNvSpPr/>
            <p:nvPr/>
          </p:nvSpPr>
          <p:spPr>
            <a:xfrm>
              <a:off x="4492361" y="488150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g3125"/>
            <p:cNvSpPr/>
            <p:nvPr/>
          </p:nvSpPr>
          <p:spPr>
            <a:xfrm>
              <a:off x="278167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g3126"/>
            <p:cNvSpPr/>
            <p:nvPr/>
          </p:nvSpPr>
          <p:spPr>
            <a:xfrm>
              <a:off x="279331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g3127"/>
            <p:cNvSpPr/>
            <p:nvPr/>
          </p:nvSpPr>
          <p:spPr>
            <a:xfrm>
              <a:off x="2804948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g3128"/>
            <p:cNvSpPr/>
            <p:nvPr/>
          </p:nvSpPr>
          <p:spPr>
            <a:xfrm>
              <a:off x="28165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g3129"/>
            <p:cNvSpPr/>
            <p:nvPr/>
          </p:nvSpPr>
          <p:spPr>
            <a:xfrm>
              <a:off x="282822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g3130"/>
            <p:cNvSpPr/>
            <p:nvPr/>
          </p:nvSpPr>
          <p:spPr>
            <a:xfrm>
              <a:off x="283986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g3131"/>
            <p:cNvSpPr/>
            <p:nvPr/>
          </p:nvSpPr>
          <p:spPr>
            <a:xfrm>
              <a:off x="287477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g3132"/>
            <p:cNvSpPr/>
            <p:nvPr/>
          </p:nvSpPr>
          <p:spPr>
            <a:xfrm>
              <a:off x="2886410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g3133"/>
            <p:cNvSpPr/>
            <p:nvPr/>
          </p:nvSpPr>
          <p:spPr>
            <a:xfrm>
              <a:off x="289804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g3134"/>
            <p:cNvSpPr/>
            <p:nvPr/>
          </p:nvSpPr>
          <p:spPr>
            <a:xfrm>
              <a:off x="290968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g3135"/>
            <p:cNvSpPr/>
            <p:nvPr/>
          </p:nvSpPr>
          <p:spPr>
            <a:xfrm>
              <a:off x="292132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g3136"/>
            <p:cNvSpPr/>
            <p:nvPr/>
          </p:nvSpPr>
          <p:spPr>
            <a:xfrm>
              <a:off x="293295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g3137"/>
            <p:cNvSpPr/>
            <p:nvPr/>
          </p:nvSpPr>
          <p:spPr>
            <a:xfrm>
              <a:off x="294459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g3138"/>
            <p:cNvSpPr/>
            <p:nvPr/>
          </p:nvSpPr>
          <p:spPr>
            <a:xfrm>
              <a:off x="295623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g3139"/>
            <p:cNvSpPr/>
            <p:nvPr/>
          </p:nvSpPr>
          <p:spPr>
            <a:xfrm>
              <a:off x="346827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g3140"/>
            <p:cNvSpPr/>
            <p:nvPr/>
          </p:nvSpPr>
          <p:spPr>
            <a:xfrm>
              <a:off x="3479913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g3141"/>
            <p:cNvSpPr/>
            <p:nvPr/>
          </p:nvSpPr>
          <p:spPr>
            <a:xfrm>
              <a:off x="354973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g3142"/>
            <p:cNvSpPr/>
            <p:nvPr/>
          </p:nvSpPr>
          <p:spPr>
            <a:xfrm>
              <a:off x="3561375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g3143"/>
            <p:cNvSpPr/>
            <p:nvPr/>
          </p:nvSpPr>
          <p:spPr>
            <a:xfrm>
              <a:off x="35730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g3144"/>
            <p:cNvSpPr/>
            <p:nvPr/>
          </p:nvSpPr>
          <p:spPr>
            <a:xfrm>
              <a:off x="35846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g3145"/>
            <p:cNvSpPr/>
            <p:nvPr/>
          </p:nvSpPr>
          <p:spPr>
            <a:xfrm>
              <a:off x="359628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g3146"/>
            <p:cNvSpPr/>
            <p:nvPr/>
          </p:nvSpPr>
          <p:spPr>
            <a:xfrm>
              <a:off x="36079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g3147"/>
            <p:cNvSpPr/>
            <p:nvPr/>
          </p:nvSpPr>
          <p:spPr>
            <a:xfrm>
              <a:off x="4247977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g3148"/>
            <p:cNvSpPr/>
            <p:nvPr/>
          </p:nvSpPr>
          <p:spPr>
            <a:xfrm>
              <a:off x="425961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g3149"/>
            <p:cNvSpPr/>
            <p:nvPr/>
          </p:nvSpPr>
          <p:spPr>
            <a:xfrm>
              <a:off x="427125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g3150"/>
            <p:cNvSpPr/>
            <p:nvPr/>
          </p:nvSpPr>
          <p:spPr>
            <a:xfrm>
              <a:off x="428288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g3151"/>
            <p:cNvSpPr/>
            <p:nvPr/>
          </p:nvSpPr>
          <p:spPr>
            <a:xfrm>
              <a:off x="429452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g3152"/>
            <p:cNvSpPr/>
            <p:nvPr/>
          </p:nvSpPr>
          <p:spPr>
            <a:xfrm>
              <a:off x="4445812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g3153"/>
            <p:cNvSpPr/>
            <p:nvPr/>
          </p:nvSpPr>
          <p:spPr>
            <a:xfrm>
              <a:off x="4457449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g3154"/>
            <p:cNvSpPr/>
            <p:nvPr/>
          </p:nvSpPr>
          <p:spPr>
            <a:xfrm>
              <a:off x="4469086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g3155"/>
            <p:cNvSpPr/>
            <p:nvPr/>
          </p:nvSpPr>
          <p:spPr>
            <a:xfrm>
              <a:off x="4480724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g3156"/>
            <p:cNvSpPr/>
            <p:nvPr/>
          </p:nvSpPr>
          <p:spPr>
            <a:xfrm>
              <a:off x="4492361" y="48958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g3157"/>
            <p:cNvSpPr/>
            <p:nvPr/>
          </p:nvSpPr>
          <p:spPr>
            <a:xfrm>
              <a:off x="277003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g3158"/>
            <p:cNvSpPr/>
            <p:nvPr/>
          </p:nvSpPr>
          <p:spPr>
            <a:xfrm>
              <a:off x="278167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g3159"/>
            <p:cNvSpPr/>
            <p:nvPr/>
          </p:nvSpPr>
          <p:spPr>
            <a:xfrm>
              <a:off x="279331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g3160"/>
            <p:cNvSpPr/>
            <p:nvPr/>
          </p:nvSpPr>
          <p:spPr>
            <a:xfrm>
              <a:off x="280494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g3161"/>
            <p:cNvSpPr/>
            <p:nvPr/>
          </p:nvSpPr>
          <p:spPr>
            <a:xfrm>
              <a:off x="28165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g3162"/>
            <p:cNvSpPr/>
            <p:nvPr/>
          </p:nvSpPr>
          <p:spPr>
            <a:xfrm>
              <a:off x="2828223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g3163"/>
            <p:cNvSpPr/>
            <p:nvPr/>
          </p:nvSpPr>
          <p:spPr>
            <a:xfrm>
              <a:off x="283986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g3164"/>
            <p:cNvSpPr/>
            <p:nvPr/>
          </p:nvSpPr>
          <p:spPr>
            <a:xfrm>
              <a:off x="28514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g3165"/>
            <p:cNvSpPr/>
            <p:nvPr/>
          </p:nvSpPr>
          <p:spPr>
            <a:xfrm>
              <a:off x="286313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g3166"/>
            <p:cNvSpPr/>
            <p:nvPr/>
          </p:nvSpPr>
          <p:spPr>
            <a:xfrm>
              <a:off x="287477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g3167"/>
            <p:cNvSpPr/>
            <p:nvPr/>
          </p:nvSpPr>
          <p:spPr>
            <a:xfrm>
              <a:off x="2886410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g3168"/>
            <p:cNvSpPr/>
            <p:nvPr/>
          </p:nvSpPr>
          <p:spPr>
            <a:xfrm>
              <a:off x="289804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g3169"/>
            <p:cNvSpPr/>
            <p:nvPr/>
          </p:nvSpPr>
          <p:spPr>
            <a:xfrm>
              <a:off x="290968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g3170"/>
            <p:cNvSpPr/>
            <p:nvPr/>
          </p:nvSpPr>
          <p:spPr>
            <a:xfrm>
              <a:off x="292132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g3171"/>
            <p:cNvSpPr/>
            <p:nvPr/>
          </p:nvSpPr>
          <p:spPr>
            <a:xfrm>
              <a:off x="293295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g3172"/>
            <p:cNvSpPr/>
            <p:nvPr/>
          </p:nvSpPr>
          <p:spPr>
            <a:xfrm>
              <a:off x="294459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g3173"/>
            <p:cNvSpPr/>
            <p:nvPr/>
          </p:nvSpPr>
          <p:spPr>
            <a:xfrm>
              <a:off x="354973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g3174"/>
            <p:cNvSpPr/>
            <p:nvPr/>
          </p:nvSpPr>
          <p:spPr>
            <a:xfrm>
              <a:off x="3561375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g3175"/>
            <p:cNvSpPr/>
            <p:nvPr/>
          </p:nvSpPr>
          <p:spPr>
            <a:xfrm>
              <a:off x="35730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g3176"/>
            <p:cNvSpPr/>
            <p:nvPr/>
          </p:nvSpPr>
          <p:spPr>
            <a:xfrm>
              <a:off x="35846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g3177"/>
            <p:cNvSpPr/>
            <p:nvPr/>
          </p:nvSpPr>
          <p:spPr>
            <a:xfrm>
              <a:off x="4247977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g3178"/>
            <p:cNvSpPr/>
            <p:nvPr/>
          </p:nvSpPr>
          <p:spPr>
            <a:xfrm>
              <a:off x="425961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g3179"/>
            <p:cNvSpPr/>
            <p:nvPr/>
          </p:nvSpPr>
          <p:spPr>
            <a:xfrm>
              <a:off x="427125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g3180"/>
            <p:cNvSpPr/>
            <p:nvPr/>
          </p:nvSpPr>
          <p:spPr>
            <a:xfrm>
              <a:off x="428288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g3181"/>
            <p:cNvSpPr/>
            <p:nvPr/>
          </p:nvSpPr>
          <p:spPr>
            <a:xfrm>
              <a:off x="429452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g3182"/>
            <p:cNvSpPr/>
            <p:nvPr/>
          </p:nvSpPr>
          <p:spPr>
            <a:xfrm>
              <a:off x="4445812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g3183"/>
            <p:cNvSpPr/>
            <p:nvPr/>
          </p:nvSpPr>
          <p:spPr>
            <a:xfrm>
              <a:off x="4457449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g3184"/>
            <p:cNvSpPr/>
            <p:nvPr/>
          </p:nvSpPr>
          <p:spPr>
            <a:xfrm>
              <a:off x="4469086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g3185"/>
            <p:cNvSpPr/>
            <p:nvPr/>
          </p:nvSpPr>
          <p:spPr>
            <a:xfrm>
              <a:off x="4480724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g3186"/>
            <p:cNvSpPr/>
            <p:nvPr/>
          </p:nvSpPr>
          <p:spPr>
            <a:xfrm>
              <a:off x="4492361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g3187"/>
            <p:cNvSpPr/>
            <p:nvPr/>
          </p:nvSpPr>
          <p:spPr>
            <a:xfrm>
              <a:off x="4503998" y="491010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g3188"/>
            <p:cNvSpPr/>
            <p:nvPr/>
          </p:nvSpPr>
          <p:spPr>
            <a:xfrm>
              <a:off x="27700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g3189"/>
            <p:cNvSpPr/>
            <p:nvPr/>
          </p:nvSpPr>
          <p:spPr>
            <a:xfrm>
              <a:off x="278167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g3190"/>
            <p:cNvSpPr/>
            <p:nvPr/>
          </p:nvSpPr>
          <p:spPr>
            <a:xfrm>
              <a:off x="279331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g3191"/>
            <p:cNvSpPr/>
            <p:nvPr/>
          </p:nvSpPr>
          <p:spPr>
            <a:xfrm>
              <a:off x="280494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g3192"/>
            <p:cNvSpPr/>
            <p:nvPr/>
          </p:nvSpPr>
          <p:spPr>
            <a:xfrm>
              <a:off x="28165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g3193"/>
            <p:cNvSpPr/>
            <p:nvPr/>
          </p:nvSpPr>
          <p:spPr>
            <a:xfrm>
              <a:off x="2828223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g3194"/>
            <p:cNvSpPr/>
            <p:nvPr/>
          </p:nvSpPr>
          <p:spPr>
            <a:xfrm>
              <a:off x="283986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g3195"/>
            <p:cNvSpPr/>
            <p:nvPr/>
          </p:nvSpPr>
          <p:spPr>
            <a:xfrm>
              <a:off x="28514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g3196"/>
            <p:cNvSpPr/>
            <p:nvPr/>
          </p:nvSpPr>
          <p:spPr>
            <a:xfrm>
              <a:off x="2863135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g3197"/>
            <p:cNvSpPr/>
            <p:nvPr/>
          </p:nvSpPr>
          <p:spPr>
            <a:xfrm>
              <a:off x="287477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g3198"/>
            <p:cNvSpPr/>
            <p:nvPr/>
          </p:nvSpPr>
          <p:spPr>
            <a:xfrm>
              <a:off x="2886410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g3199"/>
            <p:cNvSpPr/>
            <p:nvPr/>
          </p:nvSpPr>
          <p:spPr>
            <a:xfrm>
              <a:off x="289804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g3200"/>
            <p:cNvSpPr/>
            <p:nvPr/>
          </p:nvSpPr>
          <p:spPr>
            <a:xfrm>
              <a:off x="290968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g3201"/>
            <p:cNvSpPr/>
            <p:nvPr/>
          </p:nvSpPr>
          <p:spPr>
            <a:xfrm>
              <a:off x="292132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g3202"/>
            <p:cNvSpPr/>
            <p:nvPr/>
          </p:nvSpPr>
          <p:spPr>
            <a:xfrm>
              <a:off x="293295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g3203"/>
            <p:cNvSpPr/>
            <p:nvPr/>
          </p:nvSpPr>
          <p:spPr>
            <a:xfrm>
              <a:off x="4247977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g3204"/>
            <p:cNvSpPr/>
            <p:nvPr/>
          </p:nvSpPr>
          <p:spPr>
            <a:xfrm>
              <a:off x="425961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g3205"/>
            <p:cNvSpPr/>
            <p:nvPr/>
          </p:nvSpPr>
          <p:spPr>
            <a:xfrm>
              <a:off x="427125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g3206"/>
            <p:cNvSpPr/>
            <p:nvPr/>
          </p:nvSpPr>
          <p:spPr>
            <a:xfrm>
              <a:off x="428288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g3207"/>
            <p:cNvSpPr/>
            <p:nvPr/>
          </p:nvSpPr>
          <p:spPr>
            <a:xfrm>
              <a:off x="429452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g3208"/>
            <p:cNvSpPr/>
            <p:nvPr/>
          </p:nvSpPr>
          <p:spPr>
            <a:xfrm>
              <a:off x="4445812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g3209"/>
            <p:cNvSpPr/>
            <p:nvPr/>
          </p:nvSpPr>
          <p:spPr>
            <a:xfrm>
              <a:off x="4457449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g3210"/>
            <p:cNvSpPr/>
            <p:nvPr/>
          </p:nvSpPr>
          <p:spPr>
            <a:xfrm>
              <a:off x="446908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g3211"/>
            <p:cNvSpPr/>
            <p:nvPr/>
          </p:nvSpPr>
          <p:spPr>
            <a:xfrm>
              <a:off x="4480724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g3212"/>
            <p:cNvSpPr/>
            <p:nvPr/>
          </p:nvSpPr>
          <p:spPr>
            <a:xfrm>
              <a:off x="4492361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g3213"/>
            <p:cNvSpPr/>
            <p:nvPr/>
          </p:nvSpPr>
          <p:spPr>
            <a:xfrm>
              <a:off x="4503998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g3214"/>
            <p:cNvSpPr/>
            <p:nvPr/>
          </p:nvSpPr>
          <p:spPr>
            <a:xfrm>
              <a:off x="4515636" y="492440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g3215"/>
            <p:cNvSpPr/>
            <p:nvPr/>
          </p:nvSpPr>
          <p:spPr>
            <a:xfrm>
              <a:off x="275839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g3216"/>
            <p:cNvSpPr/>
            <p:nvPr/>
          </p:nvSpPr>
          <p:spPr>
            <a:xfrm>
              <a:off x="27700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g3217"/>
            <p:cNvSpPr/>
            <p:nvPr/>
          </p:nvSpPr>
          <p:spPr>
            <a:xfrm>
              <a:off x="278167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g3218"/>
            <p:cNvSpPr/>
            <p:nvPr/>
          </p:nvSpPr>
          <p:spPr>
            <a:xfrm>
              <a:off x="279331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g3219"/>
            <p:cNvSpPr/>
            <p:nvPr/>
          </p:nvSpPr>
          <p:spPr>
            <a:xfrm>
              <a:off x="280494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g3220"/>
            <p:cNvSpPr/>
            <p:nvPr/>
          </p:nvSpPr>
          <p:spPr>
            <a:xfrm>
              <a:off x="28165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g3221"/>
            <p:cNvSpPr/>
            <p:nvPr/>
          </p:nvSpPr>
          <p:spPr>
            <a:xfrm>
              <a:off x="2828223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g3222"/>
            <p:cNvSpPr/>
            <p:nvPr/>
          </p:nvSpPr>
          <p:spPr>
            <a:xfrm>
              <a:off x="283986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g3223"/>
            <p:cNvSpPr/>
            <p:nvPr/>
          </p:nvSpPr>
          <p:spPr>
            <a:xfrm>
              <a:off x="28514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g3224"/>
            <p:cNvSpPr/>
            <p:nvPr/>
          </p:nvSpPr>
          <p:spPr>
            <a:xfrm>
              <a:off x="2863135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g3225"/>
            <p:cNvSpPr/>
            <p:nvPr/>
          </p:nvSpPr>
          <p:spPr>
            <a:xfrm>
              <a:off x="287477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g3226"/>
            <p:cNvSpPr/>
            <p:nvPr/>
          </p:nvSpPr>
          <p:spPr>
            <a:xfrm>
              <a:off x="2886410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g3227"/>
            <p:cNvSpPr/>
            <p:nvPr/>
          </p:nvSpPr>
          <p:spPr>
            <a:xfrm>
              <a:off x="289804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g3228"/>
            <p:cNvSpPr/>
            <p:nvPr/>
          </p:nvSpPr>
          <p:spPr>
            <a:xfrm>
              <a:off x="290968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g3229"/>
            <p:cNvSpPr/>
            <p:nvPr/>
          </p:nvSpPr>
          <p:spPr>
            <a:xfrm>
              <a:off x="4247977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g3230"/>
            <p:cNvSpPr/>
            <p:nvPr/>
          </p:nvSpPr>
          <p:spPr>
            <a:xfrm>
              <a:off x="425961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C">
                <a:alpha val="100000"/>
              </a:srgbClr>
            </a:solidFill>
            <a:ln w="5420" cap="flat">
              <a:solidFill>
                <a:srgbClr val="3B52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g3231"/>
            <p:cNvSpPr/>
            <p:nvPr/>
          </p:nvSpPr>
          <p:spPr>
            <a:xfrm>
              <a:off x="427125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g3232"/>
            <p:cNvSpPr/>
            <p:nvPr/>
          </p:nvSpPr>
          <p:spPr>
            <a:xfrm>
              <a:off x="428288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g3233"/>
            <p:cNvSpPr/>
            <p:nvPr/>
          </p:nvSpPr>
          <p:spPr>
            <a:xfrm>
              <a:off x="429452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g3234"/>
            <p:cNvSpPr/>
            <p:nvPr/>
          </p:nvSpPr>
          <p:spPr>
            <a:xfrm>
              <a:off x="4445812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g3235"/>
            <p:cNvSpPr/>
            <p:nvPr/>
          </p:nvSpPr>
          <p:spPr>
            <a:xfrm>
              <a:off x="4457449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g3236"/>
            <p:cNvSpPr/>
            <p:nvPr/>
          </p:nvSpPr>
          <p:spPr>
            <a:xfrm>
              <a:off x="446908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g3237"/>
            <p:cNvSpPr/>
            <p:nvPr/>
          </p:nvSpPr>
          <p:spPr>
            <a:xfrm>
              <a:off x="4480724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g3238"/>
            <p:cNvSpPr/>
            <p:nvPr/>
          </p:nvSpPr>
          <p:spPr>
            <a:xfrm>
              <a:off x="4492361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g3239"/>
            <p:cNvSpPr/>
            <p:nvPr/>
          </p:nvSpPr>
          <p:spPr>
            <a:xfrm>
              <a:off x="4503998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g3240"/>
            <p:cNvSpPr/>
            <p:nvPr/>
          </p:nvSpPr>
          <p:spPr>
            <a:xfrm>
              <a:off x="4515636" y="49387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g3241"/>
            <p:cNvSpPr/>
            <p:nvPr/>
          </p:nvSpPr>
          <p:spPr>
            <a:xfrm>
              <a:off x="275839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g3242"/>
            <p:cNvSpPr/>
            <p:nvPr/>
          </p:nvSpPr>
          <p:spPr>
            <a:xfrm>
              <a:off x="27700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g3243"/>
            <p:cNvSpPr/>
            <p:nvPr/>
          </p:nvSpPr>
          <p:spPr>
            <a:xfrm>
              <a:off x="278167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g3244"/>
            <p:cNvSpPr/>
            <p:nvPr/>
          </p:nvSpPr>
          <p:spPr>
            <a:xfrm>
              <a:off x="279331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g3245"/>
            <p:cNvSpPr/>
            <p:nvPr/>
          </p:nvSpPr>
          <p:spPr>
            <a:xfrm>
              <a:off x="280494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g3246"/>
            <p:cNvSpPr/>
            <p:nvPr/>
          </p:nvSpPr>
          <p:spPr>
            <a:xfrm>
              <a:off x="28165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g3247"/>
            <p:cNvSpPr/>
            <p:nvPr/>
          </p:nvSpPr>
          <p:spPr>
            <a:xfrm>
              <a:off x="2828223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g3248"/>
            <p:cNvSpPr/>
            <p:nvPr/>
          </p:nvSpPr>
          <p:spPr>
            <a:xfrm>
              <a:off x="283986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g3249"/>
            <p:cNvSpPr/>
            <p:nvPr/>
          </p:nvSpPr>
          <p:spPr>
            <a:xfrm>
              <a:off x="28514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g3250"/>
            <p:cNvSpPr/>
            <p:nvPr/>
          </p:nvSpPr>
          <p:spPr>
            <a:xfrm>
              <a:off x="2863135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g3251"/>
            <p:cNvSpPr/>
            <p:nvPr/>
          </p:nvSpPr>
          <p:spPr>
            <a:xfrm>
              <a:off x="287477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B">
                <a:alpha val="100000"/>
              </a:srgbClr>
            </a:solidFill>
            <a:ln w="5420" cap="flat">
              <a:solidFill>
                <a:srgbClr val="3B518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g3252"/>
            <p:cNvSpPr/>
            <p:nvPr/>
          </p:nvSpPr>
          <p:spPr>
            <a:xfrm>
              <a:off x="2886410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g3253"/>
            <p:cNvSpPr/>
            <p:nvPr/>
          </p:nvSpPr>
          <p:spPr>
            <a:xfrm>
              <a:off x="4247977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g3254"/>
            <p:cNvSpPr/>
            <p:nvPr/>
          </p:nvSpPr>
          <p:spPr>
            <a:xfrm>
              <a:off x="425961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g3255"/>
            <p:cNvSpPr/>
            <p:nvPr/>
          </p:nvSpPr>
          <p:spPr>
            <a:xfrm>
              <a:off x="4271252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g3256"/>
            <p:cNvSpPr/>
            <p:nvPr/>
          </p:nvSpPr>
          <p:spPr>
            <a:xfrm>
              <a:off x="428288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g3257"/>
            <p:cNvSpPr/>
            <p:nvPr/>
          </p:nvSpPr>
          <p:spPr>
            <a:xfrm>
              <a:off x="429452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g3258"/>
            <p:cNvSpPr/>
            <p:nvPr/>
          </p:nvSpPr>
          <p:spPr>
            <a:xfrm>
              <a:off x="4457449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g3259"/>
            <p:cNvSpPr/>
            <p:nvPr/>
          </p:nvSpPr>
          <p:spPr>
            <a:xfrm>
              <a:off x="446908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g3260"/>
            <p:cNvSpPr/>
            <p:nvPr/>
          </p:nvSpPr>
          <p:spPr>
            <a:xfrm>
              <a:off x="4480724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g3261"/>
            <p:cNvSpPr/>
            <p:nvPr/>
          </p:nvSpPr>
          <p:spPr>
            <a:xfrm>
              <a:off x="4492361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g3262"/>
            <p:cNvSpPr/>
            <p:nvPr/>
          </p:nvSpPr>
          <p:spPr>
            <a:xfrm>
              <a:off x="4503998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g3263"/>
            <p:cNvSpPr/>
            <p:nvPr/>
          </p:nvSpPr>
          <p:spPr>
            <a:xfrm>
              <a:off x="4515636" y="495300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g3264"/>
            <p:cNvSpPr/>
            <p:nvPr/>
          </p:nvSpPr>
          <p:spPr>
            <a:xfrm>
              <a:off x="272348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g3265"/>
            <p:cNvSpPr/>
            <p:nvPr/>
          </p:nvSpPr>
          <p:spPr>
            <a:xfrm>
              <a:off x="27351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g3266"/>
            <p:cNvSpPr/>
            <p:nvPr/>
          </p:nvSpPr>
          <p:spPr>
            <a:xfrm>
              <a:off x="274676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g3267"/>
            <p:cNvSpPr/>
            <p:nvPr/>
          </p:nvSpPr>
          <p:spPr>
            <a:xfrm>
              <a:off x="275839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g3268"/>
            <p:cNvSpPr/>
            <p:nvPr/>
          </p:nvSpPr>
          <p:spPr>
            <a:xfrm>
              <a:off x="27700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g3269"/>
            <p:cNvSpPr/>
            <p:nvPr/>
          </p:nvSpPr>
          <p:spPr>
            <a:xfrm>
              <a:off x="278167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g3270"/>
            <p:cNvSpPr/>
            <p:nvPr/>
          </p:nvSpPr>
          <p:spPr>
            <a:xfrm>
              <a:off x="279331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g3271"/>
            <p:cNvSpPr/>
            <p:nvPr/>
          </p:nvSpPr>
          <p:spPr>
            <a:xfrm>
              <a:off x="280494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g3272"/>
            <p:cNvSpPr/>
            <p:nvPr/>
          </p:nvSpPr>
          <p:spPr>
            <a:xfrm>
              <a:off x="28165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g3273"/>
            <p:cNvSpPr/>
            <p:nvPr/>
          </p:nvSpPr>
          <p:spPr>
            <a:xfrm>
              <a:off x="2828223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g3274"/>
            <p:cNvSpPr/>
            <p:nvPr/>
          </p:nvSpPr>
          <p:spPr>
            <a:xfrm>
              <a:off x="2839860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g3275"/>
            <p:cNvSpPr/>
            <p:nvPr/>
          </p:nvSpPr>
          <p:spPr>
            <a:xfrm>
              <a:off x="28514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g3276"/>
            <p:cNvSpPr/>
            <p:nvPr/>
          </p:nvSpPr>
          <p:spPr>
            <a:xfrm>
              <a:off x="2863135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18A">
                <a:alpha val="100000"/>
              </a:srgbClr>
            </a:solidFill>
            <a:ln w="5420" cap="flat">
              <a:solidFill>
                <a:srgbClr val="3B51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g3277"/>
            <p:cNvSpPr/>
            <p:nvPr/>
          </p:nvSpPr>
          <p:spPr>
            <a:xfrm>
              <a:off x="4247977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g3278"/>
            <p:cNvSpPr/>
            <p:nvPr/>
          </p:nvSpPr>
          <p:spPr>
            <a:xfrm>
              <a:off x="425961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g3279"/>
            <p:cNvSpPr/>
            <p:nvPr/>
          </p:nvSpPr>
          <p:spPr>
            <a:xfrm>
              <a:off x="4271252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g3280"/>
            <p:cNvSpPr/>
            <p:nvPr/>
          </p:nvSpPr>
          <p:spPr>
            <a:xfrm>
              <a:off x="428288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g3281"/>
            <p:cNvSpPr/>
            <p:nvPr/>
          </p:nvSpPr>
          <p:spPr>
            <a:xfrm>
              <a:off x="429452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g3282"/>
            <p:cNvSpPr/>
            <p:nvPr/>
          </p:nvSpPr>
          <p:spPr>
            <a:xfrm>
              <a:off x="4457449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g3283"/>
            <p:cNvSpPr/>
            <p:nvPr/>
          </p:nvSpPr>
          <p:spPr>
            <a:xfrm>
              <a:off x="446908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g3284"/>
            <p:cNvSpPr/>
            <p:nvPr/>
          </p:nvSpPr>
          <p:spPr>
            <a:xfrm>
              <a:off x="4480724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g3285"/>
            <p:cNvSpPr/>
            <p:nvPr/>
          </p:nvSpPr>
          <p:spPr>
            <a:xfrm>
              <a:off x="4492361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g3286"/>
            <p:cNvSpPr/>
            <p:nvPr/>
          </p:nvSpPr>
          <p:spPr>
            <a:xfrm>
              <a:off x="4503998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g3287"/>
            <p:cNvSpPr/>
            <p:nvPr/>
          </p:nvSpPr>
          <p:spPr>
            <a:xfrm>
              <a:off x="4515636" y="49673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g3288"/>
            <p:cNvSpPr/>
            <p:nvPr/>
          </p:nvSpPr>
          <p:spPr>
            <a:xfrm>
              <a:off x="272348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g3289"/>
            <p:cNvSpPr/>
            <p:nvPr/>
          </p:nvSpPr>
          <p:spPr>
            <a:xfrm>
              <a:off x="27351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g3290"/>
            <p:cNvSpPr/>
            <p:nvPr/>
          </p:nvSpPr>
          <p:spPr>
            <a:xfrm>
              <a:off x="274676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g3291"/>
            <p:cNvSpPr/>
            <p:nvPr/>
          </p:nvSpPr>
          <p:spPr>
            <a:xfrm>
              <a:off x="275839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8">
                <a:alpha val="100000"/>
              </a:srgbClr>
            </a:solidFill>
            <a:ln w="5420" cap="flat">
              <a:solidFill>
                <a:srgbClr val="3C43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g3292"/>
            <p:cNvSpPr/>
            <p:nvPr/>
          </p:nvSpPr>
          <p:spPr>
            <a:xfrm>
              <a:off x="27700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g3293"/>
            <p:cNvSpPr/>
            <p:nvPr/>
          </p:nvSpPr>
          <p:spPr>
            <a:xfrm>
              <a:off x="278167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g3294"/>
            <p:cNvSpPr/>
            <p:nvPr/>
          </p:nvSpPr>
          <p:spPr>
            <a:xfrm>
              <a:off x="279331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g3295"/>
            <p:cNvSpPr/>
            <p:nvPr/>
          </p:nvSpPr>
          <p:spPr>
            <a:xfrm>
              <a:off x="280494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g3296"/>
            <p:cNvSpPr/>
            <p:nvPr/>
          </p:nvSpPr>
          <p:spPr>
            <a:xfrm>
              <a:off x="28165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g3297"/>
            <p:cNvSpPr/>
            <p:nvPr/>
          </p:nvSpPr>
          <p:spPr>
            <a:xfrm>
              <a:off x="4236340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g3298"/>
            <p:cNvSpPr/>
            <p:nvPr/>
          </p:nvSpPr>
          <p:spPr>
            <a:xfrm>
              <a:off x="4247977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g3299"/>
            <p:cNvSpPr/>
            <p:nvPr/>
          </p:nvSpPr>
          <p:spPr>
            <a:xfrm>
              <a:off x="425961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g3300"/>
            <p:cNvSpPr/>
            <p:nvPr/>
          </p:nvSpPr>
          <p:spPr>
            <a:xfrm>
              <a:off x="4271252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g3301"/>
            <p:cNvSpPr/>
            <p:nvPr/>
          </p:nvSpPr>
          <p:spPr>
            <a:xfrm>
              <a:off x="428288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g3302"/>
            <p:cNvSpPr/>
            <p:nvPr/>
          </p:nvSpPr>
          <p:spPr>
            <a:xfrm>
              <a:off x="4457449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g3303"/>
            <p:cNvSpPr/>
            <p:nvPr/>
          </p:nvSpPr>
          <p:spPr>
            <a:xfrm>
              <a:off x="446908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g3304"/>
            <p:cNvSpPr/>
            <p:nvPr/>
          </p:nvSpPr>
          <p:spPr>
            <a:xfrm>
              <a:off x="4480724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g3305"/>
            <p:cNvSpPr/>
            <p:nvPr/>
          </p:nvSpPr>
          <p:spPr>
            <a:xfrm>
              <a:off x="4492361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g3306"/>
            <p:cNvSpPr/>
            <p:nvPr/>
          </p:nvSpPr>
          <p:spPr>
            <a:xfrm>
              <a:off x="4503998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g3307"/>
            <p:cNvSpPr/>
            <p:nvPr/>
          </p:nvSpPr>
          <p:spPr>
            <a:xfrm>
              <a:off x="4515636" y="498160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g3308"/>
            <p:cNvSpPr/>
            <p:nvPr/>
          </p:nvSpPr>
          <p:spPr>
            <a:xfrm>
              <a:off x="271185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6">
                <a:alpha val="100000"/>
              </a:srgbClr>
            </a:solidFill>
            <a:ln w="5420" cap="flat">
              <a:solidFill>
                <a:srgbClr val="3C43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g3309"/>
            <p:cNvSpPr/>
            <p:nvPr/>
          </p:nvSpPr>
          <p:spPr>
            <a:xfrm>
              <a:off x="272348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g3310"/>
            <p:cNvSpPr/>
            <p:nvPr/>
          </p:nvSpPr>
          <p:spPr>
            <a:xfrm>
              <a:off x="27351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g3311"/>
            <p:cNvSpPr/>
            <p:nvPr/>
          </p:nvSpPr>
          <p:spPr>
            <a:xfrm>
              <a:off x="274676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g3312"/>
            <p:cNvSpPr/>
            <p:nvPr/>
          </p:nvSpPr>
          <p:spPr>
            <a:xfrm>
              <a:off x="275839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g3313"/>
            <p:cNvSpPr/>
            <p:nvPr/>
          </p:nvSpPr>
          <p:spPr>
            <a:xfrm>
              <a:off x="27700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g3314"/>
            <p:cNvSpPr/>
            <p:nvPr/>
          </p:nvSpPr>
          <p:spPr>
            <a:xfrm>
              <a:off x="278167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g3315"/>
            <p:cNvSpPr/>
            <p:nvPr/>
          </p:nvSpPr>
          <p:spPr>
            <a:xfrm>
              <a:off x="279331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g3316"/>
            <p:cNvSpPr/>
            <p:nvPr/>
          </p:nvSpPr>
          <p:spPr>
            <a:xfrm>
              <a:off x="4236340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g3317"/>
            <p:cNvSpPr/>
            <p:nvPr/>
          </p:nvSpPr>
          <p:spPr>
            <a:xfrm>
              <a:off x="4247977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g3318"/>
            <p:cNvSpPr/>
            <p:nvPr/>
          </p:nvSpPr>
          <p:spPr>
            <a:xfrm>
              <a:off x="425961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g3319"/>
            <p:cNvSpPr/>
            <p:nvPr/>
          </p:nvSpPr>
          <p:spPr>
            <a:xfrm>
              <a:off x="4271252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g3320"/>
            <p:cNvSpPr/>
            <p:nvPr/>
          </p:nvSpPr>
          <p:spPr>
            <a:xfrm>
              <a:off x="4282889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g3321"/>
            <p:cNvSpPr/>
            <p:nvPr/>
          </p:nvSpPr>
          <p:spPr>
            <a:xfrm>
              <a:off x="429452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g3322"/>
            <p:cNvSpPr/>
            <p:nvPr/>
          </p:nvSpPr>
          <p:spPr>
            <a:xfrm>
              <a:off x="430616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g3323"/>
            <p:cNvSpPr/>
            <p:nvPr/>
          </p:nvSpPr>
          <p:spPr>
            <a:xfrm>
              <a:off x="446908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g3324"/>
            <p:cNvSpPr/>
            <p:nvPr/>
          </p:nvSpPr>
          <p:spPr>
            <a:xfrm>
              <a:off x="4480724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g3325"/>
            <p:cNvSpPr/>
            <p:nvPr/>
          </p:nvSpPr>
          <p:spPr>
            <a:xfrm>
              <a:off x="4492361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g3326"/>
            <p:cNvSpPr/>
            <p:nvPr/>
          </p:nvSpPr>
          <p:spPr>
            <a:xfrm>
              <a:off x="4503998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g3327"/>
            <p:cNvSpPr/>
            <p:nvPr/>
          </p:nvSpPr>
          <p:spPr>
            <a:xfrm>
              <a:off x="4515636" y="499590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g3328"/>
            <p:cNvSpPr/>
            <p:nvPr/>
          </p:nvSpPr>
          <p:spPr>
            <a:xfrm>
              <a:off x="270021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g3329"/>
            <p:cNvSpPr/>
            <p:nvPr/>
          </p:nvSpPr>
          <p:spPr>
            <a:xfrm>
              <a:off x="271185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g3330"/>
            <p:cNvSpPr/>
            <p:nvPr/>
          </p:nvSpPr>
          <p:spPr>
            <a:xfrm>
              <a:off x="272348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g3331"/>
            <p:cNvSpPr/>
            <p:nvPr/>
          </p:nvSpPr>
          <p:spPr>
            <a:xfrm>
              <a:off x="27351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g3332"/>
            <p:cNvSpPr/>
            <p:nvPr/>
          </p:nvSpPr>
          <p:spPr>
            <a:xfrm>
              <a:off x="274676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276">
                <a:alpha val="100000"/>
              </a:srgbClr>
            </a:solidFill>
            <a:ln w="5420" cap="flat">
              <a:solidFill>
                <a:srgbClr val="3C427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g3333"/>
            <p:cNvSpPr/>
            <p:nvPr/>
          </p:nvSpPr>
          <p:spPr>
            <a:xfrm>
              <a:off x="275839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g3334"/>
            <p:cNvSpPr/>
            <p:nvPr/>
          </p:nvSpPr>
          <p:spPr>
            <a:xfrm>
              <a:off x="27700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g3335"/>
            <p:cNvSpPr/>
            <p:nvPr/>
          </p:nvSpPr>
          <p:spPr>
            <a:xfrm>
              <a:off x="278167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g3336"/>
            <p:cNvSpPr/>
            <p:nvPr/>
          </p:nvSpPr>
          <p:spPr>
            <a:xfrm>
              <a:off x="4236340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g3337"/>
            <p:cNvSpPr/>
            <p:nvPr/>
          </p:nvSpPr>
          <p:spPr>
            <a:xfrm>
              <a:off x="4247977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g3338"/>
            <p:cNvSpPr/>
            <p:nvPr/>
          </p:nvSpPr>
          <p:spPr>
            <a:xfrm>
              <a:off x="425961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g3339"/>
            <p:cNvSpPr/>
            <p:nvPr/>
          </p:nvSpPr>
          <p:spPr>
            <a:xfrm>
              <a:off x="4271252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g3340"/>
            <p:cNvSpPr/>
            <p:nvPr/>
          </p:nvSpPr>
          <p:spPr>
            <a:xfrm>
              <a:off x="4282889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E">
                <a:alpha val="100000"/>
              </a:srgbClr>
            </a:solidFill>
            <a:ln w="5420" cap="flat">
              <a:solidFill>
                <a:srgbClr val="3B54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g3341"/>
            <p:cNvSpPr/>
            <p:nvPr/>
          </p:nvSpPr>
          <p:spPr>
            <a:xfrm>
              <a:off x="429452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g3342"/>
            <p:cNvSpPr/>
            <p:nvPr/>
          </p:nvSpPr>
          <p:spPr>
            <a:xfrm>
              <a:off x="430616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g3343"/>
            <p:cNvSpPr/>
            <p:nvPr/>
          </p:nvSpPr>
          <p:spPr>
            <a:xfrm>
              <a:off x="431780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g3344"/>
            <p:cNvSpPr/>
            <p:nvPr/>
          </p:nvSpPr>
          <p:spPr>
            <a:xfrm>
              <a:off x="446908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g3345"/>
            <p:cNvSpPr/>
            <p:nvPr/>
          </p:nvSpPr>
          <p:spPr>
            <a:xfrm>
              <a:off x="4480724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g3346"/>
            <p:cNvSpPr/>
            <p:nvPr/>
          </p:nvSpPr>
          <p:spPr>
            <a:xfrm>
              <a:off x="4492361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g3347"/>
            <p:cNvSpPr/>
            <p:nvPr/>
          </p:nvSpPr>
          <p:spPr>
            <a:xfrm>
              <a:off x="4503998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g3348"/>
            <p:cNvSpPr/>
            <p:nvPr/>
          </p:nvSpPr>
          <p:spPr>
            <a:xfrm>
              <a:off x="4515636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g3349"/>
            <p:cNvSpPr/>
            <p:nvPr/>
          </p:nvSpPr>
          <p:spPr>
            <a:xfrm>
              <a:off x="4527273" y="50102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g3350"/>
            <p:cNvSpPr/>
            <p:nvPr/>
          </p:nvSpPr>
          <p:spPr>
            <a:xfrm>
              <a:off x="2688575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g3351"/>
            <p:cNvSpPr/>
            <p:nvPr/>
          </p:nvSpPr>
          <p:spPr>
            <a:xfrm>
              <a:off x="270021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g3352"/>
            <p:cNvSpPr/>
            <p:nvPr/>
          </p:nvSpPr>
          <p:spPr>
            <a:xfrm>
              <a:off x="271185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g3353"/>
            <p:cNvSpPr/>
            <p:nvPr/>
          </p:nvSpPr>
          <p:spPr>
            <a:xfrm>
              <a:off x="272348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g3354"/>
            <p:cNvSpPr/>
            <p:nvPr/>
          </p:nvSpPr>
          <p:spPr>
            <a:xfrm>
              <a:off x="27351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g3355"/>
            <p:cNvSpPr/>
            <p:nvPr/>
          </p:nvSpPr>
          <p:spPr>
            <a:xfrm>
              <a:off x="274676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377">
                <a:alpha val="100000"/>
              </a:srgbClr>
            </a:solidFill>
            <a:ln w="5420" cap="flat">
              <a:solidFill>
                <a:srgbClr val="3C437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g3356"/>
            <p:cNvSpPr/>
            <p:nvPr/>
          </p:nvSpPr>
          <p:spPr>
            <a:xfrm>
              <a:off x="275839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g3357"/>
            <p:cNvSpPr/>
            <p:nvPr/>
          </p:nvSpPr>
          <p:spPr>
            <a:xfrm>
              <a:off x="27700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g3358"/>
            <p:cNvSpPr/>
            <p:nvPr/>
          </p:nvSpPr>
          <p:spPr>
            <a:xfrm>
              <a:off x="4236340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g3359"/>
            <p:cNvSpPr/>
            <p:nvPr/>
          </p:nvSpPr>
          <p:spPr>
            <a:xfrm>
              <a:off x="4247977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g3360"/>
            <p:cNvSpPr/>
            <p:nvPr/>
          </p:nvSpPr>
          <p:spPr>
            <a:xfrm>
              <a:off x="425961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g3361"/>
            <p:cNvSpPr/>
            <p:nvPr/>
          </p:nvSpPr>
          <p:spPr>
            <a:xfrm>
              <a:off x="4271252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g3362"/>
            <p:cNvSpPr/>
            <p:nvPr/>
          </p:nvSpPr>
          <p:spPr>
            <a:xfrm>
              <a:off x="4282889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g3363"/>
            <p:cNvSpPr/>
            <p:nvPr/>
          </p:nvSpPr>
          <p:spPr>
            <a:xfrm>
              <a:off x="429452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g3364"/>
            <p:cNvSpPr/>
            <p:nvPr/>
          </p:nvSpPr>
          <p:spPr>
            <a:xfrm>
              <a:off x="430616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g3365"/>
            <p:cNvSpPr/>
            <p:nvPr/>
          </p:nvSpPr>
          <p:spPr>
            <a:xfrm>
              <a:off x="431780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g3366"/>
            <p:cNvSpPr/>
            <p:nvPr/>
          </p:nvSpPr>
          <p:spPr>
            <a:xfrm>
              <a:off x="4480724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g3367"/>
            <p:cNvSpPr/>
            <p:nvPr/>
          </p:nvSpPr>
          <p:spPr>
            <a:xfrm>
              <a:off x="4492361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g3368"/>
            <p:cNvSpPr/>
            <p:nvPr/>
          </p:nvSpPr>
          <p:spPr>
            <a:xfrm>
              <a:off x="4503998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g3369"/>
            <p:cNvSpPr/>
            <p:nvPr/>
          </p:nvSpPr>
          <p:spPr>
            <a:xfrm>
              <a:off x="4515636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g3370"/>
            <p:cNvSpPr/>
            <p:nvPr/>
          </p:nvSpPr>
          <p:spPr>
            <a:xfrm>
              <a:off x="4527273" y="502450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g3371"/>
            <p:cNvSpPr/>
            <p:nvPr/>
          </p:nvSpPr>
          <p:spPr>
            <a:xfrm>
              <a:off x="2688575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g3372"/>
            <p:cNvSpPr/>
            <p:nvPr/>
          </p:nvSpPr>
          <p:spPr>
            <a:xfrm>
              <a:off x="270021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g3373"/>
            <p:cNvSpPr/>
            <p:nvPr/>
          </p:nvSpPr>
          <p:spPr>
            <a:xfrm>
              <a:off x="271185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g3374"/>
            <p:cNvSpPr/>
            <p:nvPr/>
          </p:nvSpPr>
          <p:spPr>
            <a:xfrm>
              <a:off x="272348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g3375"/>
            <p:cNvSpPr/>
            <p:nvPr/>
          </p:nvSpPr>
          <p:spPr>
            <a:xfrm>
              <a:off x="27351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g3376"/>
            <p:cNvSpPr/>
            <p:nvPr/>
          </p:nvSpPr>
          <p:spPr>
            <a:xfrm>
              <a:off x="274676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8">
                <a:alpha val="100000"/>
              </a:srgbClr>
            </a:solidFill>
            <a:ln w="5420" cap="flat">
              <a:solidFill>
                <a:srgbClr val="3C447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g3377"/>
            <p:cNvSpPr/>
            <p:nvPr/>
          </p:nvSpPr>
          <p:spPr>
            <a:xfrm>
              <a:off x="275839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g3378"/>
            <p:cNvSpPr/>
            <p:nvPr/>
          </p:nvSpPr>
          <p:spPr>
            <a:xfrm>
              <a:off x="4236340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g3379"/>
            <p:cNvSpPr/>
            <p:nvPr/>
          </p:nvSpPr>
          <p:spPr>
            <a:xfrm>
              <a:off x="4247977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g3380"/>
            <p:cNvSpPr/>
            <p:nvPr/>
          </p:nvSpPr>
          <p:spPr>
            <a:xfrm>
              <a:off x="425961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g3381"/>
            <p:cNvSpPr/>
            <p:nvPr/>
          </p:nvSpPr>
          <p:spPr>
            <a:xfrm>
              <a:off x="4271252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g3382"/>
            <p:cNvSpPr/>
            <p:nvPr/>
          </p:nvSpPr>
          <p:spPr>
            <a:xfrm>
              <a:off x="4282889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g3383"/>
            <p:cNvSpPr/>
            <p:nvPr/>
          </p:nvSpPr>
          <p:spPr>
            <a:xfrm>
              <a:off x="429452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g3384"/>
            <p:cNvSpPr/>
            <p:nvPr/>
          </p:nvSpPr>
          <p:spPr>
            <a:xfrm>
              <a:off x="430616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g3385"/>
            <p:cNvSpPr/>
            <p:nvPr/>
          </p:nvSpPr>
          <p:spPr>
            <a:xfrm>
              <a:off x="431780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g3386"/>
            <p:cNvSpPr/>
            <p:nvPr/>
          </p:nvSpPr>
          <p:spPr>
            <a:xfrm>
              <a:off x="4480724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g3387"/>
            <p:cNvSpPr/>
            <p:nvPr/>
          </p:nvSpPr>
          <p:spPr>
            <a:xfrm>
              <a:off x="4492361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g3388"/>
            <p:cNvSpPr/>
            <p:nvPr/>
          </p:nvSpPr>
          <p:spPr>
            <a:xfrm>
              <a:off x="4503998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g3389"/>
            <p:cNvSpPr/>
            <p:nvPr/>
          </p:nvSpPr>
          <p:spPr>
            <a:xfrm>
              <a:off x="4515636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g3390"/>
            <p:cNvSpPr/>
            <p:nvPr/>
          </p:nvSpPr>
          <p:spPr>
            <a:xfrm>
              <a:off x="4527273" y="50388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g3391"/>
            <p:cNvSpPr/>
            <p:nvPr/>
          </p:nvSpPr>
          <p:spPr>
            <a:xfrm>
              <a:off x="266530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g3392"/>
            <p:cNvSpPr/>
            <p:nvPr/>
          </p:nvSpPr>
          <p:spPr>
            <a:xfrm>
              <a:off x="267693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g3393"/>
            <p:cNvSpPr/>
            <p:nvPr/>
          </p:nvSpPr>
          <p:spPr>
            <a:xfrm>
              <a:off x="270021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g3394"/>
            <p:cNvSpPr/>
            <p:nvPr/>
          </p:nvSpPr>
          <p:spPr>
            <a:xfrm>
              <a:off x="271185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g3395"/>
            <p:cNvSpPr/>
            <p:nvPr/>
          </p:nvSpPr>
          <p:spPr>
            <a:xfrm>
              <a:off x="272348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g3396"/>
            <p:cNvSpPr/>
            <p:nvPr/>
          </p:nvSpPr>
          <p:spPr>
            <a:xfrm>
              <a:off x="27351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479">
                <a:alpha val="100000"/>
              </a:srgbClr>
            </a:solidFill>
            <a:ln w="5420" cap="flat">
              <a:solidFill>
                <a:srgbClr val="3C44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g3397"/>
            <p:cNvSpPr/>
            <p:nvPr/>
          </p:nvSpPr>
          <p:spPr>
            <a:xfrm>
              <a:off x="274676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9">
                <a:alpha val="100000"/>
              </a:srgbClr>
            </a:solidFill>
            <a:ln w="5420" cap="flat">
              <a:solidFill>
                <a:srgbClr val="3C457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g3398"/>
            <p:cNvSpPr/>
            <p:nvPr/>
          </p:nvSpPr>
          <p:spPr>
            <a:xfrm>
              <a:off x="4236340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38E">
                <a:alpha val="100000"/>
              </a:srgbClr>
            </a:solidFill>
            <a:ln w="5420" cap="flat">
              <a:solidFill>
                <a:srgbClr val="3B538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g3399"/>
            <p:cNvSpPr/>
            <p:nvPr/>
          </p:nvSpPr>
          <p:spPr>
            <a:xfrm>
              <a:off x="4247977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g3400"/>
            <p:cNvSpPr/>
            <p:nvPr/>
          </p:nvSpPr>
          <p:spPr>
            <a:xfrm>
              <a:off x="425961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g3401"/>
            <p:cNvSpPr/>
            <p:nvPr/>
          </p:nvSpPr>
          <p:spPr>
            <a:xfrm>
              <a:off x="4271252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g3402"/>
            <p:cNvSpPr/>
            <p:nvPr/>
          </p:nvSpPr>
          <p:spPr>
            <a:xfrm>
              <a:off x="4282889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g3403"/>
            <p:cNvSpPr/>
            <p:nvPr/>
          </p:nvSpPr>
          <p:spPr>
            <a:xfrm>
              <a:off x="429452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g3404"/>
            <p:cNvSpPr/>
            <p:nvPr/>
          </p:nvSpPr>
          <p:spPr>
            <a:xfrm>
              <a:off x="430616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g3405"/>
            <p:cNvSpPr/>
            <p:nvPr/>
          </p:nvSpPr>
          <p:spPr>
            <a:xfrm>
              <a:off x="431780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g3406"/>
            <p:cNvSpPr/>
            <p:nvPr/>
          </p:nvSpPr>
          <p:spPr>
            <a:xfrm>
              <a:off x="4480724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g3407"/>
            <p:cNvSpPr/>
            <p:nvPr/>
          </p:nvSpPr>
          <p:spPr>
            <a:xfrm>
              <a:off x="4492361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g3408"/>
            <p:cNvSpPr/>
            <p:nvPr/>
          </p:nvSpPr>
          <p:spPr>
            <a:xfrm>
              <a:off x="4503998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g3409"/>
            <p:cNvSpPr/>
            <p:nvPr/>
          </p:nvSpPr>
          <p:spPr>
            <a:xfrm>
              <a:off x="4515636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g3410"/>
            <p:cNvSpPr/>
            <p:nvPr/>
          </p:nvSpPr>
          <p:spPr>
            <a:xfrm>
              <a:off x="4527273" y="505310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g3411"/>
            <p:cNvSpPr/>
            <p:nvPr/>
          </p:nvSpPr>
          <p:spPr>
            <a:xfrm>
              <a:off x="265366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g3412"/>
            <p:cNvSpPr/>
            <p:nvPr/>
          </p:nvSpPr>
          <p:spPr>
            <a:xfrm>
              <a:off x="266530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g3413"/>
            <p:cNvSpPr/>
            <p:nvPr/>
          </p:nvSpPr>
          <p:spPr>
            <a:xfrm>
              <a:off x="267693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g3414"/>
            <p:cNvSpPr/>
            <p:nvPr/>
          </p:nvSpPr>
          <p:spPr>
            <a:xfrm>
              <a:off x="2688575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g3415"/>
            <p:cNvSpPr/>
            <p:nvPr/>
          </p:nvSpPr>
          <p:spPr>
            <a:xfrm>
              <a:off x="270021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g3416"/>
            <p:cNvSpPr/>
            <p:nvPr/>
          </p:nvSpPr>
          <p:spPr>
            <a:xfrm>
              <a:off x="271185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g3417"/>
            <p:cNvSpPr/>
            <p:nvPr/>
          </p:nvSpPr>
          <p:spPr>
            <a:xfrm>
              <a:off x="272348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g3418"/>
            <p:cNvSpPr/>
            <p:nvPr/>
          </p:nvSpPr>
          <p:spPr>
            <a:xfrm>
              <a:off x="273512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g3419"/>
            <p:cNvSpPr/>
            <p:nvPr/>
          </p:nvSpPr>
          <p:spPr>
            <a:xfrm>
              <a:off x="274676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57A">
                <a:alpha val="100000"/>
              </a:srgbClr>
            </a:solidFill>
            <a:ln w="5420" cap="flat">
              <a:solidFill>
                <a:srgbClr val="3C457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g3420"/>
            <p:cNvSpPr/>
            <p:nvPr/>
          </p:nvSpPr>
          <p:spPr>
            <a:xfrm>
              <a:off x="4247977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g3421"/>
            <p:cNvSpPr/>
            <p:nvPr/>
          </p:nvSpPr>
          <p:spPr>
            <a:xfrm>
              <a:off x="425961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g3422"/>
            <p:cNvSpPr/>
            <p:nvPr/>
          </p:nvSpPr>
          <p:spPr>
            <a:xfrm>
              <a:off x="4271252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g3423"/>
            <p:cNvSpPr/>
            <p:nvPr/>
          </p:nvSpPr>
          <p:spPr>
            <a:xfrm>
              <a:off x="4282889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g3424"/>
            <p:cNvSpPr/>
            <p:nvPr/>
          </p:nvSpPr>
          <p:spPr>
            <a:xfrm>
              <a:off x="429452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g3425"/>
            <p:cNvSpPr/>
            <p:nvPr/>
          </p:nvSpPr>
          <p:spPr>
            <a:xfrm>
              <a:off x="4306164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g3426"/>
            <p:cNvSpPr/>
            <p:nvPr/>
          </p:nvSpPr>
          <p:spPr>
            <a:xfrm>
              <a:off x="4492361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g3427"/>
            <p:cNvSpPr/>
            <p:nvPr/>
          </p:nvSpPr>
          <p:spPr>
            <a:xfrm>
              <a:off x="4503998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g3428"/>
            <p:cNvSpPr/>
            <p:nvPr/>
          </p:nvSpPr>
          <p:spPr>
            <a:xfrm>
              <a:off x="4515636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g3429"/>
            <p:cNvSpPr/>
            <p:nvPr/>
          </p:nvSpPr>
          <p:spPr>
            <a:xfrm>
              <a:off x="4527273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g3430"/>
            <p:cNvSpPr/>
            <p:nvPr/>
          </p:nvSpPr>
          <p:spPr>
            <a:xfrm>
              <a:off x="4538910" y="506741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g3431"/>
            <p:cNvSpPr/>
            <p:nvPr/>
          </p:nvSpPr>
          <p:spPr>
            <a:xfrm>
              <a:off x="265366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g3432"/>
            <p:cNvSpPr/>
            <p:nvPr/>
          </p:nvSpPr>
          <p:spPr>
            <a:xfrm>
              <a:off x="266530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g3433"/>
            <p:cNvSpPr/>
            <p:nvPr/>
          </p:nvSpPr>
          <p:spPr>
            <a:xfrm>
              <a:off x="267693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g3434"/>
            <p:cNvSpPr/>
            <p:nvPr/>
          </p:nvSpPr>
          <p:spPr>
            <a:xfrm>
              <a:off x="2688575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C">
                <a:alpha val="100000"/>
              </a:srgbClr>
            </a:solidFill>
            <a:ln w="5420" cap="flat">
              <a:solidFill>
                <a:srgbClr val="3C47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g3435"/>
            <p:cNvSpPr/>
            <p:nvPr/>
          </p:nvSpPr>
          <p:spPr>
            <a:xfrm>
              <a:off x="270021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C">
                <a:alpha val="100000"/>
              </a:srgbClr>
            </a:solidFill>
            <a:ln w="5420" cap="flat">
              <a:solidFill>
                <a:srgbClr val="3C467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g3436"/>
            <p:cNvSpPr/>
            <p:nvPr/>
          </p:nvSpPr>
          <p:spPr>
            <a:xfrm>
              <a:off x="271185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g3437"/>
            <p:cNvSpPr/>
            <p:nvPr/>
          </p:nvSpPr>
          <p:spPr>
            <a:xfrm>
              <a:off x="272348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g3438"/>
            <p:cNvSpPr/>
            <p:nvPr/>
          </p:nvSpPr>
          <p:spPr>
            <a:xfrm>
              <a:off x="273512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67B">
                <a:alpha val="100000"/>
              </a:srgbClr>
            </a:solidFill>
            <a:ln w="5420" cap="flat">
              <a:solidFill>
                <a:srgbClr val="3C467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g3439"/>
            <p:cNvSpPr/>
            <p:nvPr/>
          </p:nvSpPr>
          <p:spPr>
            <a:xfrm>
              <a:off x="4247977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g3440"/>
            <p:cNvSpPr/>
            <p:nvPr/>
          </p:nvSpPr>
          <p:spPr>
            <a:xfrm>
              <a:off x="4259614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g3441"/>
            <p:cNvSpPr/>
            <p:nvPr/>
          </p:nvSpPr>
          <p:spPr>
            <a:xfrm>
              <a:off x="4271252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g3442"/>
            <p:cNvSpPr/>
            <p:nvPr/>
          </p:nvSpPr>
          <p:spPr>
            <a:xfrm>
              <a:off x="4282889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g3443"/>
            <p:cNvSpPr/>
            <p:nvPr/>
          </p:nvSpPr>
          <p:spPr>
            <a:xfrm>
              <a:off x="429452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g3444"/>
            <p:cNvSpPr/>
            <p:nvPr/>
          </p:nvSpPr>
          <p:spPr>
            <a:xfrm>
              <a:off x="4492361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g3445"/>
            <p:cNvSpPr/>
            <p:nvPr/>
          </p:nvSpPr>
          <p:spPr>
            <a:xfrm>
              <a:off x="4503998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g3446"/>
            <p:cNvSpPr/>
            <p:nvPr/>
          </p:nvSpPr>
          <p:spPr>
            <a:xfrm>
              <a:off x="4515636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g3447"/>
            <p:cNvSpPr/>
            <p:nvPr/>
          </p:nvSpPr>
          <p:spPr>
            <a:xfrm>
              <a:off x="4527273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g3448"/>
            <p:cNvSpPr/>
            <p:nvPr/>
          </p:nvSpPr>
          <p:spPr>
            <a:xfrm>
              <a:off x="4538910" y="50817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g3449"/>
            <p:cNvSpPr/>
            <p:nvPr/>
          </p:nvSpPr>
          <p:spPr>
            <a:xfrm>
              <a:off x="265366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g3450"/>
            <p:cNvSpPr/>
            <p:nvPr/>
          </p:nvSpPr>
          <p:spPr>
            <a:xfrm>
              <a:off x="266530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g3451"/>
            <p:cNvSpPr/>
            <p:nvPr/>
          </p:nvSpPr>
          <p:spPr>
            <a:xfrm>
              <a:off x="267693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g3452"/>
            <p:cNvSpPr/>
            <p:nvPr/>
          </p:nvSpPr>
          <p:spPr>
            <a:xfrm>
              <a:off x="2688575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g3453"/>
            <p:cNvSpPr/>
            <p:nvPr/>
          </p:nvSpPr>
          <p:spPr>
            <a:xfrm>
              <a:off x="270021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D">
                <a:alpha val="100000"/>
              </a:srgbClr>
            </a:solidFill>
            <a:ln w="5420" cap="flat">
              <a:solidFill>
                <a:srgbClr val="3C48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g3454"/>
            <p:cNvSpPr/>
            <p:nvPr/>
          </p:nvSpPr>
          <p:spPr>
            <a:xfrm>
              <a:off x="271185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g3455"/>
            <p:cNvSpPr/>
            <p:nvPr/>
          </p:nvSpPr>
          <p:spPr>
            <a:xfrm>
              <a:off x="272348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g3456"/>
            <p:cNvSpPr/>
            <p:nvPr/>
          </p:nvSpPr>
          <p:spPr>
            <a:xfrm>
              <a:off x="273512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77D">
                <a:alpha val="100000"/>
              </a:srgbClr>
            </a:solidFill>
            <a:ln w="5420" cap="flat">
              <a:solidFill>
                <a:srgbClr val="3C47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g3457"/>
            <p:cNvSpPr/>
            <p:nvPr/>
          </p:nvSpPr>
          <p:spPr>
            <a:xfrm>
              <a:off x="4247977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8F">
                <a:alpha val="100000"/>
              </a:srgbClr>
            </a:solidFill>
            <a:ln w="5420" cap="flat">
              <a:solidFill>
                <a:srgbClr val="3B54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g3458"/>
            <p:cNvSpPr/>
            <p:nvPr/>
          </p:nvSpPr>
          <p:spPr>
            <a:xfrm>
              <a:off x="425961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490">
                <a:alpha val="100000"/>
              </a:srgbClr>
            </a:solidFill>
            <a:ln w="5420" cap="flat">
              <a:solidFill>
                <a:srgbClr val="3B54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g3459"/>
            <p:cNvSpPr/>
            <p:nvPr/>
          </p:nvSpPr>
          <p:spPr>
            <a:xfrm>
              <a:off x="4271252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g3460"/>
            <p:cNvSpPr/>
            <p:nvPr/>
          </p:nvSpPr>
          <p:spPr>
            <a:xfrm>
              <a:off x="4282889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g3461"/>
            <p:cNvSpPr/>
            <p:nvPr/>
          </p:nvSpPr>
          <p:spPr>
            <a:xfrm>
              <a:off x="429452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g3462"/>
            <p:cNvSpPr/>
            <p:nvPr/>
          </p:nvSpPr>
          <p:spPr>
            <a:xfrm>
              <a:off x="4306164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g3463"/>
            <p:cNvSpPr/>
            <p:nvPr/>
          </p:nvSpPr>
          <p:spPr>
            <a:xfrm>
              <a:off x="450399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g3464"/>
            <p:cNvSpPr/>
            <p:nvPr/>
          </p:nvSpPr>
          <p:spPr>
            <a:xfrm>
              <a:off x="4515636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g3465"/>
            <p:cNvSpPr/>
            <p:nvPr/>
          </p:nvSpPr>
          <p:spPr>
            <a:xfrm>
              <a:off x="4527273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g3466"/>
            <p:cNvSpPr/>
            <p:nvPr/>
          </p:nvSpPr>
          <p:spPr>
            <a:xfrm>
              <a:off x="4538910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g3467"/>
            <p:cNvSpPr/>
            <p:nvPr/>
          </p:nvSpPr>
          <p:spPr>
            <a:xfrm>
              <a:off x="4550548" y="509601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g3468"/>
            <p:cNvSpPr/>
            <p:nvPr/>
          </p:nvSpPr>
          <p:spPr>
            <a:xfrm>
              <a:off x="266530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g3469"/>
            <p:cNvSpPr/>
            <p:nvPr/>
          </p:nvSpPr>
          <p:spPr>
            <a:xfrm>
              <a:off x="267693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F">
                <a:alpha val="100000"/>
              </a:srgbClr>
            </a:solidFill>
            <a:ln w="5420" cap="flat">
              <a:solidFill>
                <a:srgbClr val="3C48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g3470"/>
            <p:cNvSpPr/>
            <p:nvPr/>
          </p:nvSpPr>
          <p:spPr>
            <a:xfrm>
              <a:off x="268857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g3471"/>
            <p:cNvSpPr/>
            <p:nvPr/>
          </p:nvSpPr>
          <p:spPr>
            <a:xfrm>
              <a:off x="270021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g3472"/>
            <p:cNvSpPr/>
            <p:nvPr/>
          </p:nvSpPr>
          <p:spPr>
            <a:xfrm>
              <a:off x="271185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g3473"/>
            <p:cNvSpPr/>
            <p:nvPr/>
          </p:nvSpPr>
          <p:spPr>
            <a:xfrm>
              <a:off x="2723487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87E">
                <a:alpha val="100000"/>
              </a:srgbClr>
            </a:solidFill>
            <a:ln w="5420" cap="flat">
              <a:solidFill>
                <a:srgbClr val="3C487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g3474"/>
            <p:cNvSpPr/>
            <p:nvPr/>
          </p:nvSpPr>
          <p:spPr>
            <a:xfrm>
              <a:off x="425961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g3475"/>
            <p:cNvSpPr/>
            <p:nvPr/>
          </p:nvSpPr>
          <p:spPr>
            <a:xfrm>
              <a:off x="4271252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g3476"/>
            <p:cNvSpPr/>
            <p:nvPr/>
          </p:nvSpPr>
          <p:spPr>
            <a:xfrm>
              <a:off x="4282889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g3477"/>
            <p:cNvSpPr/>
            <p:nvPr/>
          </p:nvSpPr>
          <p:spPr>
            <a:xfrm>
              <a:off x="429452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g3478"/>
            <p:cNvSpPr/>
            <p:nvPr/>
          </p:nvSpPr>
          <p:spPr>
            <a:xfrm>
              <a:off x="4306164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g3479"/>
            <p:cNvSpPr/>
            <p:nvPr/>
          </p:nvSpPr>
          <p:spPr>
            <a:xfrm>
              <a:off x="450399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g3480"/>
            <p:cNvSpPr/>
            <p:nvPr/>
          </p:nvSpPr>
          <p:spPr>
            <a:xfrm>
              <a:off x="4515636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6">
                <a:alpha val="100000"/>
              </a:srgbClr>
            </a:solidFill>
            <a:ln w="5420" cap="flat">
              <a:solidFill>
                <a:srgbClr val="3A58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g3481"/>
            <p:cNvSpPr/>
            <p:nvPr/>
          </p:nvSpPr>
          <p:spPr>
            <a:xfrm>
              <a:off x="4527273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g3482"/>
            <p:cNvSpPr/>
            <p:nvPr/>
          </p:nvSpPr>
          <p:spPr>
            <a:xfrm>
              <a:off x="4538910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g3483"/>
            <p:cNvSpPr/>
            <p:nvPr/>
          </p:nvSpPr>
          <p:spPr>
            <a:xfrm>
              <a:off x="4550548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g3484"/>
            <p:cNvSpPr/>
            <p:nvPr/>
          </p:nvSpPr>
          <p:spPr>
            <a:xfrm>
              <a:off x="4562185" y="511031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g3485"/>
            <p:cNvSpPr/>
            <p:nvPr/>
          </p:nvSpPr>
          <p:spPr>
            <a:xfrm>
              <a:off x="266530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g3486"/>
            <p:cNvSpPr/>
            <p:nvPr/>
          </p:nvSpPr>
          <p:spPr>
            <a:xfrm>
              <a:off x="26769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g3487"/>
            <p:cNvSpPr/>
            <p:nvPr/>
          </p:nvSpPr>
          <p:spPr>
            <a:xfrm>
              <a:off x="268857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g3488"/>
            <p:cNvSpPr/>
            <p:nvPr/>
          </p:nvSpPr>
          <p:spPr>
            <a:xfrm>
              <a:off x="270021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g3489"/>
            <p:cNvSpPr/>
            <p:nvPr/>
          </p:nvSpPr>
          <p:spPr>
            <a:xfrm>
              <a:off x="271185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g3490"/>
            <p:cNvSpPr/>
            <p:nvPr/>
          </p:nvSpPr>
          <p:spPr>
            <a:xfrm>
              <a:off x="2723487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7F">
                <a:alpha val="100000"/>
              </a:srgbClr>
            </a:solidFill>
            <a:ln w="5420" cap="flat">
              <a:solidFill>
                <a:srgbClr val="3C49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g3491"/>
            <p:cNvSpPr/>
            <p:nvPr/>
          </p:nvSpPr>
          <p:spPr>
            <a:xfrm>
              <a:off x="4271252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g3492"/>
            <p:cNvSpPr/>
            <p:nvPr/>
          </p:nvSpPr>
          <p:spPr>
            <a:xfrm>
              <a:off x="4282889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g3493"/>
            <p:cNvSpPr/>
            <p:nvPr/>
          </p:nvSpPr>
          <p:spPr>
            <a:xfrm>
              <a:off x="429452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g3494"/>
            <p:cNvSpPr/>
            <p:nvPr/>
          </p:nvSpPr>
          <p:spPr>
            <a:xfrm>
              <a:off x="4306164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g3495"/>
            <p:cNvSpPr/>
            <p:nvPr/>
          </p:nvSpPr>
          <p:spPr>
            <a:xfrm>
              <a:off x="4317801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g3496"/>
            <p:cNvSpPr/>
            <p:nvPr/>
          </p:nvSpPr>
          <p:spPr>
            <a:xfrm>
              <a:off x="432943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g3497"/>
            <p:cNvSpPr/>
            <p:nvPr/>
          </p:nvSpPr>
          <p:spPr>
            <a:xfrm>
              <a:off x="434107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g3498"/>
            <p:cNvSpPr/>
            <p:nvPr/>
          </p:nvSpPr>
          <p:spPr>
            <a:xfrm>
              <a:off x="435271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g3499"/>
            <p:cNvSpPr/>
            <p:nvPr/>
          </p:nvSpPr>
          <p:spPr>
            <a:xfrm>
              <a:off x="4515636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g3500"/>
            <p:cNvSpPr/>
            <p:nvPr/>
          </p:nvSpPr>
          <p:spPr>
            <a:xfrm>
              <a:off x="4527273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g3501"/>
            <p:cNvSpPr/>
            <p:nvPr/>
          </p:nvSpPr>
          <p:spPr>
            <a:xfrm>
              <a:off x="4538910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g3502"/>
            <p:cNvSpPr/>
            <p:nvPr/>
          </p:nvSpPr>
          <p:spPr>
            <a:xfrm>
              <a:off x="4550548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g3503"/>
            <p:cNvSpPr/>
            <p:nvPr/>
          </p:nvSpPr>
          <p:spPr>
            <a:xfrm>
              <a:off x="4562185" y="51246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g3504"/>
            <p:cNvSpPr/>
            <p:nvPr/>
          </p:nvSpPr>
          <p:spPr>
            <a:xfrm>
              <a:off x="26769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g3505"/>
            <p:cNvSpPr/>
            <p:nvPr/>
          </p:nvSpPr>
          <p:spPr>
            <a:xfrm>
              <a:off x="268857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g3506"/>
            <p:cNvSpPr/>
            <p:nvPr/>
          </p:nvSpPr>
          <p:spPr>
            <a:xfrm>
              <a:off x="270021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g3507"/>
            <p:cNvSpPr/>
            <p:nvPr/>
          </p:nvSpPr>
          <p:spPr>
            <a:xfrm>
              <a:off x="27118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g3508"/>
            <p:cNvSpPr/>
            <p:nvPr/>
          </p:nvSpPr>
          <p:spPr>
            <a:xfrm>
              <a:off x="2723487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980">
                <a:alpha val="100000"/>
              </a:srgbClr>
            </a:solidFill>
            <a:ln w="5420" cap="flat">
              <a:solidFill>
                <a:srgbClr val="3C49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g3509"/>
            <p:cNvSpPr/>
            <p:nvPr/>
          </p:nvSpPr>
          <p:spPr>
            <a:xfrm>
              <a:off x="4271252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g3510"/>
            <p:cNvSpPr/>
            <p:nvPr/>
          </p:nvSpPr>
          <p:spPr>
            <a:xfrm>
              <a:off x="4282889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g3511"/>
            <p:cNvSpPr/>
            <p:nvPr/>
          </p:nvSpPr>
          <p:spPr>
            <a:xfrm>
              <a:off x="429452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g3512"/>
            <p:cNvSpPr/>
            <p:nvPr/>
          </p:nvSpPr>
          <p:spPr>
            <a:xfrm>
              <a:off x="4306164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g3513"/>
            <p:cNvSpPr/>
            <p:nvPr/>
          </p:nvSpPr>
          <p:spPr>
            <a:xfrm>
              <a:off x="4317801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g3514"/>
            <p:cNvSpPr/>
            <p:nvPr/>
          </p:nvSpPr>
          <p:spPr>
            <a:xfrm>
              <a:off x="432943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g3515"/>
            <p:cNvSpPr/>
            <p:nvPr/>
          </p:nvSpPr>
          <p:spPr>
            <a:xfrm>
              <a:off x="434107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g3516"/>
            <p:cNvSpPr/>
            <p:nvPr/>
          </p:nvSpPr>
          <p:spPr>
            <a:xfrm>
              <a:off x="435271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g3517"/>
            <p:cNvSpPr/>
            <p:nvPr/>
          </p:nvSpPr>
          <p:spPr>
            <a:xfrm>
              <a:off x="436435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g3518"/>
            <p:cNvSpPr/>
            <p:nvPr/>
          </p:nvSpPr>
          <p:spPr>
            <a:xfrm>
              <a:off x="4515636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g3519"/>
            <p:cNvSpPr/>
            <p:nvPr/>
          </p:nvSpPr>
          <p:spPr>
            <a:xfrm>
              <a:off x="4527273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g3520"/>
            <p:cNvSpPr/>
            <p:nvPr/>
          </p:nvSpPr>
          <p:spPr>
            <a:xfrm>
              <a:off x="4538910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g3521"/>
            <p:cNvSpPr/>
            <p:nvPr/>
          </p:nvSpPr>
          <p:spPr>
            <a:xfrm>
              <a:off x="4550548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g3522"/>
            <p:cNvSpPr/>
            <p:nvPr/>
          </p:nvSpPr>
          <p:spPr>
            <a:xfrm>
              <a:off x="4562185" y="513891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g3523"/>
            <p:cNvSpPr/>
            <p:nvPr/>
          </p:nvSpPr>
          <p:spPr>
            <a:xfrm>
              <a:off x="26769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g3524"/>
            <p:cNvSpPr/>
            <p:nvPr/>
          </p:nvSpPr>
          <p:spPr>
            <a:xfrm>
              <a:off x="268857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g3525"/>
            <p:cNvSpPr/>
            <p:nvPr/>
          </p:nvSpPr>
          <p:spPr>
            <a:xfrm>
              <a:off x="270021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g3526"/>
            <p:cNvSpPr/>
            <p:nvPr/>
          </p:nvSpPr>
          <p:spPr>
            <a:xfrm>
              <a:off x="27118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g3527"/>
            <p:cNvSpPr/>
            <p:nvPr/>
          </p:nvSpPr>
          <p:spPr>
            <a:xfrm>
              <a:off x="2723487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0">
                <a:alpha val="100000"/>
              </a:srgbClr>
            </a:solidFill>
            <a:ln w="5420" cap="flat">
              <a:solidFill>
                <a:srgbClr val="3C4A8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g3528"/>
            <p:cNvSpPr/>
            <p:nvPr/>
          </p:nvSpPr>
          <p:spPr>
            <a:xfrm>
              <a:off x="4282889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g3529"/>
            <p:cNvSpPr/>
            <p:nvPr/>
          </p:nvSpPr>
          <p:spPr>
            <a:xfrm>
              <a:off x="429452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g3530"/>
            <p:cNvSpPr/>
            <p:nvPr/>
          </p:nvSpPr>
          <p:spPr>
            <a:xfrm>
              <a:off x="4306164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g3531"/>
            <p:cNvSpPr/>
            <p:nvPr/>
          </p:nvSpPr>
          <p:spPr>
            <a:xfrm>
              <a:off x="4317801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g3532"/>
            <p:cNvSpPr/>
            <p:nvPr/>
          </p:nvSpPr>
          <p:spPr>
            <a:xfrm>
              <a:off x="432943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g3533"/>
            <p:cNvSpPr/>
            <p:nvPr/>
          </p:nvSpPr>
          <p:spPr>
            <a:xfrm>
              <a:off x="4341076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g3534"/>
            <p:cNvSpPr/>
            <p:nvPr/>
          </p:nvSpPr>
          <p:spPr>
            <a:xfrm>
              <a:off x="435271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g3535"/>
            <p:cNvSpPr/>
            <p:nvPr/>
          </p:nvSpPr>
          <p:spPr>
            <a:xfrm>
              <a:off x="436435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g3536"/>
            <p:cNvSpPr/>
            <p:nvPr/>
          </p:nvSpPr>
          <p:spPr>
            <a:xfrm>
              <a:off x="4527273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g3537"/>
            <p:cNvSpPr/>
            <p:nvPr/>
          </p:nvSpPr>
          <p:spPr>
            <a:xfrm>
              <a:off x="4538910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g3538"/>
            <p:cNvSpPr/>
            <p:nvPr/>
          </p:nvSpPr>
          <p:spPr>
            <a:xfrm>
              <a:off x="4550548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g3539"/>
            <p:cNvSpPr/>
            <p:nvPr/>
          </p:nvSpPr>
          <p:spPr>
            <a:xfrm>
              <a:off x="4562185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g3540"/>
            <p:cNvSpPr/>
            <p:nvPr/>
          </p:nvSpPr>
          <p:spPr>
            <a:xfrm>
              <a:off x="4573822" y="51532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g3541"/>
            <p:cNvSpPr/>
            <p:nvPr/>
          </p:nvSpPr>
          <p:spPr>
            <a:xfrm>
              <a:off x="26769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g3542"/>
            <p:cNvSpPr/>
            <p:nvPr/>
          </p:nvSpPr>
          <p:spPr>
            <a:xfrm>
              <a:off x="268857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g3543"/>
            <p:cNvSpPr/>
            <p:nvPr/>
          </p:nvSpPr>
          <p:spPr>
            <a:xfrm>
              <a:off x="270021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g3544"/>
            <p:cNvSpPr/>
            <p:nvPr/>
          </p:nvSpPr>
          <p:spPr>
            <a:xfrm>
              <a:off x="27118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g3545"/>
            <p:cNvSpPr/>
            <p:nvPr/>
          </p:nvSpPr>
          <p:spPr>
            <a:xfrm>
              <a:off x="2723487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A81">
                <a:alpha val="100000"/>
              </a:srgbClr>
            </a:solidFill>
            <a:ln w="5420" cap="flat">
              <a:solidFill>
                <a:srgbClr val="3C4A8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g3546"/>
            <p:cNvSpPr/>
            <p:nvPr/>
          </p:nvSpPr>
          <p:spPr>
            <a:xfrm>
              <a:off x="429452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1">
                <a:alpha val="100000"/>
              </a:srgbClr>
            </a:solidFill>
            <a:ln w="5420" cap="flat">
              <a:solidFill>
                <a:srgbClr val="3B56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g3547"/>
            <p:cNvSpPr/>
            <p:nvPr/>
          </p:nvSpPr>
          <p:spPr>
            <a:xfrm>
              <a:off x="4306164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g3548"/>
            <p:cNvSpPr/>
            <p:nvPr/>
          </p:nvSpPr>
          <p:spPr>
            <a:xfrm>
              <a:off x="4317801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g3549"/>
            <p:cNvSpPr/>
            <p:nvPr/>
          </p:nvSpPr>
          <p:spPr>
            <a:xfrm>
              <a:off x="432943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g3550"/>
            <p:cNvSpPr/>
            <p:nvPr/>
          </p:nvSpPr>
          <p:spPr>
            <a:xfrm>
              <a:off x="4341076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g3551"/>
            <p:cNvSpPr/>
            <p:nvPr/>
          </p:nvSpPr>
          <p:spPr>
            <a:xfrm>
              <a:off x="435271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g3552"/>
            <p:cNvSpPr/>
            <p:nvPr/>
          </p:nvSpPr>
          <p:spPr>
            <a:xfrm>
              <a:off x="436435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g3553"/>
            <p:cNvSpPr/>
            <p:nvPr/>
          </p:nvSpPr>
          <p:spPr>
            <a:xfrm>
              <a:off x="437598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g3554"/>
            <p:cNvSpPr/>
            <p:nvPr/>
          </p:nvSpPr>
          <p:spPr>
            <a:xfrm>
              <a:off x="4527273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g3555"/>
            <p:cNvSpPr/>
            <p:nvPr/>
          </p:nvSpPr>
          <p:spPr>
            <a:xfrm>
              <a:off x="4538910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g3556"/>
            <p:cNvSpPr/>
            <p:nvPr/>
          </p:nvSpPr>
          <p:spPr>
            <a:xfrm>
              <a:off x="4550548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g3557"/>
            <p:cNvSpPr/>
            <p:nvPr/>
          </p:nvSpPr>
          <p:spPr>
            <a:xfrm>
              <a:off x="4562185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g3558"/>
            <p:cNvSpPr/>
            <p:nvPr/>
          </p:nvSpPr>
          <p:spPr>
            <a:xfrm>
              <a:off x="4573822" y="516751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g3559"/>
            <p:cNvSpPr/>
            <p:nvPr/>
          </p:nvSpPr>
          <p:spPr>
            <a:xfrm>
              <a:off x="268857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g3560"/>
            <p:cNvSpPr/>
            <p:nvPr/>
          </p:nvSpPr>
          <p:spPr>
            <a:xfrm>
              <a:off x="270021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g3561"/>
            <p:cNvSpPr/>
            <p:nvPr/>
          </p:nvSpPr>
          <p:spPr>
            <a:xfrm>
              <a:off x="27118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g3562"/>
            <p:cNvSpPr/>
            <p:nvPr/>
          </p:nvSpPr>
          <p:spPr>
            <a:xfrm>
              <a:off x="2723487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g3563"/>
            <p:cNvSpPr/>
            <p:nvPr/>
          </p:nvSpPr>
          <p:spPr>
            <a:xfrm>
              <a:off x="4306164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692">
                <a:alpha val="100000"/>
              </a:srgbClr>
            </a:solidFill>
            <a:ln w="5420" cap="flat">
              <a:solidFill>
                <a:srgbClr val="3B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g3564"/>
            <p:cNvSpPr/>
            <p:nvPr/>
          </p:nvSpPr>
          <p:spPr>
            <a:xfrm>
              <a:off x="4317801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g3565"/>
            <p:cNvSpPr/>
            <p:nvPr/>
          </p:nvSpPr>
          <p:spPr>
            <a:xfrm>
              <a:off x="432943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g3566"/>
            <p:cNvSpPr/>
            <p:nvPr/>
          </p:nvSpPr>
          <p:spPr>
            <a:xfrm>
              <a:off x="4341076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g3567"/>
            <p:cNvSpPr/>
            <p:nvPr/>
          </p:nvSpPr>
          <p:spPr>
            <a:xfrm>
              <a:off x="435271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g3568"/>
            <p:cNvSpPr/>
            <p:nvPr/>
          </p:nvSpPr>
          <p:spPr>
            <a:xfrm>
              <a:off x="436435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g3569"/>
            <p:cNvSpPr/>
            <p:nvPr/>
          </p:nvSpPr>
          <p:spPr>
            <a:xfrm>
              <a:off x="437598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g3570"/>
            <p:cNvSpPr/>
            <p:nvPr/>
          </p:nvSpPr>
          <p:spPr>
            <a:xfrm>
              <a:off x="438762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g3571"/>
            <p:cNvSpPr/>
            <p:nvPr/>
          </p:nvSpPr>
          <p:spPr>
            <a:xfrm>
              <a:off x="4527273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g3572"/>
            <p:cNvSpPr/>
            <p:nvPr/>
          </p:nvSpPr>
          <p:spPr>
            <a:xfrm>
              <a:off x="4538910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g3573"/>
            <p:cNvSpPr/>
            <p:nvPr/>
          </p:nvSpPr>
          <p:spPr>
            <a:xfrm>
              <a:off x="4550548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g3574"/>
            <p:cNvSpPr/>
            <p:nvPr/>
          </p:nvSpPr>
          <p:spPr>
            <a:xfrm>
              <a:off x="4562185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g3575"/>
            <p:cNvSpPr/>
            <p:nvPr/>
          </p:nvSpPr>
          <p:spPr>
            <a:xfrm>
              <a:off x="4573822" y="518181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g3576"/>
            <p:cNvSpPr/>
            <p:nvPr/>
          </p:nvSpPr>
          <p:spPr>
            <a:xfrm>
              <a:off x="268857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g3577"/>
            <p:cNvSpPr/>
            <p:nvPr/>
          </p:nvSpPr>
          <p:spPr>
            <a:xfrm>
              <a:off x="270021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g3578"/>
            <p:cNvSpPr/>
            <p:nvPr/>
          </p:nvSpPr>
          <p:spPr>
            <a:xfrm>
              <a:off x="27118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g3579"/>
            <p:cNvSpPr/>
            <p:nvPr/>
          </p:nvSpPr>
          <p:spPr>
            <a:xfrm>
              <a:off x="2723487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2">
                <a:alpha val="100000"/>
              </a:srgbClr>
            </a:solidFill>
            <a:ln w="5420" cap="flat">
              <a:solidFill>
                <a:srgbClr val="3C4B8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g3580"/>
            <p:cNvSpPr/>
            <p:nvPr/>
          </p:nvSpPr>
          <p:spPr>
            <a:xfrm>
              <a:off x="4317801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g3581"/>
            <p:cNvSpPr/>
            <p:nvPr/>
          </p:nvSpPr>
          <p:spPr>
            <a:xfrm>
              <a:off x="432943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g3582"/>
            <p:cNvSpPr/>
            <p:nvPr/>
          </p:nvSpPr>
          <p:spPr>
            <a:xfrm>
              <a:off x="4341076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g3583"/>
            <p:cNvSpPr/>
            <p:nvPr/>
          </p:nvSpPr>
          <p:spPr>
            <a:xfrm>
              <a:off x="435271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g3584"/>
            <p:cNvSpPr/>
            <p:nvPr/>
          </p:nvSpPr>
          <p:spPr>
            <a:xfrm>
              <a:off x="436435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g3585"/>
            <p:cNvSpPr/>
            <p:nvPr/>
          </p:nvSpPr>
          <p:spPr>
            <a:xfrm>
              <a:off x="437598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g3586"/>
            <p:cNvSpPr/>
            <p:nvPr/>
          </p:nvSpPr>
          <p:spPr>
            <a:xfrm>
              <a:off x="4527273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g3587"/>
            <p:cNvSpPr/>
            <p:nvPr/>
          </p:nvSpPr>
          <p:spPr>
            <a:xfrm>
              <a:off x="4538910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g3588"/>
            <p:cNvSpPr/>
            <p:nvPr/>
          </p:nvSpPr>
          <p:spPr>
            <a:xfrm>
              <a:off x="4550548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g3589"/>
            <p:cNvSpPr/>
            <p:nvPr/>
          </p:nvSpPr>
          <p:spPr>
            <a:xfrm>
              <a:off x="4562185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g3590"/>
            <p:cNvSpPr/>
            <p:nvPr/>
          </p:nvSpPr>
          <p:spPr>
            <a:xfrm>
              <a:off x="4573822" y="51961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g3591"/>
            <p:cNvSpPr/>
            <p:nvPr/>
          </p:nvSpPr>
          <p:spPr>
            <a:xfrm>
              <a:off x="268857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g3592"/>
            <p:cNvSpPr/>
            <p:nvPr/>
          </p:nvSpPr>
          <p:spPr>
            <a:xfrm>
              <a:off x="270021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g3593"/>
            <p:cNvSpPr/>
            <p:nvPr/>
          </p:nvSpPr>
          <p:spPr>
            <a:xfrm>
              <a:off x="27118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g3594"/>
            <p:cNvSpPr/>
            <p:nvPr/>
          </p:nvSpPr>
          <p:spPr>
            <a:xfrm>
              <a:off x="2723487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g3595"/>
            <p:cNvSpPr/>
            <p:nvPr/>
          </p:nvSpPr>
          <p:spPr>
            <a:xfrm>
              <a:off x="2735124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B83">
                <a:alpha val="100000"/>
              </a:srgbClr>
            </a:solidFill>
            <a:ln w="5420" cap="flat">
              <a:solidFill>
                <a:srgbClr val="3C4B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g3596"/>
            <p:cNvSpPr/>
            <p:nvPr/>
          </p:nvSpPr>
          <p:spPr>
            <a:xfrm>
              <a:off x="4317801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g3597"/>
            <p:cNvSpPr/>
            <p:nvPr/>
          </p:nvSpPr>
          <p:spPr>
            <a:xfrm>
              <a:off x="432943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2">
                <a:alpha val="100000"/>
              </a:srgbClr>
            </a:solidFill>
            <a:ln w="5420" cap="flat">
              <a:solidFill>
                <a:srgbClr val="3A56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g3598"/>
            <p:cNvSpPr/>
            <p:nvPr/>
          </p:nvSpPr>
          <p:spPr>
            <a:xfrm>
              <a:off x="4341076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g3599"/>
            <p:cNvSpPr/>
            <p:nvPr/>
          </p:nvSpPr>
          <p:spPr>
            <a:xfrm>
              <a:off x="435271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g3600"/>
            <p:cNvSpPr/>
            <p:nvPr/>
          </p:nvSpPr>
          <p:spPr>
            <a:xfrm>
              <a:off x="436435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g3601"/>
            <p:cNvSpPr/>
            <p:nvPr/>
          </p:nvSpPr>
          <p:spPr>
            <a:xfrm>
              <a:off x="437598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g3602"/>
            <p:cNvSpPr/>
            <p:nvPr/>
          </p:nvSpPr>
          <p:spPr>
            <a:xfrm>
              <a:off x="4527273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g3603"/>
            <p:cNvSpPr/>
            <p:nvPr/>
          </p:nvSpPr>
          <p:spPr>
            <a:xfrm>
              <a:off x="4538910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g3604"/>
            <p:cNvSpPr/>
            <p:nvPr/>
          </p:nvSpPr>
          <p:spPr>
            <a:xfrm>
              <a:off x="4550548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g3605"/>
            <p:cNvSpPr/>
            <p:nvPr/>
          </p:nvSpPr>
          <p:spPr>
            <a:xfrm>
              <a:off x="4562185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g3606"/>
            <p:cNvSpPr/>
            <p:nvPr/>
          </p:nvSpPr>
          <p:spPr>
            <a:xfrm>
              <a:off x="4573822" y="521041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g3607"/>
            <p:cNvSpPr/>
            <p:nvPr/>
          </p:nvSpPr>
          <p:spPr>
            <a:xfrm>
              <a:off x="268857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g3608"/>
            <p:cNvSpPr/>
            <p:nvPr/>
          </p:nvSpPr>
          <p:spPr>
            <a:xfrm>
              <a:off x="2700212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g3609"/>
            <p:cNvSpPr/>
            <p:nvPr/>
          </p:nvSpPr>
          <p:spPr>
            <a:xfrm>
              <a:off x="27118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g3610"/>
            <p:cNvSpPr/>
            <p:nvPr/>
          </p:nvSpPr>
          <p:spPr>
            <a:xfrm>
              <a:off x="2723487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g3611"/>
            <p:cNvSpPr/>
            <p:nvPr/>
          </p:nvSpPr>
          <p:spPr>
            <a:xfrm>
              <a:off x="2735124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3">
                <a:alpha val="100000"/>
              </a:srgbClr>
            </a:solidFill>
            <a:ln w="5420" cap="flat">
              <a:solidFill>
                <a:srgbClr val="3C4C8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g3612"/>
            <p:cNvSpPr/>
            <p:nvPr/>
          </p:nvSpPr>
          <p:spPr>
            <a:xfrm>
              <a:off x="432943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693">
                <a:alpha val="100000"/>
              </a:srgbClr>
            </a:solidFill>
            <a:ln w="5420" cap="flat">
              <a:solidFill>
                <a:srgbClr val="3A56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g3613"/>
            <p:cNvSpPr/>
            <p:nvPr/>
          </p:nvSpPr>
          <p:spPr>
            <a:xfrm>
              <a:off x="4341076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g3614"/>
            <p:cNvSpPr/>
            <p:nvPr/>
          </p:nvSpPr>
          <p:spPr>
            <a:xfrm>
              <a:off x="435271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g3615"/>
            <p:cNvSpPr/>
            <p:nvPr/>
          </p:nvSpPr>
          <p:spPr>
            <a:xfrm>
              <a:off x="436435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g3616"/>
            <p:cNvSpPr/>
            <p:nvPr/>
          </p:nvSpPr>
          <p:spPr>
            <a:xfrm>
              <a:off x="437598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g3617"/>
            <p:cNvSpPr/>
            <p:nvPr/>
          </p:nvSpPr>
          <p:spPr>
            <a:xfrm>
              <a:off x="4527273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g3618"/>
            <p:cNvSpPr/>
            <p:nvPr/>
          </p:nvSpPr>
          <p:spPr>
            <a:xfrm>
              <a:off x="4538910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g3619"/>
            <p:cNvSpPr/>
            <p:nvPr/>
          </p:nvSpPr>
          <p:spPr>
            <a:xfrm>
              <a:off x="4550548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g3620"/>
            <p:cNvSpPr/>
            <p:nvPr/>
          </p:nvSpPr>
          <p:spPr>
            <a:xfrm>
              <a:off x="4562185" y="52247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g3621"/>
            <p:cNvSpPr/>
            <p:nvPr/>
          </p:nvSpPr>
          <p:spPr>
            <a:xfrm>
              <a:off x="270021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g3622"/>
            <p:cNvSpPr/>
            <p:nvPr/>
          </p:nvSpPr>
          <p:spPr>
            <a:xfrm>
              <a:off x="27118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g3623"/>
            <p:cNvSpPr/>
            <p:nvPr/>
          </p:nvSpPr>
          <p:spPr>
            <a:xfrm>
              <a:off x="2723487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g3624"/>
            <p:cNvSpPr/>
            <p:nvPr/>
          </p:nvSpPr>
          <p:spPr>
            <a:xfrm>
              <a:off x="2735124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g3625"/>
            <p:cNvSpPr/>
            <p:nvPr/>
          </p:nvSpPr>
          <p:spPr>
            <a:xfrm>
              <a:off x="2746762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g3626"/>
            <p:cNvSpPr/>
            <p:nvPr/>
          </p:nvSpPr>
          <p:spPr>
            <a:xfrm>
              <a:off x="4341076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g3627"/>
            <p:cNvSpPr/>
            <p:nvPr/>
          </p:nvSpPr>
          <p:spPr>
            <a:xfrm>
              <a:off x="435271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g3628"/>
            <p:cNvSpPr/>
            <p:nvPr/>
          </p:nvSpPr>
          <p:spPr>
            <a:xfrm>
              <a:off x="436435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g3629"/>
            <p:cNvSpPr/>
            <p:nvPr/>
          </p:nvSpPr>
          <p:spPr>
            <a:xfrm>
              <a:off x="437598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g3630"/>
            <p:cNvSpPr/>
            <p:nvPr/>
          </p:nvSpPr>
          <p:spPr>
            <a:xfrm>
              <a:off x="438762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g3631"/>
            <p:cNvSpPr/>
            <p:nvPr/>
          </p:nvSpPr>
          <p:spPr>
            <a:xfrm>
              <a:off x="4527273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g3632"/>
            <p:cNvSpPr/>
            <p:nvPr/>
          </p:nvSpPr>
          <p:spPr>
            <a:xfrm>
              <a:off x="4538910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g3633"/>
            <p:cNvSpPr/>
            <p:nvPr/>
          </p:nvSpPr>
          <p:spPr>
            <a:xfrm>
              <a:off x="4550548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g3634"/>
            <p:cNvSpPr/>
            <p:nvPr/>
          </p:nvSpPr>
          <p:spPr>
            <a:xfrm>
              <a:off x="4562185" y="523901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g3635"/>
            <p:cNvSpPr/>
            <p:nvPr/>
          </p:nvSpPr>
          <p:spPr>
            <a:xfrm>
              <a:off x="270021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g3636"/>
            <p:cNvSpPr/>
            <p:nvPr/>
          </p:nvSpPr>
          <p:spPr>
            <a:xfrm>
              <a:off x="27118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C84">
                <a:alpha val="100000"/>
              </a:srgbClr>
            </a:solidFill>
            <a:ln w="5420" cap="flat">
              <a:solidFill>
                <a:srgbClr val="3C4C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g3637"/>
            <p:cNvSpPr/>
            <p:nvPr/>
          </p:nvSpPr>
          <p:spPr>
            <a:xfrm>
              <a:off x="2723487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g3638"/>
            <p:cNvSpPr/>
            <p:nvPr/>
          </p:nvSpPr>
          <p:spPr>
            <a:xfrm>
              <a:off x="2735124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4">
                <a:alpha val="100000"/>
              </a:srgbClr>
            </a:solidFill>
            <a:ln w="5420" cap="flat">
              <a:solidFill>
                <a:srgbClr val="3C4D8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g3639"/>
            <p:cNvSpPr/>
            <p:nvPr/>
          </p:nvSpPr>
          <p:spPr>
            <a:xfrm>
              <a:off x="2746762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g3640"/>
            <p:cNvSpPr/>
            <p:nvPr/>
          </p:nvSpPr>
          <p:spPr>
            <a:xfrm>
              <a:off x="2758399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g3641"/>
            <p:cNvSpPr/>
            <p:nvPr/>
          </p:nvSpPr>
          <p:spPr>
            <a:xfrm>
              <a:off x="4341076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g3642"/>
            <p:cNvSpPr/>
            <p:nvPr/>
          </p:nvSpPr>
          <p:spPr>
            <a:xfrm>
              <a:off x="435271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g3643"/>
            <p:cNvSpPr/>
            <p:nvPr/>
          </p:nvSpPr>
          <p:spPr>
            <a:xfrm>
              <a:off x="436435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g3644"/>
            <p:cNvSpPr/>
            <p:nvPr/>
          </p:nvSpPr>
          <p:spPr>
            <a:xfrm>
              <a:off x="437598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g3645"/>
            <p:cNvSpPr/>
            <p:nvPr/>
          </p:nvSpPr>
          <p:spPr>
            <a:xfrm>
              <a:off x="438762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g3646"/>
            <p:cNvSpPr/>
            <p:nvPr/>
          </p:nvSpPr>
          <p:spPr>
            <a:xfrm>
              <a:off x="4527273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g3647"/>
            <p:cNvSpPr/>
            <p:nvPr/>
          </p:nvSpPr>
          <p:spPr>
            <a:xfrm>
              <a:off x="4538910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g3648"/>
            <p:cNvSpPr/>
            <p:nvPr/>
          </p:nvSpPr>
          <p:spPr>
            <a:xfrm>
              <a:off x="4550548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g3649"/>
            <p:cNvSpPr/>
            <p:nvPr/>
          </p:nvSpPr>
          <p:spPr>
            <a:xfrm>
              <a:off x="4562185" y="525331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g3650"/>
            <p:cNvSpPr/>
            <p:nvPr/>
          </p:nvSpPr>
          <p:spPr>
            <a:xfrm>
              <a:off x="27118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g3651"/>
            <p:cNvSpPr/>
            <p:nvPr/>
          </p:nvSpPr>
          <p:spPr>
            <a:xfrm>
              <a:off x="272348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g3652"/>
            <p:cNvSpPr/>
            <p:nvPr/>
          </p:nvSpPr>
          <p:spPr>
            <a:xfrm>
              <a:off x="2735124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g3653"/>
            <p:cNvSpPr/>
            <p:nvPr/>
          </p:nvSpPr>
          <p:spPr>
            <a:xfrm>
              <a:off x="27467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g3654"/>
            <p:cNvSpPr/>
            <p:nvPr/>
          </p:nvSpPr>
          <p:spPr>
            <a:xfrm>
              <a:off x="2758399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g3655"/>
            <p:cNvSpPr/>
            <p:nvPr/>
          </p:nvSpPr>
          <p:spPr>
            <a:xfrm>
              <a:off x="4341076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g3656"/>
            <p:cNvSpPr/>
            <p:nvPr/>
          </p:nvSpPr>
          <p:spPr>
            <a:xfrm>
              <a:off x="435271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g3657"/>
            <p:cNvSpPr/>
            <p:nvPr/>
          </p:nvSpPr>
          <p:spPr>
            <a:xfrm>
              <a:off x="436435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g3658"/>
            <p:cNvSpPr/>
            <p:nvPr/>
          </p:nvSpPr>
          <p:spPr>
            <a:xfrm>
              <a:off x="437598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g3659"/>
            <p:cNvSpPr/>
            <p:nvPr/>
          </p:nvSpPr>
          <p:spPr>
            <a:xfrm>
              <a:off x="438762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g3660"/>
            <p:cNvSpPr/>
            <p:nvPr/>
          </p:nvSpPr>
          <p:spPr>
            <a:xfrm>
              <a:off x="4399262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g3661"/>
            <p:cNvSpPr/>
            <p:nvPr/>
          </p:nvSpPr>
          <p:spPr>
            <a:xfrm>
              <a:off x="441090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g3662"/>
            <p:cNvSpPr/>
            <p:nvPr/>
          </p:nvSpPr>
          <p:spPr>
            <a:xfrm>
              <a:off x="4422537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g3663"/>
            <p:cNvSpPr/>
            <p:nvPr/>
          </p:nvSpPr>
          <p:spPr>
            <a:xfrm>
              <a:off x="4527273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g3664"/>
            <p:cNvSpPr/>
            <p:nvPr/>
          </p:nvSpPr>
          <p:spPr>
            <a:xfrm>
              <a:off x="4538910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g3665"/>
            <p:cNvSpPr/>
            <p:nvPr/>
          </p:nvSpPr>
          <p:spPr>
            <a:xfrm>
              <a:off x="4550548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g3666"/>
            <p:cNvSpPr/>
            <p:nvPr/>
          </p:nvSpPr>
          <p:spPr>
            <a:xfrm>
              <a:off x="4562185" y="52676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g3667"/>
            <p:cNvSpPr/>
            <p:nvPr/>
          </p:nvSpPr>
          <p:spPr>
            <a:xfrm>
              <a:off x="272348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g3668"/>
            <p:cNvSpPr/>
            <p:nvPr/>
          </p:nvSpPr>
          <p:spPr>
            <a:xfrm>
              <a:off x="273512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g3669"/>
            <p:cNvSpPr/>
            <p:nvPr/>
          </p:nvSpPr>
          <p:spPr>
            <a:xfrm>
              <a:off x="27467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g3670"/>
            <p:cNvSpPr/>
            <p:nvPr/>
          </p:nvSpPr>
          <p:spPr>
            <a:xfrm>
              <a:off x="2758399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C4D85">
                <a:alpha val="100000"/>
              </a:srgbClr>
            </a:solidFill>
            <a:ln w="5420" cap="flat">
              <a:solidFill>
                <a:srgbClr val="3C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g3671"/>
            <p:cNvSpPr/>
            <p:nvPr/>
          </p:nvSpPr>
          <p:spPr>
            <a:xfrm>
              <a:off x="435271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g3672"/>
            <p:cNvSpPr/>
            <p:nvPr/>
          </p:nvSpPr>
          <p:spPr>
            <a:xfrm>
              <a:off x="436435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794">
                <a:alpha val="100000"/>
              </a:srgbClr>
            </a:solidFill>
            <a:ln w="5420" cap="flat">
              <a:solidFill>
                <a:srgbClr val="3A57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g3673"/>
            <p:cNvSpPr/>
            <p:nvPr/>
          </p:nvSpPr>
          <p:spPr>
            <a:xfrm>
              <a:off x="437598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g3674"/>
            <p:cNvSpPr/>
            <p:nvPr/>
          </p:nvSpPr>
          <p:spPr>
            <a:xfrm>
              <a:off x="438762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g3675"/>
            <p:cNvSpPr/>
            <p:nvPr/>
          </p:nvSpPr>
          <p:spPr>
            <a:xfrm>
              <a:off x="4399262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g3676"/>
            <p:cNvSpPr/>
            <p:nvPr/>
          </p:nvSpPr>
          <p:spPr>
            <a:xfrm>
              <a:off x="441090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g3677"/>
            <p:cNvSpPr/>
            <p:nvPr/>
          </p:nvSpPr>
          <p:spPr>
            <a:xfrm>
              <a:off x="4422537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g3678"/>
            <p:cNvSpPr/>
            <p:nvPr/>
          </p:nvSpPr>
          <p:spPr>
            <a:xfrm>
              <a:off x="4434174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g3679"/>
            <p:cNvSpPr/>
            <p:nvPr/>
          </p:nvSpPr>
          <p:spPr>
            <a:xfrm>
              <a:off x="4515636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g3680"/>
            <p:cNvSpPr/>
            <p:nvPr/>
          </p:nvSpPr>
          <p:spPr>
            <a:xfrm>
              <a:off x="4527273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g3681"/>
            <p:cNvSpPr/>
            <p:nvPr/>
          </p:nvSpPr>
          <p:spPr>
            <a:xfrm>
              <a:off x="4538910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g3682"/>
            <p:cNvSpPr/>
            <p:nvPr/>
          </p:nvSpPr>
          <p:spPr>
            <a:xfrm>
              <a:off x="4550548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g3683"/>
            <p:cNvSpPr/>
            <p:nvPr/>
          </p:nvSpPr>
          <p:spPr>
            <a:xfrm>
              <a:off x="4562185" y="528191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g3684"/>
            <p:cNvSpPr/>
            <p:nvPr/>
          </p:nvSpPr>
          <p:spPr>
            <a:xfrm>
              <a:off x="272348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g3685"/>
            <p:cNvSpPr/>
            <p:nvPr/>
          </p:nvSpPr>
          <p:spPr>
            <a:xfrm>
              <a:off x="273512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5">
                <a:alpha val="100000"/>
              </a:srgbClr>
            </a:solidFill>
            <a:ln w="5420" cap="flat">
              <a:solidFill>
                <a:srgbClr val="3B4D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g3686"/>
            <p:cNvSpPr/>
            <p:nvPr/>
          </p:nvSpPr>
          <p:spPr>
            <a:xfrm>
              <a:off x="27467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g3687"/>
            <p:cNvSpPr/>
            <p:nvPr/>
          </p:nvSpPr>
          <p:spPr>
            <a:xfrm>
              <a:off x="2758399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g3688"/>
            <p:cNvSpPr/>
            <p:nvPr/>
          </p:nvSpPr>
          <p:spPr>
            <a:xfrm>
              <a:off x="436435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g3689"/>
            <p:cNvSpPr/>
            <p:nvPr/>
          </p:nvSpPr>
          <p:spPr>
            <a:xfrm>
              <a:off x="437598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4">
                <a:alpha val="100000"/>
              </a:srgbClr>
            </a:solidFill>
            <a:ln w="5420" cap="flat">
              <a:solidFill>
                <a:srgbClr val="3A589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g3690"/>
            <p:cNvSpPr/>
            <p:nvPr/>
          </p:nvSpPr>
          <p:spPr>
            <a:xfrm>
              <a:off x="438762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g3691"/>
            <p:cNvSpPr/>
            <p:nvPr/>
          </p:nvSpPr>
          <p:spPr>
            <a:xfrm>
              <a:off x="4399262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g3692"/>
            <p:cNvSpPr/>
            <p:nvPr/>
          </p:nvSpPr>
          <p:spPr>
            <a:xfrm>
              <a:off x="441090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g3693"/>
            <p:cNvSpPr/>
            <p:nvPr/>
          </p:nvSpPr>
          <p:spPr>
            <a:xfrm>
              <a:off x="4422537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g3694"/>
            <p:cNvSpPr/>
            <p:nvPr/>
          </p:nvSpPr>
          <p:spPr>
            <a:xfrm>
              <a:off x="4434174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g3695"/>
            <p:cNvSpPr/>
            <p:nvPr/>
          </p:nvSpPr>
          <p:spPr>
            <a:xfrm>
              <a:off x="4515636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g3696"/>
            <p:cNvSpPr/>
            <p:nvPr/>
          </p:nvSpPr>
          <p:spPr>
            <a:xfrm>
              <a:off x="4527273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g3697"/>
            <p:cNvSpPr/>
            <p:nvPr/>
          </p:nvSpPr>
          <p:spPr>
            <a:xfrm>
              <a:off x="4538910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g3698"/>
            <p:cNvSpPr/>
            <p:nvPr/>
          </p:nvSpPr>
          <p:spPr>
            <a:xfrm>
              <a:off x="4550548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g3699"/>
            <p:cNvSpPr/>
            <p:nvPr/>
          </p:nvSpPr>
          <p:spPr>
            <a:xfrm>
              <a:off x="4562185" y="52962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g3700"/>
            <p:cNvSpPr/>
            <p:nvPr/>
          </p:nvSpPr>
          <p:spPr>
            <a:xfrm>
              <a:off x="271185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g3701"/>
            <p:cNvSpPr/>
            <p:nvPr/>
          </p:nvSpPr>
          <p:spPr>
            <a:xfrm>
              <a:off x="272348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g3702"/>
            <p:cNvSpPr/>
            <p:nvPr/>
          </p:nvSpPr>
          <p:spPr>
            <a:xfrm>
              <a:off x="273512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g3703"/>
            <p:cNvSpPr/>
            <p:nvPr/>
          </p:nvSpPr>
          <p:spPr>
            <a:xfrm>
              <a:off x="27467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D86">
                <a:alpha val="100000"/>
              </a:srgbClr>
            </a:solidFill>
            <a:ln w="5420" cap="flat">
              <a:solidFill>
                <a:srgbClr val="3B4D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g3704"/>
            <p:cNvSpPr/>
            <p:nvPr/>
          </p:nvSpPr>
          <p:spPr>
            <a:xfrm>
              <a:off x="2758399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g3705"/>
            <p:cNvSpPr/>
            <p:nvPr/>
          </p:nvSpPr>
          <p:spPr>
            <a:xfrm>
              <a:off x="437598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g3706"/>
            <p:cNvSpPr/>
            <p:nvPr/>
          </p:nvSpPr>
          <p:spPr>
            <a:xfrm>
              <a:off x="438762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g3707"/>
            <p:cNvSpPr/>
            <p:nvPr/>
          </p:nvSpPr>
          <p:spPr>
            <a:xfrm>
              <a:off x="439926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g3708"/>
            <p:cNvSpPr/>
            <p:nvPr/>
          </p:nvSpPr>
          <p:spPr>
            <a:xfrm>
              <a:off x="441090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g3709"/>
            <p:cNvSpPr/>
            <p:nvPr/>
          </p:nvSpPr>
          <p:spPr>
            <a:xfrm>
              <a:off x="4422537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g3710"/>
            <p:cNvSpPr/>
            <p:nvPr/>
          </p:nvSpPr>
          <p:spPr>
            <a:xfrm>
              <a:off x="4434174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g3711"/>
            <p:cNvSpPr/>
            <p:nvPr/>
          </p:nvSpPr>
          <p:spPr>
            <a:xfrm>
              <a:off x="4445812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g3712"/>
            <p:cNvSpPr/>
            <p:nvPr/>
          </p:nvSpPr>
          <p:spPr>
            <a:xfrm>
              <a:off x="450399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g3713"/>
            <p:cNvSpPr/>
            <p:nvPr/>
          </p:nvSpPr>
          <p:spPr>
            <a:xfrm>
              <a:off x="4515636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g3714"/>
            <p:cNvSpPr/>
            <p:nvPr/>
          </p:nvSpPr>
          <p:spPr>
            <a:xfrm>
              <a:off x="4527273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g3715"/>
            <p:cNvSpPr/>
            <p:nvPr/>
          </p:nvSpPr>
          <p:spPr>
            <a:xfrm>
              <a:off x="4538910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g3716"/>
            <p:cNvSpPr/>
            <p:nvPr/>
          </p:nvSpPr>
          <p:spPr>
            <a:xfrm>
              <a:off x="4550548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g3717"/>
            <p:cNvSpPr/>
            <p:nvPr/>
          </p:nvSpPr>
          <p:spPr>
            <a:xfrm>
              <a:off x="4562185" y="531052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g3718"/>
            <p:cNvSpPr/>
            <p:nvPr/>
          </p:nvSpPr>
          <p:spPr>
            <a:xfrm>
              <a:off x="271185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g3719"/>
            <p:cNvSpPr/>
            <p:nvPr/>
          </p:nvSpPr>
          <p:spPr>
            <a:xfrm>
              <a:off x="272348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g3720"/>
            <p:cNvSpPr/>
            <p:nvPr/>
          </p:nvSpPr>
          <p:spPr>
            <a:xfrm>
              <a:off x="273512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g3721"/>
            <p:cNvSpPr/>
            <p:nvPr/>
          </p:nvSpPr>
          <p:spPr>
            <a:xfrm>
              <a:off x="27467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g3722"/>
            <p:cNvSpPr/>
            <p:nvPr/>
          </p:nvSpPr>
          <p:spPr>
            <a:xfrm>
              <a:off x="2758399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g3723"/>
            <p:cNvSpPr/>
            <p:nvPr/>
          </p:nvSpPr>
          <p:spPr>
            <a:xfrm>
              <a:off x="439926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g3724"/>
            <p:cNvSpPr/>
            <p:nvPr/>
          </p:nvSpPr>
          <p:spPr>
            <a:xfrm>
              <a:off x="441090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g3725"/>
            <p:cNvSpPr/>
            <p:nvPr/>
          </p:nvSpPr>
          <p:spPr>
            <a:xfrm>
              <a:off x="4422537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g3726"/>
            <p:cNvSpPr/>
            <p:nvPr/>
          </p:nvSpPr>
          <p:spPr>
            <a:xfrm>
              <a:off x="4434174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g3727"/>
            <p:cNvSpPr/>
            <p:nvPr/>
          </p:nvSpPr>
          <p:spPr>
            <a:xfrm>
              <a:off x="4445812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g3728"/>
            <p:cNvSpPr/>
            <p:nvPr/>
          </p:nvSpPr>
          <p:spPr>
            <a:xfrm>
              <a:off x="450399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g3729"/>
            <p:cNvSpPr/>
            <p:nvPr/>
          </p:nvSpPr>
          <p:spPr>
            <a:xfrm>
              <a:off x="4515636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g3730"/>
            <p:cNvSpPr/>
            <p:nvPr/>
          </p:nvSpPr>
          <p:spPr>
            <a:xfrm>
              <a:off x="4527273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g3731"/>
            <p:cNvSpPr/>
            <p:nvPr/>
          </p:nvSpPr>
          <p:spPr>
            <a:xfrm>
              <a:off x="4538910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g3732"/>
            <p:cNvSpPr/>
            <p:nvPr/>
          </p:nvSpPr>
          <p:spPr>
            <a:xfrm>
              <a:off x="4550548" y="532482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g3733"/>
            <p:cNvSpPr/>
            <p:nvPr/>
          </p:nvSpPr>
          <p:spPr>
            <a:xfrm>
              <a:off x="27002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g3734"/>
            <p:cNvSpPr/>
            <p:nvPr/>
          </p:nvSpPr>
          <p:spPr>
            <a:xfrm>
              <a:off x="271185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g3735"/>
            <p:cNvSpPr/>
            <p:nvPr/>
          </p:nvSpPr>
          <p:spPr>
            <a:xfrm>
              <a:off x="272348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g3736"/>
            <p:cNvSpPr/>
            <p:nvPr/>
          </p:nvSpPr>
          <p:spPr>
            <a:xfrm>
              <a:off x="273512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g3737"/>
            <p:cNvSpPr/>
            <p:nvPr/>
          </p:nvSpPr>
          <p:spPr>
            <a:xfrm>
              <a:off x="274676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6">
                <a:alpha val="100000"/>
              </a:srgbClr>
            </a:solidFill>
            <a:ln w="5420" cap="flat">
              <a:solidFill>
                <a:srgbClr val="3B4E8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g3738"/>
            <p:cNvSpPr/>
            <p:nvPr/>
          </p:nvSpPr>
          <p:spPr>
            <a:xfrm>
              <a:off x="441090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g3739"/>
            <p:cNvSpPr/>
            <p:nvPr/>
          </p:nvSpPr>
          <p:spPr>
            <a:xfrm>
              <a:off x="4422537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g3740"/>
            <p:cNvSpPr/>
            <p:nvPr/>
          </p:nvSpPr>
          <p:spPr>
            <a:xfrm>
              <a:off x="4434174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g3741"/>
            <p:cNvSpPr/>
            <p:nvPr/>
          </p:nvSpPr>
          <p:spPr>
            <a:xfrm>
              <a:off x="4445812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g3742"/>
            <p:cNvSpPr/>
            <p:nvPr/>
          </p:nvSpPr>
          <p:spPr>
            <a:xfrm>
              <a:off x="4457449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g3743"/>
            <p:cNvSpPr/>
            <p:nvPr/>
          </p:nvSpPr>
          <p:spPr>
            <a:xfrm>
              <a:off x="446908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g3744"/>
            <p:cNvSpPr/>
            <p:nvPr/>
          </p:nvSpPr>
          <p:spPr>
            <a:xfrm>
              <a:off x="4492361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g3745"/>
            <p:cNvSpPr/>
            <p:nvPr/>
          </p:nvSpPr>
          <p:spPr>
            <a:xfrm>
              <a:off x="4503998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g3746"/>
            <p:cNvSpPr/>
            <p:nvPr/>
          </p:nvSpPr>
          <p:spPr>
            <a:xfrm>
              <a:off x="4515636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g3747"/>
            <p:cNvSpPr/>
            <p:nvPr/>
          </p:nvSpPr>
          <p:spPr>
            <a:xfrm>
              <a:off x="4527273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g3748"/>
            <p:cNvSpPr/>
            <p:nvPr/>
          </p:nvSpPr>
          <p:spPr>
            <a:xfrm>
              <a:off x="4538910" y="53391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g3749"/>
            <p:cNvSpPr/>
            <p:nvPr/>
          </p:nvSpPr>
          <p:spPr>
            <a:xfrm>
              <a:off x="2688575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g3750"/>
            <p:cNvSpPr/>
            <p:nvPr/>
          </p:nvSpPr>
          <p:spPr>
            <a:xfrm>
              <a:off x="27002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g3751"/>
            <p:cNvSpPr/>
            <p:nvPr/>
          </p:nvSpPr>
          <p:spPr>
            <a:xfrm>
              <a:off x="271185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g3752"/>
            <p:cNvSpPr/>
            <p:nvPr/>
          </p:nvSpPr>
          <p:spPr>
            <a:xfrm>
              <a:off x="272348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g3753"/>
            <p:cNvSpPr/>
            <p:nvPr/>
          </p:nvSpPr>
          <p:spPr>
            <a:xfrm>
              <a:off x="27351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g3754"/>
            <p:cNvSpPr/>
            <p:nvPr/>
          </p:nvSpPr>
          <p:spPr>
            <a:xfrm>
              <a:off x="274676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g3755"/>
            <p:cNvSpPr/>
            <p:nvPr/>
          </p:nvSpPr>
          <p:spPr>
            <a:xfrm>
              <a:off x="441090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g3756"/>
            <p:cNvSpPr/>
            <p:nvPr/>
          </p:nvSpPr>
          <p:spPr>
            <a:xfrm>
              <a:off x="4422537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g3757"/>
            <p:cNvSpPr/>
            <p:nvPr/>
          </p:nvSpPr>
          <p:spPr>
            <a:xfrm>
              <a:off x="443417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g3758"/>
            <p:cNvSpPr/>
            <p:nvPr/>
          </p:nvSpPr>
          <p:spPr>
            <a:xfrm>
              <a:off x="4445812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g3759"/>
            <p:cNvSpPr/>
            <p:nvPr/>
          </p:nvSpPr>
          <p:spPr>
            <a:xfrm>
              <a:off x="4457449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g3760"/>
            <p:cNvSpPr/>
            <p:nvPr/>
          </p:nvSpPr>
          <p:spPr>
            <a:xfrm>
              <a:off x="446908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g3761"/>
            <p:cNvSpPr/>
            <p:nvPr/>
          </p:nvSpPr>
          <p:spPr>
            <a:xfrm>
              <a:off x="4480724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g3762"/>
            <p:cNvSpPr/>
            <p:nvPr/>
          </p:nvSpPr>
          <p:spPr>
            <a:xfrm>
              <a:off x="4492361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g3763"/>
            <p:cNvSpPr/>
            <p:nvPr/>
          </p:nvSpPr>
          <p:spPr>
            <a:xfrm>
              <a:off x="4503998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g3764"/>
            <p:cNvSpPr/>
            <p:nvPr/>
          </p:nvSpPr>
          <p:spPr>
            <a:xfrm>
              <a:off x="4515636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g3765"/>
            <p:cNvSpPr/>
            <p:nvPr/>
          </p:nvSpPr>
          <p:spPr>
            <a:xfrm>
              <a:off x="4527273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g3766"/>
            <p:cNvSpPr/>
            <p:nvPr/>
          </p:nvSpPr>
          <p:spPr>
            <a:xfrm>
              <a:off x="4538910" y="5353422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g3767"/>
            <p:cNvSpPr/>
            <p:nvPr/>
          </p:nvSpPr>
          <p:spPr>
            <a:xfrm>
              <a:off x="2688575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g3768"/>
            <p:cNvSpPr/>
            <p:nvPr/>
          </p:nvSpPr>
          <p:spPr>
            <a:xfrm>
              <a:off x="27002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g3769"/>
            <p:cNvSpPr/>
            <p:nvPr/>
          </p:nvSpPr>
          <p:spPr>
            <a:xfrm>
              <a:off x="271185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g3770"/>
            <p:cNvSpPr/>
            <p:nvPr/>
          </p:nvSpPr>
          <p:spPr>
            <a:xfrm>
              <a:off x="272348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g3771"/>
            <p:cNvSpPr/>
            <p:nvPr/>
          </p:nvSpPr>
          <p:spPr>
            <a:xfrm>
              <a:off x="27351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E87">
                <a:alpha val="100000"/>
              </a:srgbClr>
            </a:solidFill>
            <a:ln w="5420" cap="flat">
              <a:solidFill>
                <a:srgbClr val="3B4E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g3772"/>
            <p:cNvSpPr/>
            <p:nvPr/>
          </p:nvSpPr>
          <p:spPr>
            <a:xfrm>
              <a:off x="441090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895">
                <a:alpha val="100000"/>
              </a:srgbClr>
            </a:solidFill>
            <a:ln w="5420" cap="flat">
              <a:solidFill>
                <a:srgbClr val="3A589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g3773"/>
            <p:cNvSpPr/>
            <p:nvPr/>
          </p:nvSpPr>
          <p:spPr>
            <a:xfrm>
              <a:off x="4422537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g3774"/>
            <p:cNvSpPr/>
            <p:nvPr/>
          </p:nvSpPr>
          <p:spPr>
            <a:xfrm>
              <a:off x="443417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g3775"/>
            <p:cNvSpPr/>
            <p:nvPr/>
          </p:nvSpPr>
          <p:spPr>
            <a:xfrm>
              <a:off x="4445812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g3776"/>
            <p:cNvSpPr/>
            <p:nvPr/>
          </p:nvSpPr>
          <p:spPr>
            <a:xfrm>
              <a:off x="4457449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g3777"/>
            <p:cNvSpPr/>
            <p:nvPr/>
          </p:nvSpPr>
          <p:spPr>
            <a:xfrm>
              <a:off x="446908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g3778"/>
            <p:cNvSpPr/>
            <p:nvPr/>
          </p:nvSpPr>
          <p:spPr>
            <a:xfrm>
              <a:off x="4480724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g3779"/>
            <p:cNvSpPr/>
            <p:nvPr/>
          </p:nvSpPr>
          <p:spPr>
            <a:xfrm>
              <a:off x="4492361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g3780"/>
            <p:cNvSpPr/>
            <p:nvPr/>
          </p:nvSpPr>
          <p:spPr>
            <a:xfrm>
              <a:off x="4503998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g3781"/>
            <p:cNvSpPr/>
            <p:nvPr/>
          </p:nvSpPr>
          <p:spPr>
            <a:xfrm>
              <a:off x="4515636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g3782"/>
            <p:cNvSpPr/>
            <p:nvPr/>
          </p:nvSpPr>
          <p:spPr>
            <a:xfrm>
              <a:off x="4527273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g3783"/>
            <p:cNvSpPr/>
            <p:nvPr/>
          </p:nvSpPr>
          <p:spPr>
            <a:xfrm>
              <a:off x="4538910" y="53677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g3784"/>
            <p:cNvSpPr/>
            <p:nvPr/>
          </p:nvSpPr>
          <p:spPr>
            <a:xfrm>
              <a:off x="2688575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g3785"/>
            <p:cNvSpPr/>
            <p:nvPr/>
          </p:nvSpPr>
          <p:spPr>
            <a:xfrm>
              <a:off x="27002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g3786"/>
            <p:cNvSpPr/>
            <p:nvPr/>
          </p:nvSpPr>
          <p:spPr>
            <a:xfrm>
              <a:off x="271185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g3787"/>
            <p:cNvSpPr/>
            <p:nvPr/>
          </p:nvSpPr>
          <p:spPr>
            <a:xfrm>
              <a:off x="272348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g3788"/>
            <p:cNvSpPr/>
            <p:nvPr/>
          </p:nvSpPr>
          <p:spPr>
            <a:xfrm>
              <a:off x="27351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7">
                <a:alpha val="100000"/>
              </a:srgbClr>
            </a:solidFill>
            <a:ln w="5420" cap="flat">
              <a:solidFill>
                <a:srgbClr val="3B4F8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g3789"/>
            <p:cNvSpPr/>
            <p:nvPr/>
          </p:nvSpPr>
          <p:spPr>
            <a:xfrm>
              <a:off x="4410900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g3790"/>
            <p:cNvSpPr/>
            <p:nvPr/>
          </p:nvSpPr>
          <p:spPr>
            <a:xfrm>
              <a:off x="4422537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g3791"/>
            <p:cNvSpPr/>
            <p:nvPr/>
          </p:nvSpPr>
          <p:spPr>
            <a:xfrm>
              <a:off x="443417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g3792"/>
            <p:cNvSpPr/>
            <p:nvPr/>
          </p:nvSpPr>
          <p:spPr>
            <a:xfrm>
              <a:off x="4445812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g3793"/>
            <p:cNvSpPr/>
            <p:nvPr/>
          </p:nvSpPr>
          <p:spPr>
            <a:xfrm>
              <a:off x="4457449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g3794"/>
            <p:cNvSpPr/>
            <p:nvPr/>
          </p:nvSpPr>
          <p:spPr>
            <a:xfrm>
              <a:off x="446908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g3795"/>
            <p:cNvSpPr/>
            <p:nvPr/>
          </p:nvSpPr>
          <p:spPr>
            <a:xfrm>
              <a:off x="4480724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g3796"/>
            <p:cNvSpPr/>
            <p:nvPr/>
          </p:nvSpPr>
          <p:spPr>
            <a:xfrm>
              <a:off x="4492361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g3797"/>
            <p:cNvSpPr/>
            <p:nvPr/>
          </p:nvSpPr>
          <p:spPr>
            <a:xfrm>
              <a:off x="4503998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g3798"/>
            <p:cNvSpPr/>
            <p:nvPr/>
          </p:nvSpPr>
          <p:spPr>
            <a:xfrm>
              <a:off x="4515636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g3799"/>
            <p:cNvSpPr/>
            <p:nvPr/>
          </p:nvSpPr>
          <p:spPr>
            <a:xfrm>
              <a:off x="4527273" y="5382023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g3800"/>
            <p:cNvSpPr/>
            <p:nvPr/>
          </p:nvSpPr>
          <p:spPr>
            <a:xfrm>
              <a:off x="267693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g3801"/>
            <p:cNvSpPr/>
            <p:nvPr/>
          </p:nvSpPr>
          <p:spPr>
            <a:xfrm>
              <a:off x="2688575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g3802"/>
            <p:cNvSpPr/>
            <p:nvPr/>
          </p:nvSpPr>
          <p:spPr>
            <a:xfrm>
              <a:off x="27002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g3803"/>
            <p:cNvSpPr/>
            <p:nvPr/>
          </p:nvSpPr>
          <p:spPr>
            <a:xfrm>
              <a:off x="2711850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g3804"/>
            <p:cNvSpPr/>
            <p:nvPr/>
          </p:nvSpPr>
          <p:spPr>
            <a:xfrm>
              <a:off x="272348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g3805"/>
            <p:cNvSpPr/>
            <p:nvPr/>
          </p:nvSpPr>
          <p:spPr>
            <a:xfrm>
              <a:off x="4422537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g3806"/>
            <p:cNvSpPr/>
            <p:nvPr/>
          </p:nvSpPr>
          <p:spPr>
            <a:xfrm>
              <a:off x="443417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g3807"/>
            <p:cNvSpPr/>
            <p:nvPr/>
          </p:nvSpPr>
          <p:spPr>
            <a:xfrm>
              <a:off x="4445812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g3808"/>
            <p:cNvSpPr/>
            <p:nvPr/>
          </p:nvSpPr>
          <p:spPr>
            <a:xfrm>
              <a:off x="4457449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g3809"/>
            <p:cNvSpPr/>
            <p:nvPr/>
          </p:nvSpPr>
          <p:spPr>
            <a:xfrm>
              <a:off x="446908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g3810"/>
            <p:cNvSpPr/>
            <p:nvPr/>
          </p:nvSpPr>
          <p:spPr>
            <a:xfrm>
              <a:off x="4480724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g3811"/>
            <p:cNvSpPr/>
            <p:nvPr/>
          </p:nvSpPr>
          <p:spPr>
            <a:xfrm>
              <a:off x="4492361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g3812"/>
            <p:cNvSpPr/>
            <p:nvPr/>
          </p:nvSpPr>
          <p:spPr>
            <a:xfrm>
              <a:off x="4503998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g3813"/>
            <p:cNvSpPr/>
            <p:nvPr/>
          </p:nvSpPr>
          <p:spPr>
            <a:xfrm>
              <a:off x="4515636" y="5396324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g3814"/>
            <p:cNvSpPr/>
            <p:nvPr/>
          </p:nvSpPr>
          <p:spPr>
            <a:xfrm>
              <a:off x="2676938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g3815"/>
            <p:cNvSpPr/>
            <p:nvPr/>
          </p:nvSpPr>
          <p:spPr>
            <a:xfrm>
              <a:off x="2688575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g3816"/>
            <p:cNvSpPr/>
            <p:nvPr/>
          </p:nvSpPr>
          <p:spPr>
            <a:xfrm>
              <a:off x="27002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g3817"/>
            <p:cNvSpPr/>
            <p:nvPr/>
          </p:nvSpPr>
          <p:spPr>
            <a:xfrm>
              <a:off x="2711850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g3818"/>
            <p:cNvSpPr/>
            <p:nvPr/>
          </p:nvSpPr>
          <p:spPr>
            <a:xfrm>
              <a:off x="2723487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g3819"/>
            <p:cNvSpPr/>
            <p:nvPr/>
          </p:nvSpPr>
          <p:spPr>
            <a:xfrm>
              <a:off x="443417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g3820"/>
            <p:cNvSpPr/>
            <p:nvPr/>
          </p:nvSpPr>
          <p:spPr>
            <a:xfrm>
              <a:off x="4445812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g3821"/>
            <p:cNvSpPr/>
            <p:nvPr/>
          </p:nvSpPr>
          <p:spPr>
            <a:xfrm>
              <a:off x="4457449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g3822"/>
            <p:cNvSpPr/>
            <p:nvPr/>
          </p:nvSpPr>
          <p:spPr>
            <a:xfrm>
              <a:off x="4469086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g3823"/>
            <p:cNvSpPr/>
            <p:nvPr/>
          </p:nvSpPr>
          <p:spPr>
            <a:xfrm>
              <a:off x="4480724" y="54106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A5A97">
                <a:alpha val="100000"/>
              </a:srgbClr>
            </a:solidFill>
            <a:ln w="5420" cap="flat">
              <a:solidFill>
                <a:srgbClr val="3A5A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g3824"/>
            <p:cNvSpPr/>
            <p:nvPr/>
          </p:nvSpPr>
          <p:spPr>
            <a:xfrm>
              <a:off x="2676938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g3825"/>
            <p:cNvSpPr/>
            <p:nvPr/>
          </p:nvSpPr>
          <p:spPr>
            <a:xfrm>
              <a:off x="2688575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g3826"/>
            <p:cNvSpPr/>
            <p:nvPr/>
          </p:nvSpPr>
          <p:spPr>
            <a:xfrm>
              <a:off x="2700212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g3827"/>
            <p:cNvSpPr/>
            <p:nvPr/>
          </p:nvSpPr>
          <p:spPr>
            <a:xfrm>
              <a:off x="2711850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g3828"/>
            <p:cNvSpPr/>
            <p:nvPr/>
          </p:nvSpPr>
          <p:spPr>
            <a:xfrm>
              <a:off x="2723487" y="5424925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g3829"/>
            <p:cNvSpPr/>
            <p:nvPr/>
          </p:nvSpPr>
          <p:spPr>
            <a:xfrm>
              <a:off x="2676938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g3830"/>
            <p:cNvSpPr/>
            <p:nvPr/>
          </p:nvSpPr>
          <p:spPr>
            <a:xfrm>
              <a:off x="2688575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g3831"/>
            <p:cNvSpPr/>
            <p:nvPr/>
          </p:nvSpPr>
          <p:spPr>
            <a:xfrm>
              <a:off x="2700212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g3832"/>
            <p:cNvSpPr/>
            <p:nvPr/>
          </p:nvSpPr>
          <p:spPr>
            <a:xfrm>
              <a:off x="2711850" y="54392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g3833"/>
            <p:cNvSpPr/>
            <p:nvPr/>
          </p:nvSpPr>
          <p:spPr>
            <a:xfrm>
              <a:off x="266530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g3834"/>
            <p:cNvSpPr/>
            <p:nvPr/>
          </p:nvSpPr>
          <p:spPr>
            <a:xfrm>
              <a:off x="2676938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g3835"/>
            <p:cNvSpPr/>
            <p:nvPr/>
          </p:nvSpPr>
          <p:spPr>
            <a:xfrm>
              <a:off x="2688575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g3836"/>
            <p:cNvSpPr/>
            <p:nvPr/>
          </p:nvSpPr>
          <p:spPr>
            <a:xfrm>
              <a:off x="2700212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g3837"/>
            <p:cNvSpPr/>
            <p:nvPr/>
          </p:nvSpPr>
          <p:spPr>
            <a:xfrm>
              <a:off x="2711850" y="5453526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8">
                <a:alpha val="100000"/>
              </a:srgbClr>
            </a:solidFill>
            <a:ln w="5420" cap="flat">
              <a:solidFill>
                <a:srgbClr val="3B4F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g3838"/>
            <p:cNvSpPr/>
            <p:nvPr/>
          </p:nvSpPr>
          <p:spPr>
            <a:xfrm>
              <a:off x="266530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g3839"/>
            <p:cNvSpPr/>
            <p:nvPr/>
          </p:nvSpPr>
          <p:spPr>
            <a:xfrm>
              <a:off x="2676938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g3840"/>
            <p:cNvSpPr/>
            <p:nvPr/>
          </p:nvSpPr>
          <p:spPr>
            <a:xfrm>
              <a:off x="2688575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g3841"/>
            <p:cNvSpPr/>
            <p:nvPr/>
          </p:nvSpPr>
          <p:spPr>
            <a:xfrm>
              <a:off x="2700212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g3842"/>
            <p:cNvSpPr/>
            <p:nvPr/>
          </p:nvSpPr>
          <p:spPr>
            <a:xfrm>
              <a:off x="2711850" y="5467827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4F89">
                <a:alpha val="100000"/>
              </a:srgbClr>
            </a:solidFill>
            <a:ln w="5420" cap="flat">
              <a:solidFill>
                <a:srgbClr val="3B4F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g3843"/>
            <p:cNvSpPr/>
            <p:nvPr/>
          </p:nvSpPr>
          <p:spPr>
            <a:xfrm>
              <a:off x="266530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g3844"/>
            <p:cNvSpPr/>
            <p:nvPr/>
          </p:nvSpPr>
          <p:spPr>
            <a:xfrm>
              <a:off x="2676938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g3845"/>
            <p:cNvSpPr/>
            <p:nvPr/>
          </p:nvSpPr>
          <p:spPr>
            <a:xfrm>
              <a:off x="2688575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g3846"/>
            <p:cNvSpPr/>
            <p:nvPr/>
          </p:nvSpPr>
          <p:spPr>
            <a:xfrm>
              <a:off x="2700212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g3847"/>
            <p:cNvSpPr/>
            <p:nvPr/>
          </p:nvSpPr>
          <p:spPr>
            <a:xfrm>
              <a:off x="2711850" y="54821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g3848"/>
            <p:cNvSpPr/>
            <p:nvPr/>
          </p:nvSpPr>
          <p:spPr>
            <a:xfrm>
              <a:off x="2665300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g3849"/>
            <p:cNvSpPr/>
            <p:nvPr/>
          </p:nvSpPr>
          <p:spPr>
            <a:xfrm>
              <a:off x="2676938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g3850"/>
            <p:cNvSpPr/>
            <p:nvPr/>
          </p:nvSpPr>
          <p:spPr>
            <a:xfrm>
              <a:off x="2688575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g3851"/>
            <p:cNvSpPr/>
            <p:nvPr/>
          </p:nvSpPr>
          <p:spPr>
            <a:xfrm>
              <a:off x="2700212" y="5496428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g3852"/>
            <p:cNvSpPr/>
            <p:nvPr/>
          </p:nvSpPr>
          <p:spPr>
            <a:xfrm>
              <a:off x="2665300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g3853"/>
            <p:cNvSpPr/>
            <p:nvPr/>
          </p:nvSpPr>
          <p:spPr>
            <a:xfrm>
              <a:off x="2676938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g3854"/>
            <p:cNvSpPr/>
            <p:nvPr/>
          </p:nvSpPr>
          <p:spPr>
            <a:xfrm>
              <a:off x="2688575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g3855"/>
            <p:cNvSpPr/>
            <p:nvPr/>
          </p:nvSpPr>
          <p:spPr>
            <a:xfrm>
              <a:off x="2700212" y="55107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9">
                <a:alpha val="100000"/>
              </a:srgbClr>
            </a:solidFill>
            <a:ln w="5420" cap="flat">
              <a:solidFill>
                <a:srgbClr val="3B508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g3856"/>
            <p:cNvSpPr/>
            <p:nvPr/>
          </p:nvSpPr>
          <p:spPr>
            <a:xfrm>
              <a:off x="2665300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g3857"/>
            <p:cNvSpPr/>
            <p:nvPr/>
          </p:nvSpPr>
          <p:spPr>
            <a:xfrm>
              <a:off x="2676938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g3858"/>
            <p:cNvSpPr/>
            <p:nvPr/>
          </p:nvSpPr>
          <p:spPr>
            <a:xfrm>
              <a:off x="2688575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g3859"/>
            <p:cNvSpPr/>
            <p:nvPr/>
          </p:nvSpPr>
          <p:spPr>
            <a:xfrm>
              <a:off x="2700212" y="5525029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g3860"/>
            <p:cNvSpPr/>
            <p:nvPr/>
          </p:nvSpPr>
          <p:spPr>
            <a:xfrm>
              <a:off x="2665300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g3861"/>
            <p:cNvSpPr/>
            <p:nvPr/>
          </p:nvSpPr>
          <p:spPr>
            <a:xfrm>
              <a:off x="2676938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g3862"/>
            <p:cNvSpPr/>
            <p:nvPr/>
          </p:nvSpPr>
          <p:spPr>
            <a:xfrm>
              <a:off x="2688575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g3863"/>
            <p:cNvSpPr/>
            <p:nvPr/>
          </p:nvSpPr>
          <p:spPr>
            <a:xfrm>
              <a:off x="2700212" y="5539330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g3864"/>
            <p:cNvSpPr/>
            <p:nvPr/>
          </p:nvSpPr>
          <p:spPr>
            <a:xfrm>
              <a:off x="2665300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g3865"/>
            <p:cNvSpPr/>
            <p:nvPr/>
          </p:nvSpPr>
          <p:spPr>
            <a:xfrm>
              <a:off x="2676938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g3866"/>
            <p:cNvSpPr/>
            <p:nvPr/>
          </p:nvSpPr>
          <p:spPr>
            <a:xfrm>
              <a:off x="2688575" y="5553631"/>
              <a:ext cx="11637" cy="14300"/>
            </a:xfrm>
            <a:custGeom>
              <a:avLst/>
              <a:pathLst>
                <a:path w="11637" h="14300">
                  <a:moveTo>
                    <a:pt x="0" y="0"/>
                  </a:moveTo>
                  <a:lnTo>
                    <a:pt x="11637" y="0"/>
                  </a:lnTo>
                  <a:lnTo>
                    <a:pt x="11637" y="14300"/>
                  </a:lnTo>
                  <a:lnTo>
                    <a:pt x="0" y="14300"/>
                  </a:lnTo>
                  <a:close/>
                </a:path>
              </a:pathLst>
            </a:custGeom>
            <a:solidFill>
              <a:srgbClr val="3B508A">
                <a:alpha val="100000"/>
              </a:srgbClr>
            </a:solidFill>
            <a:ln w="5420" cap="flat">
              <a:solidFill>
                <a:srgbClr val="3B508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g3867"/>
            <p:cNvSpPr/>
            <p:nvPr/>
          </p:nvSpPr>
          <p:spPr>
            <a:xfrm>
              <a:off x="2232276" y="2540116"/>
              <a:ext cx="3705599" cy="2850404"/>
            </a:xfrm>
            <a:custGeom>
              <a:avLst/>
              <a:pathLst>
                <a:path w="3705599" h="2850404">
                  <a:moveTo>
                    <a:pt x="2893187" y="266106"/>
                  </a:moveTo>
                  <a:lnTo>
                    <a:pt x="2917831" y="266068"/>
                  </a:lnTo>
                  <a:lnTo>
                    <a:pt x="2961871" y="266005"/>
                  </a:lnTo>
                  <a:lnTo>
                    <a:pt x="3005910" y="265941"/>
                  </a:lnTo>
                  <a:lnTo>
                    <a:pt x="3049950" y="265884"/>
                  </a:lnTo>
                  <a:lnTo>
                    <a:pt x="3093989" y="265820"/>
                  </a:lnTo>
                  <a:lnTo>
                    <a:pt x="3138033" y="265757"/>
                  </a:lnTo>
                  <a:lnTo>
                    <a:pt x="3182073" y="265693"/>
                  </a:lnTo>
                  <a:lnTo>
                    <a:pt x="3226112" y="265630"/>
                  </a:lnTo>
                  <a:lnTo>
                    <a:pt x="3236535" y="240559"/>
                  </a:lnTo>
                  <a:lnTo>
                    <a:pt x="3246246" y="228887"/>
                  </a:lnTo>
                  <a:lnTo>
                    <a:pt x="3259547" y="232754"/>
                  </a:lnTo>
                  <a:lnTo>
                    <a:pt x="3266632" y="232430"/>
                  </a:lnTo>
                  <a:lnTo>
                    <a:pt x="3274508" y="226410"/>
                  </a:lnTo>
                  <a:lnTo>
                    <a:pt x="3280895" y="222752"/>
                  </a:lnTo>
                  <a:lnTo>
                    <a:pt x="3285102" y="223292"/>
                  </a:lnTo>
                  <a:lnTo>
                    <a:pt x="3288693" y="228804"/>
                  </a:lnTo>
                  <a:lnTo>
                    <a:pt x="3291680" y="232481"/>
                  </a:lnTo>
                  <a:lnTo>
                    <a:pt x="3295168" y="231408"/>
                  </a:lnTo>
                  <a:lnTo>
                    <a:pt x="3298155" y="226207"/>
                  </a:lnTo>
                  <a:lnTo>
                    <a:pt x="3298052" y="218993"/>
                  </a:lnTo>
                  <a:lnTo>
                    <a:pt x="3302140" y="213970"/>
                  </a:lnTo>
                  <a:lnTo>
                    <a:pt x="3306992" y="213201"/>
                  </a:lnTo>
                  <a:lnTo>
                    <a:pt x="3311478" y="213360"/>
                  </a:lnTo>
                  <a:lnTo>
                    <a:pt x="3313715" y="210909"/>
                  </a:lnTo>
                  <a:lnTo>
                    <a:pt x="3313467" y="207391"/>
                  </a:lnTo>
                  <a:lnTo>
                    <a:pt x="3311850" y="201726"/>
                  </a:lnTo>
                  <a:lnTo>
                    <a:pt x="3312398" y="194906"/>
                  </a:lnTo>
                  <a:lnTo>
                    <a:pt x="3323601" y="182859"/>
                  </a:lnTo>
                  <a:lnTo>
                    <a:pt x="3337337" y="174686"/>
                  </a:lnTo>
                  <a:lnTo>
                    <a:pt x="3342153" y="170603"/>
                  </a:lnTo>
                  <a:lnTo>
                    <a:pt x="3343554" y="162322"/>
                  </a:lnTo>
                  <a:lnTo>
                    <a:pt x="3351429" y="153717"/>
                  </a:lnTo>
                  <a:lnTo>
                    <a:pt x="3355367" y="148770"/>
                  </a:lnTo>
                  <a:lnTo>
                    <a:pt x="3356328" y="144471"/>
                  </a:lnTo>
                  <a:lnTo>
                    <a:pt x="3354287" y="139181"/>
                  </a:lnTo>
                  <a:lnTo>
                    <a:pt x="3354494" y="129097"/>
                  </a:lnTo>
                  <a:lnTo>
                    <a:pt x="3357202" y="117050"/>
                  </a:lnTo>
                  <a:lnTo>
                    <a:pt x="3360442" y="103930"/>
                  </a:lnTo>
                  <a:lnTo>
                    <a:pt x="3367703" y="92099"/>
                  </a:lnTo>
                  <a:lnTo>
                    <a:pt x="3379609" y="79195"/>
                  </a:lnTo>
                  <a:lnTo>
                    <a:pt x="3382673" y="62240"/>
                  </a:lnTo>
                  <a:lnTo>
                    <a:pt x="3385903" y="44357"/>
                  </a:lnTo>
                  <a:lnTo>
                    <a:pt x="3400295" y="26932"/>
                  </a:lnTo>
                  <a:lnTo>
                    <a:pt x="3416615" y="7169"/>
                  </a:lnTo>
                  <a:lnTo>
                    <a:pt x="3422535" y="0"/>
                  </a:lnTo>
                  <a:lnTo>
                    <a:pt x="3618932" y="0"/>
                  </a:lnTo>
                  <a:lnTo>
                    <a:pt x="3619257" y="14859"/>
                  </a:lnTo>
                  <a:lnTo>
                    <a:pt x="3619521" y="35130"/>
                  </a:lnTo>
                  <a:lnTo>
                    <a:pt x="3619800" y="56493"/>
                  </a:lnTo>
                  <a:lnTo>
                    <a:pt x="3620001" y="71740"/>
                  </a:lnTo>
                  <a:lnTo>
                    <a:pt x="3620347" y="92677"/>
                  </a:lnTo>
                  <a:lnTo>
                    <a:pt x="3620621" y="109334"/>
                  </a:lnTo>
                  <a:lnTo>
                    <a:pt x="3620988" y="131078"/>
                  </a:lnTo>
                  <a:lnTo>
                    <a:pt x="3621179" y="142699"/>
                  </a:lnTo>
                  <a:lnTo>
                    <a:pt x="3623045" y="146052"/>
                  </a:lnTo>
                  <a:lnTo>
                    <a:pt x="3621924" y="150631"/>
                  </a:lnTo>
                  <a:lnTo>
                    <a:pt x="3621433" y="152923"/>
                  </a:lnTo>
                  <a:lnTo>
                    <a:pt x="3621552" y="154746"/>
                  </a:lnTo>
                  <a:lnTo>
                    <a:pt x="3622296" y="157038"/>
                  </a:lnTo>
                  <a:lnTo>
                    <a:pt x="3622172" y="160245"/>
                  </a:lnTo>
                  <a:lnTo>
                    <a:pt x="3620435" y="163147"/>
                  </a:lnTo>
                  <a:lnTo>
                    <a:pt x="3619567" y="166500"/>
                  </a:lnTo>
                  <a:lnTo>
                    <a:pt x="3619319" y="171993"/>
                  </a:lnTo>
                  <a:lnTo>
                    <a:pt x="3621179" y="175353"/>
                  </a:lnTo>
                  <a:lnTo>
                    <a:pt x="3624285" y="177334"/>
                  </a:lnTo>
                  <a:lnTo>
                    <a:pt x="3626895" y="177334"/>
                  </a:lnTo>
                  <a:lnTo>
                    <a:pt x="3630249" y="179322"/>
                  </a:lnTo>
                  <a:lnTo>
                    <a:pt x="3634595" y="182834"/>
                  </a:lnTo>
                  <a:lnTo>
                    <a:pt x="3641173" y="185882"/>
                  </a:lnTo>
                  <a:lnTo>
                    <a:pt x="3648005" y="186949"/>
                  </a:lnTo>
                  <a:lnTo>
                    <a:pt x="3652723" y="186187"/>
                  </a:lnTo>
                  <a:lnTo>
                    <a:pt x="3658434" y="188174"/>
                  </a:lnTo>
                  <a:lnTo>
                    <a:pt x="3660423" y="193058"/>
                  </a:lnTo>
                  <a:lnTo>
                    <a:pt x="3659307" y="197630"/>
                  </a:lnTo>
                  <a:lnTo>
                    <a:pt x="3656077" y="199770"/>
                  </a:lnTo>
                  <a:lnTo>
                    <a:pt x="3652599" y="201453"/>
                  </a:lnTo>
                  <a:lnTo>
                    <a:pt x="3651979" y="204958"/>
                  </a:lnTo>
                  <a:lnTo>
                    <a:pt x="3653715" y="208623"/>
                  </a:lnTo>
                  <a:lnTo>
                    <a:pt x="3656201" y="211829"/>
                  </a:lnTo>
                  <a:lnTo>
                    <a:pt x="3658935" y="217462"/>
                  </a:lnTo>
                  <a:lnTo>
                    <a:pt x="3657813" y="222346"/>
                  </a:lnTo>
                  <a:lnTo>
                    <a:pt x="3655333" y="226467"/>
                  </a:lnTo>
                  <a:lnTo>
                    <a:pt x="3654212" y="230735"/>
                  </a:lnTo>
                  <a:lnTo>
                    <a:pt x="3656325" y="234405"/>
                  </a:lnTo>
                  <a:lnTo>
                    <a:pt x="3661912" y="239282"/>
                  </a:lnTo>
                  <a:lnTo>
                    <a:pt x="3665389" y="244013"/>
                  </a:lnTo>
                  <a:lnTo>
                    <a:pt x="3670857" y="246611"/>
                  </a:lnTo>
                  <a:lnTo>
                    <a:pt x="3673461" y="244775"/>
                  </a:lnTo>
                  <a:lnTo>
                    <a:pt x="3675575" y="242330"/>
                  </a:lnTo>
                  <a:lnTo>
                    <a:pt x="3677807" y="240501"/>
                  </a:lnTo>
                  <a:lnTo>
                    <a:pt x="3681657" y="241575"/>
                  </a:lnTo>
                  <a:lnTo>
                    <a:pt x="3686127" y="242946"/>
                  </a:lnTo>
                  <a:lnTo>
                    <a:pt x="3691011" y="244578"/>
                  </a:lnTo>
                  <a:lnTo>
                    <a:pt x="3690427" y="248535"/>
                  </a:lnTo>
                  <a:lnTo>
                    <a:pt x="3693404" y="255203"/>
                  </a:lnTo>
                  <a:lnTo>
                    <a:pt x="3695708" y="268024"/>
                  </a:lnTo>
                  <a:lnTo>
                    <a:pt x="3692169" y="273847"/>
                  </a:lnTo>
                  <a:lnTo>
                    <a:pt x="3692928" y="281563"/>
                  </a:lnTo>
                  <a:lnTo>
                    <a:pt x="3702742" y="283811"/>
                  </a:lnTo>
                  <a:lnTo>
                    <a:pt x="3705129" y="286173"/>
                  </a:lnTo>
                  <a:lnTo>
                    <a:pt x="3705599" y="289025"/>
                  </a:lnTo>
                  <a:lnTo>
                    <a:pt x="3683983" y="308806"/>
                  </a:lnTo>
                  <a:lnTo>
                    <a:pt x="3665694" y="306037"/>
                  </a:lnTo>
                  <a:lnTo>
                    <a:pt x="3655772" y="311283"/>
                  </a:lnTo>
                  <a:lnTo>
                    <a:pt x="3645380" y="312813"/>
                  </a:lnTo>
                  <a:lnTo>
                    <a:pt x="3640822" y="321653"/>
                  </a:lnTo>
                  <a:lnTo>
                    <a:pt x="3635117" y="323526"/>
                  </a:lnTo>
                  <a:lnTo>
                    <a:pt x="3627303" y="322993"/>
                  </a:lnTo>
                  <a:lnTo>
                    <a:pt x="3620565" y="320497"/>
                  </a:lnTo>
                  <a:lnTo>
                    <a:pt x="3615423" y="321723"/>
                  </a:lnTo>
                  <a:lnTo>
                    <a:pt x="3608229" y="337675"/>
                  </a:lnTo>
                  <a:lnTo>
                    <a:pt x="3602338" y="336284"/>
                  </a:lnTo>
                  <a:lnTo>
                    <a:pt x="3599992" y="342025"/>
                  </a:lnTo>
                  <a:lnTo>
                    <a:pt x="3596912" y="344534"/>
                  </a:lnTo>
                  <a:lnTo>
                    <a:pt x="3592395" y="346686"/>
                  </a:lnTo>
                  <a:lnTo>
                    <a:pt x="3588473" y="339599"/>
                  </a:lnTo>
                  <a:lnTo>
                    <a:pt x="3585977" y="332862"/>
                  </a:lnTo>
                  <a:lnTo>
                    <a:pt x="3582298" y="331382"/>
                  </a:lnTo>
                  <a:lnTo>
                    <a:pt x="3577409" y="329661"/>
                  </a:lnTo>
                  <a:lnTo>
                    <a:pt x="3572381" y="329718"/>
                  </a:lnTo>
                  <a:lnTo>
                    <a:pt x="3569027" y="330683"/>
                  </a:lnTo>
                  <a:lnTo>
                    <a:pt x="3564867" y="335040"/>
                  </a:lnTo>
                  <a:lnTo>
                    <a:pt x="3558836" y="338780"/>
                  </a:lnTo>
                  <a:lnTo>
                    <a:pt x="3554273" y="335662"/>
                  </a:lnTo>
                  <a:lnTo>
                    <a:pt x="3550702" y="330652"/>
                  </a:lnTo>
                  <a:lnTo>
                    <a:pt x="3547648" y="338710"/>
                  </a:lnTo>
                  <a:lnTo>
                    <a:pt x="3543204" y="347220"/>
                  </a:lnTo>
                  <a:lnTo>
                    <a:pt x="3543943" y="357145"/>
                  </a:lnTo>
                  <a:lnTo>
                    <a:pt x="3542031" y="363032"/>
                  </a:lnTo>
                  <a:lnTo>
                    <a:pt x="3537814" y="361445"/>
                  </a:lnTo>
                  <a:lnTo>
                    <a:pt x="3533618" y="356282"/>
                  </a:lnTo>
                  <a:lnTo>
                    <a:pt x="3521840" y="352154"/>
                  </a:lnTo>
                  <a:lnTo>
                    <a:pt x="3512461" y="352535"/>
                  </a:lnTo>
                  <a:lnTo>
                    <a:pt x="3514368" y="347023"/>
                  </a:lnTo>
                  <a:lnTo>
                    <a:pt x="3523236" y="339110"/>
                  </a:lnTo>
                  <a:lnTo>
                    <a:pt x="3520507" y="337561"/>
                  </a:lnTo>
                  <a:lnTo>
                    <a:pt x="3516156" y="338659"/>
                  </a:lnTo>
                  <a:lnTo>
                    <a:pt x="3514259" y="337561"/>
                  </a:lnTo>
                  <a:lnTo>
                    <a:pt x="3517370" y="330372"/>
                  </a:lnTo>
                  <a:lnTo>
                    <a:pt x="3517670" y="322441"/>
                  </a:lnTo>
                  <a:lnTo>
                    <a:pt x="3513701" y="325216"/>
                  </a:lnTo>
                  <a:lnTo>
                    <a:pt x="3508709" y="333585"/>
                  </a:lnTo>
                  <a:lnTo>
                    <a:pt x="3496632" y="340247"/>
                  </a:lnTo>
                  <a:lnTo>
                    <a:pt x="3497195" y="351398"/>
                  </a:lnTo>
                  <a:lnTo>
                    <a:pt x="3485826" y="374253"/>
                  </a:lnTo>
                  <a:lnTo>
                    <a:pt x="3485320" y="383982"/>
                  </a:lnTo>
                  <a:lnTo>
                    <a:pt x="3478028" y="391749"/>
                  </a:lnTo>
                  <a:lnTo>
                    <a:pt x="3468628" y="398429"/>
                  </a:lnTo>
                  <a:lnTo>
                    <a:pt x="3456091" y="396550"/>
                  </a:lnTo>
                  <a:lnTo>
                    <a:pt x="3446521" y="402354"/>
                  </a:lnTo>
                  <a:lnTo>
                    <a:pt x="3441663" y="409015"/>
                  </a:lnTo>
                  <a:lnTo>
                    <a:pt x="3437441" y="410019"/>
                  </a:lnTo>
                  <a:lnTo>
                    <a:pt x="3435240" y="401535"/>
                  </a:lnTo>
                  <a:lnTo>
                    <a:pt x="3433638" y="398912"/>
                  </a:lnTo>
                  <a:lnTo>
                    <a:pt x="3430113" y="411422"/>
                  </a:lnTo>
                  <a:lnTo>
                    <a:pt x="3426522" y="412197"/>
                  </a:lnTo>
                  <a:lnTo>
                    <a:pt x="3425163" y="403325"/>
                  </a:lnTo>
                  <a:lnTo>
                    <a:pt x="3423457" y="397464"/>
                  </a:lnTo>
                  <a:lnTo>
                    <a:pt x="3418563" y="402519"/>
                  </a:lnTo>
                  <a:lnTo>
                    <a:pt x="3415313" y="415918"/>
                  </a:lnTo>
                  <a:lnTo>
                    <a:pt x="3411907" y="414788"/>
                  </a:lnTo>
                  <a:lnTo>
                    <a:pt x="3410822" y="409803"/>
                  </a:lnTo>
                  <a:lnTo>
                    <a:pt x="3408383" y="408291"/>
                  </a:lnTo>
                  <a:lnTo>
                    <a:pt x="3407546" y="413988"/>
                  </a:lnTo>
                  <a:lnTo>
                    <a:pt x="3408776" y="422002"/>
                  </a:lnTo>
                  <a:lnTo>
                    <a:pt x="3407003" y="426282"/>
                  </a:lnTo>
                  <a:lnTo>
                    <a:pt x="3403618" y="423996"/>
                  </a:lnTo>
                  <a:lnTo>
                    <a:pt x="3400213" y="420141"/>
                  </a:lnTo>
                  <a:lnTo>
                    <a:pt x="3394595" y="423069"/>
                  </a:lnTo>
                  <a:lnTo>
                    <a:pt x="3389438" y="424256"/>
                  </a:lnTo>
                  <a:lnTo>
                    <a:pt x="3389417" y="420332"/>
                  </a:lnTo>
                  <a:lnTo>
                    <a:pt x="3390399" y="415518"/>
                  </a:lnTo>
                  <a:lnTo>
                    <a:pt x="3380121" y="418179"/>
                  </a:lnTo>
                  <a:lnTo>
                    <a:pt x="3367796" y="427057"/>
                  </a:lnTo>
                  <a:lnTo>
                    <a:pt x="3358225" y="439339"/>
                  </a:lnTo>
                  <a:lnTo>
                    <a:pt x="3361543" y="441383"/>
                  </a:lnTo>
                  <a:lnTo>
                    <a:pt x="3365279" y="445295"/>
                  </a:lnTo>
                  <a:lnTo>
                    <a:pt x="3348654" y="464270"/>
                  </a:lnTo>
                  <a:lnTo>
                    <a:pt x="3331611" y="481359"/>
                  </a:lnTo>
                  <a:lnTo>
                    <a:pt x="3318738" y="509244"/>
                  </a:lnTo>
                  <a:lnTo>
                    <a:pt x="3313571" y="512508"/>
                  </a:lnTo>
                  <a:lnTo>
                    <a:pt x="3309132" y="517620"/>
                  </a:lnTo>
                  <a:lnTo>
                    <a:pt x="3304419" y="534455"/>
                  </a:lnTo>
                  <a:lnTo>
                    <a:pt x="3298977" y="549442"/>
                  </a:lnTo>
                  <a:lnTo>
                    <a:pt x="3302021" y="556116"/>
                  </a:lnTo>
                  <a:lnTo>
                    <a:pt x="3304026" y="562981"/>
                  </a:lnTo>
                  <a:lnTo>
                    <a:pt x="3308858" y="569737"/>
                  </a:lnTo>
                  <a:lnTo>
                    <a:pt x="3312966" y="570347"/>
                  </a:lnTo>
                  <a:lnTo>
                    <a:pt x="3317415" y="569128"/>
                  </a:lnTo>
                  <a:lnTo>
                    <a:pt x="3320681" y="569414"/>
                  </a:lnTo>
                  <a:lnTo>
                    <a:pt x="3322780" y="572284"/>
                  </a:lnTo>
                  <a:lnTo>
                    <a:pt x="3321849" y="575726"/>
                  </a:lnTo>
                  <a:lnTo>
                    <a:pt x="3316718" y="576583"/>
                  </a:lnTo>
                  <a:lnTo>
                    <a:pt x="3307147" y="582603"/>
                  </a:lnTo>
                  <a:lnTo>
                    <a:pt x="3298755" y="584915"/>
                  </a:lnTo>
                  <a:lnTo>
                    <a:pt x="3294548" y="592192"/>
                  </a:lnTo>
                  <a:lnTo>
                    <a:pt x="3288244" y="600600"/>
                  </a:lnTo>
                  <a:lnTo>
                    <a:pt x="3275996" y="613720"/>
                  </a:lnTo>
                  <a:lnTo>
                    <a:pt x="3281231" y="617765"/>
                  </a:lnTo>
                  <a:lnTo>
                    <a:pt x="3300150" y="622325"/>
                  </a:lnTo>
                  <a:lnTo>
                    <a:pt x="3308584" y="627018"/>
                  </a:lnTo>
                  <a:lnTo>
                    <a:pt x="3321348" y="651524"/>
                  </a:lnTo>
                  <a:lnTo>
                    <a:pt x="3318433" y="653975"/>
                  </a:lnTo>
                  <a:lnTo>
                    <a:pt x="3317276" y="658465"/>
                  </a:lnTo>
                  <a:lnTo>
                    <a:pt x="3328624" y="664765"/>
                  </a:lnTo>
                  <a:lnTo>
                    <a:pt x="3332247" y="682362"/>
                  </a:lnTo>
                  <a:lnTo>
                    <a:pt x="3341564" y="688350"/>
                  </a:lnTo>
                  <a:lnTo>
                    <a:pt x="3355450" y="692033"/>
                  </a:lnTo>
                  <a:lnTo>
                    <a:pt x="3372431" y="686712"/>
                  </a:lnTo>
                  <a:lnTo>
                    <a:pt x="3386570" y="679390"/>
                  </a:lnTo>
                  <a:lnTo>
                    <a:pt x="3386074" y="673388"/>
                  </a:lnTo>
                  <a:lnTo>
                    <a:pt x="3377191" y="659424"/>
                  </a:lnTo>
                  <a:lnTo>
                    <a:pt x="3375051" y="652864"/>
                  </a:lnTo>
                  <a:lnTo>
                    <a:pt x="3368457" y="648616"/>
                  </a:lnTo>
                  <a:lnTo>
                    <a:pt x="3365951" y="652216"/>
                  </a:lnTo>
                  <a:lnTo>
                    <a:pt x="3361687" y="647542"/>
                  </a:lnTo>
                  <a:lnTo>
                    <a:pt x="3361207" y="644920"/>
                  </a:lnTo>
                  <a:lnTo>
                    <a:pt x="3365181" y="643643"/>
                  </a:lnTo>
                  <a:lnTo>
                    <a:pt x="3369801" y="644151"/>
                  </a:lnTo>
                  <a:lnTo>
                    <a:pt x="3375191" y="646596"/>
                  </a:lnTo>
                  <a:lnTo>
                    <a:pt x="3389061" y="661818"/>
                  </a:lnTo>
                  <a:lnTo>
                    <a:pt x="3392900" y="681771"/>
                  </a:lnTo>
                  <a:lnTo>
                    <a:pt x="3393722" y="694440"/>
                  </a:lnTo>
                  <a:lnTo>
                    <a:pt x="3392156" y="698771"/>
                  </a:lnTo>
                  <a:lnTo>
                    <a:pt x="3388120" y="697882"/>
                  </a:lnTo>
                  <a:lnTo>
                    <a:pt x="3380420" y="698746"/>
                  </a:lnTo>
                  <a:lnTo>
                    <a:pt x="3343890" y="705306"/>
                  </a:lnTo>
                  <a:lnTo>
                    <a:pt x="3335776" y="711084"/>
                  </a:lnTo>
                  <a:lnTo>
                    <a:pt x="3317173" y="717359"/>
                  </a:lnTo>
                  <a:lnTo>
                    <a:pt x="3316015" y="714228"/>
                  </a:lnTo>
                  <a:lnTo>
                    <a:pt x="3317359" y="707750"/>
                  </a:lnTo>
                  <a:lnTo>
                    <a:pt x="3316186" y="694484"/>
                  </a:lnTo>
                  <a:lnTo>
                    <a:pt x="3312516" y="693868"/>
                  </a:lnTo>
                  <a:lnTo>
                    <a:pt x="3283613" y="715498"/>
                  </a:lnTo>
                  <a:lnTo>
                    <a:pt x="3272441" y="716857"/>
                  </a:lnTo>
                  <a:lnTo>
                    <a:pt x="3263046" y="723188"/>
                  </a:lnTo>
                  <a:lnTo>
                    <a:pt x="3260943" y="719676"/>
                  </a:lnTo>
                  <a:lnTo>
                    <a:pt x="3259263" y="703458"/>
                  </a:lnTo>
                  <a:lnTo>
                    <a:pt x="3265144" y="689855"/>
                  </a:lnTo>
                  <a:lnTo>
                    <a:pt x="3262012" y="690071"/>
                  </a:lnTo>
                  <a:lnTo>
                    <a:pt x="3252194" y="698238"/>
                  </a:lnTo>
                  <a:lnTo>
                    <a:pt x="3247997" y="693214"/>
                  </a:lnTo>
                  <a:lnTo>
                    <a:pt x="3245894" y="687702"/>
                  </a:lnTo>
                  <a:lnTo>
                    <a:pt x="3242871" y="684584"/>
                  </a:lnTo>
                  <a:lnTo>
                    <a:pt x="3239595" y="683403"/>
                  </a:lnTo>
                  <a:lnTo>
                    <a:pt x="3242396" y="695443"/>
                  </a:lnTo>
                  <a:lnTo>
                    <a:pt x="3235740" y="704474"/>
                  </a:lnTo>
                  <a:lnTo>
                    <a:pt x="3233915" y="727830"/>
                  </a:lnTo>
                  <a:lnTo>
                    <a:pt x="3225549" y="737553"/>
                  </a:lnTo>
                  <a:lnTo>
                    <a:pt x="3199467" y="743802"/>
                  </a:lnTo>
                  <a:lnTo>
                    <a:pt x="3182465" y="742481"/>
                  </a:lnTo>
                  <a:lnTo>
                    <a:pt x="3167231" y="744424"/>
                  </a:lnTo>
                  <a:lnTo>
                    <a:pt x="3146974" y="748907"/>
                  </a:lnTo>
                  <a:lnTo>
                    <a:pt x="3135780" y="746240"/>
                  </a:lnTo>
                  <a:lnTo>
                    <a:pt x="3124313" y="750971"/>
                  </a:lnTo>
                  <a:lnTo>
                    <a:pt x="3085390" y="752260"/>
                  </a:lnTo>
                  <a:lnTo>
                    <a:pt x="3077183" y="749752"/>
                  </a:lnTo>
                  <a:lnTo>
                    <a:pt x="3066703" y="758687"/>
                  </a:lnTo>
                  <a:lnTo>
                    <a:pt x="3049924" y="763970"/>
                  </a:lnTo>
                  <a:lnTo>
                    <a:pt x="3007512" y="783993"/>
                  </a:lnTo>
                  <a:lnTo>
                    <a:pt x="2998159" y="791277"/>
                  </a:lnTo>
                  <a:lnTo>
                    <a:pt x="2986769" y="802651"/>
                  </a:lnTo>
                  <a:lnTo>
                    <a:pt x="2979121" y="808766"/>
                  </a:lnTo>
                  <a:lnTo>
                    <a:pt x="2972832" y="810754"/>
                  </a:lnTo>
                  <a:lnTo>
                    <a:pt x="2968966" y="815847"/>
                  </a:lnTo>
                  <a:lnTo>
                    <a:pt x="2964744" y="819174"/>
                  </a:lnTo>
                  <a:lnTo>
                    <a:pt x="2968821" y="807807"/>
                  </a:lnTo>
                  <a:lnTo>
                    <a:pt x="2973250" y="798224"/>
                  </a:lnTo>
                  <a:lnTo>
                    <a:pt x="2976930" y="779662"/>
                  </a:lnTo>
                  <a:lnTo>
                    <a:pt x="2975844" y="764650"/>
                  </a:lnTo>
                  <a:lnTo>
                    <a:pt x="2971281" y="758477"/>
                  </a:lnTo>
                  <a:lnTo>
                    <a:pt x="2966563" y="754362"/>
                  </a:lnTo>
                  <a:lnTo>
                    <a:pt x="2972093" y="769178"/>
                  </a:lnTo>
                  <a:lnTo>
                    <a:pt x="2972987" y="787346"/>
                  </a:lnTo>
                  <a:lnTo>
                    <a:pt x="2971085" y="797989"/>
                  </a:lnTo>
                  <a:lnTo>
                    <a:pt x="2960682" y="818520"/>
                  </a:lnTo>
                  <a:lnTo>
                    <a:pt x="2956253" y="823302"/>
                  </a:lnTo>
                  <a:lnTo>
                    <a:pt x="2951075" y="827506"/>
                  </a:lnTo>
                  <a:lnTo>
                    <a:pt x="2947174" y="829335"/>
                  </a:lnTo>
                  <a:lnTo>
                    <a:pt x="2943572" y="832618"/>
                  </a:lnTo>
                  <a:lnTo>
                    <a:pt x="2939386" y="837819"/>
                  </a:lnTo>
                  <a:lnTo>
                    <a:pt x="2935417" y="848145"/>
                  </a:lnTo>
                  <a:lnTo>
                    <a:pt x="2937820" y="857556"/>
                  </a:lnTo>
                  <a:lnTo>
                    <a:pt x="2958104" y="860992"/>
                  </a:lnTo>
                  <a:lnTo>
                    <a:pt x="2963545" y="858090"/>
                  </a:lnTo>
                  <a:lnTo>
                    <a:pt x="2966315" y="864827"/>
                  </a:lnTo>
                  <a:lnTo>
                    <a:pt x="2967865" y="874188"/>
                  </a:lnTo>
                  <a:lnTo>
                    <a:pt x="2966346" y="884310"/>
                  </a:lnTo>
                  <a:lnTo>
                    <a:pt x="2962956" y="894611"/>
                  </a:lnTo>
                  <a:lnTo>
                    <a:pt x="2960382" y="907400"/>
                  </a:lnTo>
                  <a:lnTo>
                    <a:pt x="2958202" y="926902"/>
                  </a:lnTo>
                  <a:lnTo>
                    <a:pt x="2954920" y="944449"/>
                  </a:lnTo>
                  <a:lnTo>
                    <a:pt x="2954491" y="939121"/>
                  </a:lnTo>
                  <a:lnTo>
                    <a:pt x="2956543" y="917790"/>
                  </a:lnTo>
                  <a:lnTo>
                    <a:pt x="2953220" y="920019"/>
                  </a:lnTo>
                  <a:lnTo>
                    <a:pt x="2950931" y="924940"/>
                  </a:lnTo>
                  <a:lnTo>
                    <a:pt x="2944740" y="952450"/>
                  </a:lnTo>
                  <a:lnTo>
                    <a:pt x="2936229" y="967113"/>
                  </a:lnTo>
                  <a:lnTo>
                    <a:pt x="2928389" y="977255"/>
                  </a:lnTo>
                  <a:lnTo>
                    <a:pt x="2920302" y="975578"/>
                  </a:lnTo>
                  <a:lnTo>
                    <a:pt x="2922121" y="983637"/>
                  </a:lnTo>
                  <a:lnTo>
                    <a:pt x="2919899" y="987834"/>
                  </a:lnTo>
                  <a:lnTo>
                    <a:pt x="2917997" y="996592"/>
                  </a:lnTo>
                  <a:lnTo>
                    <a:pt x="2913175" y="1002396"/>
                  </a:lnTo>
                  <a:lnTo>
                    <a:pt x="2908643" y="1001837"/>
                  </a:lnTo>
                  <a:lnTo>
                    <a:pt x="2902132" y="1005838"/>
                  </a:lnTo>
                  <a:lnTo>
                    <a:pt x="2899564" y="1008899"/>
                  </a:lnTo>
                  <a:lnTo>
                    <a:pt x="2899372" y="1014760"/>
                  </a:lnTo>
                  <a:lnTo>
                    <a:pt x="2895016" y="1019917"/>
                  </a:lnTo>
                  <a:lnTo>
                    <a:pt x="2879296" y="1046703"/>
                  </a:lnTo>
                  <a:lnTo>
                    <a:pt x="2865648" y="1054609"/>
                  </a:lnTo>
                  <a:lnTo>
                    <a:pt x="2862382" y="1053459"/>
                  </a:lnTo>
                  <a:lnTo>
                    <a:pt x="2865978" y="1040816"/>
                  </a:lnTo>
                  <a:lnTo>
                    <a:pt x="2868443" y="1028032"/>
                  </a:lnTo>
                  <a:lnTo>
                    <a:pt x="2860160" y="1022469"/>
                  </a:lnTo>
                  <a:lnTo>
                    <a:pt x="2852232" y="1019529"/>
                  </a:lnTo>
                  <a:lnTo>
                    <a:pt x="2843137" y="1019917"/>
                  </a:lnTo>
                  <a:lnTo>
                    <a:pt x="2833091" y="1009978"/>
                  </a:lnTo>
                  <a:lnTo>
                    <a:pt x="2820141" y="1002751"/>
                  </a:lnTo>
                  <a:lnTo>
                    <a:pt x="2802064" y="983199"/>
                  </a:lnTo>
                  <a:lnTo>
                    <a:pt x="2802591" y="977775"/>
                  </a:lnTo>
                  <a:lnTo>
                    <a:pt x="2802136" y="968675"/>
                  </a:lnTo>
                  <a:lnTo>
                    <a:pt x="2807630" y="954298"/>
                  </a:lnTo>
                  <a:lnTo>
                    <a:pt x="2812896" y="944245"/>
                  </a:lnTo>
                  <a:lnTo>
                    <a:pt x="2820167" y="939038"/>
                  </a:lnTo>
                  <a:lnTo>
                    <a:pt x="2841266" y="933735"/>
                  </a:lnTo>
                  <a:lnTo>
                    <a:pt x="2846558" y="925759"/>
                  </a:lnTo>
                  <a:lnTo>
                    <a:pt x="2849695" y="919041"/>
                  </a:lnTo>
                  <a:lnTo>
                    <a:pt x="2839241" y="930579"/>
                  </a:lnTo>
                  <a:lnTo>
                    <a:pt x="2823582" y="934491"/>
                  </a:lnTo>
                  <a:lnTo>
                    <a:pt x="2815144" y="938797"/>
                  </a:lnTo>
                  <a:lnTo>
                    <a:pt x="2808395" y="945382"/>
                  </a:lnTo>
                  <a:lnTo>
                    <a:pt x="2804400" y="953650"/>
                  </a:lnTo>
                  <a:lnTo>
                    <a:pt x="2795356" y="963614"/>
                  </a:lnTo>
                  <a:lnTo>
                    <a:pt x="2795992" y="970288"/>
                  </a:lnTo>
                  <a:lnTo>
                    <a:pt x="2797506" y="975032"/>
                  </a:lnTo>
                  <a:lnTo>
                    <a:pt x="2796808" y="984920"/>
                  </a:lnTo>
                  <a:lnTo>
                    <a:pt x="2802529" y="994559"/>
                  </a:lnTo>
                  <a:lnTo>
                    <a:pt x="2813872" y="1010353"/>
                  </a:lnTo>
                  <a:lnTo>
                    <a:pt x="2816038" y="1034884"/>
                  </a:lnTo>
                  <a:lnTo>
                    <a:pt x="2824694" y="1051300"/>
                  </a:lnTo>
                  <a:lnTo>
                    <a:pt x="2837959" y="1070440"/>
                  </a:lnTo>
                  <a:lnTo>
                    <a:pt x="2848160" y="1075883"/>
                  </a:lnTo>
                  <a:lnTo>
                    <a:pt x="2848656" y="1083001"/>
                  </a:lnTo>
                  <a:lnTo>
                    <a:pt x="2843948" y="1094756"/>
                  </a:lnTo>
                  <a:lnTo>
                    <a:pt x="2837742" y="1100128"/>
                  </a:lnTo>
                  <a:lnTo>
                    <a:pt x="2845814" y="1099055"/>
                  </a:lnTo>
                  <a:lnTo>
                    <a:pt x="2849835" y="1101741"/>
                  </a:lnTo>
                  <a:lnTo>
                    <a:pt x="2853746" y="1111546"/>
                  </a:lnTo>
                  <a:lnTo>
                    <a:pt x="2853442" y="1121555"/>
                  </a:lnTo>
                  <a:lnTo>
                    <a:pt x="2852119" y="1127194"/>
                  </a:lnTo>
                  <a:lnTo>
                    <a:pt x="2849674" y="1129442"/>
                  </a:lnTo>
                  <a:lnTo>
                    <a:pt x="2849778" y="1123682"/>
                  </a:lnTo>
                  <a:lnTo>
                    <a:pt x="2848046" y="1121682"/>
                  </a:lnTo>
                  <a:lnTo>
                    <a:pt x="2845189" y="1124177"/>
                  </a:lnTo>
                  <a:lnTo>
                    <a:pt x="2843339" y="1127022"/>
                  </a:lnTo>
                  <a:lnTo>
                    <a:pt x="2842569" y="1138231"/>
                  </a:lnTo>
                  <a:lnTo>
                    <a:pt x="2840610" y="1143832"/>
                  </a:lnTo>
                  <a:lnTo>
                    <a:pt x="2833685" y="1145496"/>
                  </a:lnTo>
                  <a:lnTo>
                    <a:pt x="2826662" y="1160203"/>
                  </a:lnTo>
                  <a:lnTo>
                    <a:pt x="2820130" y="1168547"/>
                  </a:lnTo>
                  <a:lnTo>
                    <a:pt x="2794426" y="1224971"/>
                  </a:lnTo>
                  <a:lnTo>
                    <a:pt x="2795408" y="1234401"/>
                  </a:lnTo>
                  <a:lnTo>
                    <a:pt x="2790705" y="1237436"/>
                  </a:lnTo>
                  <a:lnTo>
                    <a:pt x="2783584" y="1239907"/>
                  </a:lnTo>
                  <a:lnTo>
                    <a:pt x="2776380" y="1245546"/>
                  </a:lnTo>
                  <a:lnTo>
                    <a:pt x="2771600" y="1251763"/>
                  </a:lnTo>
                  <a:lnTo>
                    <a:pt x="2767161" y="1268484"/>
                  </a:lnTo>
                  <a:lnTo>
                    <a:pt x="2758655" y="1287306"/>
                  </a:lnTo>
                  <a:lnTo>
                    <a:pt x="2753348" y="1279463"/>
                  </a:lnTo>
                  <a:lnTo>
                    <a:pt x="2751989" y="1272751"/>
                  </a:lnTo>
                  <a:lnTo>
                    <a:pt x="2754350" y="1255243"/>
                  </a:lnTo>
                  <a:lnTo>
                    <a:pt x="2763549" y="1226539"/>
                  </a:lnTo>
                  <a:lnTo>
                    <a:pt x="2773683" y="1208695"/>
                  </a:lnTo>
                  <a:lnTo>
                    <a:pt x="2781414" y="1200236"/>
                  </a:lnTo>
                  <a:lnTo>
                    <a:pt x="2787770" y="1182995"/>
                  </a:lnTo>
                  <a:lnTo>
                    <a:pt x="2779739" y="1180423"/>
                  </a:lnTo>
                  <a:lnTo>
                    <a:pt x="2767497" y="1180702"/>
                  </a:lnTo>
                  <a:lnTo>
                    <a:pt x="2769802" y="1172745"/>
                  </a:lnTo>
                  <a:lnTo>
                    <a:pt x="2773373" y="1165734"/>
                  </a:lnTo>
                  <a:lnTo>
                    <a:pt x="2766991" y="1158749"/>
                  </a:lnTo>
                  <a:lnTo>
                    <a:pt x="2763213" y="1157860"/>
                  </a:lnTo>
                  <a:lnTo>
                    <a:pt x="2759322" y="1154996"/>
                  </a:lnTo>
                  <a:lnTo>
                    <a:pt x="2763885" y="1149179"/>
                  </a:lnTo>
                  <a:lnTo>
                    <a:pt x="2766112" y="1143032"/>
                  </a:lnTo>
                  <a:lnTo>
                    <a:pt x="2764753" y="1135551"/>
                  </a:lnTo>
                  <a:lnTo>
                    <a:pt x="2766665" y="1129918"/>
                  </a:lnTo>
                  <a:lnTo>
                    <a:pt x="2763477" y="1130769"/>
                  </a:lnTo>
                  <a:lnTo>
                    <a:pt x="2758350" y="1136732"/>
                  </a:lnTo>
                  <a:lnTo>
                    <a:pt x="2755162" y="1139113"/>
                  </a:lnTo>
                  <a:lnTo>
                    <a:pt x="2753219" y="1133836"/>
                  </a:lnTo>
                  <a:lnTo>
                    <a:pt x="2751002" y="1135030"/>
                  </a:lnTo>
                  <a:lnTo>
                    <a:pt x="2749560" y="1138656"/>
                  </a:lnTo>
                  <a:lnTo>
                    <a:pt x="2746289" y="1140650"/>
                  </a:lnTo>
                  <a:lnTo>
                    <a:pt x="2739380" y="1135691"/>
                  </a:lnTo>
                  <a:lnTo>
                    <a:pt x="2729308" y="1130013"/>
                  </a:lnTo>
                  <a:lnTo>
                    <a:pt x="2723701" y="1120246"/>
                  </a:lnTo>
                  <a:lnTo>
                    <a:pt x="2720502" y="1112677"/>
                  </a:lnTo>
                  <a:lnTo>
                    <a:pt x="2723752" y="1098979"/>
                  </a:lnTo>
                  <a:lnTo>
                    <a:pt x="2730713" y="1096547"/>
                  </a:lnTo>
                  <a:lnTo>
                    <a:pt x="2739757" y="1098769"/>
                  </a:lnTo>
                  <a:lnTo>
                    <a:pt x="2751612" y="1098750"/>
                  </a:lnTo>
                  <a:lnTo>
                    <a:pt x="2749917" y="1095708"/>
                  </a:lnTo>
                  <a:lnTo>
                    <a:pt x="2745684" y="1096210"/>
                  </a:lnTo>
                  <a:lnTo>
                    <a:pt x="2733189" y="1085097"/>
                  </a:lnTo>
                  <a:lnTo>
                    <a:pt x="2729168" y="1078385"/>
                  </a:lnTo>
                  <a:lnTo>
                    <a:pt x="2722254" y="1076543"/>
                  </a:lnTo>
                  <a:lnTo>
                    <a:pt x="2719101" y="1082995"/>
                  </a:lnTo>
                  <a:lnTo>
                    <a:pt x="2715603" y="1084710"/>
                  </a:lnTo>
                  <a:lnTo>
                    <a:pt x="2719923" y="1070593"/>
                  </a:lnTo>
                  <a:lnTo>
                    <a:pt x="2725571" y="1070015"/>
                  </a:lnTo>
                  <a:lnTo>
                    <a:pt x="2733912" y="1066103"/>
                  </a:lnTo>
                  <a:lnTo>
                    <a:pt x="2731488" y="1057930"/>
                  </a:lnTo>
                  <a:lnTo>
                    <a:pt x="2726223" y="1054355"/>
                  </a:lnTo>
                  <a:lnTo>
                    <a:pt x="2716714" y="1058838"/>
                  </a:lnTo>
                  <a:lnTo>
                    <a:pt x="2716828" y="1053091"/>
                  </a:lnTo>
                  <a:lnTo>
                    <a:pt x="2718610" y="1045731"/>
                  </a:lnTo>
                  <a:lnTo>
                    <a:pt x="2725778" y="1045756"/>
                  </a:lnTo>
                  <a:lnTo>
                    <a:pt x="2732057" y="1048157"/>
                  </a:lnTo>
                  <a:lnTo>
                    <a:pt x="2737400" y="1036269"/>
                  </a:lnTo>
                  <a:lnTo>
                    <a:pt x="2737638" y="1030960"/>
                  </a:lnTo>
                  <a:lnTo>
                    <a:pt x="2728760" y="1038676"/>
                  </a:lnTo>
                  <a:lnTo>
                    <a:pt x="2726765" y="1022031"/>
                  </a:lnTo>
                  <a:lnTo>
                    <a:pt x="2735504" y="1005977"/>
                  </a:lnTo>
                  <a:lnTo>
                    <a:pt x="2743839" y="998979"/>
                  </a:lnTo>
                  <a:lnTo>
                    <a:pt x="2754252" y="999183"/>
                  </a:lnTo>
                  <a:lnTo>
                    <a:pt x="2764836" y="998052"/>
                  </a:lnTo>
                  <a:lnTo>
                    <a:pt x="2758195" y="995112"/>
                  </a:lnTo>
                  <a:lnTo>
                    <a:pt x="2751379" y="993518"/>
                  </a:lnTo>
                  <a:lnTo>
                    <a:pt x="2756500" y="987174"/>
                  </a:lnTo>
                  <a:lnTo>
                    <a:pt x="2760867" y="986037"/>
                  </a:lnTo>
                  <a:lnTo>
                    <a:pt x="2765156" y="980506"/>
                  </a:lnTo>
                  <a:lnTo>
                    <a:pt x="2754841" y="981325"/>
                  </a:lnTo>
                  <a:lnTo>
                    <a:pt x="2756056" y="970860"/>
                  </a:lnTo>
                  <a:lnTo>
                    <a:pt x="2751043" y="972987"/>
                  </a:lnTo>
                  <a:lnTo>
                    <a:pt x="2745043" y="973971"/>
                  </a:lnTo>
                  <a:lnTo>
                    <a:pt x="2742708" y="978410"/>
                  </a:lnTo>
                  <a:lnTo>
                    <a:pt x="2743168" y="985783"/>
                  </a:lnTo>
                  <a:lnTo>
                    <a:pt x="2741416" y="990622"/>
                  </a:lnTo>
                  <a:lnTo>
                    <a:pt x="2736749" y="994509"/>
                  </a:lnTo>
                  <a:lnTo>
                    <a:pt x="2728868" y="997538"/>
                  </a:lnTo>
                  <a:lnTo>
                    <a:pt x="2728104" y="992286"/>
                  </a:lnTo>
                  <a:lnTo>
                    <a:pt x="2725499" y="989905"/>
                  </a:lnTo>
                  <a:lnTo>
                    <a:pt x="2724528" y="1001151"/>
                  </a:lnTo>
                  <a:lnTo>
                    <a:pt x="2722460" y="1004974"/>
                  </a:lnTo>
                  <a:lnTo>
                    <a:pt x="2716698" y="994420"/>
                  </a:lnTo>
                  <a:lnTo>
                    <a:pt x="2714967" y="996547"/>
                  </a:lnTo>
                  <a:lnTo>
                    <a:pt x="2715189" y="999545"/>
                  </a:lnTo>
                  <a:lnTo>
                    <a:pt x="2713717" y="1004726"/>
                  </a:lnTo>
                  <a:lnTo>
                    <a:pt x="2708776" y="1007425"/>
                  </a:lnTo>
                  <a:lnTo>
                    <a:pt x="2709081" y="1014068"/>
                  </a:lnTo>
                  <a:lnTo>
                    <a:pt x="2707164" y="1017688"/>
                  </a:lnTo>
                  <a:lnTo>
                    <a:pt x="2691340" y="1011921"/>
                  </a:lnTo>
                  <a:lnTo>
                    <a:pt x="2690968" y="1013877"/>
                  </a:lnTo>
                  <a:lnTo>
                    <a:pt x="2699919" y="1026311"/>
                  </a:lnTo>
                  <a:lnTo>
                    <a:pt x="2706456" y="1030560"/>
                  </a:lnTo>
                  <a:lnTo>
                    <a:pt x="2707252" y="1037342"/>
                  </a:lnTo>
                  <a:lnTo>
                    <a:pt x="2701640" y="1042968"/>
                  </a:lnTo>
                  <a:lnTo>
                    <a:pt x="2693898" y="1038110"/>
                  </a:lnTo>
                  <a:lnTo>
                    <a:pt x="2692596" y="1038466"/>
                  </a:lnTo>
                  <a:lnTo>
                    <a:pt x="2696803" y="1046798"/>
                  </a:lnTo>
                  <a:lnTo>
                    <a:pt x="2699454" y="1054075"/>
                  </a:lnTo>
                  <a:lnTo>
                    <a:pt x="2696725" y="1060172"/>
                  </a:lnTo>
                  <a:lnTo>
                    <a:pt x="2697149" y="1067678"/>
                  </a:lnTo>
                  <a:lnTo>
                    <a:pt x="2696560" y="1074485"/>
                  </a:lnTo>
                  <a:lnTo>
                    <a:pt x="2694891" y="1080423"/>
                  </a:lnTo>
                  <a:lnTo>
                    <a:pt x="2698653" y="1107793"/>
                  </a:lnTo>
                  <a:lnTo>
                    <a:pt x="2703185" y="1115236"/>
                  </a:lnTo>
                  <a:lnTo>
                    <a:pt x="2707639" y="1122355"/>
                  </a:lnTo>
                  <a:lnTo>
                    <a:pt x="2710001" y="1129016"/>
                  </a:lnTo>
                  <a:lnTo>
                    <a:pt x="2705273" y="1129988"/>
                  </a:lnTo>
                  <a:lnTo>
                    <a:pt x="2697743" y="1124507"/>
                  </a:lnTo>
                  <a:lnTo>
                    <a:pt x="2691129" y="1120329"/>
                  </a:lnTo>
                  <a:lnTo>
                    <a:pt x="2683248" y="1106968"/>
                  </a:lnTo>
                  <a:lnTo>
                    <a:pt x="2681945" y="1101633"/>
                  </a:lnTo>
                  <a:lnTo>
                    <a:pt x="2680023" y="1097417"/>
                  </a:lnTo>
                  <a:lnTo>
                    <a:pt x="2680953" y="1107101"/>
                  </a:lnTo>
                  <a:lnTo>
                    <a:pt x="2683765" y="1117916"/>
                  </a:lnTo>
                  <a:lnTo>
                    <a:pt x="2708446" y="1142117"/>
                  </a:lnTo>
                  <a:lnTo>
                    <a:pt x="2713003" y="1151401"/>
                  </a:lnTo>
                  <a:lnTo>
                    <a:pt x="2716476" y="1158698"/>
                  </a:lnTo>
                  <a:lnTo>
                    <a:pt x="2715603" y="1165690"/>
                  </a:lnTo>
                  <a:lnTo>
                    <a:pt x="2709169" y="1160743"/>
                  </a:lnTo>
                  <a:lnTo>
                    <a:pt x="2703619" y="1154437"/>
                  </a:lnTo>
                  <a:lnTo>
                    <a:pt x="2688886" y="1147312"/>
                  </a:lnTo>
                  <a:lnTo>
                    <a:pt x="2670308" y="1142809"/>
                  </a:lnTo>
                  <a:lnTo>
                    <a:pt x="2659833" y="1126247"/>
                  </a:lnTo>
                  <a:lnTo>
                    <a:pt x="2659869" y="1133157"/>
                  </a:lnTo>
                  <a:lnTo>
                    <a:pt x="2657543" y="1139018"/>
                  </a:lnTo>
                  <a:lnTo>
                    <a:pt x="2651141" y="1131874"/>
                  </a:lnTo>
                  <a:lnTo>
                    <a:pt x="2647105" y="1125778"/>
                  </a:lnTo>
                  <a:lnTo>
                    <a:pt x="2645751" y="1119097"/>
                  </a:lnTo>
                  <a:lnTo>
                    <a:pt x="2637756" y="1119554"/>
                  </a:lnTo>
                  <a:lnTo>
                    <a:pt x="2629374" y="1125358"/>
                  </a:lnTo>
                  <a:lnTo>
                    <a:pt x="2621266" y="1123980"/>
                  </a:lnTo>
                  <a:lnTo>
                    <a:pt x="2620305" y="1112651"/>
                  </a:lnTo>
                  <a:lnTo>
                    <a:pt x="2622496" y="1106650"/>
                  </a:lnTo>
                  <a:lnTo>
                    <a:pt x="2631596" y="1092457"/>
                  </a:lnTo>
                  <a:lnTo>
                    <a:pt x="2640170" y="1085211"/>
                  </a:lnTo>
                  <a:lnTo>
                    <a:pt x="2643952" y="1075857"/>
                  </a:lnTo>
                  <a:lnTo>
                    <a:pt x="2642660" y="1061353"/>
                  </a:lnTo>
                  <a:lnTo>
                    <a:pt x="2641048" y="1076111"/>
                  </a:lnTo>
                  <a:lnTo>
                    <a:pt x="2636149" y="1083427"/>
                  </a:lnTo>
                  <a:lnTo>
                    <a:pt x="2628449" y="1089015"/>
                  </a:lnTo>
                  <a:lnTo>
                    <a:pt x="2618315" y="1098973"/>
                  </a:lnTo>
                  <a:lnTo>
                    <a:pt x="2615840" y="1108181"/>
                  </a:lnTo>
                  <a:lnTo>
                    <a:pt x="2612677" y="1125422"/>
                  </a:lnTo>
                  <a:lnTo>
                    <a:pt x="2616956" y="1131258"/>
                  </a:lnTo>
                  <a:lnTo>
                    <a:pt x="2621328" y="1132782"/>
                  </a:lnTo>
                  <a:lnTo>
                    <a:pt x="2634242" y="1128870"/>
                  </a:lnTo>
                  <a:lnTo>
                    <a:pt x="2640924" y="1130617"/>
                  </a:lnTo>
                  <a:lnTo>
                    <a:pt x="2655786" y="1151376"/>
                  </a:lnTo>
                  <a:lnTo>
                    <a:pt x="2683460" y="1159587"/>
                  </a:lnTo>
                  <a:lnTo>
                    <a:pt x="2693552" y="1164718"/>
                  </a:lnTo>
                  <a:lnTo>
                    <a:pt x="2701779" y="1175552"/>
                  </a:lnTo>
                  <a:lnTo>
                    <a:pt x="2714146" y="1181788"/>
                  </a:lnTo>
                  <a:lnTo>
                    <a:pt x="2723742" y="1190850"/>
                  </a:lnTo>
                  <a:lnTo>
                    <a:pt x="2724000" y="1196762"/>
                  </a:lnTo>
                  <a:lnTo>
                    <a:pt x="2720678" y="1203754"/>
                  </a:lnTo>
                  <a:lnTo>
                    <a:pt x="2719365" y="1213216"/>
                  </a:lnTo>
                  <a:lnTo>
                    <a:pt x="2715288" y="1219185"/>
                  </a:lnTo>
                  <a:lnTo>
                    <a:pt x="2705500" y="1219871"/>
                  </a:lnTo>
                  <a:lnTo>
                    <a:pt x="2699588" y="1218334"/>
                  </a:lnTo>
                  <a:lnTo>
                    <a:pt x="2667807" y="1185071"/>
                  </a:lnTo>
                  <a:lnTo>
                    <a:pt x="2664013" y="1182010"/>
                  </a:lnTo>
                  <a:lnTo>
                    <a:pt x="2652226" y="1164591"/>
                  </a:lnTo>
                  <a:lnTo>
                    <a:pt x="2638397" y="1155262"/>
                  </a:lnTo>
                  <a:lnTo>
                    <a:pt x="2634118" y="1155459"/>
                  </a:lnTo>
                  <a:lnTo>
                    <a:pt x="2653802" y="1172713"/>
                  </a:lnTo>
                  <a:lnTo>
                    <a:pt x="2661838" y="1184779"/>
                  </a:lnTo>
                  <a:lnTo>
                    <a:pt x="2675992" y="1201696"/>
                  </a:lnTo>
                  <a:lnTo>
                    <a:pt x="2686111" y="1208860"/>
                  </a:lnTo>
                  <a:lnTo>
                    <a:pt x="2693557" y="1220036"/>
                  </a:lnTo>
                  <a:lnTo>
                    <a:pt x="2700477" y="1225275"/>
                  </a:lnTo>
                  <a:lnTo>
                    <a:pt x="2719370" y="1232737"/>
                  </a:lnTo>
                  <a:lnTo>
                    <a:pt x="2712802" y="1238097"/>
                  </a:lnTo>
                  <a:lnTo>
                    <a:pt x="2723287" y="1242663"/>
                  </a:lnTo>
                  <a:lnTo>
                    <a:pt x="2724786" y="1251058"/>
                  </a:lnTo>
                  <a:lnTo>
                    <a:pt x="2723825" y="1260628"/>
                  </a:lnTo>
                  <a:lnTo>
                    <a:pt x="2709272" y="1256843"/>
                  </a:lnTo>
                  <a:lnTo>
                    <a:pt x="2708797" y="1263892"/>
                  </a:lnTo>
                  <a:lnTo>
                    <a:pt x="2710099" y="1268052"/>
                  </a:lnTo>
                  <a:lnTo>
                    <a:pt x="2703671" y="1271487"/>
                  </a:lnTo>
                  <a:lnTo>
                    <a:pt x="2694730" y="1266826"/>
                  </a:lnTo>
                  <a:lnTo>
                    <a:pt x="2671517" y="1241329"/>
                  </a:lnTo>
                  <a:lnTo>
                    <a:pt x="2671713" y="1244739"/>
                  </a:lnTo>
                  <a:lnTo>
                    <a:pt x="2673594" y="1248696"/>
                  </a:lnTo>
                  <a:lnTo>
                    <a:pt x="2687056" y="1265111"/>
                  </a:lnTo>
                  <a:lnTo>
                    <a:pt x="2699071" y="1274955"/>
                  </a:lnTo>
                  <a:lnTo>
                    <a:pt x="2709257" y="1279400"/>
                  </a:lnTo>
                  <a:lnTo>
                    <a:pt x="2717107" y="1287649"/>
                  </a:lnTo>
                  <a:lnTo>
                    <a:pt x="2719877" y="1292640"/>
                  </a:lnTo>
                  <a:lnTo>
                    <a:pt x="2721727" y="1300210"/>
                  </a:lnTo>
                  <a:lnTo>
                    <a:pt x="2715908" y="1305354"/>
                  </a:lnTo>
                  <a:lnTo>
                    <a:pt x="2709283" y="1308193"/>
                  </a:lnTo>
                  <a:lnTo>
                    <a:pt x="2702813" y="1303061"/>
                  </a:lnTo>
                  <a:lnTo>
                    <a:pt x="2698069" y="1297657"/>
                  </a:lnTo>
                  <a:lnTo>
                    <a:pt x="2687966" y="1288481"/>
                  </a:lnTo>
                  <a:lnTo>
                    <a:pt x="2684938" y="1278225"/>
                  </a:lnTo>
                  <a:lnTo>
                    <a:pt x="2677253" y="1278752"/>
                  </a:lnTo>
                  <a:lnTo>
                    <a:pt x="2645136" y="1265747"/>
                  </a:lnTo>
                  <a:lnTo>
                    <a:pt x="2619323" y="1264248"/>
                  </a:lnTo>
                  <a:lnTo>
                    <a:pt x="2621845" y="1266864"/>
                  </a:lnTo>
                  <a:lnTo>
                    <a:pt x="2625111" y="1268604"/>
                  </a:lnTo>
                  <a:lnTo>
                    <a:pt x="2645668" y="1271811"/>
                  </a:lnTo>
                  <a:lnTo>
                    <a:pt x="2653792" y="1277800"/>
                  </a:lnTo>
                  <a:lnTo>
                    <a:pt x="2670700" y="1283115"/>
                  </a:lnTo>
                  <a:lnTo>
                    <a:pt x="2680602" y="1284569"/>
                  </a:lnTo>
                  <a:lnTo>
                    <a:pt x="2684617" y="1300896"/>
                  </a:lnTo>
                  <a:lnTo>
                    <a:pt x="2698301" y="1312130"/>
                  </a:lnTo>
                  <a:lnTo>
                    <a:pt x="2700079" y="1320455"/>
                  </a:lnTo>
                  <a:lnTo>
                    <a:pt x="2709422" y="1321389"/>
                  </a:lnTo>
                  <a:lnTo>
                    <a:pt x="2725861" y="1313222"/>
                  </a:lnTo>
                  <a:lnTo>
                    <a:pt x="2736470" y="1316086"/>
                  </a:lnTo>
                  <a:lnTo>
                    <a:pt x="2751772" y="1318423"/>
                  </a:lnTo>
                  <a:lnTo>
                    <a:pt x="2755270" y="1325015"/>
                  </a:lnTo>
                  <a:lnTo>
                    <a:pt x="2757896" y="1337557"/>
                  </a:lnTo>
                  <a:lnTo>
                    <a:pt x="2763306" y="1351667"/>
                  </a:lnTo>
                  <a:lnTo>
                    <a:pt x="2777337" y="1407303"/>
                  </a:lnTo>
                  <a:lnTo>
                    <a:pt x="2798416" y="1452810"/>
                  </a:lnTo>
                  <a:lnTo>
                    <a:pt x="2801010" y="1460646"/>
                  </a:lnTo>
                  <a:lnTo>
                    <a:pt x="2796111" y="1453769"/>
                  </a:lnTo>
                  <a:lnTo>
                    <a:pt x="2780473" y="1423630"/>
                  </a:lnTo>
                  <a:lnTo>
                    <a:pt x="2771843" y="1401867"/>
                  </a:lnTo>
                  <a:lnTo>
                    <a:pt x="2762975" y="1363441"/>
                  </a:lnTo>
                  <a:lnTo>
                    <a:pt x="2760402" y="1354836"/>
                  </a:lnTo>
                  <a:lnTo>
                    <a:pt x="2757374" y="1351401"/>
                  </a:lnTo>
                  <a:lnTo>
                    <a:pt x="2755379" y="1354195"/>
                  </a:lnTo>
                  <a:lnTo>
                    <a:pt x="2754521" y="1359091"/>
                  </a:lnTo>
                  <a:lnTo>
                    <a:pt x="2755968" y="1362850"/>
                  </a:lnTo>
                  <a:lnTo>
                    <a:pt x="2752475" y="1375500"/>
                  </a:lnTo>
                  <a:lnTo>
                    <a:pt x="2753989" y="1381305"/>
                  </a:lnTo>
                  <a:lnTo>
                    <a:pt x="2759663" y="1387306"/>
                  </a:lnTo>
                  <a:lnTo>
                    <a:pt x="2765828" y="1402280"/>
                  </a:lnTo>
                  <a:lnTo>
                    <a:pt x="2770753" y="1422442"/>
                  </a:lnTo>
                  <a:lnTo>
                    <a:pt x="2764092" y="1414269"/>
                  </a:lnTo>
                  <a:lnTo>
                    <a:pt x="2756981" y="1409938"/>
                  </a:lnTo>
                  <a:lnTo>
                    <a:pt x="2745917" y="1406617"/>
                  </a:lnTo>
                  <a:lnTo>
                    <a:pt x="2736062" y="1400794"/>
                  </a:lnTo>
                  <a:lnTo>
                    <a:pt x="2736780" y="1409145"/>
                  </a:lnTo>
                  <a:lnTo>
                    <a:pt x="2735835" y="1418162"/>
                  </a:lnTo>
                  <a:lnTo>
                    <a:pt x="2728238" y="1415412"/>
                  </a:lnTo>
                  <a:lnTo>
                    <a:pt x="2723070" y="1412421"/>
                  </a:lnTo>
                  <a:lnTo>
                    <a:pt x="2727644" y="1422030"/>
                  </a:lnTo>
                  <a:lnTo>
                    <a:pt x="2717716" y="1419147"/>
                  </a:lnTo>
                  <a:lnTo>
                    <a:pt x="2711102" y="1419750"/>
                  </a:lnTo>
                  <a:lnTo>
                    <a:pt x="2706802" y="1428278"/>
                  </a:lnTo>
                  <a:lnTo>
                    <a:pt x="2701035" y="1433454"/>
                  </a:lnTo>
                  <a:lnTo>
                    <a:pt x="2692508" y="1435124"/>
                  </a:lnTo>
                  <a:lnTo>
                    <a:pt x="2679858" y="1427326"/>
                  </a:lnTo>
                  <a:lnTo>
                    <a:pt x="2675760" y="1417857"/>
                  </a:lnTo>
                  <a:lnTo>
                    <a:pt x="2674065" y="1407316"/>
                  </a:lnTo>
                  <a:lnTo>
                    <a:pt x="2673388" y="1419782"/>
                  </a:lnTo>
                  <a:lnTo>
                    <a:pt x="2675641" y="1432762"/>
                  </a:lnTo>
                  <a:lnTo>
                    <a:pt x="2674850" y="1442630"/>
                  </a:lnTo>
                  <a:lnTo>
                    <a:pt x="2687031" y="1444446"/>
                  </a:lnTo>
                  <a:lnTo>
                    <a:pt x="2698420" y="1442833"/>
                  </a:lnTo>
                  <a:lnTo>
                    <a:pt x="2713789" y="1443246"/>
                  </a:lnTo>
                  <a:lnTo>
                    <a:pt x="2723814" y="1441398"/>
                  </a:lnTo>
                  <a:lnTo>
                    <a:pt x="2729850" y="1438261"/>
                  </a:lnTo>
                  <a:lnTo>
                    <a:pt x="2744325" y="1440979"/>
                  </a:lnTo>
                  <a:lnTo>
                    <a:pt x="2745353" y="1452899"/>
                  </a:lnTo>
                  <a:lnTo>
                    <a:pt x="2743700" y="1464749"/>
                  </a:lnTo>
                  <a:lnTo>
                    <a:pt x="2742863" y="1477367"/>
                  </a:lnTo>
                  <a:lnTo>
                    <a:pt x="2746873" y="1477284"/>
                  </a:lnTo>
                  <a:lnTo>
                    <a:pt x="2751586" y="1473252"/>
                  </a:lnTo>
                  <a:lnTo>
                    <a:pt x="2753942" y="1450651"/>
                  </a:lnTo>
                  <a:lnTo>
                    <a:pt x="2767172" y="1442300"/>
                  </a:lnTo>
                  <a:lnTo>
                    <a:pt x="2771605" y="1442872"/>
                  </a:lnTo>
                  <a:lnTo>
                    <a:pt x="2775817" y="1450136"/>
                  </a:lnTo>
                  <a:lnTo>
                    <a:pt x="2777233" y="1457503"/>
                  </a:lnTo>
                  <a:lnTo>
                    <a:pt x="2778727" y="1467619"/>
                  </a:lnTo>
                  <a:lnTo>
                    <a:pt x="2775636" y="1483031"/>
                  </a:lnTo>
                  <a:lnTo>
                    <a:pt x="2755312" y="1501054"/>
                  </a:lnTo>
                  <a:lnTo>
                    <a:pt x="2740754" y="1517717"/>
                  </a:lnTo>
                  <a:lnTo>
                    <a:pt x="2733313" y="1521115"/>
                  </a:lnTo>
                  <a:lnTo>
                    <a:pt x="2722579" y="1519178"/>
                  </a:lnTo>
                  <a:lnTo>
                    <a:pt x="2710409" y="1514987"/>
                  </a:lnTo>
                  <a:lnTo>
                    <a:pt x="2704441" y="1514142"/>
                  </a:lnTo>
                  <a:lnTo>
                    <a:pt x="2699903" y="1515539"/>
                  </a:lnTo>
                  <a:lnTo>
                    <a:pt x="2697139" y="1510408"/>
                  </a:lnTo>
                  <a:lnTo>
                    <a:pt x="2695356" y="1501047"/>
                  </a:lnTo>
                  <a:lnTo>
                    <a:pt x="2690622" y="1497942"/>
                  </a:lnTo>
                  <a:lnTo>
                    <a:pt x="2687041" y="1498285"/>
                  </a:lnTo>
                  <a:lnTo>
                    <a:pt x="2684597" y="1508230"/>
                  </a:lnTo>
                  <a:lnTo>
                    <a:pt x="2673243" y="1511056"/>
                  </a:lnTo>
                  <a:lnTo>
                    <a:pt x="2657807" y="1506947"/>
                  </a:lnTo>
                  <a:lnTo>
                    <a:pt x="2641642" y="1498584"/>
                  </a:lnTo>
                  <a:lnTo>
                    <a:pt x="2648577" y="1507557"/>
                  </a:lnTo>
                  <a:lnTo>
                    <a:pt x="2688689" y="1524296"/>
                  </a:lnTo>
                  <a:lnTo>
                    <a:pt x="2693206" y="1527427"/>
                  </a:lnTo>
                  <a:lnTo>
                    <a:pt x="2697423" y="1532006"/>
                  </a:lnTo>
                  <a:lnTo>
                    <a:pt x="2691811" y="1539188"/>
                  </a:lnTo>
                  <a:lnTo>
                    <a:pt x="2687413" y="1547278"/>
                  </a:lnTo>
                  <a:lnTo>
                    <a:pt x="2686793" y="1553629"/>
                  </a:lnTo>
                  <a:lnTo>
                    <a:pt x="2685242" y="1557636"/>
                  </a:lnTo>
                  <a:lnTo>
                    <a:pt x="2669248" y="1568431"/>
                  </a:lnTo>
                  <a:lnTo>
                    <a:pt x="2660582" y="1566526"/>
                  </a:lnTo>
                  <a:lnTo>
                    <a:pt x="2638438" y="1547062"/>
                  </a:lnTo>
                  <a:lnTo>
                    <a:pt x="2648526" y="1563897"/>
                  </a:lnTo>
                  <a:lnTo>
                    <a:pt x="2656603" y="1571041"/>
                  </a:lnTo>
                  <a:lnTo>
                    <a:pt x="2672866" y="1574852"/>
                  </a:lnTo>
                  <a:lnTo>
                    <a:pt x="2703371" y="1568558"/>
                  </a:lnTo>
                  <a:lnTo>
                    <a:pt x="2713376" y="1575430"/>
                  </a:lnTo>
                  <a:lnTo>
                    <a:pt x="2705164" y="1587603"/>
                  </a:lnTo>
                  <a:lnTo>
                    <a:pt x="2697004" y="1596145"/>
                  </a:lnTo>
                  <a:lnTo>
                    <a:pt x="2686302" y="1597097"/>
                  </a:lnTo>
                  <a:lnTo>
                    <a:pt x="2676876" y="1599409"/>
                  </a:lnTo>
                  <a:lnTo>
                    <a:pt x="2674111" y="1605283"/>
                  </a:lnTo>
                  <a:lnTo>
                    <a:pt x="2667393" y="1605651"/>
                  </a:lnTo>
                  <a:lnTo>
                    <a:pt x="2656892" y="1606000"/>
                  </a:lnTo>
                  <a:lnTo>
                    <a:pt x="2640635" y="1606534"/>
                  </a:lnTo>
                  <a:lnTo>
                    <a:pt x="2631705" y="1605162"/>
                  </a:lnTo>
                  <a:lnTo>
                    <a:pt x="2619230" y="1617164"/>
                  </a:lnTo>
                  <a:lnTo>
                    <a:pt x="2614522" y="1618815"/>
                  </a:lnTo>
                  <a:lnTo>
                    <a:pt x="2607944" y="1616561"/>
                  </a:lnTo>
                  <a:lnTo>
                    <a:pt x="2605184" y="1606921"/>
                  </a:lnTo>
                  <a:lnTo>
                    <a:pt x="2602244" y="1602184"/>
                  </a:lnTo>
                  <a:lnTo>
                    <a:pt x="2602171" y="1620219"/>
                  </a:lnTo>
                  <a:lnTo>
                    <a:pt x="2603324" y="1625077"/>
                  </a:lnTo>
                  <a:lnTo>
                    <a:pt x="2605680" y="1628741"/>
                  </a:lnTo>
                  <a:lnTo>
                    <a:pt x="2591087" y="1638527"/>
                  </a:lnTo>
                  <a:lnTo>
                    <a:pt x="2577118" y="1650733"/>
                  </a:lnTo>
                  <a:lnTo>
                    <a:pt x="2572111" y="1654054"/>
                  </a:lnTo>
                  <a:lnTo>
                    <a:pt x="2566421" y="1660169"/>
                  </a:lnTo>
                  <a:lnTo>
                    <a:pt x="2554768" y="1677830"/>
                  </a:lnTo>
                  <a:lnTo>
                    <a:pt x="2551889" y="1690708"/>
                  </a:lnTo>
                  <a:lnTo>
                    <a:pt x="2547678" y="1705066"/>
                  </a:lnTo>
                  <a:lnTo>
                    <a:pt x="2547145" y="1698602"/>
                  </a:lnTo>
                  <a:lnTo>
                    <a:pt x="2547869" y="1687717"/>
                  </a:lnTo>
                  <a:lnTo>
                    <a:pt x="2544985" y="1675251"/>
                  </a:lnTo>
                  <a:lnTo>
                    <a:pt x="2543156" y="1698087"/>
                  </a:lnTo>
                  <a:lnTo>
                    <a:pt x="2538629" y="1708699"/>
                  </a:lnTo>
                  <a:lnTo>
                    <a:pt x="2497086" y="1707950"/>
                  </a:lnTo>
                  <a:lnTo>
                    <a:pt x="2478900" y="1713716"/>
                  </a:lnTo>
                  <a:lnTo>
                    <a:pt x="2450984" y="1733116"/>
                  </a:lnTo>
                  <a:lnTo>
                    <a:pt x="2442638" y="1741619"/>
                  </a:lnTo>
                  <a:lnTo>
                    <a:pt x="2419580" y="1774495"/>
                  </a:lnTo>
                  <a:lnTo>
                    <a:pt x="2413694" y="1795534"/>
                  </a:lnTo>
                  <a:lnTo>
                    <a:pt x="2408976" y="1786688"/>
                  </a:lnTo>
                  <a:lnTo>
                    <a:pt x="2410144" y="1780052"/>
                  </a:lnTo>
                  <a:lnTo>
                    <a:pt x="2410237" y="1774629"/>
                  </a:lnTo>
                  <a:lnTo>
                    <a:pt x="2404428" y="1786263"/>
                  </a:lnTo>
                  <a:lnTo>
                    <a:pt x="2409942" y="1803205"/>
                  </a:lnTo>
                  <a:lnTo>
                    <a:pt x="2404992" y="1809676"/>
                  </a:lnTo>
                  <a:lnTo>
                    <a:pt x="2389762" y="1821755"/>
                  </a:lnTo>
                  <a:lnTo>
                    <a:pt x="2381427" y="1823736"/>
                  </a:lnTo>
                  <a:lnTo>
                    <a:pt x="2372068" y="1827172"/>
                  </a:lnTo>
                  <a:lnTo>
                    <a:pt x="2369122" y="1839085"/>
                  </a:lnTo>
                  <a:lnTo>
                    <a:pt x="2356415" y="1850071"/>
                  </a:lnTo>
                  <a:lnTo>
                    <a:pt x="2349010" y="1854936"/>
                  </a:lnTo>
                  <a:lnTo>
                    <a:pt x="2335449" y="1851989"/>
                  </a:lnTo>
                  <a:lnTo>
                    <a:pt x="2339625" y="1862569"/>
                  </a:lnTo>
                  <a:lnTo>
                    <a:pt x="2334643" y="1870577"/>
                  </a:lnTo>
                  <a:lnTo>
                    <a:pt x="2326065" y="1876718"/>
                  </a:lnTo>
                  <a:lnTo>
                    <a:pt x="2315399" y="1880725"/>
                  </a:lnTo>
                  <a:lnTo>
                    <a:pt x="2309285" y="1880236"/>
                  </a:lnTo>
                  <a:lnTo>
                    <a:pt x="2304061" y="1882363"/>
                  </a:lnTo>
                  <a:lnTo>
                    <a:pt x="2299968" y="1887456"/>
                  </a:lnTo>
                  <a:lnTo>
                    <a:pt x="2289968" y="1892219"/>
                  </a:lnTo>
                  <a:lnTo>
                    <a:pt x="2279581" y="1889539"/>
                  </a:lnTo>
                  <a:lnTo>
                    <a:pt x="2267809" y="1887932"/>
                  </a:lnTo>
                  <a:lnTo>
                    <a:pt x="2261251" y="1890790"/>
                  </a:lnTo>
                  <a:lnTo>
                    <a:pt x="2272274" y="1895515"/>
                  </a:lnTo>
                  <a:lnTo>
                    <a:pt x="2278176" y="1902360"/>
                  </a:lnTo>
                  <a:lnTo>
                    <a:pt x="2276961" y="1911588"/>
                  </a:lnTo>
                  <a:lnTo>
                    <a:pt x="2274010" y="1915150"/>
                  </a:lnTo>
                  <a:lnTo>
                    <a:pt x="2267055" y="1919976"/>
                  </a:lnTo>
                  <a:lnTo>
                    <a:pt x="2264001" y="1919259"/>
                  </a:lnTo>
                  <a:lnTo>
                    <a:pt x="2262135" y="1914909"/>
                  </a:lnTo>
                  <a:lnTo>
                    <a:pt x="2259872" y="1905847"/>
                  </a:lnTo>
                  <a:lnTo>
                    <a:pt x="2256637" y="1907777"/>
                  </a:lnTo>
                  <a:lnTo>
                    <a:pt x="2256078" y="1912000"/>
                  </a:lnTo>
                  <a:lnTo>
                    <a:pt x="2253298" y="1913505"/>
                  </a:lnTo>
                  <a:lnTo>
                    <a:pt x="2243433" y="1899071"/>
                  </a:lnTo>
                  <a:lnTo>
                    <a:pt x="2243924" y="1910082"/>
                  </a:lnTo>
                  <a:lnTo>
                    <a:pt x="2247371" y="1918541"/>
                  </a:lnTo>
                  <a:lnTo>
                    <a:pt x="2250704" y="1922834"/>
                  </a:lnTo>
                  <a:lnTo>
                    <a:pt x="2254068" y="1925361"/>
                  </a:lnTo>
                  <a:lnTo>
                    <a:pt x="2254895" y="1929286"/>
                  </a:lnTo>
                  <a:lnTo>
                    <a:pt x="2248146" y="1938850"/>
                  </a:lnTo>
                  <a:lnTo>
                    <a:pt x="2244673" y="1940977"/>
                  </a:lnTo>
                  <a:lnTo>
                    <a:pt x="2238493" y="1942527"/>
                  </a:lnTo>
                  <a:lnTo>
                    <a:pt x="2235015" y="1948420"/>
                  </a:lnTo>
                  <a:lnTo>
                    <a:pt x="2236043" y="1953494"/>
                  </a:lnTo>
                  <a:lnTo>
                    <a:pt x="2230638" y="1964505"/>
                  </a:lnTo>
                  <a:lnTo>
                    <a:pt x="2217713" y="1971383"/>
                  </a:lnTo>
                  <a:lnTo>
                    <a:pt x="2213765" y="1971116"/>
                  </a:lnTo>
                  <a:lnTo>
                    <a:pt x="2210546" y="1973129"/>
                  </a:lnTo>
                  <a:lnTo>
                    <a:pt x="2212427" y="1978032"/>
                  </a:lnTo>
                  <a:lnTo>
                    <a:pt x="2215651" y="1981601"/>
                  </a:lnTo>
                  <a:lnTo>
                    <a:pt x="2215538" y="1984915"/>
                  </a:lnTo>
                  <a:lnTo>
                    <a:pt x="2212122" y="1989418"/>
                  </a:lnTo>
                  <a:lnTo>
                    <a:pt x="2205378" y="1990675"/>
                  </a:lnTo>
                  <a:lnTo>
                    <a:pt x="2201590" y="1995813"/>
                  </a:lnTo>
                  <a:lnTo>
                    <a:pt x="2202789" y="2000658"/>
                  </a:lnTo>
                  <a:lnTo>
                    <a:pt x="2205016" y="2003363"/>
                  </a:lnTo>
                  <a:lnTo>
                    <a:pt x="2204551" y="2008025"/>
                  </a:lnTo>
                  <a:lnTo>
                    <a:pt x="2196882" y="2012705"/>
                  </a:lnTo>
                  <a:lnTo>
                    <a:pt x="2195084" y="2017309"/>
                  </a:lnTo>
                  <a:lnTo>
                    <a:pt x="2198892" y="2018668"/>
                  </a:lnTo>
                  <a:lnTo>
                    <a:pt x="2201822" y="2017309"/>
                  </a:lnTo>
                  <a:lnTo>
                    <a:pt x="2203967" y="2018299"/>
                  </a:lnTo>
                  <a:lnTo>
                    <a:pt x="2199368" y="2025996"/>
                  </a:lnTo>
                  <a:lnTo>
                    <a:pt x="2195239" y="2030689"/>
                  </a:lnTo>
                  <a:lnTo>
                    <a:pt x="2191316" y="2039122"/>
                  </a:lnTo>
                  <a:lnTo>
                    <a:pt x="2182216" y="2041453"/>
                  </a:lnTo>
                  <a:lnTo>
                    <a:pt x="2182557" y="2044177"/>
                  </a:lnTo>
                  <a:lnTo>
                    <a:pt x="2187699" y="2046590"/>
                  </a:lnTo>
                  <a:lnTo>
                    <a:pt x="2192004" y="2053074"/>
                  </a:lnTo>
                  <a:lnTo>
                    <a:pt x="2183916" y="2065045"/>
                  </a:lnTo>
                  <a:lnTo>
                    <a:pt x="2178867" y="2064060"/>
                  </a:lnTo>
                  <a:lnTo>
                    <a:pt x="2175782" y="2061425"/>
                  </a:lnTo>
                  <a:lnTo>
                    <a:pt x="2173813" y="2070874"/>
                  </a:lnTo>
                  <a:lnTo>
                    <a:pt x="2174568" y="2075917"/>
                  </a:lnTo>
                  <a:lnTo>
                    <a:pt x="2172645" y="2086223"/>
                  </a:lnTo>
                  <a:lnTo>
                    <a:pt x="2169555" y="2098613"/>
                  </a:lnTo>
                  <a:lnTo>
                    <a:pt x="2167457" y="2103699"/>
                  </a:lnTo>
                  <a:lnTo>
                    <a:pt x="2167902" y="2113174"/>
                  </a:lnTo>
                  <a:lnTo>
                    <a:pt x="2169199" y="2122325"/>
                  </a:lnTo>
                  <a:lnTo>
                    <a:pt x="2174149" y="2134118"/>
                  </a:lnTo>
                  <a:lnTo>
                    <a:pt x="2181710" y="2182343"/>
                  </a:lnTo>
                  <a:lnTo>
                    <a:pt x="2186857" y="2199089"/>
                  </a:lnTo>
                  <a:lnTo>
                    <a:pt x="2196128" y="2244272"/>
                  </a:lnTo>
                  <a:lnTo>
                    <a:pt x="2211471" y="2288077"/>
                  </a:lnTo>
                  <a:lnTo>
                    <a:pt x="2233118" y="2341026"/>
                  </a:lnTo>
                  <a:lnTo>
                    <a:pt x="2268646" y="2405203"/>
                  </a:lnTo>
                  <a:lnTo>
                    <a:pt x="2272899" y="2414348"/>
                  </a:lnTo>
                  <a:lnTo>
                    <a:pt x="2268274" y="2422102"/>
                  </a:lnTo>
                  <a:lnTo>
                    <a:pt x="2266863" y="2430135"/>
                  </a:lnTo>
                  <a:lnTo>
                    <a:pt x="2266460" y="2442245"/>
                  </a:lnTo>
                  <a:lnTo>
                    <a:pt x="2267742" y="2454044"/>
                  </a:lnTo>
                  <a:lnTo>
                    <a:pt x="2271943" y="2468453"/>
                  </a:lnTo>
                  <a:lnTo>
                    <a:pt x="2280015" y="2490483"/>
                  </a:lnTo>
                  <a:lnTo>
                    <a:pt x="2275499" y="2486088"/>
                  </a:lnTo>
                  <a:lnTo>
                    <a:pt x="2263809" y="2454470"/>
                  </a:lnTo>
                  <a:lnTo>
                    <a:pt x="2262450" y="2435901"/>
                  </a:lnTo>
                  <a:lnTo>
                    <a:pt x="2264135" y="2409560"/>
                  </a:lnTo>
                  <a:lnTo>
                    <a:pt x="2261391" y="2410195"/>
                  </a:lnTo>
                  <a:lnTo>
                    <a:pt x="2259164" y="2418755"/>
                  </a:lnTo>
                  <a:lnTo>
                    <a:pt x="2257939" y="2428808"/>
                  </a:lnTo>
                  <a:lnTo>
                    <a:pt x="2254973" y="2432700"/>
                  </a:lnTo>
                  <a:lnTo>
                    <a:pt x="2250926" y="2417364"/>
                  </a:lnTo>
                  <a:lnTo>
                    <a:pt x="2251210" y="2410430"/>
                  </a:lnTo>
                  <a:lnTo>
                    <a:pt x="2255505" y="2402327"/>
                  </a:lnTo>
                  <a:lnTo>
                    <a:pt x="2254259" y="2399412"/>
                  </a:lnTo>
                  <a:lnTo>
                    <a:pt x="2247309" y="2395265"/>
                  </a:lnTo>
                  <a:lnTo>
                    <a:pt x="2245831" y="2388743"/>
                  </a:lnTo>
                  <a:lnTo>
                    <a:pt x="2246771" y="2382304"/>
                  </a:lnTo>
                  <a:lnTo>
                    <a:pt x="2242782" y="2378862"/>
                  </a:lnTo>
                  <a:lnTo>
                    <a:pt x="2239661" y="2379027"/>
                  </a:lnTo>
                  <a:lnTo>
                    <a:pt x="2241753" y="2394903"/>
                  </a:lnTo>
                  <a:lnTo>
                    <a:pt x="2245056" y="2404651"/>
                  </a:lnTo>
                  <a:lnTo>
                    <a:pt x="2249138" y="2428014"/>
                  </a:lnTo>
                  <a:lnTo>
                    <a:pt x="2255727" y="2442169"/>
                  </a:lnTo>
                  <a:lnTo>
                    <a:pt x="2259567" y="2454038"/>
                  </a:lnTo>
                  <a:lnTo>
                    <a:pt x="2304438" y="2580696"/>
                  </a:lnTo>
                  <a:lnTo>
                    <a:pt x="2315058" y="2596826"/>
                  </a:lnTo>
                  <a:lnTo>
                    <a:pt x="2318985" y="2608409"/>
                  </a:lnTo>
                  <a:lnTo>
                    <a:pt x="2323073" y="2632630"/>
                  </a:lnTo>
                  <a:lnTo>
                    <a:pt x="2323998" y="2663728"/>
                  </a:lnTo>
                  <a:lnTo>
                    <a:pt x="2316665" y="2720564"/>
                  </a:lnTo>
                  <a:lnTo>
                    <a:pt x="2314996" y="2759333"/>
                  </a:lnTo>
                  <a:lnTo>
                    <a:pt x="2313947" y="2758145"/>
                  </a:lnTo>
                  <a:lnTo>
                    <a:pt x="2313244" y="2754062"/>
                  </a:lnTo>
                  <a:lnTo>
                    <a:pt x="2311549" y="2753503"/>
                  </a:lnTo>
                  <a:lnTo>
                    <a:pt x="2305182" y="2771265"/>
                  </a:lnTo>
                  <a:lnTo>
                    <a:pt x="2296531" y="2787287"/>
                  </a:lnTo>
                  <a:lnTo>
                    <a:pt x="2293684" y="2812187"/>
                  </a:lnTo>
                  <a:lnTo>
                    <a:pt x="2289534" y="2824653"/>
                  </a:lnTo>
                  <a:lnTo>
                    <a:pt x="2277075" y="2837843"/>
                  </a:lnTo>
                  <a:lnTo>
                    <a:pt x="2269354" y="2837506"/>
                  </a:lnTo>
                  <a:lnTo>
                    <a:pt x="2250420" y="2847400"/>
                  </a:lnTo>
                  <a:lnTo>
                    <a:pt x="2237118" y="2844822"/>
                  </a:lnTo>
                  <a:lnTo>
                    <a:pt x="2221269" y="2850404"/>
                  </a:lnTo>
                  <a:lnTo>
                    <a:pt x="2210840" y="2849781"/>
                  </a:lnTo>
                  <a:lnTo>
                    <a:pt x="2204820" y="2838014"/>
                  </a:lnTo>
                  <a:lnTo>
                    <a:pt x="2205740" y="2832750"/>
                  </a:lnTo>
                  <a:lnTo>
                    <a:pt x="2208137" y="2827460"/>
                  </a:lnTo>
                  <a:lnTo>
                    <a:pt x="2212199" y="2826228"/>
                  </a:lnTo>
                  <a:lnTo>
                    <a:pt x="2226199" y="2838560"/>
                  </a:lnTo>
                  <a:lnTo>
                    <a:pt x="2228839" y="2833372"/>
                  </a:lnTo>
                  <a:lnTo>
                    <a:pt x="2224612" y="2827199"/>
                  </a:lnTo>
                  <a:lnTo>
                    <a:pt x="2216519" y="2823757"/>
                  </a:lnTo>
                  <a:lnTo>
                    <a:pt x="2210540" y="2819973"/>
                  </a:lnTo>
                  <a:lnTo>
                    <a:pt x="2198494" y="2791859"/>
                  </a:lnTo>
                  <a:lnTo>
                    <a:pt x="2186014" y="2772554"/>
                  </a:lnTo>
                  <a:lnTo>
                    <a:pt x="2183911" y="2759650"/>
                  </a:lnTo>
                  <a:lnTo>
                    <a:pt x="2162393" y="2751782"/>
                  </a:lnTo>
                  <a:lnTo>
                    <a:pt x="2146812" y="2739869"/>
                  </a:lnTo>
                  <a:lnTo>
                    <a:pt x="2136652" y="2718678"/>
                  </a:lnTo>
                  <a:lnTo>
                    <a:pt x="2130823" y="2681102"/>
                  </a:lnTo>
                  <a:lnTo>
                    <a:pt x="2123950" y="2676879"/>
                  </a:lnTo>
                  <a:lnTo>
                    <a:pt x="2121046" y="2673958"/>
                  </a:lnTo>
                  <a:lnTo>
                    <a:pt x="2127759" y="2660013"/>
                  </a:lnTo>
                  <a:lnTo>
                    <a:pt x="2134833" y="2648322"/>
                  </a:lnTo>
                  <a:lnTo>
                    <a:pt x="2129237" y="2651230"/>
                  </a:lnTo>
                  <a:lnTo>
                    <a:pt x="2125108" y="2655555"/>
                  </a:lnTo>
                  <a:lnTo>
                    <a:pt x="2119857" y="2665880"/>
                  </a:lnTo>
                  <a:lnTo>
                    <a:pt x="2116023" y="2667468"/>
                  </a:lnTo>
                  <a:lnTo>
                    <a:pt x="2112509" y="2665880"/>
                  </a:lnTo>
                  <a:lnTo>
                    <a:pt x="2108457" y="2646074"/>
                  </a:lnTo>
                  <a:lnTo>
                    <a:pt x="2109615" y="2621726"/>
                  </a:lnTo>
                  <a:lnTo>
                    <a:pt x="2115294" y="2612620"/>
                  </a:lnTo>
                  <a:lnTo>
                    <a:pt x="2106571" y="2612378"/>
                  </a:lnTo>
                  <a:lnTo>
                    <a:pt x="2097533" y="2615846"/>
                  </a:lnTo>
                  <a:lnTo>
                    <a:pt x="2098856" y="2623962"/>
                  </a:lnTo>
                  <a:lnTo>
                    <a:pt x="2097579" y="2628420"/>
                  </a:lnTo>
                  <a:lnTo>
                    <a:pt x="2090995" y="2627276"/>
                  </a:lnTo>
                  <a:lnTo>
                    <a:pt x="2086003" y="2624425"/>
                  </a:lnTo>
                  <a:lnTo>
                    <a:pt x="2079229" y="2615979"/>
                  </a:lnTo>
                  <a:lnTo>
                    <a:pt x="2069989" y="2599862"/>
                  </a:lnTo>
                  <a:lnTo>
                    <a:pt x="2051033" y="2555460"/>
                  </a:lnTo>
                  <a:lnTo>
                    <a:pt x="2047338" y="2549198"/>
                  </a:lnTo>
                  <a:lnTo>
                    <a:pt x="2041070" y="2542645"/>
                  </a:lnTo>
                  <a:lnTo>
                    <a:pt x="2044021" y="2540606"/>
                  </a:lnTo>
                  <a:lnTo>
                    <a:pt x="2049406" y="2539400"/>
                  </a:lnTo>
                  <a:lnTo>
                    <a:pt x="2061576" y="2519409"/>
                  </a:lnTo>
                  <a:lnTo>
                    <a:pt x="2071136" y="2507330"/>
                  </a:lnTo>
                  <a:lnTo>
                    <a:pt x="2074309" y="2498973"/>
                  </a:lnTo>
                  <a:lnTo>
                    <a:pt x="2073756" y="2495398"/>
                  </a:lnTo>
                  <a:lnTo>
                    <a:pt x="2069529" y="2490203"/>
                  </a:lnTo>
                  <a:lnTo>
                    <a:pt x="2063979" y="2494744"/>
                  </a:lnTo>
                  <a:lnTo>
                    <a:pt x="2061601" y="2493448"/>
                  </a:lnTo>
                  <a:lnTo>
                    <a:pt x="2055359" y="2482970"/>
                  </a:lnTo>
                  <a:lnTo>
                    <a:pt x="2049395" y="2480011"/>
                  </a:lnTo>
                  <a:lnTo>
                    <a:pt x="2045240" y="2482278"/>
                  </a:lnTo>
                  <a:lnTo>
                    <a:pt x="2049623" y="2490864"/>
                  </a:lnTo>
                  <a:lnTo>
                    <a:pt x="2053560" y="2494052"/>
                  </a:lnTo>
                  <a:lnTo>
                    <a:pt x="2052036" y="2506536"/>
                  </a:lnTo>
                  <a:lnTo>
                    <a:pt x="2050444" y="2510601"/>
                  </a:lnTo>
                  <a:lnTo>
                    <a:pt x="2046755" y="2514189"/>
                  </a:lnTo>
                  <a:lnTo>
                    <a:pt x="2040993" y="2512277"/>
                  </a:lnTo>
                  <a:lnTo>
                    <a:pt x="2038078" y="2515364"/>
                  </a:lnTo>
                  <a:lnTo>
                    <a:pt x="2034647" y="2512112"/>
                  </a:lnTo>
                  <a:lnTo>
                    <a:pt x="2031231" y="2506625"/>
                  </a:lnTo>
                  <a:lnTo>
                    <a:pt x="2027427" y="2497595"/>
                  </a:lnTo>
                  <a:lnTo>
                    <a:pt x="2037478" y="2446767"/>
                  </a:lnTo>
                  <a:lnTo>
                    <a:pt x="2046780" y="2414380"/>
                  </a:lnTo>
                  <a:lnTo>
                    <a:pt x="2047845" y="2377433"/>
                  </a:lnTo>
                  <a:lnTo>
                    <a:pt x="2048537" y="2371959"/>
                  </a:lnTo>
                  <a:lnTo>
                    <a:pt x="2047752" y="2362141"/>
                  </a:lnTo>
                  <a:lnTo>
                    <a:pt x="2035277" y="2340804"/>
                  </a:lnTo>
                  <a:lnTo>
                    <a:pt x="1980122" y="2288737"/>
                  </a:lnTo>
                  <a:lnTo>
                    <a:pt x="1937374" y="2227081"/>
                  </a:lnTo>
                  <a:lnTo>
                    <a:pt x="1900348" y="2203953"/>
                  </a:lnTo>
                  <a:lnTo>
                    <a:pt x="1872256" y="2209033"/>
                  </a:lnTo>
                  <a:lnTo>
                    <a:pt x="1867393" y="2213682"/>
                  </a:lnTo>
                  <a:lnTo>
                    <a:pt x="1865305" y="2219759"/>
                  </a:lnTo>
                  <a:lnTo>
                    <a:pt x="1867068" y="2226637"/>
                  </a:lnTo>
                  <a:lnTo>
                    <a:pt x="1864515" y="2229501"/>
                  </a:lnTo>
                  <a:lnTo>
                    <a:pt x="1856975" y="2229139"/>
                  </a:lnTo>
                  <a:lnTo>
                    <a:pt x="1846820" y="2230739"/>
                  </a:lnTo>
                  <a:lnTo>
                    <a:pt x="1820305" y="2246971"/>
                  </a:lnTo>
                  <a:lnTo>
                    <a:pt x="1810951" y="2246374"/>
                  </a:lnTo>
                  <a:lnTo>
                    <a:pt x="1802455" y="2250578"/>
                  </a:lnTo>
                  <a:lnTo>
                    <a:pt x="1796094" y="2253727"/>
                  </a:lnTo>
                  <a:lnTo>
                    <a:pt x="1779506" y="2255442"/>
                  </a:lnTo>
                  <a:lnTo>
                    <a:pt x="1765439" y="2259043"/>
                  </a:lnTo>
                  <a:lnTo>
                    <a:pt x="1759362" y="2257093"/>
                  </a:lnTo>
                  <a:lnTo>
                    <a:pt x="1755398" y="2247682"/>
                  </a:lnTo>
                  <a:lnTo>
                    <a:pt x="1755398" y="2237940"/>
                  </a:lnTo>
                  <a:lnTo>
                    <a:pt x="1758613" y="2245408"/>
                  </a:lnTo>
                  <a:lnTo>
                    <a:pt x="1763589" y="2251251"/>
                  </a:lnTo>
                  <a:lnTo>
                    <a:pt x="1765868" y="2248914"/>
                  </a:lnTo>
                  <a:lnTo>
                    <a:pt x="1766721" y="2243745"/>
                  </a:lnTo>
                  <a:lnTo>
                    <a:pt x="1761770" y="2233616"/>
                  </a:lnTo>
                  <a:lnTo>
                    <a:pt x="1745822" y="2220604"/>
                  </a:lnTo>
                  <a:lnTo>
                    <a:pt x="1727673" y="2201597"/>
                  </a:lnTo>
                  <a:lnTo>
                    <a:pt x="1733208" y="2202226"/>
                  </a:lnTo>
                  <a:lnTo>
                    <a:pt x="1734608" y="2198155"/>
                  </a:lnTo>
                  <a:lnTo>
                    <a:pt x="1728981" y="2192815"/>
                  </a:lnTo>
                  <a:lnTo>
                    <a:pt x="1731358" y="2186642"/>
                  </a:lnTo>
                  <a:lnTo>
                    <a:pt x="1735322" y="2180158"/>
                  </a:lnTo>
                  <a:lnTo>
                    <a:pt x="1727663" y="2181130"/>
                  </a:lnTo>
                  <a:lnTo>
                    <a:pt x="1720790" y="2185670"/>
                  </a:lnTo>
                  <a:lnTo>
                    <a:pt x="1720563" y="2191278"/>
                  </a:lnTo>
                  <a:lnTo>
                    <a:pt x="1719203" y="2195736"/>
                  </a:lnTo>
                  <a:lnTo>
                    <a:pt x="1715503" y="2195088"/>
                  </a:lnTo>
                  <a:lnTo>
                    <a:pt x="1708635" y="2189569"/>
                  </a:lnTo>
                  <a:lnTo>
                    <a:pt x="1674823" y="2174208"/>
                  </a:lnTo>
                  <a:lnTo>
                    <a:pt x="1645264" y="2165546"/>
                  </a:lnTo>
                  <a:lnTo>
                    <a:pt x="1667950" y="2161647"/>
                  </a:lnTo>
                  <a:lnTo>
                    <a:pt x="1680254" y="2164676"/>
                  </a:lnTo>
                  <a:lnTo>
                    <a:pt x="1678787" y="2160027"/>
                  </a:lnTo>
                  <a:lnTo>
                    <a:pt x="1675826" y="2157075"/>
                  </a:lnTo>
                  <a:lnTo>
                    <a:pt x="1666121" y="2153334"/>
                  </a:lnTo>
                  <a:lnTo>
                    <a:pt x="1653759" y="2154757"/>
                  </a:lnTo>
                  <a:lnTo>
                    <a:pt x="1645951" y="2152998"/>
                  </a:lnTo>
                  <a:lnTo>
                    <a:pt x="1637967" y="2156706"/>
                  </a:lnTo>
                  <a:lnTo>
                    <a:pt x="1629218" y="2162218"/>
                  </a:lnTo>
                  <a:lnTo>
                    <a:pt x="1621430" y="2165057"/>
                  </a:lnTo>
                  <a:lnTo>
                    <a:pt x="1590951" y="2169026"/>
                  </a:lnTo>
                  <a:lnTo>
                    <a:pt x="1566234" y="2173332"/>
                  </a:lnTo>
                  <a:lnTo>
                    <a:pt x="1570197" y="2168785"/>
                  </a:lnTo>
                  <a:lnTo>
                    <a:pt x="1574424" y="2165863"/>
                  </a:lnTo>
                  <a:lnTo>
                    <a:pt x="1589028" y="2161418"/>
                  </a:lnTo>
                  <a:lnTo>
                    <a:pt x="1591214" y="2152178"/>
                  </a:lnTo>
                  <a:lnTo>
                    <a:pt x="1587783" y="2143281"/>
                  </a:lnTo>
                  <a:lnTo>
                    <a:pt x="1583938" y="2145415"/>
                  </a:lnTo>
                  <a:lnTo>
                    <a:pt x="1579902" y="2152369"/>
                  </a:lnTo>
                  <a:lnTo>
                    <a:pt x="1574952" y="2147358"/>
                  </a:lnTo>
                  <a:lnTo>
                    <a:pt x="1569469" y="2147384"/>
                  </a:lnTo>
                  <a:lnTo>
                    <a:pt x="1567980" y="2158446"/>
                  </a:lnTo>
                  <a:lnTo>
                    <a:pt x="1560952" y="2165863"/>
                  </a:lnTo>
                  <a:lnTo>
                    <a:pt x="1557779" y="2173332"/>
                  </a:lnTo>
                  <a:lnTo>
                    <a:pt x="1537170" y="2179180"/>
                  </a:lnTo>
                  <a:lnTo>
                    <a:pt x="1534530" y="2177231"/>
                  </a:lnTo>
                  <a:lnTo>
                    <a:pt x="1540560" y="2170137"/>
                  </a:lnTo>
                  <a:lnTo>
                    <a:pt x="1540080" y="2166194"/>
                  </a:lnTo>
                  <a:lnTo>
                    <a:pt x="1533202" y="2169578"/>
                  </a:lnTo>
                  <a:lnTo>
                    <a:pt x="1521667" y="2183022"/>
                  </a:lnTo>
                  <a:lnTo>
                    <a:pt x="1481059" y="2187423"/>
                  </a:lnTo>
                  <a:lnTo>
                    <a:pt x="1483276" y="2184368"/>
                  </a:lnTo>
                  <a:lnTo>
                    <a:pt x="1491849" y="2183759"/>
                  </a:lnTo>
                  <a:lnTo>
                    <a:pt x="1503885" y="2179504"/>
                  </a:lnTo>
                  <a:lnTo>
                    <a:pt x="1501451" y="2172341"/>
                  </a:lnTo>
                  <a:lnTo>
                    <a:pt x="1496810" y="2164466"/>
                  </a:lnTo>
                  <a:lnTo>
                    <a:pt x="1492526" y="2163590"/>
                  </a:lnTo>
                  <a:lnTo>
                    <a:pt x="1489700" y="2158973"/>
                  </a:lnTo>
                  <a:lnTo>
                    <a:pt x="1489839" y="2144425"/>
                  </a:lnTo>
                  <a:lnTo>
                    <a:pt x="1487100" y="2135921"/>
                  </a:lnTo>
                  <a:lnTo>
                    <a:pt x="1480491" y="2127171"/>
                  </a:lnTo>
                  <a:lnTo>
                    <a:pt x="1478258" y="2128853"/>
                  </a:lnTo>
                  <a:lnTo>
                    <a:pt x="1473395" y="2143815"/>
                  </a:lnTo>
                  <a:lnTo>
                    <a:pt x="1469354" y="2163438"/>
                  </a:lnTo>
                  <a:lnTo>
                    <a:pt x="1467354" y="2169775"/>
                  </a:lnTo>
                  <a:lnTo>
                    <a:pt x="1455314" y="2170220"/>
                  </a:lnTo>
                  <a:lnTo>
                    <a:pt x="1444658" y="2168880"/>
                  </a:lnTo>
                  <a:lnTo>
                    <a:pt x="1408442" y="2171236"/>
                  </a:lnTo>
                  <a:lnTo>
                    <a:pt x="1394913" y="2164587"/>
                  </a:lnTo>
                  <a:lnTo>
                    <a:pt x="1389301" y="2163311"/>
                  </a:lnTo>
                  <a:lnTo>
                    <a:pt x="1385885" y="2163463"/>
                  </a:lnTo>
                  <a:lnTo>
                    <a:pt x="1370134" y="2169559"/>
                  </a:lnTo>
                  <a:lnTo>
                    <a:pt x="1352186" y="2174227"/>
                  </a:lnTo>
                  <a:lnTo>
                    <a:pt x="1347959" y="2172760"/>
                  </a:lnTo>
                  <a:lnTo>
                    <a:pt x="1341929" y="2172544"/>
                  </a:lnTo>
                  <a:lnTo>
                    <a:pt x="1328916" y="2188433"/>
                  </a:lnTo>
                  <a:lnTo>
                    <a:pt x="1313573" y="2195869"/>
                  </a:lnTo>
                  <a:lnTo>
                    <a:pt x="1274862" y="2182501"/>
                  </a:lnTo>
                  <a:lnTo>
                    <a:pt x="1265234" y="2171750"/>
                  </a:lnTo>
                  <a:lnTo>
                    <a:pt x="1256687" y="2169451"/>
                  </a:lnTo>
                  <a:lnTo>
                    <a:pt x="1246176" y="2168124"/>
                  </a:lnTo>
                  <a:lnTo>
                    <a:pt x="1234884" y="2181352"/>
                  </a:lnTo>
                  <a:lnTo>
                    <a:pt x="1226306" y="2199203"/>
                  </a:lnTo>
                  <a:lnTo>
                    <a:pt x="1239861" y="2208989"/>
                  </a:lnTo>
                  <a:lnTo>
                    <a:pt x="1251462" y="2213669"/>
                  </a:lnTo>
                  <a:lnTo>
                    <a:pt x="1270635" y="2209745"/>
                  </a:lnTo>
                  <a:lnTo>
                    <a:pt x="1281234" y="2201083"/>
                  </a:lnTo>
                  <a:lnTo>
                    <a:pt x="1289890" y="2201368"/>
                  </a:lnTo>
                  <a:lnTo>
                    <a:pt x="1294029" y="2199609"/>
                  </a:lnTo>
                  <a:lnTo>
                    <a:pt x="1297806" y="2195088"/>
                  </a:lnTo>
                  <a:lnTo>
                    <a:pt x="1305207" y="2198657"/>
                  </a:lnTo>
                  <a:lnTo>
                    <a:pt x="1305470" y="2202232"/>
                  </a:lnTo>
                  <a:lnTo>
                    <a:pt x="1300215" y="2207268"/>
                  </a:lnTo>
                  <a:lnTo>
                    <a:pt x="1293595" y="2211510"/>
                  </a:lnTo>
                  <a:lnTo>
                    <a:pt x="1289579" y="2216508"/>
                  </a:lnTo>
                  <a:lnTo>
                    <a:pt x="1297135" y="2226580"/>
                  </a:lnTo>
                  <a:lnTo>
                    <a:pt x="1309000" y="2229964"/>
                  </a:lnTo>
                  <a:lnTo>
                    <a:pt x="1313465" y="2228504"/>
                  </a:lnTo>
                  <a:lnTo>
                    <a:pt x="1316229" y="2217181"/>
                  </a:lnTo>
                  <a:lnTo>
                    <a:pt x="1323526" y="2209891"/>
                  </a:lnTo>
                  <a:lnTo>
                    <a:pt x="1333443" y="2211466"/>
                  </a:lnTo>
                  <a:lnTo>
                    <a:pt x="1332032" y="2216038"/>
                  </a:lnTo>
                  <a:lnTo>
                    <a:pt x="1333422" y="2220356"/>
                  </a:lnTo>
                  <a:lnTo>
                    <a:pt x="1337980" y="2227729"/>
                  </a:lnTo>
                  <a:lnTo>
                    <a:pt x="1337458" y="2238290"/>
                  </a:lnTo>
                  <a:lnTo>
                    <a:pt x="1338342" y="2240836"/>
                  </a:lnTo>
                  <a:lnTo>
                    <a:pt x="1327655" y="2245497"/>
                  </a:lnTo>
                  <a:lnTo>
                    <a:pt x="1319692" y="2247079"/>
                  </a:lnTo>
                  <a:lnTo>
                    <a:pt x="1313320" y="2253181"/>
                  </a:lnTo>
                  <a:lnTo>
                    <a:pt x="1316658" y="2256725"/>
                  </a:lnTo>
                  <a:lnTo>
                    <a:pt x="1310168" y="2259837"/>
                  </a:lnTo>
                  <a:lnTo>
                    <a:pt x="1305780" y="2258592"/>
                  </a:lnTo>
                  <a:lnTo>
                    <a:pt x="1303574" y="2259741"/>
                  </a:lnTo>
                  <a:lnTo>
                    <a:pt x="1302912" y="2263488"/>
                  </a:lnTo>
                  <a:lnTo>
                    <a:pt x="1299558" y="2266968"/>
                  </a:lnTo>
                  <a:lnTo>
                    <a:pt x="1304437" y="2277453"/>
                  </a:lnTo>
                  <a:lnTo>
                    <a:pt x="1314436" y="2284298"/>
                  </a:lnTo>
                  <a:lnTo>
                    <a:pt x="1321490" y="2292878"/>
                  </a:lnTo>
                  <a:lnTo>
                    <a:pt x="1349851" y="2304175"/>
                  </a:lnTo>
                  <a:lnTo>
                    <a:pt x="1356724" y="2303851"/>
                  </a:lnTo>
                  <a:lnTo>
                    <a:pt x="1363488" y="2315225"/>
                  </a:lnTo>
                  <a:lnTo>
                    <a:pt x="1368940" y="2319136"/>
                  </a:lnTo>
                  <a:lnTo>
                    <a:pt x="1374191" y="2321124"/>
                  </a:lnTo>
                  <a:lnTo>
                    <a:pt x="1373591" y="2328948"/>
                  </a:lnTo>
                  <a:lnTo>
                    <a:pt x="1364263" y="2334676"/>
                  </a:lnTo>
                  <a:lnTo>
                    <a:pt x="1361742" y="2341509"/>
                  </a:lnTo>
                  <a:lnTo>
                    <a:pt x="1359395" y="2345351"/>
                  </a:lnTo>
                  <a:lnTo>
                    <a:pt x="1355189" y="2340486"/>
                  </a:lnTo>
                  <a:lnTo>
                    <a:pt x="1350869" y="2336962"/>
                  </a:lnTo>
                  <a:lnTo>
                    <a:pt x="1340869" y="2347681"/>
                  </a:lnTo>
                  <a:lnTo>
                    <a:pt x="1336048" y="2349936"/>
                  </a:lnTo>
                  <a:lnTo>
                    <a:pt x="1338440" y="2338378"/>
                  </a:lnTo>
                  <a:lnTo>
                    <a:pt x="1334663" y="2333850"/>
                  </a:lnTo>
                  <a:lnTo>
                    <a:pt x="1328952" y="2322261"/>
                  </a:lnTo>
                  <a:lnTo>
                    <a:pt x="1320632" y="2315091"/>
                  </a:lnTo>
                  <a:lnTo>
                    <a:pt x="1314772" y="2312716"/>
                  </a:lnTo>
                  <a:lnTo>
                    <a:pt x="1310209" y="2308182"/>
                  </a:lnTo>
                  <a:lnTo>
                    <a:pt x="1304685" y="2306347"/>
                  </a:lnTo>
                  <a:lnTo>
                    <a:pt x="1299972" y="2306817"/>
                  </a:lnTo>
                  <a:lnTo>
                    <a:pt x="1291993" y="2304175"/>
                  </a:lnTo>
                  <a:lnTo>
                    <a:pt x="1291466" y="2298009"/>
                  </a:lnTo>
                  <a:lnTo>
                    <a:pt x="1289254" y="2293392"/>
                  </a:lnTo>
                  <a:lnTo>
                    <a:pt x="1283011" y="2287943"/>
                  </a:lnTo>
                  <a:lnTo>
                    <a:pt x="1253183" y="2277649"/>
                  </a:lnTo>
                  <a:lnTo>
                    <a:pt x="1253002" y="2281910"/>
                  </a:lnTo>
                  <a:lnTo>
                    <a:pt x="1255069" y="2285117"/>
                  </a:lnTo>
                  <a:lnTo>
                    <a:pt x="1259353" y="2287251"/>
                  </a:lnTo>
                  <a:lnTo>
                    <a:pt x="1264480" y="2291404"/>
                  </a:lnTo>
                  <a:lnTo>
                    <a:pt x="1264433" y="2303705"/>
                  </a:lnTo>
                  <a:lnTo>
                    <a:pt x="1262216" y="2308912"/>
                  </a:lnTo>
                  <a:lnTo>
                    <a:pt x="1261265" y="2316330"/>
                  </a:lnTo>
                  <a:lnTo>
                    <a:pt x="1259291" y="2323868"/>
                  </a:lnTo>
                  <a:lnTo>
                    <a:pt x="1255643" y="2329811"/>
                  </a:lnTo>
                  <a:lnTo>
                    <a:pt x="1247499" y="2333863"/>
                  </a:lnTo>
                  <a:lnTo>
                    <a:pt x="1243907" y="2330472"/>
                  </a:lnTo>
                  <a:lnTo>
                    <a:pt x="1238099" y="2314240"/>
                  </a:lnTo>
                  <a:lnTo>
                    <a:pt x="1229887" y="2309128"/>
                  </a:lnTo>
                  <a:lnTo>
                    <a:pt x="1216839" y="2308525"/>
                  </a:lnTo>
                  <a:lnTo>
                    <a:pt x="1207976" y="2312195"/>
                  </a:lnTo>
                  <a:lnTo>
                    <a:pt x="1198317" y="2327919"/>
                  </a:lnTo>
                  <a:lnTo>
                    <a:pt x="1190535" y="2330491"/>
                  </a:lnTo>
                  <a:lnTo>
                    <a:pt x="1163895" y="2322343"/>
                  </a:lnTo>
                  <a:lnTo>
                    <a:pt x="1133478" y="2309928"/>
                  </a:lnTo>
                  <a:lnTo>
                    <a:pt x="1134263" y="2305794"/>
                  </a:lnTo>
                  <a:lnTo>
                    <a:pt x="1139049" y="2304467"/>
                  </a:lnTo>
                  <a:lnTo>
                    <a:pt x="1148227" y="2306163"/>
                  </a:lnTo>
                  <a:lnTo>
                    <a:pt x="1147741" y="2301902"/>
                  </a:lnTo>
                  <a:lnTo>
                    <a:pt x="1138361" y="2288032"/>
                  </a:lnTo>
                  <a:lnTo>
                    <a:pt x="1136641" y="2281771"/>
                  </a:lnTo>
                  <a:lnTo>
                    <a:pt x="1137850" y="2274131"/>
                  </a:lnTo>
                  <a:lnTo>
                    <a:pt x="1134791" y="2274303"/>
                  </a:lnTo>
                  <a:lnTo>
                    <a:pt x="1129158" y="2280717"/>
                  </a:lnTo>
                  <a:lnTo>
                    <a:pt x="1109763" y="2275281"/>
                  </a:lnTo>
                  <a:lnTo>
                    <a:pt x="1104410" y="2268784"/>
                  </a:lnTo>
                  <a:lnTo>
                    <a:pt x="1093015" y="2250476"/>
                  </a:lnTo>
                  <a:lnTo>
                    <a:pt x="1076933" y="2249879"/>
                  </a:lnTo>
                  <a:lnTo>
                    <a:pt x="1069657" y="2238779"/>
                  </a:lnTo>
                  <a:lnTo>
                    <a:pt x="1056515" y="2243427"/>
                  </a:lnTo>
                  <a:lnTo>
                    <a:pt x="1049859" y="2248571"/>
                  </a:lnTo>
                  <a:lnTo>
                    <a:pt x="1044009" y="2256541"/>
                  </a:lnTo>
                  <a:lnTo>
                    <a:pt x="1046288" y="2260675"/>
                  </a:lnTo>
                  <a:lnTo>
                    <a:pt x="1052117" y="2267241"/>
                  </a:lnTo>
                  <a:lnTo>
                    <a:pt x="1049456" y="2270410"/>
                  </a:lnTo>
                  <a:lnTo>
                    <a:pt x="1030744" y="2275090"/>
                  </a:lnTo>
                  <a:lnTo>
                    <a:pt x="987304" y="2269857"/>
                  </a:lnTo>
                  <a:lnTo>
                    <a:pt x="974601" y="2264968"/>
                  </a:lnTo>
                  <a:lnTo>
                    <a:pt x="957553" y="2254629"/>
                  </a:lnTo>
                  <a:lnTo>
                    <a:pt x="933921" y="2246202"/>
                  </a:lnTo>
                  <a:lnTo>
                    <a:pt x="922542" y="2244843"/>
                  </a:lnTo>
                  <a:lnTo>
                    <a:pt x="911400" y="2246513"/>
                  </a:lnTo>
                  <a:lnTo>
                    <a:pt x="878978" y="2247377"/>
                  </a:lnTo>
                  <a:lnTo>
                    <a:pt x="871454" y="2249619"/>
                  </a:lnTo>
                  <a:lnTo>
                    <a:pt x="865046" y="2253200"/>
                  </a:lnTo>
                  <a:lnTo>
                    <a:pt x="860891" y="2249238"/>
                  </a:lnTo>
                  <a:lnTo>
                    <a:pt x="858968" y="2242163"/>
                  </a:lnTo>
                  <a:lnTo>
                    <a:pt x="862731" y="2241014"/>
                  </a:lnTo>
                  <a:lnTo>
                    <a:pt x="866916" y="2236854"/>
                  </a:lnTo>
                  <a:lnTo>
                    <a:pt x="870694" y="2228631"/>
                  </a:lnTo>
                  <a:lnTo>
                    <a:pt x="871123" y="2223658"/>
                  </a:lnTo>
                  <a:lnTo>
                    <a:pt x="868482" y="2220413"/>
                  </a:lnTo>
                  <a:lnTo>
                    <a:pt x="863459" y="2220089"/>
                  </a:lnTo>
                  <a:lnTo>
                    <a:pt x="852364" y="2241516"/>
                  </a:lnTo>
                  <a:lnTo>
                    <a:pt x="858705" y="2253524"/>
                  </a:lnTo>
                  <a:lnTo>
                    <a:pt x="858271" y="2257855"/>
                  </a:lnTo>
                  <a:lnTo>
                    <a:pt x="836132" y="2260319"/>
                  </a:lnTo>
                  <a:lnTo>
                    <a:pt x="785881" y="2284495"/>
                  </a:lnTo>
                  <a:lnTo>
                    <a:pt x="766285" y="2297532"/>
                  </a:lnTo>
                  <a:lnTo>
                    <a:pt x="767288" y="2293144"/>
                  </a:lnTo>
                  <a:lnTo>
                    <a:pt x="790982" y="2276246"/>
                  </a:lnTo>
                  <a:lnTo>
                    <a:pt x="782615" y="2273661"/>
                  </a:lnTo>
                  <a:lnTo>
                    <a:pt x="769143" y="2277884"/>
                  </a:lnTo>
                  <a:lnTo>
                    <a:pt x="764311" y="2276259"/>
                  </a:lnTo>
                  <a:lnTo>
                    <a:pt x="770016" y="2262288"/>
                  </a:lnTo>
                  <a:lnTo>
                    <a:pt x="768156" y="2249968"/>
                  </a:lnTo>
                  <a:lnTo>
                    <a:pt x="758591" y="2249631"/>
                  </a:lnTo>
                  <a:lnTo>
                    <a:pt x="752498" y="2259468"/>
                  </a:lnTo>
                  <a:lnTo>
                    <a:pt x="748265" y="2259049"/>
                  </a:lnTo>
                  <a:lnTo>
                    <a:pt x="742720" y="2254832"/>
                  </a:lnTo>
                  <a:lnTo>
                    <a:pt x="738426" y="2256166"/>
                  </a:lnTo>
                  <a:lnTo>
                    <a:pt x="741604" y="2278456"/>
                  </a:lnTo>
                  <a:lnTo>
                    <a:pt x="747630" y="2287626"/>
                  </a:lnTo>
                  <a:lnTo>
                    <a:pt x="752668" y="2299317"/>
                  </a:lnTo>
                  <a:lnTo>
                    <a:pt x="738907" y="2313764"/>
                  </a:lnTo>
                  <a:lnTo>
                    <a:pt x="726127" y="2325684"/>
                  </a:lnTo>
                  <a:lnTo>
                    <a:pt x="724742" y="2337203"/>
                  </a:lnTo>
                  <a:lnTo>
                    <a:pt x="711900" y="2352209"/>
                  </a:lnTo>
                  <a:lnTo>
                    <a:pt x="699818" y="2360719"/>
                  </a:lnTo>
                  <a:lnTo>
                    <a:pt x="671432" y="2380723"/>
                  </a:lnTo>
                  <a:lnTo>
                    <a:pt x="663334" y="2385003"/>
                  </a:lnTo>
                  <a:lnTo>
                    <a:pt x="650523" y="2394287"/>
                  </a:lnTo>
                  <a:lnTo>
                    <a:pt x="632849" y="2401247"/>
                  </a:lnTo>
                  <a:lnTo>
                    <a:pt x="615904" y="2412297"/>
                  </a:lnTo>
                  <a:lnTo>
                    <a:pt x="610189" y="2413973"/>
                  </a:lnTo>
                  <a:lnTo>
                    <a:pt x="621010" y="2404619"/>
                  </a:lnTo>
                  <a:lnTo>
                    <a:pt x="633842" y="2395379"/>
                  </a:lnTo>
                  <a:lnTo>
                    <a:pt x="622834" y="2396643"/>
                  </a:lnTo>
                  <a:lnTo>
                    <a:pt x="605869" y="2392363"/>
                  </a:lnTo>
                  <a:lnTo>
                    <a:pt x="595487" y="2392115"/>
                  </a:lnTo>
                  <a:lnTo>
                    <a:pt x="595414" y="2395487"/>
                  </a:lnTo>
                  <a:lnTo>
                    <a:pt x="587518" y="2400250"/>
                  </a:lnTo>
                  <a:lnTo>
                    <a:pt x="579338" y="2393252"/>
                  </a:lnTo>
                  <a:lnTo>
                    <a:pt x="575772" y="2388546"/>
                  </a:lnTo>
                  <a:lnTo>
                    <a:pt x="574082" y="2384482"/>
                  </a:lnTo>
                  <a:lnTo>
                    <a:pt x="570609" y="2383498"/>
                  </a:lnTo>
                  <a:lnTo>
                    <a:pt x="567271" y="2385384"/>
                  </a:lnTo>
                  <a:lnTo>
                    <a:pt x="579482" y="2414005"/>
                  </a:lnTo>
                  <a:lnTo>
                    <a:pt x="584686" y="2415243"/>
                  </a:lnTo>
                  <a:lnTo>
                    <a:pt x="590443" y="2418088"/>
                  </a:lnTo>
                  <a:lnTo>
                    <a:pt x="583275" y="2424756"/>
                  </a:lnTo>
                  <a:lnTo>
                    <a:pt x="575560" y="2429817"/>
                  </a:lnTo>
                  <a:lnTo>
                    <a:pt x="563426" y="2433177"/>
                  </a:lnTo>
                  <a:lnTo>
                    <a:pt x="553142" y="2422730"/>
                  </a:lnTo>
                  <a:lnTo>
                    <a:pt x="550915" y="2435838"/>
                  </a:lnTo>
                  <a:lnTo>
                    <a:pt x="549613" y="2448926"/>
                  </a:lnTo>
                  <a:lnTo>
                    <a:pt x="546161" y="2452285"/>
                  </a:lnTo>
                  <a:lnTo>
                    <a:pt x="540647" y="2457073"/>
                  </a:lnTo>
                  <a:lnTo>
                    <a:pt x="537655" y="2453460"/>
                  </a:lnTo>
                  <a:lnTo>
                    <a:pt x="536234" y="2448399"/>
                  </a:lnTo>
                  <a:lnTo>
                    <a:pt x="532704" y="2452914"/>
                  </a:lnTo>
                  <a:lnTo>
                    <a:pt x="527536" y="2456305"/>
                  </a:lnTo>
                  <a:lnTo>
                    <a:pt x="519010" y="2456984"/>
                  </a:lnTo>
                  <a:lnTo>
                    <a:pt x="512612" y="2458794"/>
                  </a:lnTo>
                  <a:lnTo>
                    <a:pt x="512762" y="2464217"/>
                  </a:lnTo>
                  <a:lnTo>
                    <a:pt x="514224" y="2469666"/>
                  </a:lnTo>
                  <a:lnTo>
                    <a:pt x="525542" y="2465361"/>
                  </a:lnTo>
                  <a:lnTo>
                    <a:pt x="521438" y="2479376"/>
                  </a:lnTo>
                  <a:lnTo>
                    <a:pt x="511031" y="2493226"/>
                  </a:lnTo>
                  <a:lnTo>
                    <a:pt x="502550" y="2496497"/>
                  </a:lnTo>
                  <a:lnTo>
                    <a:pt x="489579" y="2494471"/>
                  </a:lnTo>
                  <a:lnTo>
                    <a:pt x="486375" y="2495861"/>
                  </a:lnTo>
                  <a:lnTo>
                    <a:pt x="483507" y="2498738"/>
                  </a:lnTo>
                  <a:lnTo>
                    <a:pt x="498618" y="2520406"/>
                  </a:lnTo>
                  <a:lnTo>
                    <a:pt x="488908" y="2553085"/>
                  </a:lnTo>
                  <a:lnTo>
                    <a:pt x="482701" y="2564928"/>
                  </a:lnTo>
                  <a:lnTo>
                    <a:pt x="478396" y="2566446"/>
                  </a:lnTo>
                  <a:lnTo>
                    <a:pt x="473730" y="2566789"/>
                  </a:lnTo>
                  <a:lnTo>
                    <a:pt x="456981" y="2556260"/>
                  </a:lnTo>
                  <a:lnTo>
                    <a:pt x="447845" y="2548119"/>
                  </a:lnTo>
                  <a:lnTo>
                    <a:pt x="455896" y="2570275"/>
                  </a:lnTo>
                  <a:lnTo>
                    <a:pt x="477833" y="2576746"/>
                  </a:lnTo>
                  <a:lnTo>
                    <a:pt x="478955" y="2585129"/>
                  </a:lnTo>
                  <a:lnTo>
                    <a:pt x="478831" y="2592292"/>
                  </a:lnTo>
                  <a:lnTo>
                    <a:pt x="474510" y="2600700"/>
                  </a:lnTo>
                  <a:lnTo>
                    <a:pt x="470469" y="2611870"/>
                  </a:lnTo>
                  <a:lnTo>
                    <a:pt x="473451" y="2619650"/>
                  </a:lnTo>
                  <a:lnTo>
                    <a:pt x="476913" y="2638885"/>
                  </a:lnTo>
                  <a:lnTo>
                    <a:pt x="479874" y="2647712"/>
                  </a:lnTo>
                  <a:lnTo>
                    <a:pt x="483130" y="2674492"/>
                  </a:lnTo>
                  <a:lnTo>
                    <a:pt x="486592" y="2686106"/>
                  </a:lnTo>
                  <a:lnTo>
                    <a:pt x="506535" y="2728851"/>
                  </a:lnTo>
                  <a:lnTo>
                    <a:pt x="513258" y="2729181"/>
                  </a:lnTo>
                  <a:lnTo>
                    <a:pt x="514338" y="2733811"/>
                  </a:lnTo>
                  <a:lnTo>
                    <a:pt x="513697" y="2742688"/>
                  </a:lnTo>
                  <a:lnTo>
                    <a:pt x="499352" y="2745273"/>
                  </a:lnTo>
                  <a:lnTo>
                    <a:pt x="493331" y="2749229"/>
                  </a:lnTo>
                  <a:lnTo>
                    <a:pt x="492158" y="2752665"/>
                  </a:lnTo>
                  <a:lnTo>
                    <a:pt x="491269" y="2754519"/>
                  </a:lnTo>
                  <a:lnTo>
                    <a:pt x="489419" y="2754348"/>
                  </a:lnTo>
                  <a:lnTo>
                    <a:pt x="482577" y="2751877"/>
                  </a:lnTo>
                  <a:lnTo>
                    <a:pt x="467022" y="2739735"/>
                  </a:lnTo>
                  <a:lnTo>
                    <a:pt x="444357" y="2732210"/>
                  </a:lnTo>
                  <a:lnTo>
                    <a:pt x="414575" y="2729295"/>
                  </a:lnTo>
                  <a:lnTo>
                    <a:pt x="394230" y="2723218"/>
                  </a:lnTo>
                  <a:lnTo>
                    <a:pt x="383321" y="2713959"/>
                  </a:lnTo>
                  <a:lnTo>
                    <a:pt x="371916" y="2708473"/>
                  </a:lnTo>
                  <a:lnTo>
                    <a:pt x="360019" y="2706745"/>
                  </a:lnTo>
                  <a:lnTo>
                    <a:pt x="350165" y="2701722"/>
                  </a:lnTo>
                  <a:lnTo>
                    <a:pt x="342351" y="2693403"/>
                  </a:lnTo>
                  <a:lnTo>
                    <a:pt x="330925" y="2688094"/>
                  </a:lnTo>
                  <a:lnTo>
                    <a:pt x="315887" y="2685789"/>
                  </a:lnTo>
                  <a:lnTo>
                    <a:pt x="306099" y="2679553"/>
                  </a:lnTo>
                  <a:lnTo>
                    <a:pt x="299293" y="2664306"/>
                  </a:lnTo>
                  <a:lnTo>
                    <a:pt x="299262" y="2664077"/>
                  </a:lnTo>
                  <a:lnTo>
                    <a:pt x="293170" y="2638586"/>
                  </a:lnTo>
                  <a:lnTo>
                    <a:pt x="285496" y="2622615"/>
                  </a:lnTo>
                  <a:lnTo>
                    <a:pt x="270561" y="2602853"/>
                  </a:lnTo>
                  <a:lnTo>
                    <a:pt x="269186" y="2600249"/>
                  </a:lnTo>
                  <a:lnTo>
                    <a:pt x="269062" y="2596998"/>
                  </a:lnTo>
                  <a:lnTo>
                    <a:pt x="270912" y="2585497"/>
                  </a:lnTo>
                  <a:lnTo>
                    <a:pt x="269336" y="2577229"/>
                  </a:lnTo>
                  <a:lnTo>
                    <a:pt x="264608" y="2570491"/>
                  </a:lnTo>
                  <a:lnTo>
                    <a:pt x="263522" y="2563360"/>
                  </a:lnTo>
                  <a:lnTo>
                    <a:pt x="266086" y="2555854"/>
                  </a:lnTo>
                  <a:lnTo>
                    <a:pt x="266251" y="2546836"/>
                  </a:lnTo>
                  <a:lnTo>
                    <a:pt x="264024" y="2536307"/>
                  </a:lnTo>
                  <a:lnTo>
                    <a:pt x="254500" y="2524921"/>
                  </a:lnTo>
                  <a:lnTo>
                    <a:pt x="237679" y="2512690"/>
                  </a:lnTo>
                  <a:lnTo>
                    <a:pt x="223349" y="2494826"/>
                  </a:lnTo>
                  <a:lnTo>
                    <a:pt x="211520" y="2471343"/>
                  </a:lnTo>
                  <a:lnTo>
                    <a:pt x="199820" y="2455073"/>
                  </a:lnTo>
                  <a:lnTo>
                    <a:pt x="188249" y="2446011"/>
                  </a:lnTo>
                  <a:lnTo>
                    <a:pt x="180338" y="2434949"/>
                  </a:lnTo>
                  <a:lnTo>
                    <a:pt x="176079" y="2421886"/>
                  </a:lnTo>
                  <a:lnTo>
                    <a:pt x="174824" y="2414303"/>
                  </a:lnTo>
                  <a:lnTo>
                    <a:pt x="176560" y="2412208"/>
                  </a:lnTo>
                  <a:lnTo>
                    <a:pt x="169449" y="2397684"/>
                  </a:lnTo>
                  <a:lnTo>
                    <a:pt x="153491" y="2370746"/>
                  </a:lnTo>
                  <a:lnTo>
                    <a:pt x="144324" y="2351047"/>
                  </a:lnTo>
                  <a:lnTo>
                    <a:pt x="141962" y="2338594"/>
                  </a:lnTo>
                  <a:lnTo>
                    <a:pt x="131807" y="2323772"/>
                  </a:lnTo>
                  <a:lnTo>
                    <a:pt x="113865" y="2306582"/>
                  </a:lnTo>
                  <a:lnTo>
                    <a:pt x="104108" y="2295399"/>
                  </a:lnTo>
                  <a:lnTo>
                    <a:pt x="101711" y="2287632"/>
                  </a:lnTo>
                  <a:lnTo>
                    <a:pt x="73712" y="2265044"/>
                  </a:lnTo>
                  <a:lnTo>
                    <a:pt x="65578" y="2250933"/>
                  </a:lnTo>
                  <a:lnTo>
                    <a:pt x="59227" y="2246475"/>
                  </a:lnTo>
                  <a:lnTo>
                    <a:pt x="51935" y="2246958"/>
                  </a:lnTo>
                  <a:lnTo>
                    <a:pt x="48194" y="2245605"/>
                  </a:lnTo>
                  <a:lnTo>
                    <a:pt x="48008" y="2242417"/>
                  </a:lnTo>
                  <a:lnTo>
                    <a:pt x="45646" y="2242265"/>
                  </a:lnTo>
                  <a:lnTo>
                    <a:pt x="41104" y="2245161"/>
                  </a:lnTo>
                  <a:lnTo>
                    <a:pt x="26210" y="2245745"/>
                  </a:lnTo>
                  <a:lnTo>
                    <a:pt x="961" y="2244024"/>
                  </a:lnTo>
                  <a:lnTo>
                    <a:pt x="0" y="2243821"/>
                  </a:lnTo>
                  <a:lnTo>
                    <a:pt x="0" y="0"/>
                  </a:lnTo>
                  <a:lnTo>
                    <a:pt x="1773799" y="0"/>
                  </a:lnTo>
                  <a:lnTo>
                    <a:pt x="1791779" y="9112"/>
                  </a:lnTo>
                  <a:lnTo>
                    <a:pt x="1812321" y="19521"/>
                  </a:lnTo>
                  <a:lnTo>
                    <a:pt x="1817499" y="36825"/>
                  </a:lnTo>
                  <a:lnTo>
                    <a:pt x="1822542" y="53673"/>
                  </a:lnTo>
                  <a:lnTo>
                    <a:pt x="1834568" y="65904"/>
                  </a:lnTo>
                  <a:lnTo>
                    <a:pt x="1845575" y="77074"/>
                  </a:lnTo>
                  <a:lnTo>
                    <a:pt x="1851947" y="76490"/>
                  </a:lnTo>
                  <a:lnTo>
                    <a:pt x="1858412" y="71772"/>
                  </a:lnTo>
                  <a:lnTo>
                    <a:pt x="1862515" y="69498"/>
                  </a:lnTo>
                  <a:lnTo>
                    <a:pt x="1869393" y="69123"/>
                  </a:lnTo>
                  <a:lnTo>
                    <a:pt x="1884690" y="65085"/>
                  </a:lnTo>
                  <a:lnTo>
                    <a:pt x="1889211" y="65967"/>
                  </a:lnTo>
                  <a:lnTo>
                    <a:pt x="1891780" y="67987"/>
                  </a:lnTo>
                  <a:lnTo>
                    <a:pt x="1891992" y="71149"/>
                  </a:lnTo>
                  <a:lnTo>
                    <a:pt x="1891470" y="73664"/>
                  </a:lnTo>
                  <a:lnTo>
                    <a:pt x="1889103" y="78713"/>
                  </a:lnTo>
                  <a:lnTo>
                    <a:pt x="1892839" y="88333"/>
                  </a:lnTo>
                  <a:lnTo>
                    <a:pt x="1893625" y="99021"/>
                  </a:lnTo>
                  <a:lnTo>
                    <a:pt x="1895676" y="107099"/>
                  </a:lnTo>
                  <a:lnTo>
                    <a:pt x="1901939" y="117437"/>
                  </a:lnTo>
                  <a:lnTo>
                    <a:pt x="1907381" y="125515"/>
                  </a:lnTo>
                  <a:lnTo>
                    <a:pt x="1914233" y="127077"/>
                  </a:lnTo>
                  <a:lnTo>
                    <a:pt x="1930093" y="122372"/>
                  </a:lnTo>
                  <a:lnTo>
                    <a:pt x="1940031" y="120593"/>
                  </a:lnTo>
                  <a:lnTo>
                    <a:pt x="1945674" y="121362"/>
                  </a:lnTo>
                  <a:lnTo>
                    <a:pt x="1955327" y="128925"/>
                  </a:lnTo>
                  <a:lnTo>
                    <a:pt x="1960050" y="133472"/>
                  </a:lnTo>
                  <a:lnTo>
                    <a:pt x="1961177" y="137250"/>
                  </a:lnTo>
                  <a:lnTo>
                    <a:pt x="1948139" y="160340"/>
                  </a:lnTo>
                  <a:lnTo>
                    <a:pt x="1968815" y="171797"/>
                  </a:lnTo>
                  <a:lnTo>
                    <a:pt x="1991889" y="184320"/>
                  </a:lnTo>
                  <a:lnTo>
                    <a:pt x="2019402" y="199249"/>
                  </a:lnTo>
                  <a:lnTo>
                    <a:pt x="2036223" y="208388"/>
                  </a:lnTo>
                  <a:lnTo>
                    <a:pt x="2058377" y="221438"/>
                  </a:lnTo>
                  <a:lnTo>
                    <a:pt x="2062170" y="240032"/>
                  </a:lnTo>
                  <a:lnTo>
                    <a:pt x="2065364" y="255723"/>
                  </a:lnTo>
                  <a:lnTo>
                    <a:pt x="2069436" y="277600"/>
                  </a:lnTo>
                  <a:lnTo>
                    <a:pt x="2073585" y="299916"/>
                  </a:lnTo>
                  <a:lnTo>
                    <a:pt x="2077725" y="322148"/>
                  </a:lnTo>
                  <a:lnTo>
                    <a:pt x="2082112" y="345746"/>
                  </a:lnTo>
                  <a:lnTo>
                    <a:pt x="2086934" y="371669"/>
                  </a:lnTo>
                  <a:lnTo>
                    <a:pt x="2091218" y="394676"/>
                  </a:lnTo>
                  <a:lnTo>
                    <a:pt x="2095894" y="419792"/>
                  </a:lnTo>
                  <a:lnTo>
                    <a:pt x="2102111" y="452477"/>
                  </a:lnTo>
                  <a:lnTo>
                    <a:pt x="2096551" y="465070"/>
                  </a:lnTo>
                  <a:lnTo>
                    <a:pt x="2084443" y="492491"/>
                  </a:lnTo>
                  <a:lnTo>
                    <a:pt x="2073498" y="517277"/>
                  </a:lnTo>
                  <a:lnTo>
                    <a:pt x="2072541" y="524465"/>
                  </a:lnTo>
                  <a:lnTo>
                    <a:pt x="2065017" y="560606"/>
                  </a:lnTo>
                  <a:lnTo>
                    <a:pt x="2058987" y="575535"/>
                  </a:lnTo>
                  <a:lnTo>
                    <a:pt x="2048424" y="584204"/>
                  </a:lnTo>
                  <a:lnTo>
                    <a:pt x="2037938" y="592605"/>
                  </a:lnTo>
                  <a:lnTo>
                    <a:pt x="2024859" y="606684"/>
                  </a:lnTo>
                  <a:lnTo>
                    <a:pt x="2010472" y="613638"/>
                  </a:lnTo>
                  <a:lnTo>
                    <a:pt x="2003123" y="617727"/>
                  </a:lnTo>
                  <a:lnTo>
                    <a:pt x="1999273" y="624179"/>
                  </a:lnTo>
                  <a:lnTo>
                    <a:pt x="1995026" y="638322"/>
                  </a:lnTo>
                  <a:lnTo>
                    <a:pt x="1995842" y="659919"/>
                  </a:lnTo>
                  <a:lnTo>
                    <a:pt x="2007692" y="678507"/>
                  </a:lnTo>
                  <a:lnTo>
                    <a:pt x="2025024" y="688902"/>
                  </a:lnTo>
                  <a:lnTo>
                    <a:pt x="2043669" y="699025"/>
                  </a:lnTo>
                  <a:lnTo>
                    <a:pt x="2070232" y="699069"/>
                  </a:lnTo>
                  <a:lnTo>
                    <a:pt x="2094122" y="685562"/>
                  </a:lnTo>
                  <a:lnTo>
                    <a:pt x="2119433" y="671255"/>
                  </a:lnTo>
                  <a:lnTo>
                    <a:pt x="2142001" y="658497"/>
                  </a:lnTo>
                  <a:lnTo>
                    <a:pt x="2168842" y="643326"/>
                  </a:lnTo>
                  <a:lnTo>
                    <a:pt x="2193151" y="629577"/>
                  </a:lnTo>
                  <a:lnTo>
                    <a:pt x="2219548" y="624637"/>
                  </a:lnTo>
                  <a:lnTo>
                    <a:pt x="2256125" y="617797"/>
                  </a:lnTo>
                  <a:lnTo>
                    <a:pt x="2302169" y="609180"/>
                  </a:lnTo>
                  <a:lnTo>
                    <a:pt x="2324587" y="599368"/>
                  </a:lnTo>
                  <a:lnTo>
                    <a:pt x="2353557" y="586687"/>
                  </a:lnTo>
                  <a:lnTo>
                    <a:pt x="2386977" y="572055"/>
                  </a:lnTo>
                  <a:lnTo>
                    <a:pt x="2415818" y="559431"/>
                  </a:lnTo>
                  <a:lnTo>
                    <a:pt x="2430319" y="552433"/>
                  </a:lnTo>
                  <a:lnTo>
                    <a:pt x="2440633" y="544450"/>
                  </a:lnTo>
                  <a:lnTo>
                    <a:pt x="2443191" y="538544"/>
                  </a:lnTo>
                  <a:lnTo>
                    <a:pt x="2442582" y="535153"/>
                  </a:lnTo>
                  <a:lnTo>
                    <a:pt x="2439920" y="531756"/>
                  </a:lnTo>
                  <a:lnTo>
                    <a:pt x="2436241" y="529247"/>
                  </a:lnTo>
                  <a:lnTo>
                    <a:pt x="2432970" y="527114"/>
                  </a:lnTo>
                  <a:lnTo>
                    <a:pt x="2431435" y="524472"/>
                  </a:lnTo>
                  <a:lnTo>
                    <a:pt x="2431130" y="518693"/>
                  </a:lnTo>
                  <a:lnTo>
                    <a:pt x="2429125" y="515372"/>
                  </a:lnTo>
                  <a:lnTo>
                    <a:pt x="2427213" y="512927"/>
                  </a:lnTo>
                  <a:lnTo>
                    <a:pt x="2427936" y="490561"/>
                  </a:lnTo>
                  <a:lnTo>
                    <a:pt x="2425414" y="483626"/>
                  </a:lnTo>
                  <a:lnTo>
                    <a:pt x="2416014" y="466048"/>
                  </a:lnTo>
                  <a:lnTo>
                    <a:pt x="2433941" y="458167"/>
                  </a:lnTo>
                  <a:lnTo>
                    <a:pt x="2450550" y="450858"/>
                  </a:lnTo>
                  <a:lnTo>
                    <a:pt x="2463795" y="445448"/>
                  </a:lnTo>
                  <a:lnTo>
                    <a:pt x="2491541" y="444597"/>
                  </a:lnTo>
                  <a:lnTo>
                    <a:pt x="2517307" y="444705"/>
                  </a:lnTo>
                  <a:lnTo>
                    <a:pt x="2552820" y="444851"/>
                  </a:lnTo>
                  <a:lnTo>
                    <a:pt x="2582741" y="444971"/>
                  </a:lnTo>
                  <a:lnTo>
                    <a:pt x="2617649" y="445117"/>
                  </a:lnTo>
                  <a:lnTo>
                    <a:pt x="2638113" y="445200"/>
                  </a:lnTo>
                  <a:lnTo>
                    <a:pt x="2664928" y="444946"/>
                  </a:lnTo>
                  <a:lnTo>
                    <a:pt x="2677997" y="424656"/>
                  </a:lnTo>
                  <a:lnTo>
                    <a:pt x="2689676" y="406513"/>
                  </a:lnTo>
                  <a:lnTo>
                    <a:pt x="2702539" y="389177"/>
                  </a:lnTo>
                  <a:lnTo>
                    <a:pt x="2725406" y="368824"/>
                  </a:lnTo>
                  <a:lnTo>
                    <a:pt x="2732047" y="365166"/>
                  </a:lnTo>
                  <a:lnTo>
                    <a:pt x="2735710" y="357139"/>
                  </a:lnTo>
                  <a:lnTo>
                    <a:pt x="2749570" y="349512"/>
                  </a:lnTo>
                  <a:lnTo>
                    <a:pt x="2764841" y="342438"/>
                  </a:lnTo>
                  <a:lnTo>
                    <a:pt x="2770830" y="335802"/>
                  </a:lnTo>
                  <a:lnTo>
                    <a:pt x="2773729" y="332023"/>
                  </a:lnTo>
                  <a:lnTo>
                    <a:pt x="2815076" y="296232"/>
                  </a:lnTo>
                  <a:lnTo>
                    <a:pt x="2838559" y="279702"/>
                  </a:lnTo>
                  <a:lnTo>
                    <a:pt x="2857953" y="270501"/>
                  </a:lnTo>
                  <a:lnTo>
                    <a:pt x="2872717" y="266106"/>
                  </a:lnTo>
                  <a:lnTo>
                    <a:pt x="2882686" y="266735"/>
                  </a:lnTo>
                  <a:lnTo>
                    <a:pt x="2888355" y="26611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g3868"/>
            <p:cNvSpPr/>
            <p:nvPr/>
          </p:nvSpPr>
          <p:spPr>
            <a:xfrm>
              <a:off x="5192267" y="3307053"/>
              <a:ext cx="225302" cy="75760"/>
            </a:xfrm>
            <a:custGeom>
              <a:avLst/>
              <a:pathLst>
                <a:path w="225302" h="75760">
                  <a:moveTo>
                    <a:pt x="153584" y="30132"/>
                  </a:moveTo>
                  <a:lnTo>
                    <a:pt x="160385" y="30983"/>
                  </a:lnTo>
                  <a:lnTo>
                    <a:pt x="166235" y="28513"/>
                  </a:lnTo>
                  <a:lnTo>
                    <a:pt x="171775" y="23521"/>
                  </a:lnTo>
                  <a:lnTo>
                    <a:pt x="184637" y="16771"/>
                  </a:lnTo>
                  <a:lnTo>
                    <a:pt x="195598" y="13818"/>
                  </a:lnTo>
                  <a:lnTo>
                    <a:pt x="199050" y="13208"/>
                  </a:lnTo>
                  <a:lnTo>
                    <a:pt x="204275" y="17946"/>
                  </a:lnTo>
                  <a:lnTo>
                    <a:pt x="214641" y="14142"/>
                  </a:lnTo>
                  <a:lnTo>
                    <a:pt x="225302" y="12008"/>
                  </a:lnTo>
                  <a:lnTo>
                    <a:pt x="179185" y="33669"/>
                  </a:lnTo>
                  <a:lnTo>
                    <a:pt x="169754" y="36108"/>
                  </a:lnTo>
                  <a:lnTo>
                    <a:pt x="156261" y="42560"/>
                  </a:lnTo>
                  <a:lnTo>
                    <a:pt x="143507" y="47132"/>
                  </a:lnTo>
                  <a:lnTo>
                    <a:pt x="134324" y="48796"/>
                  </a:lnTo>
                  <a:lnTo>
                    <a:pt x="88662" y="64875"/>
                  </a:lnTo>
                  <a:lnTo>
                    <a:pt x="85040" y="65224"/>
                  </a:lnTo>
                  <a:lnTo>
                    <a:pt x="81122" y="63656"/>
                  </a:lnTo>
                  <a:lnTo>
                    <a:pt x="43512" y="71937"/>
                  </a:lnTo>
                  <a:lnTo>
                    <a:pt x="28076" y="72870"/>
                  </a:lnTo>
                  <a:lnTo>
                    <a:pt x="14020" y="75760"/>
                  </a:lnTo>
                  <a:lnTo>
                    <a:pt x="24417" y="69092"/>
                  </a:lnTo>
                  <a:lnTo>
                    <a:pt x="24644" y="66596"/>
                  </a:lnTo>
                  <a:lnTo>
                    <a:pt x="22159" y="64646"/>
                  </a:lnTo>
                  <a:lnTo>
                    <a:pt x="16598" y="65212"/>
                  </a:lnTo>
                  <a:lnTo>
                    <a:pt x="10903" y="72076"/>
                  </a:lnTo>
                  <a:lnTo>
                    <a:pt x="1813" y="74369"/>
                  </a:lnTo>
                  <a:lnTo>
                    <a:pt x="0" y="66895"/>
                  </a:lnTo>
                  <a:lnTo>
                    <a:pt x="3033" y="61109"/>
                  </a:lnTo>
                  <a:lnTo>
                    <a:pt x="7141" y="55623"/>
                  </a:lnTo>
                  <a:lnTo>
                    <a:pt x="16169" y="46999"/>
                  </a:lnTo>
                  <a:lnTo>
                    <a:pt x="29083" y="41531"/>
                  </a:lnTo>
                  <a:lnTo>
                    <a:pt x="35646" y="36806"/>
                  </a:lnTo>
                  <a:lnTo>
                    <a:pt x="40194" y="40966"/>
                  </a:lnTo>
                  <a:lnTo>
                    <a:pt x="41191" y="35346"/>
                  </a:lnTo>
                  <a:lnTo>
                    <a:pt x="44690" y="32101"/>
                  </a:lnTo>
                  <a:lnTo>
                    <a:pt x="48493" y="30354"/>
                  </a:lnTo>
                  <a:lnTo>
                    <a:pt x="57640" y="30310"/>
                  </a:lnTo>
                  <a:lnTo>
                    <a:pt x="62565" y="29427"/>
                  </a:lnTo>
                  <a:lnTo>
                    <a:pt x="66126" y="27560"/>
                  </a:lnTo>
                  <a:lnTo>
                    <a:pt x="69779" y="27211"/>
                  </a:lnTo>
                  <a:lnTo>
                    <a:pt x="79784" y="29757"/>
                  </a:lnTo>
                  <a:lnTo>
                    <a:pt x="89556" y="29027"/>
                  </a:lnTo>
                  <a:lnTo>
                    <a:pt x="97447" y="25509"/>
                  </a:lnTo>
                  <a:lnTo>
                    <a:pt x="105648" y="24328"/>
                  </a:lnTo>
                  <a:lnTo>
                    <a:pt x="127343" y="23534"/>
                  </a:lnTo>
                  <a:lnTo>
                    <a:pt x="148902" y="20962"/>
                  </a:lnTo>
                  <a:lnTo>
                    <a:pt x="157522" y="16390"/>
                  </a:lnTo>
                  <a:lnTo>
                    <a:pt x="175630" y="3575"/>
                  </a:lnTo>
                  <a:lnTo>
                    <a:pt x="186048" y="0"/>
                  </a:lnTo>
                  <a:lnTo>
                    <a:pt x="169826" y="14891"/>
                  </a:lnTo>
                  <a:lnTo>
                    <a:pt x="161108" y="2171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g3869"/>
            <p:cNvSpPr/>
            <p:nvPr/>
          </p:nvSpPr>
          <p:spPr>
            <a:xfrm>
              <a:off x="5787092" y="2877417"/>
              <a:ext cx="23756" cy="26893"/>
            </a:xfrm>
            <a:custGeom>
              <a:avLst/>
              <a:pathLst>
                <a:path w="23756" h="26893">
                  <a:moveTo>
                    <a:pt x="17596" y="18663"/>
                  </a:moveTo>
                  <a:lnTo>
                    <a:pt x="10841" y="17558"/>
                  </a:lnTo>
                  <a:lnTo>
                    <a:pt x="10981" y="24423"/>
                  </a:lnTo>
                  <a:lnTo>
                    <a:pt x="10226" y="26893"/>
                  </a:lnTo>
                  <a:lnTo>
                    <a:pt x="2744" y="23363"/>
                  </a:lnTo>
                  <a:lnTo>
                    <a:pt x="0" y="21089"/>
                  </a:lnTo>
                  <a:lnTo>
                    <a:pt x="237" y="11995"/>
                  </a:lnTo>
                  <a:lnTo>
                    <a:pt x="6847" y="3397"/>
                  </a:lnTo>
                  <a:lnTo>
                    <a:pt x="11885" y="0"/>
                  </a:lnTo>
                  <a:lnTo>
                    <a:pt x="18381" y="2355"/>
                  </a:lnTo>
                  <a:lnTo>
                    <a:pt x="23368" y="11983"/>
                  </a:lnTo>
                  <a:lnTo>
                    <a:pt x="23756" y="1612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g3870"/>
            <p:cNvSpPr/>
            <p:nvPr/>
          </p:nvSpPr>
          <p:spPr>
            <a:xfrm>
              <a:off x="5170691" y="3371376"/>
              <a:ext cx="17833" cy="18174"/>
            </a:xfrm>
            <a:custGeom>
              <a:avLst/>
              <a:pathLst>
                <a:path w="17833" h="18174">
                  <a:moveTo>
                    <a:pt x="0" y="18174"/>
                  </a:moveTo>
                  <a:lnTo>
                    <a:pt x="5048" y="5702"/>
                  </a:lnTo>
                  <a:lnTo>
                    <a:pt x="14330" y="0"/>
                  </a:lnTo>
                  <a:lnTo>
                    <a:pt x="17689" y="1187"/>
                  </a:lnTo>
                  <a:lnTo>
                    <a:pt x="17833" y="5594"/>
                  </a:lnTo>
                  <a:lnTo>
                    <a:pt x="16531" y="9360"/>
                  </a:lnTo>
                  <a:lnTo>
                    <a:pt x="10304" y="15164"/>
                  </a:lnTo>
                  <a:lnTo>
                    <a:pt x="5054" y="176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g3871"/>
            <p:cNvSpPr/>
            <p:nvPr/>
          </p:nvSpPr>
          <p:spPr>
            <a:xfrm>
              <a:off x="5531238" y="3267490"/>
              <a:ext cx="33791" cy="16879"/>
            </a:xfrm>
            <a:custGeom>
              <a:avLst/>
              <a:pathLst>
                <a:path w="33791" h="16879">
                  <a:moveTo>
                    <a:pt x="4645" y="16879"/>
                  </a:moveTo>
                  <a:lnTo>
                    <a:pt x="0" y="12776"/>
                  </a:lnTo>
                  <a:lnTo>
                    <a:pt x="7270" y="10878"/>
                  </a:lnTo>
                  <a:lnTo>
                    <a:pt x="16454" y="1130"/>
                  </a:lnTo>
                  <a:lnTo>
                    <a:pt x="22562" y="0"/>
                  </a:lnTo>
                  <a:lnTo>
                    <a:pt x="32158" y="5518"/>
                  </a:lnTo>
                  <a:lnTo>
                    <a:pt x="33791" y="1052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g3872"/>
            <p:cNvSpPr/>
            <p:nvPr/>
          </p:nvSpPr>
          <p:spPr>
            <a:xfrm>
              <a:off x="5476517" y="3241859"/>
              <a:ext cx="12087" cy="24671"/>
            </a:xfrm>
            <a:custGeom>
              <a:avLst/>
              <a:pathLst>
                <a:path w="12087" h="24671">
                  <a:moveTo>
                    <a:pt x="5855" y="24671"/>
                  </a:moveTo>
                  <a:lnTo>
                    <a:pt x="0" y="24048"/>
                  </a:lnTo>
                  <a:lnTo>
                    <a:pt x="2971" y="19248"/>
                  </a:lnTo>
                  <a:lnTo>
                    <a:pt x="4103" y="12199"/>
                  </a:lnTo>
                  <a:lnTo>
                    <a:pt x="6991" y="4457"/>
                  </a:lnTo>
                  <a:lnTo>
                    <a:pt x="8655" y="2089"/>
                  </a:lnTo>
                  <a:lnTo>
                    <a:pt x="12087" y="0"/>
                  </a:lnTo>
                  <a:lnTo>
                    <a:pt x="11095" y="211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g3873"/>
            <p:cNvSpPr/>
            <p:nvPr/>
          </p:nvSpPr>
          <p:spPr>
            <a:xfrm>
              <a:off x="5594331" y="3275262"/>
              <a:ext cx="27001" cy="19248"/>
            </a:xfrm>
            <a:custGeom>
              <a:avLst/>
              <a:pathLst>
                <a:path w="27001" h="19248">
                  <a:moveTo>
                    <a:pt x="18836" y="19248"/>
                  </a:moveTo>
                  <a:lnTo>
                    <a:pt x="0" y="14453"/>
                  </a:lnTo>
                  <a:lnTo>
                    <a:pt x="15498" y="10389"/>
                  </a:lnTo>
                  <a:lnTo>
                    <a:pt x="18030" y="8973"/>
                  </a:lnTo>
                  <a:lnTo>
                    <a:pt x="20050" y="2997"/>
                  </a:lnTo>
                  <a:lnTo>
                    <a:pt x="20303" y="0"/>
                  </a:lnTo>
                  <a:lnTo>
                    <a:pt x="26190" y="12853"/>
                  </a:lnTo>
                  <a:lnTo>
                    <a:pt x="27001" y="171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g3874"/>
            <p:cNvSpPr/>
            <p:nvPr/>
          </p:nvSpPr>
          <p:spPr>
            <a:xfrm>
              <a:off x="5013918" y="3984239"/>
              <a:ext cx="8624" cy="14377"/>
            </a:xfrm>
            <a:custGeom>
              <a:avLst/>
              <a:pathLst>
                <a:path w="8624" h="14377">
                  <a:moveTo>
                    <a:pt x="7028" y="14377"/>
                  </a:moveTo>
                  <a:lnTo>
                    <a:pt x="0" y="0"/>
                  </a:lnTo>
                  <a:lnTo>
                    <a:pt x="7229" y="4648"/>
                  </a:lnTo>
                  <a:lnTo>
                    <a:pt x="8521" y="8515"/>
                  </a:lnTo>
                  <a:lnTo>
                    <a:pt x="8624" y="1173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g3875"/>
            <p:cNvSpPr/>
            <p:nvPr/>
          </p:nvSpPr>
          <p:spPr>
            <a:xfrm>
              <a:off x="5016786" y="4007259"/>
              <a:ext cx="24727" cy="72349"/>
            </a:xfrm>
            <a:custGeom>
              <a:avLst/>
              <a:pathLst>
                <a:path w="24727" h="72349">
                  <a:moveTo>
                    <a:pt x="1250" y="72349"/>
                  </a:moveTo>
                  <a:lnTo>
                    <a:pt x="0" y="71213"/>
                  </a:lnTo>
                  <a:lnTo>
                    <a:pt x="16267" y="63796"/>
                  </a:lnTo>
                  <a:lnTo>
                    <a:pt x="21399" y="37670"/>
                  </a:lnTo>
                  <a:lnTo>
                    <a:pt x="22102" y="25623"/>
                  </a:lnTo>
                  <a:lnTo>
                    <a:pt x="19663" y="4388"/>
                  </a:lnTo>
                  <a:lnTo>
                    <a:pt x="19745" y="0"/>
                  </a:lnTo>
                  <a:lnTo>
                    <a:pt x="22391" y="6845"/>
                  </a:lnTo>
                  <a:lnTo>
                    <a:pt x="24727" y="26658"/>
                  </a:lnTo>
                  <a:lnTo>
                    <a:pt x="23849" y="41683"/>
                  </a:lnTo>
                  <a:lnTo>
                    <a:pt x="19130" y="63573"/>
                  </a:lnTo>
                  <a:lnTo>
                    <a:pt x="15446" y="6880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g3876"/>
            <p:cNvSpPr/>
            <p:nvPr/>
          </p:nvSpPr>
          <p:spPr>
            <a:xfrm>
              <a:off x="4985661" y="4082556"/>
              <a:ext cx="21404" cy="9277"/>
            </a:xfrm>
            <a:custGeom>
              <a:avLst/>
              <a:pathLst>
                <a:path w="21404" h="9277">
                  <a:moveTo>
                    <a:pt x="2170" y="9277"/>
                  </a:moveTo>
                  <a:lnTo>
                    <a:pt x="0" y="8725"/>
                  </a:lnTo>
                  <a:lnTo>
                    <a:pt x="12619" y="2089"/>
                  </a:lnTo>
                  <a:lnTo>
                    <a:pt x="2140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g3877"/>
            <p:cNvSpPr/>
            <p:nvPr/>
          </p:nvSpPr>
          <p:spPr>
            <a:xfrm>
              <a:off x="4928046" y="4115235"/>
              <a:ext cx="33993" cy="39982"/>
            </a:xfrm>
            <a:custGeom>
              <a:avLst/>
              <a:pathLst>
                <a:path w="33993" h="39982">
                  <a:moveTo>
                    <a:pt x="0" y="39982"/>
                  </a:moveTo>
                  <a:lnTo>
                    <a:pt x="9689" y="23744"/>
                  </a:lnTo>
                  <a:lnTo>
                    <a:pt x="28825" y="3149"/>
                  </a:lnTo>
                  <a:lnTo>
                    <a:pt x="33993" y="0"/>
                  </a:lnTo>
                  <a:lnTo>
                    <a:pt x="18081" y="17590"/>
                  </a:lnTo>
                  <a:lnTo>
                    <a:pt x="2635" y="3848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g3878"/>
            <p:cNvSpPr/>
            <p:nvPr/>
          </p:nvSpPr>
          <p:spPr>
            <a:xfrm>
              <a:off x="4327665" y="5206518"/>
              <a:ext cx="17373" cy="15672"/>
            </a:xfrm>
            <a:custGeom>
              <a:avLst/>
              <a:pathLst>
                <a:path w="17373" h="15672">
                  <a:moveTo>
                    <a:pt x="13601" y="15672"/>
                  </a:moveTo>
                  <a:lnTo>
                    <a:pt x="5968" y="13183"/>
                  </a:lnTo>
                  <a:lnTo>
                    <a:pt x="1798" y="8725"/>
                  </a:lnTo>
                  <a:lnTo>
                    <a:pt x="0" y="0"/>
                  </a:lnTo>
                  <a:lnTo>
                    <a:pt x="6645" y="9239"/>
                  </a:lnTo>
                  <a:lnTo>
                    <a:pt x="9028" y="11329"/>
                  </a:lnTo>
                  <a:lnTo>
                    <a:pt x="17373" y="122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g3879"/>
            <p:cNvSpPr/>
            <p:nvPr/>
          </p:nvSpPr>
          <p:spPr>
            <a:xfrm>
              <a:off x="4331075" y="5186660"/>
              <a:ext cx="9033" cy="26938"/>
            </a:xfrm>
            <a:custGeom>
              <a:avLst/>
              <a:pathLst>
                <a:path w="9033" h="26938">
                  <a:moveTo>
                    <a:pt x="8883" y="26938"/>
                  </a:moveTo>
                  <a:lnTo>
                    <a:pt x="3550" y="14142"/>
                  </a:lnTo>
                  <a:lnTo>
                    <a:pt x="0" y="0"/>
                  </a:lnTo>
                  <a:lnTo>
                    <a:pt x="5079" y="4578"/>
                  </a:lnTo>
                  <a:lnTo>
                    <a:pt x="9033" y="19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g3880"/>
            <p:cNvSpPr/>
            <p:nvPr/>
          </p:nvSpPr>
          <p:spPr>
            <a:xfrm>
              <a:off x="4499202" y="5362642"/>
              <a:ext cx="34236" cy="51158"/>
            </a:xfrm>
            <a:custGeom>
              <a:avLst/>
              <a:pathLst>
                <a:path w="34236" h="51158">
                  <a:moveTo>
                    <a:pt x="0" y="51158"/>
                  </a:moveTo>
                  <a:lnTo>
                    <a:pt x="2330" y="45036"/>
                  </a:lnTo>
                  <a:lnTo>
                    <a:pt x="10531" y="31948"/>
                  </a:lnTo>
                  <a:lnTo>
                    <a:pt x="13182" y="25788"/>
                  </a:lnTo>
                  <a:lnTo>
                    <a:pt x="18722" y="21883"/>
                  </a:lnTo>
                  <a:lnTo>
                    <a:pt x="23880" y="14821"/>
                  </a:lnTo>
                  <a:lnTo>
                    <a:pt x="24267" y="6585"/>
                  </a:lnTo>
                  <a:lnTo>
                    <a:pt x="31760" y="825"/>
                  </a:lnTo>
                  <a:lnTo>
                    <a:pt x="34236" y="0"/>
                  </a:lnTo>
                  <a:lnTo>
                    <a:pt x="21032" y="2670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g3881"/>
            <p:cNvSpPr/>
            <p:nvPr/>
          </p:nvSpPr>
          <p:spPr>
            <a:xfrm>
              <a:off x="3289924" y="4803878"/>
              <a:ext cx="26706" cy="20480"/>
            </a:xfrm>
            <a:custGeom>
              <a:avLst/>
              <a:pathLst>
                <a:path w="26706" h="20480">
                  <a:moveTo>
                    <a:pt x="18603" y="20480"/>
                  </a:moveTo>
                  <a:lnTo>
                    <a:pt x="1100" y="9214"/>
                  </a:lnTo>
                  <a:lnTo>
                    <a:pt x="0" y="4375"/>
                  </a:lnTo>
                  <a:lnTo>
                    <a:pt x="8635" y="0"/>
                  </a:lnTo>
                  <a:lnTo>
                    <a:pt x="13906" y="387"/>
                  </a:lnTo>
                  <a:lnTo>
                    <a:pt x="22241" y="6109"/>
                  </a:lnTo>
                  <a:lnTo>
                    <a:pt x="25290" y="7703"/>
                  </a:lnTo>
                  <a:lnTo>
                    <a:pt x="26706" y="10020"/>
                  </a:lnTo>
                  <a:lnTo>
                    <a:pt x="25900" y="13646"/>
                  </a:lnTo>
                  <a:lnTo>
                    <a:pt x="22536" y="1862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g3882"/>
            <p:cNvSpPr/>
            <p:nvPr/>
          </p:nvSpPr>
          <p:spPr>
            <a:xfrm>
              <a:off x="2757638" y="5000397"/>
              <a:ext cx="20774" cy="30399"/>
            </a:xfrm>
            <a:custGeom>
              <a:avLst/>
              <a:pathLst>
                <a:path w="20774" h="30399">
                  <a:moveTo>
                    <a:pt x="0" y="30399"/>
                  </a:moveTo>
                  <a:lnTo>
                    <a:pt x="5121" y="19749"/>
                  </a:lnTo>
                  <a:lnTo>
                    <a:pt x="6072" y="15482"/>
                  </a:lnTo>
                  <a:lnTo>
                    <a:pt x="14469" y="2006"/>
                  </a:lnTo>
                  <a:lnTo>
                    <a:pt x="18903" y="0"/>
                  </a:lnTo>
                  <a:lnTo>
                    <a:pt x="20774" y="5734"/>
                  </a:lnTo>
                  <a:lnTo>
                    <a:pt x="12138" y="15202"/>
                  </a:lnTo>
                  <a:lnTo>
                    <a:pt x="2294" y="300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g3883"/>
            <p:cNvSpPr/>
            <p:nvPr/>
          </p:nvSpPr>
          <p:spPr>
            <a:xfrm>
              <a:off x="2782499" y="4968054"/>
              <a:ext cx="42075" cy="30323"/>
            </a:xfrm>
            <a:custGeom>
              <a:avLst/>
              <a:pathLst>
                <a:path w="42075" h="30323">
                  <a:moveTo>
                    <a:pt x="0" y="30323"/>
                  </a:moveTo>
                  <a:lnTo>
                    <a:pt x="4816" y="23299"/>
                  </a:lnTo>
                  <a:lnTo>
                    <a:pt x="12645" y="19756"/>
                  </a:lnTo>
                  <a:lnTo>
                    <a:pt x="29822" y="6261"/>
                  </a:lnTo>
                  <a:lnTo>
                    <a:pt x="36830" y="5334"/>
                  </a:lnTo>
                  <a:lnTo>
                    <a:pt x="40478" y="685"/>
                  </a:lnTo>
                  <a:lnTo>
                    <a:pt x="42075" y="0"/>
                  </a:lnTo>
                  <a:lnTo>
                    <a:pt x="41042" y="5696"/>
                  </a:lnTo>
                  <a:lnTo>
                    <a:pt x="27223" y="13786"/>
                  </a:lnTo>
                  <a:lnTo>
                    <a:pt x="3886" y="2978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g3884"/>
            <p:cNvSpPr/>
            <p:nvPr/>
          </p:nvSpPr>
          <p:spPr>
            <a:xfrm>
              <a:off x="2720724" y="5040830"/>
              <a:ext cx="34318" cy="75366"/>
            </a:xfrm>
            <a:custGeom>
              <a:avLst/>
              <a:pathLst>
                <a:path w="34318" h="75366">
                  <a:moveTo>
                    <a:pt x="0" y="75366"/>
                  </a:moveTo>
                  <a:lnTo>
                    <a:pt x="909" y="64215"/>
                  </a:lnTo>
                  <a:lnTo>
                    <a:pt x="9503" y="38877"/>
                  </a:lnTo>
                  <a:lnTo>
                    <a:pt x="26965" y="5575"/>
                  </a:lnTo>
                  <a:lnTo>
                    <a:pt x="34318" y="0"/>
                  </a:lnTo>
                  <a:lnTo>
                    <a:pt x="14175" y="36521"/>
                  </a:lnTo>
                  <a:lnTo>
                    <a:pt x="3302" y="6788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g3885"/>
            <p:cNvSpPr/>
            <p:nvPr/>
          </p:nvSpPr>
          <p:spPr>
            <a:xfrm>
              <a:off x="2963633" y="4843237"/>
              <a:ext cx="34081" cy="26658"/>
            </a:xfrm>
            <a:custGeom>
              <a:avLst/>
              <a:pathLst>
                <a:path w="34081" h="26658">
                  <a:moveTo>
                    <a:pt x="0" y="26658"/>
                  </a:moveTo>
                  <a:lnTo>
                    <a:pt x="23068" y="6655"/>
                  </a:lnTo>
                  <a:lnTo>
                    <a:pt x="27905" y="0"/>
                  </a:lnTo>
                  <a:lnTo>
                    <a:pt x="34081" y="292"/>
                  </a:lnTo>
                  <a:lnTo>
                    <a:pt x="23781" y="11500"/>
                  </a:lnTo>
                  <a:lnTo>
                    <a:pt x="5286" y="2541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g3886"/>
            <p:cNvSpPr/>
            <p:nvPr/>
          </p:nvSpPr>
          <p:spPr>
            <a:xfrm>
              <a:off x="2718358" y="5122184"/>
              <a:ext cx="25027" cy="140921"/>
            </a:xfrm>
            <a:custGeom>
              <a:avLst/>
              <a:pathLst>
                <a:path w="25027" h="140921">
                  <a:moveTo>
                    <a:pt x="23564" y="140921"/>
                  </a:moveTo>
                  <a:lnTo>
                    <a:pt x="14800" y="112719"/>
                  </a:lnTo>
                  <a:lnTo>
                    <a:pt x="537" y="48898"/>
                  </a:lnTo>
                  <a:lnTo>
                    <a:pt x="0" y="12522"/>
                  </a:lnTo>
                  <a:lnTo>
                    <a:pt x="2242" y="0"/>
                  </a:lnTo>
                  <a:lnTo>
                    <a:pt x="5922" y="51374"/>
                  </a:lnTo>
                  <a:lnTo>
                    <a:pt x="21688" y="116618"/>
                  </a:lnTo>
                  <a:lnTo>
                    <a:pt x="25027" y="13488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g3887"/>
            <p:cNvSpPr/>
            <p:nvPr/>
          </p:nvSpPr>
          <p:spPr>
            <a:xfrm>
              <a:off x="5470466" y="3252585"/>
              <a:ext cx="5178" cy="13666"/>
            </a:xfrm>
            <a:custGeom>
              <a:avLst/>
              <a:pathLst>
                <a:path w="5178" h="13666">
                  <a:moveTo>
                    <a:pt x="1095" y="13666"/>
                  </a:moveTo>
                  <a:lnTo>
                    <a:pt x="0" y="7385"/>
                  </a:lnTo>
                  <a:lnTo>
                    <a:pt x="2056" y="165"/>
                  </a:lnTo>
                  <a:lnTo>
                    <a:pt x="4139" y="0"/>
                  </a:lnTo>
                  <a:lnTo>
                    <a:pt x="5178" y="3841"/>
                  </a:lnTo>
                  <a:lnTo>
                    <a:pt x="4030" y="1125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g3888"/>
            <p:cNvSpPr/>
            <p:nvPr/>
          </p:nvSpPr>
          <p:spPr>
            <a:xfrm>
              <a:off x="5168862" y="3489988"/>
              <a:ext cx="15498" cy="28227"/>
            </a:xfrm>
            <a:custGeom>
              <a:avLst/>
              <a:pathLst>
                <a:path w="15498" h="28227">
                  <a:moveTo>
                    <a:pt x="284" y="28227"/>
                  </a:moveTo>
                  <a:lnTo>
                    <a:pt x="0" y="24442"/>
                  </a:lnTo>
                  <a:lnTo>
                    <a:pt x="15498" y="0"/>
                  </a:lnTo>
                  <a:lnTo>
                    <a:pt x="12697" y="854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g3889"/>
            <p:cNvSpPr/>
            <p:nvPr/>
          </p:nvSpPr>
          <p:spPr>
            <a:xfrm>
              <a:off x="5049761" y="3678353"/>
              <a:ext cx="29698" cy="55407"/>
            </a:xfrm>
            <a:custGeom>
              <a:avLst/>
              <a:pathLst>
                <a:path w="29698" h="55407">
                  <a:moveTo>
                    <a:pt x="0" y="55407"/>
                  </a:moveTo>
                  <a:lnTo>
                    <a:pt x="16143" y="29364"/>
                  </a:lnTo>
                  <a:lnTo>
                    <a:pt x="25518" y="7544"/>
                  </a:lnTo>
                  <a:lnTo>
                    <a:pt x="29698" y="0"/>
                  </a:lnTo>
                  <a:lnTo>
                    <a:pt x="25642" y="15291"/>
                  </a:lnTo>
                  <a:lnTo>
                    <a:pt x="18552" y="29351"/>
                  </a:lnTo>
                  <a:lnTo>
                    <a:pt x="4811" y="532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g3890"/>
            <p:cNvSpPr/>
            <p:nvPr/>
          </p:nvSpPr>
          <p:spPr>
            <a:xfrm>
              <a:off x="4912662" y="4146288"/>
              <a:ext cx="13513" cy="6191"/>
            </a:xfrm>
            <a:custGeom>
              <a:avLst/>
              <a:pathLst>
                <a:path w="13513" h="6191">
                  <a:moveTo>
                    <a:pt x="11157" y="6191"/>
                  </a:moveTo>
                  <a:lnTo>
                    <a:pt x="6997" y="4756"/>
                  </a:lnTo>
                  <a:lnTo>
                    <a:pt x="1266" y="2013"/>
                  </a:lnTo>
                  <a:lnTo>
                    <a:pt x="0" y="0"/>
                  </a:lnTo>
                  <a:lnTo>
                    <a:pt x="5467" y="730"/>
                  </a:lnTo>
                  <a:lnTo>
                    <a:pt x="13513" y="58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g3891"/>
            <p:cNvSpPr/>
            <p:nvPr/>
          </p:nvSpPr>
          <p:spPr>
            <a:xfrm>
              <a:off x="4410183" y="5440364"/>
              <a:ext cx="10779" cy="15615"/>
            </a:xfrm>
            <a:custGeom>
              <a:avLst/>
              <a:pathLst>
                <a:path w="10779" h="15615">
                  <a:moveTo>
                    <a:pt x="6020" y="15615"/>
                  </a:moveTo>
                  <a:lnTo>
                    <a:pt x="4511" y="14790"/>
                  </a:lnTo>
                  <a:lnTo>
                    <a:pt x="4511" y="10890"/>
                  </a:lnTo>
                  <a:lnTo>
                    <a:pt x="0" y="2260"/>
                  </a:lnTo>
                  <a:lnTo>
                    <a:pt x="170" y="0"/>
                  </a:lnTo>
                  <a:lnTo>
                    <a:pt x="10516" y="8446"/>
                  </a:lnTo>
                  <a:lnTo>
                    <a:pt x="10779" y="10713"/>
                  </a:lnTo>
                  <a:lnTo>
                    <a:pt x="9193" y="1294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g3892"/>
            <p:cNvSpPr/>
            <p:nvPr/>
          </p:nvSpPr>
          <p:spPr>
            <a:xfrm>
              <a:off x="4470862" y="5427841"/>
              <a:ext cx="6681" cy="5543"/>
            </a:xfrm>
            <a:custGeom>
              <a:avLst/>
              <a:pathLst>
                <a:path w="6681" h="5543">
                  <a:moveTo>
                    <a:pt x="0" y="5543"/>
                  </a:moveTo>
                  <a:lnTo>
                    <a:pt x="1002" y="3695"/>
                  </a:lnTo>
                  <a:lnTo>
                    <a:pt x="5178" y="0"/>
                  </a:lnTo>
                  <a:lnTo>
                    <a:pt x="6681" y="1435"/>
                  </a:lnTo>
                  <a:lnTo>
                    <a:pt x="6516" y="3283"/>
                  </a:lnTo>
                  <a:lnTo>
                    <a:pt x="2005" y="554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g3893"/>
            <p:cNvSpPr/>
            <p:nvPr/>
          </p:nvSpPr>
          <p:spPr>
            <a:xfrm>
              <a:off x="4490252" y="5415509"/>
              <a:ext cx="5348" cy="5550"/>
            </a:xfrm>
            <a:custGeom>
              <a:avLst/>
              <a:pathLst>
                <a:path w="5348" h="5550">
                  <a:moveTo>
                    <a:pt x="0" y="5550"/>
                  </a:moveTo>
                  <a:lnTo>
                    <a:pt x="4175" y="0"/>
                  </a:lnTo>
                  <a:lnTo>
                    <a:pt x="5348" y="412"/>
                  </a:lnTo>
                  <a:lnTo>
                    <a:pt x="2842" y="493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g3894"/>
            <p:cNvSpPr/>
            <p:nvPr/>
          </p:nvSpPr>
          <p:spPr>
            <a:xfrm>
              <a:off x="4440275" y="5439132"/>
              <a:ext cx="21895" cy="8630"/>
            </a:xfrm>
            <a:custGeom>
              <a:avLst/>
              <a:pathLst>
                <a:path w="21895" h="8630">
                  <a:moveTo>
                    <a:pt x="5012" y="8630"/>
                  </a:moveTo>
                  <a:lnTo>
                    <a:pt x="0" y="6369"/>
                  </a:lnTo>
                  <a:lnTo>
                    <a:pt x="5513" y="3289"/>
                  </a:lnTo>
                  <a:lnTo>
                    <a:pt x="21895" y="0"/>
                  </a:lnTo>
                  <a:lnTo>
                    <a:pt x="15709" y="4108"/>
                  </a:lnTo>
                  <a:lnTo>
                    <a:pt x="9860" y="555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g3895"/>
            <p:cNvSpPr/>
            <p:nvPr/>
          </p:nvSpPr>
          <p:spPr>
            <a:xfrm>
              <a:off x="4403522" y="4631229"/>
              <a:ext cx="6945" cy="31688"/>
            </a:xfrm>
            <a:custGeom>
              <a:avLst/>
              <a:pathLst>
                <a:path w="6945" h="31688">
                  <a:moveTo>
                    <a:pt x="2237" y="31688"/>
                  </a:moveTo>
                  <a:lnTo>
                    <a:pt x="201" y="20467"/>
                  </a:lnTo>
                  <a:lnTo>
                    <a:pt x="0" y="9570"/>
                  </a:lnTo>
                  <a:lnTo>
                    <a:pt x="3565" y="3124"/>
                  </a:lnTo>
                  <a:lnTo>
                    <a:pt x="6945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g3896"/>
            <p:cNvSpPr/>
            <p:nvPr/>
          </p:nvSpPr>
          <p:spPr>
            <a:xfrm>
              <a:off x="4387977" y="5448277"/>
              <a:ext cx="10567" cy="12891"/>
            </a:xfrm>
            <a:custGeom>
              <a:avLst/>
              <a:pathLst>
                <a:path w="10567" h="12891">
                  <a:moveTo>
                    <a:pt x="0" y="12891"/>
                  </a:moveTo>
                  <a:lnTo>
                    <a:pt x="5529" y="7772"/>
                  </a:lnTo>
                  <a:lnTo>
                    <a:pt x="7322" y="0"/>
                  </a:lnTo>
                  <a:lnTo>
                    <a:pt x="10567" y="6070"/>
                  </a:lnTo>
                  <a:lnTo>
                    <a:pt x="10505" y="9754"/>
                  </a:lnTo>
                  <a:lnTo>
                    <a:pt x="6857" y="1160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g3897"/>
            <p:cNvSpPr/>
            <p:nvPr/>
          </p:nvSpPr>
          <p:spPr>
            <a:xfrm>
              <a:off x="4514406" y="5037121"/>
              <a:ext cx="28195" cy="83983"/>
            </a:xfrm>
            <a:custGeom>
              <a:avLst/>
              <a:pathLst>
                <a:path w="28195" h="83983">
                  <a:moveTo>
                    <a:pt x="28195" y="83983"/>
                  </a:moveTo>
                  <a:lnTo>
                    <a:pt x="18464" y="61770"/>
                  </a:lnTo>
                  <a:lnTo>
                    <a:pt x="6438" y="26938"/>
                  </a:lnTo>
                  <a:lnTo>
                    <a:pt x="0" y="0"/>
                  </a:lnTo>
                  <a:lnTo>
                    <a:pt x="4356" y="7283"/>
                  </a:lnTo>
                  <a:lnTo>
                    <a:pt x="8614" y="22359"/>
                  </a:lnTo>
                  <a:lnTo>
                    <a:pt x="26474" y="744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g3898"/>
            <p:cNvSpPr/>
            <p:nvPr/>
          </p:nvSpPr>
          <p:spPr>
            <a:xfrm>
              <a:off x="4368934" y="5462902"/>
              <a:ext cx="7699" cy="4470"/>
            </a:xfrm>
            <a:custGeom>
              <a:avLst/>
              <a:pathLst>
                <a:path w="7699" h="4470">
                  <a:moveTo>
                    <a:pt x="232" y="4470"/>
                  </a:moveTo>
                  <a:lnTo>
                    <a:pt x="0" y="2457"/>
                  </a:lnTo>
                  <a:lnTo>
                    <a:pt x="4630" y="0"/>
                  </a:lnTo>
                  <a:lnTo>
                    <a:pt x="7699" y="165"/>
                  </a:lnTo>
                  <a:lnTo>
                    <a:pt x="7586" y="2889"/>
                  </a:lnTo>
                  <a:lnTo>
                    <a:pt x="2919" y="41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g3899"/>
            <p:cNvSpPr/>
            <p:nvPr/>
          </p:nvSpPr>
          <p:spPr>
            <a:xfrm>
              <a:off x="3614100" y="4789697"/>
              <a:ext cx="7508" cy="12059"/>
            </a:xfrm>
            <a:custGeom>
              <a:avLst/>
              <a:pathLst>
                <a:path w="7508" h="12059">
                  <a:moveTo>
                    <a:pt x="0" y="12059"/>
                  </a:moveTo>
                  <a:lnTo>
                    <a:pt x="263" y="9462"/>
                  </a:lnTo>
                  <a:lnTo>
                    <a:pt x="4490" y="2648"/>
                  </a:lnTo>
                  <a:lnTo>
                    <a:pt x="7508" y="0"/>
                  </a:lnTo>
                  <a:lnTo>
                    <a:pt x="5746" y="525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g3900"/>
            <p:cNvSpPr/>
            <p:nvPr/>
          </p:nvSpPr>
          <p:spPr>
            <a:xfrm>
              <a:off x="3637463" y="4723202"/>
              <a:ext cx="17435" cy="7734"/>
            </a:xfrm>
            <a:custGeom>
              <a:avLst/>
              <a:pathLst>
                <a:path w="17435" h="7734">
                  <a:moveTo>
                    <a:pt x="16107" y="7734"/>
                  </a:moveTo>
                  <a:lnTo>
                    <a:pt x="6733" y="5029"/>
                  </a:lnTo>
                  <a:lnTo>
                    <a:pt x="1033" y="2514"/>
                  </a:lnTo>
                  <a:lnTo>
                    <a:pt x="0" y="0"/>
                  </a:lnTo>
                  <a:lnTo>
                    <a:pt x="15756" y="4565"/>
                  </a:lnTo>
                  <a:lnTo>
                    <a:pt x="17435" y="62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g3901"/>
            <p:cNvSpPr/>
            <p:nvPr/>
          </p:nvSpPr>
          <p:spPr>
            <a:xfrm>
              <a:off x="3680495" y="4721970"/>
              <a:ext cx="25921" cy="5569"/>
            </a:xfrm>
            <a:custGeom>
              <a:avLst/>
              <a:pathLst>
                <a:path w="25921" h="5569">
                  <a:moveTo>
                    <a:pt x="16609" y="5569"/>
                  </a:moveTo>
                  <a:lnTo>
                    <a:pt x="2806" y="5308"/>
                  </a:lnTo>
                  <a:lnTo>
                    <a:pt x="0" y="4330"/>
                  </a:lnTo>
                  <a:lnTo>
                    <a:pt x="5539" y="2470"/>
                  </a:lnTo>
                  <a:lnTo>
                    <a:pt x="21895" y="0"/>
                  </a:lnTo>
                  <a:lnTo>
                    <a:pt x="25921" y="2781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g3902"/>
            <p:cNvSpPr/>
            <p:nvPr/>
          </p:nvSpPr>
          <p:spPr>
            <a:xfrm>
              <a:off x="3571937" y="4735636"/>
              <a:ext cx="16650" cy="17044"/>
            </a:xfrm>
            <a:custGeom>
              <a:avLst/>
              <a:pathLst>
                <a:path w="16650" h="17044">
                  <a:moveTo>
                    <a:pt x="12862" y="17044"/>
                  </a:moveTo>
                  <a:lnTo>
                    <a:pt x="7679" y="14034"/>
                  </a:lnTo>
                  <a:lnTo>
                    <a:pt x="0" y="13761"/>
                  </a:lnTo>
                  <a:lnTo>
                    <a:pt x="3379" y="11697"/>
                  </a:lnTo>
                  <a:lnTo>
                    <a:pt x="5751" y="9684"/>
                  </a:lnTo>
                  <a:lnTo>
                    <a:pt x="6935" y="7518"/>
                  </a:lnTo>
                  <a:lnTo>
                    <a:pt x="16650" y="0"/>
                  </a:lnTo>
                  <a:lnTo>
                    <a:pt x="13896" y="5518"/>
                  </a:lnTo>
                  <a:lnTo>
                    <a:pt x="12490" y="1099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g3903"/>
            <p:cNvSpPr/>
            <p:nvPr/>
          </p:nvSpPr>
          <p:spPr>
            <a:xfrm>
              <a:off x="3622219" y="4750191"/>
              <a:ext cx="5746" cy="36527"/>
            </a:xfrm>
            <a:custGeom>
              <a:avLst/>
              <a:pathLst>
                <a:path w="5746" h="36527">
                  <a:moveTo>
                    <a:pt x="1188" y="36527"/>
                  </a:moveTo>
                  <a:lnTo>
                    <a:pt x="4118" y="16695"/>
                  </a:lnTo>
                  <a:lnTo>
                    <a:pt x="0" y="0"/>
                  </a:lnTo>
                  <a:lnTo>
                    <a:pt x="4340" y="7328"/>
                  </a:lnTo>
                  <a:lnTo>
                    <a:pt x="5746" y="16047"/>
                  </a:lnTo>
                  <a:lnTo>
                    <a:pt x="4175" y="3238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g3904"/>
            <p:cNvSpPr/>
            <p:nvPr/>
          </p:nvSpPr>
          <p:spPr>
            <a:xfrm>
              <a:off x="4019115" y="4792371"/>
              <a:ext cx="40173" cy="16358"/>
            </a:xfrm>
            <a:custGeom>
              <a:avLst/>
              <a:pathLst>
                <a:path w="40173" h="16358">
                  <a:moveTo>
                    <a:pt x="11482" y="16358"/>
                  </a:moveTo>
                  <a:lnTo>
                    <a:pt x="0" y="12954"/>
                  </a:lnTo>
                  <a:lnTo>
                    <a:pt x="7136" y="12307"/>
                  </a:lnTo>
                  <a:lnTo>
                    <a:pt x="12299" y="13685"/>
                  </a:lnTo>
                  <a:lnTo>
                    <a:pt x="25373" y="6991"/>
                  </a:lnTo>
                  <a:lnTo>
                    <a:pt x="32231" y="1924"/>
                  </a:lnTo>
                  <a:lnTo>
                    <a:pt x="40173" y="0"/>
                  </a:lnTo>
                  <a:lnTo>
                    <a:pt x="22102" y="116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g3905"/>
            <p:cNvSpPr/>
            <p:nvPr/>
          </p:nvSpPr>
          <p:spPr>
            <a:xfrm>
              <a:off x="5756262" y="2903466"/>
              <a:ext cx="8449" cy="10395"/>
            </a:xfrm>
            <a:custGeom>
              <a:avLst/>
              <a:pathLst>
                <a:path w="8449" h="10395">
                  <a:moveTo>
                    <a:pt x="4428" y="10395"/>
                  </a:moveTo>
                  <a:lnTo>
                    <a:pt x="139" y="9563"/>
                  </a:lnTo>
                  <a:lnTo>
                    <a:pt x="0" y="3149"/>
                  </a:lnTo>
                  <a:lnTo>
                    <a:pt x="1297" y="971"/>
                  </a:lnTo>
                  <a:lnTo>
                    <a:pt x="2780" y="0"/>
                  </a:lnTo>
                  <a:lnTo>
                    <a:pt x="4981" y="1803"/>
                  </a:lnTo>
                  <a:lnTo>
                    <a:pt x="8449" y="78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g3906"/>
            <p:cNvSpPr/>
            <p:nvPr/>
          </p:nvSpPr>
          <p:spPr>
            <a:xfrm>
              <a:off x="2232276" y="4782381"/>
              <a:ext cx="513697" cy="755524"/>
            </a:xfrm>
            <a:custGeom>
              <a:avLst/>
              <a:pathLst>
                <a:path w="513697" h="755524">
                  <a:moveTo>
                    <a:pt x="961" y="1759"/>
                  </a:moveTo>
                  <a:lnTo>
                    <a:pt x="26210" y="3480"/>
                  </a:lnTo>
                  <a:lnTo>
                    <a:pt x="41104" y="2895"/>
                  </a:lnTo>
                  <a:lnTo>
                    <a:pt x="45646" y="0"/>
                  </a:lnTo>
                  <a:lnTo>
                    <a:pt x="48008" y="152"/>
                  </a:lnTo>
                  <a:lnTo>
                    <a:pt x="48194" y="3340"/>
                  </a:lnTo>
                  <a:lnTo>
                    <a:pt x="51935" y="4692"/>
                  </a:lnTo>
                  <a:lnTo>
                    <a:pt x="59227" y="4210"/>
                  </a:lnTo>
                  <a:lnTo>
                    <a:pt x="65578" y="8668"/>
                  </a:lnTo>
                  <a:lnTo>
                    <a:pt x="73712" y="22778"/>
                  </a:lnTo>
                  <a:lnTo>
                    <a:pt x="101747" y="45379"/>
                  </a:lnTo>
                  <a:lnTo>
                    <a:pt x="104108" y="53133"/>
                  </a:lnTo>
                  <a:lnTo>
                    <a:pt x="113865" y="64316"/>
                  </a:lnTo>
                  <a:lnTo>
                    <a:pt x="131807" y="81507"/>
                  </a:lnTo>
                  <a:lnTo>
                    <a:pt x="141962" y="96329"/>
                  </a:lnTo>
                  <a:lnTo>
                    <a:pt x="144324" y="108782"/>
                  </a:lnTo>
                  <a:lnTo>
                    <a:pt x="153491" y="128481"/>
                  </a:lnTo>
                  <a:lnTo>
                    <a:pt x="169449" y="155419"/>
                  </a:lnTo>
                  <a:lnTo>
                    <a:pt x="176560" y="169942"/>
                  </a:lnTo>
                  <a:lnTo>
                    <a:pt x="174824" y="172038"/>
                  </a:lnTo>
                  <a:lnTo>
                    <a:pt x="176079" y="179620"/>
                  </a:lnTo>
                  <a:lnTo>
                    <a:pt x="180338" y="192683"/>
                  </a:lnTo>
                  <a:lnTo>
                    <a:pt x="188249" y="203745"/>
                  </a:lnTo>
                  <a:lnTo>
                    <a:pt x="199820" y="212807"/>
                  </a:lnTo>
                  <a:lnTo>
                    <a:pt x="211520" y="229077"/>
                  </a:lnTo>
                  <a:lnTo>
                    <a:pt x="223349" y="252561"/>
                  </a:lnTo>
                  <a:lnTo>
                    <a:pt x="237679" y="270425"/>
                  </a:lnTo>
                  <a:lnTo>
                    <a:pt x="254500" y="282655"/>
                  </a:lnTo>
                  <a:lnTo>
                    <a:pt x="264024" y="294042"/>
                  </a:lnTo>
                  <a:lnTo>
                    <a:pt x="266251" y="304571"/>
                  </a:lnTo>
                  <a:lnTo>
                    <a:pt x="266086" y="313588"/>
                  </a:lnTo>
                  <a:lnTo>
                    <a:pt x="263522" y="321094"/>
                  </a:lnTo>
                  <a:lnTo>
                    <a:pt x="264608" y="328226"/>
                  </a:lnTo>
                  <a:lnTo>
                    <a:pt x="269336" y="334964"/>
                  </a:lnTo>
                  <a:lnTo>
                    <a:pt x="270912" y="343232"/>
                  </a:lnTo>
                  <a:lnTo>
                    <a:pt x="269062" y="354732"/>
                  </a:lnTo>
                  <a:lnTo>
                    <a:pt x="269191" y="357990"/>
                  </a:lnTo>
                  <a:lnTo>
                    <a:pt x="270561" y="360587"/>
                  </a:lnTo>
                  <a:lnTo>
                    <a:pt x="285496" y="380350"/>
                  </a:lnTo>
                  <a:lnTo>
                    <a:pt x="293170" y="396321"/>
                  </a:lnTo>
                  <a:lnTo>
                    <a:pt x="299262" y="421811"/>
                  </a:lnTo>
                  <a:lnTo>
                    <a:pt x="299293" y="422040"/>
                  </a:lnTo>
                  <a:lnTo>
                    <a:pt x="306099" y="437287"/>
                  </a:lnTo>
                  <a:lnTo>
                    <a:pt x="315887" y="443523"/>
                  </a:lnTo>
                  <a:lnTo>
                    <a:pt x="330925" y="445829"/>
                  </a:lnTo>
                  <a:lnTo>
                    <a:pt x="342351" y="451138"/>
                  </a:lnTo>
                  <a:lnTo>
                    <a:pt x="350165" y="459457"/>
                  </a:lnTo>
                  <a:lnTo>
                    <a:pt x="360019" y="464480"/>
                  </a:lnTo>
                  <a:lnTo>
                    <a:pt x="371916" y="466207"/>
                  </a:lnTo>
                  <a:lnTo>
                    <a:pt x="383321" y="471694"/>
                  </a:lnTo>
                  <a:lnTo>
                    <a:pt x="394230" y="480953"/>
                  </a:lnTo>
                  <a:lnTo>
                    <a:pt x="414575" y="487030"/>
                  </a:lnTo>
                  <a:lnTo>
                    <a:pt x="444357" y="489945"/>
                  </a:lnTo>
                  <a:lnTo>
                    <a:pt x="467022" y="497470"/>
                  </a:lnTo>
                  <a:lnTo>
                    <a:pt x="482577" y="509612"/>
                  </a:lnTo>
                  <a:lnTo>
                    <a:pt x="489419" y="512082"/>
                  </a:lnTo>
                  <a:lnTo>
                    <a:pt x="491269" y="512254"/>
                  </a:lnTo>
                  <a:lnTo>
                    <a:pt x="492158" y="510399"/>
                  </a:lnTo>
                  <a:lnTo>
                    <a:pt x="493331" y="506964"/>
                  </a:lnTo>
                  <a:lnTo>
                    <a:pt x="499352" y="503008"/>
                  </a:lnTo>
                  <a:lnTo>
                    <a:pt x="513697" y="500423"/>
                  </a:lnTo>
                  <a:lnTo>
                    <a:pt x="511770" y="527285"/>
                  </a:lnTo>
                  <a:lnTo>
                    <a:pt x="505372" y="549327"/>
                  </a:lnTo>
                  <a:lnTo>
                    <a:pt x="484293" y="595152"/>
                  </a:lnTo>
                  <a:lnTo>
                    <a:pt x="475508" y="623576"/>
                  </a:lnTo>
                  <a:lnTo>
                    <a:pt x="458511" y="704804"/>
                  </a:lnTo>
                  <a:lnTo>
                    <a:pt x="453534" y="755524"/>
                  </a:lnTo>
                  <a:lnTo>
                    <a:pt x="0" y="755524"/>
                  </a:lnTo>
                  <a:lnTo>
                    <a:pt x="0" y="155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g3907"/>
            <p:cNvSpPr/>
            <p:nvPr/>
          </p:nvSpPr>
          <p:spPr>
            <a:xfrm>
              <a:off x="4006075" y="2540116"/>
              <a:ext cx="1519164" cy="699069"/>
            </a:xfrm>
            <a:custGeom>
              <a:avLst/>
              <a:pathLst>
                <a:path w="1519164" h="699069">
                  <a:moveTo>
                    <a:pt x="1509975" y="5632"/>
                  </a:moveTo>
                  <a:lnTo>
                    <a:pt x="1494849" y="16263"/>
                  </a:lnTo>
                  <a:lnTo>
                    <a:pt x="1478746" y="33041"/>
                  </a:lnTo>
                  <a:lnTo>
                    <a:pt x="1440965" y="45729"/>
                  </a:lnTo>
                  <a:lnTo>
                    <a:pt x="1426940" y="48955"/>
                  </a:lnTo>
                  <a:lnTo>
                    <a:pt x="1413994" y="47234"/>
                  </a:lnTo>
                  <a:lnTo>
                    <a:pt x="1398238" y="57559"/>
                  </a:lnTo>
                  <a:lnTo>
                    <a:pt x="1379593" y="63872"/>
                  </a:lnTo>
                  <a:lnTo>
                    <a:pt x="1374089" y="73474"/>
                  </a:lnTo>
                  <a:lnTo>
                    <a:pt x="1329270" y="99193"/>
                  </a:lnTo>
                  <a:lnTo>
                    <a:pt x="1312066" y="102431"/>
                  </a:lnTo>
                  <a:lnTo>
                    <a:pt x="1297426" y="109283"/>
                  </a:lnTo>
                  <a:lnTo>
                    <a:pt x="1293095" y="120917"/>
                  </a:lnTo>
                  <a:lnTo>
                    <a:pt x="1280026" y="127934"/>
                  </a:lnTo>
                  <a:lnTo>
                    <a:pt x="1276399" y="133307"/>
                  </a:lnTo>
                  <a:lnTo>
                    <a:pt x="1265407" y="149583"/>
                  </a:lnTo>
                  <a:lnTo>
                    <a:pt x="1244974" y="170603"/>
                  </a:lnTo>
                  <a:lnTo>
                    <a:pt x="1220075" y="174121"/>
                  </a:lnTo>
                  <a:lnTo>
                    <a:pt x="1210975" y="181436"/>
                  </a:lnTo>
                  <a:lnTo>
                    <a:pt x="1200438" y="193242"/>
                  </a:lnTo>
                  <a:lnTo>
                    <a:pt x="1185576" y="201345"/>
                  </a:lnTo>
                  <a:lnTo>
                    <a:pt x="1156233" y="197547"/>
                  </a:lnTo>
                  <a:lnTo>
                    <a:pt x="1163370" y="202513"/>
                  </a:lnTo>
                  <a:lnTo>
                    <a:pt x="1189622" y="210255"/>
                  </a:lnTo>
                  <a:lnTo>
                    <a:pt x="1192351" y="221730"/>
                  </a:lnTo>
                  <a:lnTo>
                    <a:pt x="1179199" y="224473"/>
                  </a:lnTo>
                  <a:lnTo>
                    <a:pt x="1151660" y="239771"/>
                  </a:lnTo>
                  <a:lnTo>
                    <a:pt x="1114556" y="266113"/>
                  </a:lnTo>
                  <a:lnTo>
                    <a:pt x="1108887" y="266735"/>
                  </a:lnTo>
                  <a:lnTo>
                    <a:pt x="1098918" y="266106"/>
                  </a:lnTo>
                  <a:lnTo>
                    <a:pt x="1084154" y="270501"/>
                  </a:lnTo>
                  <a:lnTo>
                    <a:pt x="1064759" y="279702"/>
                  </a:lnTo>
                  <a:lnTo>
                    <a:pt x="1041277" y="296232"/>
                  </a:lnTo>
                  <a:lnTo>
                    <a:pt x="999930" y="332023"/>
                  </a:lnTo>
                  <a:lnTo>
                    <a:pt x="997031" y="335802"/>
                  </a:lnTo>
                  <a:lnTo>
                    <a:pt x="991042" y="342438"/>
                  </a:lnTo>
                  <a:lnTo>
                    <a:pt x="975771" y="349512"/>
                  </a:lnTo>
                  <a:lnTo>
                    <a:pt x="961911" y="357139"/>
                  </a:lnTo>
                  <a:lnTo>
                    <a:pt x="958248" y="365166"/>
                  </a:lnTo>
                  <a:lnTo>
                    <a:pt x="951607" y="368824"/>
                  </a:lnTo>
                  <a:lnTo>
                    <a:pt x="928740" y="389177"/>
                  </a:lnTo>
                  <a:lnTo>
                    <a:pt x="915877" y="406513"/>
                  </a:lnTo>
                  <a:lnTo>
                    <a:pt x="904198" y="424656"/>
                  </a:lnTo>
                  <a:lnTo>
                    <a:pt x="891129" y="444946"/>
                  </a:lnTo>
                  <a:lnTo>
                    <a:pt x="864314" y="445200"/>
                  </a:lnTo>
                  <a:lnTo>
                    <a:pt x="843850" y="445117"/>
                  </a:lnTo>
                  <a:lnTo>
                    <a:pt x="808942" y="444971"/>
                  </a:lnTo>
                  <a:lnTo>
                    <a:pt x="779020" y="444851"/>
                  </a:lnTo>
                  <a:lnTo>
                    <a:pt x="743508" y="444705"/>
                  </a:lnTo>
                  <a:lnTo>
                    <a:pt x="717742" y="444597"/>
                  </a:lnTo>
                  <a:lnTo>
                    <a:pt x="689996" y="445448"/>
                  </a:lnTo>
                  <a:lnTo>
                    <a:pt x="676751" y="450858"/>
                  </a:lnTo>
                  <a:lnTo>
                    <a:pt x="660142" y="458167"/>
                  </a:lnTo>
                  <a:lnTo>
                    <a:pt x="642215" y="466048"/>
                  </a:lnTo>
                  <a:lnTo>
                    <a:pt x="651615" y="483626"/>
                  </a:lnTo>
                  <a:lnTo>
                    <a:pt x="654137" y="490561"/>
                  </a:lnTo>
                  <a:lnTo>
                    <a:pt x="653414" y="512927"/>
                  </a:lnTo>
                  <a:lnTo>
                    <a:pt x="655326" y="515372"/>
                  </a:lnTo>
                  <a:lnTo>
                    <a:pt x="657331" y="518693"/>
                  </a:lnTo>
                  <a:lnTo>
                    <a:pt x="657636" y="524472"/>
                  </a:lnTo>
                  <a:lnTo>
                    <a:pt x="659171" y="527114"/>
                  </a:lnTo>
                  <a:lnTo>
                    <a:pt x="662442" y="529247"/>
                  </a:lnTo>
                  <a:lnTo>
                    <a:pt x="666121" y="531756"/>
                  </a:lnTo>
                  <a:lnTo>
                    <a:pt x="668783" y="535153"/>
                  </a:lnTo>
                  <a:lnTo>
                    <a:pt x="669392" y="538544"/>
                  </a:lnTo>
                  <a:lnTo>
                    <a:pt x="666834" y="544450"/>
                  </a:lnTo>
                  <a:lnTo>
                    <a:pt x="656520" y="552433"/>
                  </a:lnTo>
                  <a:lnTo>
                    <a:pt x="642019" y="559431"/>
                  </a:lnTo>
                  <a:lnTo>
                    <a:pt x="613178" y="572055"/>
                  </a:lnTo>
                  <a:lnTo>
                    <a:pt x="579758" y="586687"/>
                  </a:lnTo>
                  <a:lnTo>
                    <a:pt x="550788" y="599368"/>
                  </a:lnTo>
                  <a:lnTo>
                    <a:pt x="528370" y="609180"/>
                  </a:lnTo>
                  <a:lnTo>
                    <a:pt x="482326" y="617797"/>
                  </a:lnTo>
                  <a:lnTo>
                    <a:pt x="445749" y="624637"/>
                  </a:lnTo>
                  <a:lnTo>
                    <a:pt x="419352" y="629577"/>
                  </a:lnTo>
                  <a:lnTo>
                    <a:pt x="395043" y="643326"/>
                  </a:lnTo>
                  <a:lnTo>
                    <a:pt x="368202" y="658497"/>
                  </a:lnTo>
                  <a:lnTo>
                    <a:pt x="345634" y="671255"/>
                  </a:lnTo>
                  <a:lnTo>
                    <a:pt x="320323" y="685562"/>
                  </a:lnTo>
                  <a:lnTo>
                    <a:pt x="296432" y="699069"/>
                  </a:lnTo>
                  <a:lnTo>
                    <a:pt x="269870" y="699025"/>
                  </a:lnTo>
                  <a:lnTo>
                    <a:pt x="251225" y="688902"/>
                  </a:lnTo>
                  <a:lnTo>
                    <a:pt x="233893" y="678507"/>
                  </a:lnTo>
                  <a:lnTo>
                    <a:pt x="222043" y="659919"/>
                  </a:lnTo>
                  <a:lnTo>
                    <a:pt x="221227" y="638322"/>
                  </a:lnTo>
                  <a:lnTo>
                    <a:pt x="225474" y="624179"/>
                  </a:lnTo>
                  <a:lnTo>
                    <a:pt x="229324" y="617727"/>
                  </a:lnTo>
                  <a:lnTo>
                    <a:pt x="236673" y="613638"/>
                  </a:lnTo>
                  <a:lnTo>
                    <a:pt x="251060" y="606684"/>
                  </a:lnTo>
                  <a:lnTo>
                    <a:pt x="264139" y="592605"/>
                  </a:lnTo>
                  <a:lnTo>
                    <a:pt x="274625" y="584204"/>
                  </a:lnTo>
                  <a:lnTo>
                    <a:pt x="285187" y="575535"/>
                  </a:lnTo>
                  <a:lnTo>
                    <a:pt x="291218" y="560606"/>
                  </a:lnTo>
                  <a:lnTo>
                    <a:pt x="298742" y="524465"/>
                  </a:lnTo>
                  <a:lnTo>
                    <a:pt x="299698" y="517277"/>
                  </a:lnTo>
                  <a:lnTo>
                    <a:pt x="310644" y="492491"/>
                  </a:lnTo>
                  <a:lnTo>
                    <a:pt x="322752" y="465070"/>
                  </a:lnTo>
                  <a:lnTo>
                    <a:pt x="328312" y="452477"/>
                  </a:lnTo>
                  <a:lnTo>
                    <a:pt x="322095" y="419792"/>
                  </a:lnTo>
                  <a:lnTo>
                    <a:pt x="317419" y="394676"/>
                  </a:lnTo>
                  <a:lnTo>
                    <a:pt x="313135" y="371669"/>
                  </a:lnTo>
                  <a:lnTo>
                    <a:pt x="308313" y="345746"/>
                  </a:lnTo>
                  <a:lnTo>
                    <a:pt x="303926" y="322148"/>
                  </a:lnTo>
                  <a:lnTo>
                    <a:pt x="299786" y="299916"/>
                  </a:lnTo>
                  <a:lnTo>
                    <a:pt x="295637" y="277600"/>
                  </a:lnTo>
                  <a:lnTo>
                    <a:pt x="291564" y="255723"/>
                  </a:lnTo>
                  <a:lnTo>
                    <a:pt x="288371" y="240032"/>
                  </a:lnTo>
                  <a:lnTo>
                    <a:pt x="284578" y="221438"/>
                  </a:lnTo>
                  <a:lnTo>
                    <a:pt x="262424" y="208388"/>
                  </a:lnTo>
                  <a:lnTo>
                    <a:pt x="245603" y="199249"/>
                  </a:lnTo>
                  <a:lnTo>
                    <a:pt x="218090" y="184320"/>
                  </a:lnTo>
                  <a:lnTo>
                    <a:pt x="195016" y="171797"/>
                  </a:lnTo>
                  <a:lnTo>
                    <a:pt x="174340" y="160340"/>
                  </a:lnTo>
                  <a:lnTo>
                    <a:pt x="187378" y="137250"/>
                  </a:lnTo>
                  <a:lnTo>
                    <a:pt x="186251" y="133472"/>
                  </a:lnTo>
                  <a:lnTo>
                    <a:pt x="181528" y="128925"/>
                  </a:lnTo>
                  <a:lnTo>
                    <a:pt x="171875" y="121362"/>
                  </a:lnTo>
                  <a:lnTo>
                    <a:pt x="166232" y="120593"/>
                  </a:lnTo>
                  <a:lnTo>
                    <a:pt x="156294" y="122372"/>
                  </a:lnTo>
                  <a:lnTo>
                    <a:pt x="140434" y="127077"/>
                  </a:lnTo>
                  <a:lnTo>
                    <a:pt x="133582" y="125515"/>
                  </a:lnTo>
                  <a:lnTo>
                    <a:pt x="128140" y="117437"/>
                  </a:lnTo>
                  <a:lnTo>
                    <a:pt x="121877" y="107099"/>
                  </a:lnTo>
                  <a:lnTo>
                    <a:pt x="119825" y="99021"/>
                  </a:lnTo>
                  <a:lnTo>
                    <a:pt x="119040" y="88333"/>
                  </a:lnTo>
                  <a:lnTo>
                    <a:pt x="115304" y="78713"/>
                  </a:lnTo>
                  <a:lnTo>
                    <a:pt x="117671" y="73664"/>
                  </a:lnTo>
                  <a:lnTo>
                    <a:pt x="118192" y="71149"/>
                  </a:lnTo>
                  <a:lnTo>
                    <a:pt x="117981" y="67987"/>
                  </a:lnTo>
                  <a:lnTo>
                    <a:pt x="115412" y="65967"/>
                  </a:lnTo>
                  <a:lnTo>
                    <a:pt x="110890" y="65085"/>
                  </a:lnTo>
                  <a:lnTo>
                    <a:pt x="95594" y="69123"/>
                  </a:lnTo>
                  <a:lnTo>
                    <a:pt x="88716" y="69498"/>
                  </a:lnTo>
                  <a:lnTo>
                    <a:pt x="84613" y="71772"/>
                  </a:lnTo>
                  <a:lnTo>
                    <a:pt x="78148" y="76490"/>
                  </a:lnTo>
                  <a:lnTo>
                    <a:pt x="71776" y="77074"/>
                  </a:lnTo>
                  <a:lnTo>
                    <a:pt x="60769" y="65904"/>
                  </a:lnTo>
                  <a:lnTo>
                    <a:pt x="48743" y="53673"/>
                  </a:lnTo>
                  <a:lnTo>
                    <a:pt x="43700" y="36825"/>
                  </a:lnTo>
                  <a:lnTo>
                    <a:pt x="38522" y="19521"/>
                  </a:lnTo>
                  <a:lnTo>
                    <a:pt x="17980" y="9112"/>
                  </a:lnTo>
                  <a:lnTo>
                    <a:pt x="0" y="0"/>
                  </a:lnTo>
                  <a:lnTo>
                    <a:pt x="1519164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g3908"/>
            <p:cNvSpPr/>
            <p:nvPr/>
          </p:nvSpPr>
          <p:spPr>
            <a:xfrm>
              <a:off x="5851209" y="2540116"/>
              <a:ext cx="296962" cy="257863"/>
            </a:xfrm>
            <a:custGeom>
              <a:avLst/>
              <a:pathLst>
                <a:path w="296962" h="257863">
                  <a:moveTo>
                    <a:pt x="67195" y="242946"/>
                  </a:moveTo>
                  <a:lnTo>
                    <a:pt x="62725" y="241575"/>
                  </a:lnTo>
                  <a:lnTo>
                    <a:pt x="58875" y="240501"/>
                  </a:lnTo>
                  <a:lnTo>
                    <a:pt x="56643" y="242330"/>
                  </a:lnTo>
                  <a:lnTo>
                    <a:pt x="54529" y="244775"/>
                  </a:lnTo>
                  <a:lnTo>
                    <a:pt x="51924" y="246611"/>
                  </a:lnTo>
                  <a:lnTo>
                    <a:pt x="46457" y="244013"/>
                  </a:lnTo>
                  <a:lnTo>
                    <a:pt x="42979" y="239282"/>
                  </a:lnTo>
                  <a:lnTo>
                    <a:pt x="37393" y="234405"/>
                  </a:lnTo>
                  <a:lnTo>
                    <a:pt x="35279" y="230735"/>
                  </a:lnTo>
                  <a:lnTo>
                    <a:pt x="36401" y="226467"/>
                  </a:lnTo>
                  <a:lnTo>
                    <a:pt x="38881" y="222346"/>
                  </a:lnTo>
                  <a:lnTo>
                    <a:pt x="40002" y="217462"/>
                  </a:lnTo>
                  <a:lnTo>
                    <a:pt x="37269" y="211829"/>
                  </a:lnTo>
                  <a:lnTo>
                    <a:pt x="34783" y="208623"/>
                  </a:lnTo>
                  <a:lnTo>
                    <a:pt x="33047" y="204958"/>
                  </a:lnTo>
                  <a:lnTo>
                    <a:pt x="33667" y="201453"/>
                  </a:lnTo>
                  <a:lnTo>
                    <a:pt x="37145" y="199770"/>
                  </a:lnTo>
                  <a:lnTo>
                    <a:pt x="40375" y="197630"/>
                  </a:lnTo>
                  <a:lnTo>
                    <a:pt x="41491" y="193058"/>
                  </a:lnTo>
                  <a:lnTo>
                    <a:pt x="39501" y="188174"/>
                  </a:lnTo>
                  <a:lnTo>
                    <a:pt x="33791" y="186187"/>
                  </a:lnTo>
                  <a:lnTo>
                    <a:pt x="29073" y="186949"/>
                  </a:lnTo>
                  <a:lnTo>
                    <a:pt x="22241" y="185882"/>
                  </a:lnTo>
                  <a:lnTo>
                    <a:pt x="15663" y="182834"/>
                  </a:lnTo>
                  <a:lnTo>
                    <a:pt x="11316" y="179322"/>
                  </a:lnTo>
                  <a:lnTo>
                    <a:pt x="7963" y="177334"/>
                  </a:lnTo>
                  <a:lnTo>
                    <a:pt x="5353" y="177334"/>
                  </a:lnTo>
                  <a:lnTo>
                    <a:pt x="2247" y="175353"/>
                  </a:lnTo>
                  <a:lnTo>
                    <a:pt x="387" y="171993"/>
                  </a:lnTo>
                  <a:lnTo>
                    <a:pt x="635" y="166500"/>
                  </a:lnTo>
                  <a:lnTo>
                    <a:pt x="1503" y="163147"/>
                  </a:lnTo>
                  <a:lnTo>
                    <a:pt x="3239" y="160245"/>
                  </a:lnTo>
                  <a:lnTo>
                    <a:pt x="3363" y="157038"/>
                  </a:lnTo>
                  <a:lnTo>
                    <a:pt x="2619" y="154746"/>
                  </a:lnTo>
                  <a:lnTo>
                    <a:pt x="2500" y="152923"/>
                  </a:lnTo>
                  <a:lnTo>
                    <a:pt x="2991" y="150631"/>
                  </a:lnTo>
                  <a:lnTo>
                    <a:pt x="4113" y="146052"/>
                  </a:lnTo>
                  <a:lnTo>
                    <a:pt x="2247" y="142699"/>
                  </a:lnTo>
                  <a:lnTo>
                    <a:pt x="2056" y="131078"/>
                  </a:lnTo>
                  <a:lnTo>
                    <a:pt x="1689" y="109334"/>
                  </a:lnTo>
                  <a:lnTo>
                    <a:pt x="1415" y="92677"/>
                  </a:lnTo>
                  <a:lnTo>
                    <a:pt x="1069" y="71740"/>
                  </a:lnTo>
                  <a:lnTo>
                    <a:pt x="867" y="56493"/>
                  </a:lnTo>
                  <a:lnTo>
                    <a:pt x="588" y="35130"/>
                  </a:lnTo>
                  <a:lnTo>
                    <a:pt x="325" y="14859"/>
                  </a:lnTo>
                  <a:lnTo>
                    <a:pt x="0" y="0"/>
                  </a:lnTo>
                  <a:lnTo>
                    <a:pt x="276472" y="0"/>
                  </a:lnTo>
                  <a:lnTo>
                    <a:pt x="276633" y="57"/>
                  </a:lnTo>
                  <a:lnTo>
                    <a:pt x="276810" y="0"/>
                  </a:lnTo>
                  <a:lnTo>
                    <a:pt x="296962" y="0"/>
                  </a:lnTo>
                  <a:lnTo>
                    <a:pt x="296962" y="192012"/>
                  </a:lnTo>
                  <a:lnTo>
                    <a:pt x="290901" y="195833"/>
                  </a:lnTo>
                  <a:lnTo>
                    <a:pt x="267083" y="205085"/>
                  </a:lnTo>
                  <a:lnTo>
                    <a:pt x="239280" y="222746"/>
                  </a:lnTo>
                  <a:lnTo>
                    <a:pt x="203354" y="237625"/>
                  </a:lnTo>
                  <a:lnTo>
                    <a:pt x="195825" y="237682"/>
                  </a:lnTo>
                  <a:lnTo>
                    <a:pt x="179510" y="225438"/>
                  </a:lnTo>
                  <a:lnTo>
                    <a:pt x="184073" y="219863"/>
                  </a:lnTo>
                  <a:lnTo>
                    <a:pt x="188316" y="212306"/>
                  </a:lnTo>
                  <a:lnTo>
                    <a:pt x="184260" y="214484"/>
                  </a:lnTo>
                  <a:lnTo>
                    <a:pt x="181629" y="217761"/>
                  </a:lnTo>
                  <a:lnTo>
                    <a:pt x="171790" y="223019"/>
                  </a:lnTo>
                  <a:lnTo>
                    <a:pt x="179769" y="233199"/>
                  </a:lnTo>
                  <a:lnTo>
                    <a:pt x="175914" y="237015"/>
                  </a:lnTo>
                  <a:lnTo>
                    <a:pt x="164503" y="242032"/>
                  </a:lnTo>
                  <a:lnTo>
                    <a:pt x="153878" y="249290"/>
                  </a:lnTo>
                  <a:lnTo>
                    <a:pt x="144577" y="254142"/>
                  </a:lnTo>
                  <a:lnTo>
                    <a:pt x="137052" y="247970"/>
                  </a:lnTo>
                  <a:lnTo>
                    <a:pt x="116283" y="255768"/>
                  </a:lnTo>
                  <a:lnTo>
                    <a:pt x="98791" y="257863"/>
                  </a:lnTo>
                  <a:lnTo>
                    <a:pt x="95008" y="253913"/>
                  </a:lnTo>
                  <a:lnTo>
                    <a:pt x="93897" y="247677"/>
                  </a:lnTo>
                  <a:lnTo>
                    <a:pt x="87773" y="246172"/>
                  </a:lnTo>
                  <a:lnTo>
                    <a:pt x="76394" y="247893"/>
                  </a:lnTo>
                  <a:lnTo>
                    <a:pt x="72079" y="2445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g3909"/>
            <p:cNvSpPr/>
            <p:nvPr/>
          </p:nvSpPr>
          <p:spPr>
            <a:xfrm>
              <a:off x="5120632" y="2540116"/>
              <a:ext cx="534180" cy="266113"/>
            </a:xfrm>
            <a:custGeom>
              <a:avLst/>
              <a:pathLst>
                <a:path w="534180" h="266113">
                  <a:moveTo>
                    <a:pt x="528260" y="7169"/>
                  </a:moveTo>
                  <a:lnTo>
                    <a:pt x="511940" y="26932"/>
                  </a:lnTo>
                  <a:lnTo>
                    <a:pt x="497548" y="44357"/>
                  </a:lnTo>
                  <a:lnTo>
                    <a:pt x="494318" y="62240"/>
                  </a:lnTo>
                  <a:lnTo>
                    <a:pt x="491254" y="79195"/>
                  </a:lnTo>
                  <a:lnTo>
                    <a:pt x="479347" y="92099"/>
                  </a:lnTo>
                  <a:lnTo>
                    <a:pt x="472087" y="103930"/>
                  </a:lnTo>
                  <a:lnTo>
                    <a:pt x="468847" y="117050"/>
                  </a:lnTo>
                  <a:lnTo>
                    <a:pt x="466139" y="129097"/>
                  </a:lnTo>
                  <a:lnTo>
                    <a:pt x="465932" y="139181"/>
                  </a:lnTo>
                  <a:lnTo>
                    <a:pt x="467973" y="144471"/>
                  </a:lnTo>
                  <a:lnTo>
                    <a:pt x="467012" y="148770"/>
                  </a:lnTo>
                  <a:lnTo>
                    <a:pt x="463074" y="153717"/>
                  </a:lnTo>
                  <a:lnTo>
                    <a:pt x="455199" y="162322"/>
                  </a:lnTo>
                  <a:lnTo>
                    <a:pt x="453798" y="170603"/>
                  </a:lnTo>
                  <a:lnTo>
                    <a:pt x="448982" y="174686"/>
                  </a:lnTo>
                  <a:lnTo>
                    <a:pt x="435246" y="182859"/>
                  </a:lnTo>
                  <a:lnTo>
                    <a:pt x="424042" y="194906"/>
                  </a:lnTo>
                  <a:lnTo>
                    <a:pt x="423495" y="201726"/>
                  </a:lnTo>
                  <a:lnTo>
                    <a:pt x="425112" y="207391"/>
                  </a:lnTo>
                  <a:lnTo>
                    <a:pt x="425360" y="210909"/>
                  </a:lnTo>
                  <a:lnTo>
                    <a:pt x="423122" y="213360"/>
                  </a:lnTo>
                  <a:lnTo>
                    <a:pt x="418637" y="213201"/>
                  </a:lnTo>
                  <a:lnTo>
                    <a:pt x="413784" y="213970"/>
                  </a:lnTo>
                  <a:lnTo>
                    <a:pt x="409697" y="218993"/>
                  </a:lnTo>
                  <a:lnTo>
                    <a:pt x="409800" y="226207"/>
                  </a:lnTo>
                  <a:lnTo>
                    <a:pt x="406813" y="231408"/>
                  </a:lnTo>
                  <a:lnTo>
                    <a:pt x="403325" y="232481"/>
                  </a:lnTo>
                  <a:lnTo>
                    <a:pt x="400338" y="228804"/>
                  </a:lnTo>
                  <a:lnTo>
                    <a:pt x="396746" y="223292"/>
                  </a:lnTo>
                  <a:lnTo>
                    <a:pt x="392540" y="222752"/>
                  </a:lnTo>
                  <a:lnTo>
                    <a:pt x="386153" y="226410"/>
                  </a:lnTo>
                  <a:lnTo>
                    <a:pt x="378277" y="232430"/>
                  </a:lnTo>
                  <a:lnTo>
                    <a:pt x="371192" y="232754"/>
                  </a:lnTo>
                  <a:lnTo>
                    <a:pt x="357890" y="228887"/>
                  </a:lnTo>
                  <a:lnTo>
                    <a:pt x="348180" y="240559"/>
                  </a:lnTo>
                  <a:lnTo>
                    <a:pt x="337757" y="265630"/>
                  </a:lnTo>
                  <a:lnTo>
                    <a:pt x="293717" y="265693"/>
                  </a:lnTo>
                  <a:lnTo>
                    <a:pt x="249678" y="265757"/>
                  </a:lnTo>
                  <a:lnTo>
                    <a:pt x="205634" y="265820"/>
                  </a:lnTo>
                  <a:lnTo>
                    <a:pt x="161594" y="265884"/>
                  </a:lnTo>
                  <a:lnTo>
                    <a:pt x="117555" y="265941"/>
                  </a:lnTo>
                  <a:lnTo>
                    <a:pt x="73516" y="266005"/>
                  </a:lnTo>
                  <a:lnTo>
                    <a:pt x="29476" y="266068"/>
                  </a:lnTo>
                  <a:lnTo>
                    <a:pt x="4831" y="266106"/>
                  </a:lnTo>
                  <a:lnTo>
                    <a:pt x="0" y="266113"/>
                  </a:lnTo>
                  <a:lnTo>
                    <a:pt x="15089" y="261204"/>
                  </a:lnTo>
                  <a:lnTo>
                    <a:pt x="46550" y="242127"/>
                  </a:lnTo>
                  <a:lnTo>
                    <a:pt x="69753" y="235218"/>
                  </a:lnTo>
                  <a:lnTo>
                    <a:pt x="99933" y="215182"/>
                  </a:lnTo>
                  <a:lnTo>
                    <a:pt x="121792" y="211328"/>
                  </a:lnTo>
                  <a:lnTo>
                    <a:pt x="125952" y="206921"/>
                  </a:lnTo>
                  <a:lnTo>
                    <a:pt x="129616" y="190302"/>
                  </a:lnTo>
                  <a:lnTo>
                    <a:pt x="131616" y="184377"/>
                  </a:lnTo>
                  <a:lnTo>
                    <a:pt x="141823" y="168056"/>
                  </a:lnTo>
                  <a:lnTo>
                    <a:pt x="154080" y="154289"/>
                  </a:lnTo>
                  <a:lnTo>
                    <a:pt x="163971" y="135250"/>
                  </a:lnTo>
                  <a:lnTo>
                    <a:pt x="181924" y="123083"/>
                  </a:lnTo>
                  <a:lnTo>
                    <a:pt x="209070" y="112909"/>
                  </a:lnTo>
                  <a:lnTo>
                    <a:pt x="234180" y="90689"/>
                  </a:lnTo>
                  <a:lnTo>
                    <a:pt x="247942" y="83914"/>
                  </a:lnTo>
                  <a:lnTo>
                    <a:pt x="261280" y="79062"/>
                  </a:lnTo>
                  <a:lnTo>
                    <a:pt x="266881" y="70032"/>
                  </a:lnTo>
                  <a:lnTo>
                    <a:pt x="275129" y="64869"/>
                  </a:lnTo>
                  <a:lnTo>
                    <a:pt x="297180" y="54372"/>
                  </a:lnTo>
                  <a:lnTo>
                    <a:pt x="321484" y="51533"/>
                  </a:lnTo>
                  <a:lnTo>
                    <a:pt x="346046" y="42820"/>
                  </a:lnTo>
                  <a:lnTo>
                    <a:pt x="364887" y="38203"/>
                  </a:lnTo>
                  <a:lnTo>
                    <a:pt x="376442" y="30030"/>
                  </a:lnTo>
                  <a:lnTo>
                    <a:pt x="393243" y="25725"/>
                  </a:lnTo>
                  <a:lnTo>
                    <a:pt x="443385" y="2273"/>
                  </a:lnTo>
                  <a:lnTo>
                    <a:pt x="446265" y="0"/>
                  </a:lnTo>
                  <a:lnTo>
                    <a:pt x="53418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g3910"/>
            <p:cNvSpPr/>
            <p:nvPr/>
          </p:nvSpPr>
          <p:spPr>
            <a:xfrm>
              <a:off x="6021903" y="2797057"/>
              <a:ext cx="126268" cy="202407"/>
            </a:xfrm>
            <a:custGeom>
              <a:avLst/>
              <a:pathLst>
                <a:path w="126268" h="202407">
                  <a:moveTo>
                    <a:pt x="117079" y="175208"/>
                  </a:moveTo>
                  <a:lnTo>
                    <a:pt x="108057" y="174662"/>
                  </a:lnTo>
                  <a:lnTo>
                    <a:pt x="101406" y="175266"/>
                  </a:lnTo>
                  <a:lnTo>
                    <a:pt x="91386" y="182892"/>
                  </a:lnTo>
                  <a:lnTo>
                    <a:pt x="89830" y="198305"/>
                  </a:lnTo>
                  <a:lnTo>
                    <a:pt x="85406" y="196266"/>
                  </a:lnTo>
                  <a:lnTo>
                    <a:pt x="80916" y="196768"/>
                  </a:lnTo>
                  <a:lnTo>
                    <a:pt x="78595" y="201607"/>
                  </a:lnTo>
                  <a:lnTo>
                    <a:pt x="75288" y="202407"/>
                  </a:lnTo>
                  <a:lnTo>
                    <a:pt x="66529" y="197829"/>
                  </a:lnTo>
                  <a:lnTo>
                    <a:pt x="56214" y="200331"/>
                  </a:lnTo>
                  <a:lnTo>
                    <a:pt x="48147" y="196857"/>
                  </a:lnTo>
                  <a:lnTo>
                    <a:pt x="37863" y="174275"/>
                  </a:lnTo>
                  <a:lnTo>
                    <a:pt x="32401" y="166362"/>
                  </a:lnTo>
                  <a:lnTo>
                    <a:pt x="22717" y="163810"/>
                  </a:lnTo>
                  <a:lnTo>
                    <a:pt x="20205" y="168585"/>
                  </a:lnTo>
                  <a:lnTo>
                    <a:pt x="16448" y="173259"/>
                  </a:lnTo>
                  <a:lnTo>
                    <a:pt x="7126" y="163943"/>
                  </a:lnTo>
                  <a:lnTo>
                    <a:pt x="56" y="129365"/>
                  </a:lnTo>
                  <a:lnTo>
                    <a:pt x="0" y="121021"/>
                  </a:lnTo>
                  <a:lnTo>
                    <a:pt x="9896" y="91936"/>
                  </a:lnTo>
                  <a:lnTo>
                    <a:pt x="34401" y="65753"/>
                  </a:lnTo>
                  <a:lnTo>
                    <a:pt x="26577" y="64877"/>
                  </a:lnTo>
                  <a:lnTo>
                    <a:pt x="4940" y="83033"/>
                  </a:lnTo>
                  <a:lnTo>
                    <a:pt x="7172" y="78638"/>
                  </a:lnTo>
                  <a:lnTo>
                    <a:pt x="10841" y="74059"/>
                  </a:lnTo>
                  <a:lnTo>
                    <a:pt x="18138" y="66674"/>
                  </a:lnTo>
                  <a:lnTo>
                    <a:pt x="29213" y="59733"/>
                  </a:lnTo>
                  <a:lnTo>
                    <a:pt x="43961" y="55688"/>
                  </a:lnTo>
                  <a:lnTo>
                    <a:pt x="54106" y="55072"/>
                  </a:lnTo>
                  <a:lnTo>
                    <a:pt x="61098" y="51236"/>
                  </a:lnTo>
                  <a:lnTo>
                    <a:pt x="71231" y="44441"/>
                  </a:lnTo>
                  <a:lnTo>
                    <a:pt x="73112" y="40834"/>
                  </a:lnTo>
                  <a:lnTo>
                    <a:pt x="64126" y="44981"/>
                  </a:lnTo>
                  <a:lnTo>
                    <a:pt x="49196" y="49064"/>
                  </a:lnTo>
                  <a:lnTo>
                    <a:pt x="53026" y="43711"/>
                  </a:lnTo>
                  <a:lnTo>
                    <a:pt x="56762" y="40847"/>
                  </a:lnTo>
                  <a:lnTo>
                    <a:pt x="126268" y="0"/>
                  </a:lnTo>
                  <a:lnTo>
                    <a:pt x="126268" y="16813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g3911"/>
            <p:cNvSpPr/>
            <p:nvPr/>
          </p:nvSpPr>
          <p:spPr>
            <a:xfrm>
              <a:off x="6008033" y="2885799"/>
              <a:ext cx="12040" cy="17520"/>
            </a:xfrm>
            <a:custGeom>
              <a:avLst/>
              <a:pathLst>
                <a:path w="12040" h="17520">
                  <a:moveTo>
                    <a:pt x="0" y="17520"/>
                  </a:moveTo>
                  <a:lnTo>
                    <a:pt x="1291" y="13062"/>
                  </a:lnTo>
                  <a:lnTo>
                    <a:pt x="7792" y="1695"/>
                  </a:lnTo>
                  <a:lnTo>
                    <a:pt x="12040" y="0"/>
                  </a:lnTo>
                  <a:lnTo>
                    <a:pt x="5327" y="1297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g3912"/>
            <p:cNvSpPr/>
            <p:nvPr/>
          </p:nvSpPr>
          <p:spPr>
            <a:xfrm>
              <a:off x="5947395" y="2832043"/>
              <a:ext cx="16050" cy="22950"/>
            </a:xfrm>
            <a:custGeom>
              <a:avLst/>
              <a:pathLst>
                <a:path w="16050" h="22950">
                  <a:moveTo>
                    <a:pt x="0" y="22950"/>
                  </a:moveTo>
                  <a:lnTo>
                    <a:pt x="5539" y="5391"/>
                  </a:lnTo>
                  <a:lnTo>
                    <a:pt x="10046" y="0"/>
                  </a:lnTo>
                  <a:lnTo>
                    <a:pt x="16050" y="1816"/>
                  </a:lnTo>
                  <a:lnTo>
                    <a:pt x="15208" y="12427"/>
                  </a:lnTo>
                  <a:lnTo>
                    <a:pt x="14242" y="1607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g3913"/>
            <p:cNvSpPr/>
            <p:nvPr/>
          </p:nvSpPr>
          <p:spPr>
            <a:xfrm>
              <a:off x="5199832" y="2715076"/>
              <a:ext cx="51274" cy="34247"/>
            </a:xfrm>
            <a:custGeom>
              <a:avLst/>
              <a:pathLst>
                <a:path w="51274" h="34247">
                  <a:moveTo>
                    <a:pt x="33548" y="33244"/>
                  </a:moveTo>
                  <a:lnTo>
                    <a:pt x="19601" y="30837"/>
                  </a:lnTo>
                  <a:lnTo>
                    <a:pt x="4268" y="34177"/>
                  </a:lnTo>
                  <a:lnTo>
                    <a:pt x="0" y="34247"/>
                  </a:lnTo>
                  <a:lnTo>
                    <a:pt x="11389" y="24582"/>
                  </a:lnTo>
                  <a:lnTo>
                    <a:pt x="28903" y="18638"/>
                  </a:lnTo>
                  <a:lnTo>
                    <a:pt x="46364" y="463"/>
                  </a:lnTo>
                  <a:lnTo>
                    <a:pt x="51274" y="0"/>
                  </a:lnTo>
                  <a:lnTo>
                    <a:pt x="44628" y="20587"/>
                  </a:lnTo>
                  <a:lnTo>
                    <a:pt x="43274" y="27948"/>
                  </a:lnTo>
                  <a:lnTo>
                    <a:pt x="41703" y="30646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g3914"/>
            <p:cNvSpPr/>
            <p:nvPr/>
          </p:nvSpPr>
          <p:spPr>
            <a:xfrm>
              <a:off x="5210715" y="2716409"/>
              <a:ext cx="30200" cy="16853"/>
            </a:xfrm>
            <a:custGeom>
              <a:avLst/>
              <a:pathLst>
                <a:path w="30200" h="16853">
                  <a:moveTo>
                    <a:pt x="4423" y="16853"/>
                  </a:moveTo>
                  <a:lnTo>
                    <a:pt x="0" y="15723"/>
                  </a:lnTo>
                  <a:lnTo>
                    <a:pt x="14082" y="2946"/>
                  </a:lnTo>
                  <a:lnTo>
                    <a:pt x="30200" y="0"/>
                  </a:lnTo>
                  <a:lnTo>
                    <a:pt x="17187" y="1417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g3915"/>
            <p:cNvSpPr/>
            <p:nvPr/>
          </p:nvSpPr>
          <p:spPr>
            <a:xfrm>
              <a:off x="5500816" y="2547127"/>
              <a:ext cx="30784" cy="17069"/>
            </a:xfrm>
            <a:custGeom>
              <a:avLst/>
              <a:pathLst>
                <a:path w="30784" h="17069">
                  <a:moveTo>
                    <a:pt x="0" y="17069"/>
                  </a:moveTo>
                  <a:lnTo>
                    <a:pt x="2294" y="12554"/>
                  </a:lnTo>
                  <a:lnTo>
                    <a:pt x="15430" y="4508"/>
                  </a:lnTo>
                  <a:lnTo>
                    <a:pt x="25084" y="0"/>
                  </a:lnTo>
                  <a:lnTo>
                    <a:pt x="30784" y="95"/>
                  </a:lnTo>
                  <a:lnTo>
                    <a:pt x="21502" y="9957"/>
                  </a:lnTo>
                  <a:lnTo>
                    <a:pt x="9622" y="16015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g3916"/>
            <p:cNvSpPr/>
            <p:nvPr/>
          </p:nvSpPr>
          <p:spPr>
            <a:xfrm>
              <a:off x="4772327" y="5500509"/>
              <a:ext cx="49258" cy="37397"/>
            </a:xfrm>
            <a:custGeom>
              <a:avLst/>
              <a:pathLst>
                <a:path w="49258" h="37397">
                  <a:moveTo>
                    <a:pt x="36380" y="7931"/>
                  </a:moveTo>
                  <a:lnTo>
                    <a:pt x="25890" y="16136"/>
                  </a:lnTo>
                  <a:lnTo>
                    <a:pt x="33512" y="21991"/>
                  </a:lnTo>
                  <a:lnTo>
                    <a:pt x="40695" y="9258"/>
                  </a:lnTo>
                  <a:lnTo>
                    <a:pt x="46395" y="19603"/>
                  </a:lnTo>
                  <a:lnTo>
                    <a:pt x="49258" y="37397"/>
                  </a:lnTo>
                  <a:lnTo>
                    <a:pt x="16879" y="37397"/>
                  </a:lnTo>
                  <a:lnTo>
                    <a:pt x="15627" y="32145"/>
                  </a:lnTo>
                  <a:lnTo>
                    <a:pt x="9084" y="25573"/>
                  </a:lnTo>
                  <a:lnTo>
                    <a:pt x="0" y="8807"/>
                  </a:lnTo>
                  <a:lnTo>
                    <a:pt x="5276" y="4483"/>
                  </a:lnTo>
                  <a:lnTo>
                    <a:pt x="12309" y="5924"/>
                  </a:lnTo>
                  <a:lnTo>
                    <a:pt x="15911" y="3905"/>
                  </a:lnTo>
                  <a:lnTo>
                    <a:pt x="25662" y="2292"/>
                  </a:lnTo>
                  <a:lnTo>
                    <a:pt x="31585" y="0"/>
                  </a:lnTo>
                  <a:lnTo>
                    <a:pt x="36215" y="495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g3917"/>
            <p:cNvSpPr/>
            <p:nvPr/>
          </p:nvSpPr>
          <p:spPr>
            <a:xfrm>
              <a:off x="4778270" y="5155530"/>
              <a:ext cx="95830" cy="135860"/>
            </a:xfrm>
            <a:custGeom>
              <a:avLst/>
              <a:pathLst>
                <a:path w="95830" h="135860">
                  <a:moveTo>
                    <a:pt x="73800" y="135860"/>
                  </a:moveTo>
                  <a:lnTo>
                    <a:pt x="64612" y="122835"/>
                  </a:lnTo>
                  <a:lnTo>
                    <a:pt x="57211" y="119050"/>
                  </a:lnTo>
                  <a:lnTo>
                    <a:pt x="68772" y="109842"/>
                  </a:lnTo>
                  <a:lnTo>
                    <a:pt x="73764" y="101930"/>
                  </a:lnTo>
                  <a:lnTo>
                    <a:pt x="73660" y="84669"/>
                  </a:lnTo>
                  <a:lnTo>
                    <a:pt x="76482" y="75214"/>
                  </a:lnTo>
                  <a:lnTo>
                    <a:pt x="75526" y="67028"/>
                  </a:lnTo>
                  <a:lnTo>
                    <a:pt x="78073" y="58671"/>
                  </a:lnTo>
                  <a:lnTo>
                    <a:pt x="74627" y="49285"/>
                  </a:lnTo>
                  <a:lnTo>
                    <a:pt x="64963" y="41842"/>
                  </a:lnTo>
                  <a:lnTo>
                    <a:pt x="45842" y="12237"/>
                  </a:lnTo>
                  <a:lnTo>
                    <a:pt x="15637" y="5048"/>
                  </a:lnTo>
                  <a:lnTo>
                    <a:pt x="0" y="4750"/>
                  </a:lnTo>
                  <a:lnTo>
                    <a:pt x="8593" y="0"/>
                  </a:lnTo>
                  <a:lnTo>
                    <a:pt x="16531" y="577"/>
                  </a:lnTo>
                  <a:lnTo>
                    <a:pt x="28748" y="3403"/>
                  </a:lnTo>
                  <a:lnTo>
                    <a:pt x="43377" y="4769"/>
                  </a:lnTo>
                  <a:lnTo>
                    <a:pt x="52318" y="13481"/>
                  </a:lnTo>
                  <a:lnTo>
                    <a:pt x="60855" y="25033"/>
                  </a:lnTo>
                  <a:lnTo>
                    <a:pt x="68565" y="29707"/>
                  </a:lnTo>
                  <a:lnTo>
                    <a:pt x="71738" y="32679"/>
                  </a:lnTo>
                  <a:lnTo>
                    <a:pt x="71381" y="36032"/>
                  </a:lnTo>
                  <a:lnTo>
                    <a:pt x="72663" y="39181"/>
                  </a:lnTo>
                  <a:lnTo>
                    <a:pt x="82724" y="44586"/>
                  </a:lnTo>
                  <a:lnTo>
                    <a:pt x="92858" y="53311"/>
                  </a:lnTo>
                  <a:lnTo>
                    <a:pt x="95830" y="78897"/>
                  </a:lnTo>
                  <a:lnTo>
                    <a:pt x="82177" y="91007"/>
                  </a:lnTo>
                  <a:lnTo>
                    <a:pt x="79665" y="128055"/>
                  </a:lnTo>
                  <a:lnTo>
                    <a:pt x="76001" y="134723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g3918"/>
            <p:cNvSpPr/>
            <p:nvPr/>
          </p:nvSpPr>
          <p:spPr>
            <a:xfrm>
              <a:off x="4726246" y="5381534"/>
              <a:ext cx="74105" cy="118987"/>
            </a:xfrm>
            <a:custGeom>
              <a:avLst/>
              <a:pathLst>
                <a:path w="74105" h="118987">
                  <a:moveTo>
                    <a:pt x="72947" y="80116"/>
                  </a:moveTo>
                  <a:lnTo>
                    <a:pt x="74105" y="91896"/>
                  </a:lnTo>
                  <a:lnTo>
                    <a:pt x="73035" y="96094"/>
                  </a:lnTo>
                  <a:lnTo>
                    <a:pt x="61583" y="103968"/>
                  </a:lnTo>
                  <a:lnTo>
                    <a:pt x="58643" y="108369"/>
                  </a:lnTo>
                  <a:lnTo>
                    <a:pt x="47847" y="112808"/>
                  </a:lnTo>
                  <a:lnTo>
                    <a:pt x="41315" y="118987"/>
                  </a:lnTo>
                  <a:lnTo>
                    <a:pt x="38044" y="108947"/>
                  </a:lnTo>
                  <a:lnTo>
                    <a:pt x="31703" y="102742"/>
                  </a:lnTo>
                  <a:lnTo>
                    <a:pt x="30639" y="92194"/>
                  </a:lnTo>
                  <a:lnTo>
                    <a:pt x="25792" y="95757"/>
                  </a:lnTo>
                  <a:lnTo>
                    <a:pt x="18805" y="93585"/>
                  </a:lnTo>
                  <a:lnTo>
                    <a:pt x="7281" y="85596"/>
                  </a:lnTo>
                  <a:lnTo>
                    <a:pt x="0" y="74750"/>
                  </a:lnTo>
                  <a:lnTo>
                    <a:pt x="10201" y="72870"/>
                  </a:lnTo>
                  <a:lnTo>
                    <a:pt x="12309" y="79608"/>
                  </a:lnTo>
                  <a:lnTo>
                    <a:pt x="20381" y="71340"/>
                  </a:lnTo>
                  <a:lnTo>
                    <a:pt x="18546" y="66983"/>
                  </a:lnTo>
                  <a:lnTo>
                    <a:pt x="17089" y="66425"/>
                  </a:lnTo>
                  <a:lnTo>
                    <a:pt x="14443" y="58321"/>
                  </a:lnTo>
                  <a:lnTo>
                    <a:pt x="26587" y="37098"/>
                  </a:lnTo>
                  <a:lnTo>
                    <a:pt x="29207" y="23407"/>
                  </a:lnTo>
                  <a:lnTo>
                    <a:pt x="23699" y="1441"/>
                  </a:lnTo>
                  <a:lnTo>
                    <a:pt x="28841" y="0"/>
                  </a:lnTo>
                  <a:lnTo>
                    <a:pt x="42545" y="7703"/>
                  </a:lnTo>
                  <a:lnTo>
                    <a:pt x="48685" y="15285"/>
                  </a:lnTo>
                  <a:lnTo>
                    <a:pt x="48886" y="25693"/>
                  </a:lnTo>
                  <a:lnTo>
                    <a:pt x="54648" y="33752"/>
                  </a:lnTo>
                  <a:lnTo>
                    <a:pt x="62989" y="53057"/>
                  </a:lnTo>
                  <a:lnTo>
                    <a:pt x="73180" y="6436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g3919"/>
            <p:cNvSpPr/>
            <p:nvPr/>
          </p:nvSpPr>
          <p:spPr>
            <a:xfrm>
              <a:off x="4668001" y="5174016"/>
              <a:ext cx="112522" cy="38661"/>
            </a:xfrm>
            <a:custGeom>
              <a:avLst/>
              <a:pathLst>
                <a:path w="112522" h="38661">
                  <a:moveTo>
                    <a:pt x="64973" y="13005"/>
                  </a:moveTo>
                  <a:lnTo>
                    <a:pt x="71841" y="12453"/>
                  </a:lnTo>
                  <a:lnTo>
                    <a:pt x="75960" y="9792"/>
                  </a:lnTo>
                  <a:lnTo>
                    <a:pt x="94931" y="10878"/>
                  </a:lnTo>
                  <a:lnTo>
                    <a:pt x="110248" y="6985"/>
                  </a:lnTo>
                  <a:lnTo>
                    <a:pt x="112522" y="13894"/>
                  </a:lnTo>
                  <a:lnTo>
                    <a:pt x="112134" y="17501"/>
                  </a:lnTo>
                  <a:lnTo>
                    <a:pt x="79562" y="20886"/>
                  </a:lnTo>
                  <a:lnTo>
                    <a:pt x="49682" y="31028"/>
                  </a:lnTo>
                  <a:lnTo>
                    <a:pt x="33305" y="37899"/>
                  </a:lnTo>
                  <a:lnTo>
                    <a:pt x="25611" y="38661"/>
                  </a:lnTo>
                  <a:lnTo>
                    <a:pt x="19730" y="35047"/>
                  </a:lnTo>
                  <a:lnTo>
                    <a:pt x="0" y="14104"/>
                  </a:lnTo>
                  <a:lnTo>
                    <a:pt x="5276" y="16193"/>
                  </a:lnTo>
                  <a:lnTo>
                    <a:pt x="19854" y="28030"/>
                  </a:lnTo>
                  <a:lnTo>
                    <a:pt x="28908" y="25871"/>
                  </a:lnTo>
                  <a:lnTo>
                    <a:pt x="37295" y="18047"/>
                  </a:lnTo>
                  <a:lnTo>
                    <a:pt x="38577" y="12135"/>
                  </a:lnTo>
                  <a:lnTo>
                    <a:pt x="37326" y="9335"/>
                  </a:lnTo>
                  <a:lnTo>
                    <a:pt x="41119" y="0"/>
                  </a:lnTo>
                  <a:lnTo>
                    <a:pt x="52152" y="896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g3920"/>
            <p:cNvSpPr/>
            <p:nvPr/>
          </p:nvSpPr>
          <p:spPr>
            <a:xfrm>
              <a:off x="4818681" y="5397055"/>
              <a:ext cx="30985" cy="11691"/>
            </a:xfrm>
            <a:custGeom>
              <a:avLst/>
              <a:pathLst>
                <a:path w="30985" h="11691">
                  <a:moveTo>
                    <a:pt x="10733" y="11691"/>
                  </a:moveTo>
                  <a:lnTo>
                    <a:pt x="2191" y="9030"/>
                  </a:lnTo>
                  <a:lnTo>
                    <a:pt x="0" y="6890"/>
                  </a:lnTo>
                  <a:lnTo>
                    <a:pt x="3658" y="3295"/>
                  </a:lnTo>
                  <a:lnTo>
                    <a:pt x="11710" y="298"/>
                  </a:lnTo>
                  <a:lnTo>
                    <a:pt x="24639" y="0"/>
                  </a:lnTo>
                  <a:lnTo>
                    <a:pt x="30303" y="3543"/>
                  </a:lnTo>
                  <a:lnTo>
                    <a:pt x="30985" y="5093"/>
                  </a:lnTo>
                  <a:lnTo>
                    <a:pt x="22686" y="899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g3921"/>
            <p:cNvSpPr/>
            <p:nvPr/>
          </p:nvSpPr>
          <p:spPr>
            <a:xfrm>
              <a:off x="5137929" y="5521433"/>
              <a:ext cx="12277" cy="16472"/>
            </a:xfrm>
            <a:custGeom>
              <a:avLst/>
              <a:pathLst>
                <a:path w="12277" h="16472">
                  <a:moveTo>
                    <a:pt x="7008" y="16472"/>
                  </a:moveTo>
                  <a:lnTo>
                    <a:pt x="0" y="16472"/>
                  </a:lnTo>
                  <a:lnTo>
                    <a:pt x="1962" y="2806"/>
                  </a:lnTo>
                  <a:lnTo>
                    <a:pt x="7771" y="0"/>
                  </a:lnTo>
                  <a:lnTo>
                    <a:pt x="10050" y="152"/>
                  </a:lnTo>
                  <a:lnTo>
                    <a:pt x="12277" y="762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g3922"/>
            <p:cNvSpPr/>
            <p:nvPr/>
          </p:nvSpPr>
          <p:spPr>
            <a:xfrm>
              <a:off x="4901365" y="5334383"/>
              <a:ext cx="70456" cy="119063"/>
            </a:xfrm>
            <a:custGeom>
              <a:avLst/>
              <a:pathLst>
                <a:path w="70456" h="119063">
                  <a:moveTo>
                    <a:pt x="31373" y="24747"/>
                  </a:moveTo>
                  <a:lnTo>
                    <a:pt x="46235" y="30285"/>
                  </a:lnTo>
                  <a:lnTo>
                    <a:pt x="62302" y="48650"/>
                  </a:lnTo>
                  <a:lnTo>
                    <a:pt x="69221" y="55191"/>
                  </a:lnTo>
                  <a:lnTo>
                    <a:pt x="70456" y="61147"/>
                  </a:lnTo>
                  <a:lnTo>
                    <a:pt x="67748" y="88340"/>
                  </a:lnTo>
                  <a:lnTo>
                    <a:pt x="64136" y="104711"/>
                  </a:lnTo>
                  <a:lnTo>
                    <a:pt x="64679" y="119063"/>
                  </a:lnTo>
                  <a:lnTo>
                    <a:pt x="60906" y="114815"/>
                  </a:lnTo>
                  <a:lnTo>
                    <a:pt x="57093" y="105416"/>
                  </a:lnTo>
                  <a:lnTo>
                    <a:pt x="50840" y="100012"/>
                  </a:lnTo>
                  <a:lnTo>
                    <a:pt x="48757" y="97180"/>
                  </a:lnTo>
                  <a:lnTo>
                    <a:pt x="59997" y="96557"/>
                  </a:lnTo>
                  <a:lnTo>
                    <a:pt x="60994" y="81761"/>
                  </a:lnTo>
                  <a:lnTo>
                    <a:pt x="66477" y="70089"/>
                  </a:lnTo>
                  <a:lnTo>
                    <a:pt x="65645" y="57947"/>
                  </a:lnTo>
                  <a:lnTo>
                    <a:pt x="52529" y="44579"/>
                  </a:lnTo>
                  <a:lnTo>
                    <a:pt x="43538" y="32812"/>
                  </a:lnTo>
                  <a:lnTo>
                    <a:pt x="29714" y="29046"/>
                  </a:lnTo>
                  <a:lnTo>
                    <a:pt x="16929" y="17330"/>
                  </a:lnTo>
                  <a:lnTo>
                    <a:pt x="9301" y="15888"/>
                  </a:lnTo>
                  <a:lnTo>
                    <a:pt x="0" y="17952"/>
                  </a:lnTo>
                  <a:lnTo>
                    <a:pt x="3359" y="10967"/>
                  </a:lnTo>
                  <a:lnTo>
                    <a:pt x="5684" y="1727"/>
                  </a:lnTo>
                  <a:lnTo>
                    <a:pt x="7389" y="0"/>
                  </a:lnTo>
                  <a:lnTo>
                    <a:pt x="13952" y="10078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g3923"/>
            <p:cNvSpPr/>
            <p:nvPr/>
          </p:nvSpPr>
          <p:spPr>
            <a:xfrm>
              <a:off x="5011081" y="5447191"/>
              <a:ext cx="46804" cy="72629"/>
            </a:xfrm>
            <a:custGeom>
              <a:avLst/>
              <a:pathLst>
                <a:path w="46804" h="72629">
                  <a:moveTo>
                    <a:pt x="46804" y="71314"/>
                  </a:moveTo>
                  <a:lnTo>
                    <a:pt x="39713" y="69974"/>
                  </a:lnTo>
                  <a:lnTo>
                    <a:pt x="29249" y="72559"/>
                  </a:lnTo>
                  <a:lnTo>
                    <a:pt x="25482" y="72629"/>
                  </a:lnTo>
                  <a:lnTo>
                    <a:pt x="27828" y="68101"/>
                  </a:lnTo>
                  <a:lnTo>
                    <a:pt x="35094" y="61979"/>
                  </a:lnTo>
                  <a:lnTo>
                    <a:pt x="35460" y="56150"/>
                  </a:lnTo>
                  <a:lnTo>
                    <a:pt x="26469" y="47742"/>
                  </a:lnTo>
                  <a:lnTo>
                    <a:pt x="16004" y="26824"/>
                  </a:lnTo>
                  <a:lnTo>
                    <a:pt x="11105" y="21864"/>
                  </a:lnTo>
                  <a:lnTo>
                    <a:pt x="8779" y="14002"/>
                  </a:lnTo>
                  <a:lnTo>
                    <a:pt x="0" y="5569"/>
                  </a:lnTo>
                  <a:lnTo>
                    <a:pt x="1834" y="1060"/>
                  </a:lnTo>
                  <a:lnTo>
                    <a:pt x="3638" y="0"/>
                  </a:lnTo>
                  <a:lnTo>
                    <a:pt x="9575" y="2165"/>
                  </a:lnTo>
                  <a:lnTo>
                    <a:pt x="23022" y="32253"/>
                  </a:lnTo>
                  <a:lnTo>
                    <a:pt x="23900" y="35136"/>
                  </a:lnTo>
                  <a:lnTo>
                    <a:pt x="46101" y="6470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4"/>
            <p:cNvSpPr/>
            <p:nvPr/>
          </p:nvSpPr>
          <p:spPr>
            <a:xfrm>
              <a:off x="5244939" y="3276309"/>
              <a:ext cx="63202" cy="63202"/>
            </a:xfrm>
            <a:prstGeom prst="ellipse">
              <a:avLst/>
            </a:prstGeom>
            <a:solidFill>
              <a:srgbClr val="46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5"/>
            <p:cNvSpPr/>
            <p:nvPr/>
          </p:nvSpPr>
          <p:spPr>
            <a:xfrm>
              <a:off x="3119545" y="4746129"/>
              <a:ext cx="63202" cy="63202"/>
            </a:xfrm>
            <a:prstGeom prst="ellipse">
              <a:avLst/>
            </a:prstGeom>
            <a:solidFill>
              <a:srgbClr val="3DA0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6"/>
            <p:cNvSpPr/>
            <p:nvPr/>
          </p:nvSpPr>
          <p:spPr>
            <a:xfrm>
              <a:off x="4987953" y="3735383"/>
              <a:ext cx="63202" cy="63202"/>
            </a:xfrm>
            <a:prstGeom prst="ellipse">
              <a:avLst/>
            </a:prstGeom>
            <a:solidFill>
              <a:srgbClr val="4DB2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7"/>
            <p:cNvSpPr/>
            <p:nvPr/>
          </p:nvSpPr>
          <p:spPr>
            <a:xfrm>
              <a:off x="3648675" y="4677487"/>
              <a:ext cx="63202" cy="63202"/>
            </a:xfrm>
            <a:prstGeom prst="ellipse">
              <a:avLst/>
            </a:prstGeom>
            <a:solidFill>
              <a:srgbClr val="43A6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8"/>
            <p:cNvSpPr/>
            <p:nvPr/>
          </p:nvSpPr>
          <p:spPr>
            <a:xfrm>
              <a:off x="5067426" y="3545894"/>
              <a:ext cx="63202" cy="63202"/>
            </a:xfrm>
            <a:prstGeom prst="ellipse">
              <a:avLst/>
            </a:prstGeom>
            <a:solidFill>
              <a:srgbClr val="85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9"/>
            <p:cNvSpPr/>
            <p:nvPr/>
          </p:nvSpPr>
          <p:spPr>
            <a:xfrm>
              <a:off x="3468669" y="4800931"/>
              <a:ext cx="63202" cy="63202"/>
            </a:xfrm>
            <a:prstGeom prst="ellipse">
              <a:avLst/>
            </a:prstGeom>
            <a:solidFill>
              <a:srgbClr val="388CA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30"/>
            <p:cNvSpPr/>
            <p:nvPr/>
          </p:nvSpPr>
          <p:spPr>
            <a:xfrm>
              <a:off x="5435217" y="3222656"/>
              <a:ext cx="63202" cy="63202"/>
            </a:xfrm>
            <a:prstGeom prst="ellipse">
              <a:avLst/>
            </a:prstGeom>
            <a:solidFill>
              <a:srgbClr val="3981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1"/>
            <p:cNvSpPr/>
            <p:nvPr/>
          </p:nvSpPr>
          <p:spPr>
            <a:xfrm>
              <a:off x="4022168" y="4765547"/>
              <a:ext cx="63202" cy="63202"/>
            </a:xfrm>
            <a:prstGeom prst="ellipse">
              <a:avLst/>
            </a:prstGeom>
            <a:solidFill>
              <a:srgbClr val="3691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2"/>
            <p:cNvSpPr/>
            <p:nvPr/>
          </p:nvSpPr>
          <p:spPr>
            <a:xfrm>
              <a:off x="4746871" y="4211118"/>
              <a:ext cx="63202" cy="63202"/>
            </a:xfrm>
            <a:prstGeom prst="ellipse">
              <a:avLst/>
            </a:prstGeom>
            <a:solidFill>
              <a:srgbClr val="5BC6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3"/>
            <p:cNvSpPr/>
            <p:nvPr/>
          </p:nvSpPr>
          <p:spPr>
            <a:xfrm>
              <a:off x="4431462" y="4463619"/>
              <a:ext cx="63202" cy="63202"/>
            </a:xfrm>
            <a:prstGeom prst="ellipse">
              <a:avLst/>
            </a:prstGeom>
            <a:solidFill>
              <a:srgbClr val="51B7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4"/>
            <p:cNvSpPr/>
            <p:nvPr/>
          </p:nvSpPr>
          <p:spPr>
            <a:xfrm>
              <a:off x="4539875" y="4368015"/>
              <a:ext cx="63202" cy="63202"/>
            </a:xfrm>
            <a:prstGeom prst="ellipse">
              <a:avLst/>
            </a:prstGeom>
            <a:solidFill>
              <a:srgbClr val="4BB0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5"/>
            <p:cNvSpPr/>
            <p:nvPr/>
          </p:nvSpPr>
          <p:spPr>
            <a:xfrm>
              <a:off x="5003510" y="3498927"/>
              <a:ext cx="63202" cy="63202"/>
            </a:xfrm>
            <a:prstGeom prst="ellipse">
              <a:avLst/>
            </a:prstGeom>
            <a:solidFill>
              <a:srgbClr val="3A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6"/>
            <p:cNvSpPr/>
            <p:nvPr/>
          </p:nvSpPr>
          <p:spPr>
            <a:xfrm>
              <a:off x="3976508" y="4766403"/>
              <a:ext cx="63202" cy="63202"/>
            </a:xfrm>
            <a:prstGeom prst="ellipse">
              <a:avLst/>
            </a:prstGeom>
            <a:solidFill>
              <a:srgbClr val="3692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7"/>
            <p:cNvSpPr/>
            <p:nvPr/>
          </p:nvSpPr>
          <p:spPr>
            <a:xfrm>
              <a:off x="3523866" y="4772296"/>
              <a:ext cx="63202" cy="63202"/>
            </a:xfrm>
            <a:prstGeom prst="ellipse">
              <a:avLst/>
            </a:prstGeom>
            <a:solidFill>
              <a:srgbClr val="3497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8"/>
            <p:cNvSpPr/>
            <p:nvPr/>
          </p:nvSpPr>
          <p:spPr>
            <a:xfrm>
              <a:off x="4849017" y="3641698"/>
              <a:ext cx="63202" cy="63202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9"/>
            <p:cNvSpPr/>
            <p:nvPr/>
          </p:nvSpPr>
          <p:spPr>
            <a:xfrm>
              <a:off x="4384774" y="4536931"/>
              <a:ext cx="63202" cy="63202"/>
            </a:xfrm>
            <a:prstGeom prst="ellipse">
              <a:avLst/>
            </a:prstGeom>
            <a:solidFill>
              <a:srgbClr val="41A4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40"/>
            <p:cNvSpPr/>
            <p:nvPr/>
          </p:nvSpPr>
          <p:spPr>
            <a:xfrm>
              <a:off x="3290018" y="4801454"/>
              <a:ext cx="63202" cy="63202"/>
            </a:xfrm>
            <a:prstGeom prst="ellipse">
              <a:avLst/>
            </a:prstGeom>
            <a:solidFill>
              <a:srgbClr val="3A7C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1"/>
            <p:cNvSpPr/>
            <p:nvPr/>
          </p:nvSpPr>
          <p:spPr>
            <a:xfrm>
              <a:off x="4628335" y="4267713"/>
              <a:ext cx="63202" cy="63202"/>
            </a:xfrm>
            <a:prstGeom prst="ellipse">
              <a:avLst/>
            </a:prstGeom>
            <a:solidFill>
              <a:srgbClr val="388BA6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2"/>
            <p:cNvSpPr/>
            <p:nvPr/>
          </p:nvSpPr>
          <p:spPr>
            <a:xfrm>
              <a:off x="5596358" y="2927118"/>
              <a:ext cx="63202" cy="63202"/>
            </a:xfrm>
            <a:prstGeom prst="ellipse">
              <a:avLst/>
            </a:prstGeom>
            <a:solidFill>
              <a:srgbClr val="3698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3"/>
            <p:cNvSpPr/>
            <p:nvPr/>
          </p:nvSpPr>
          <p:spPr>
            <a:xfrm>
              <a:off x="3056027" y="4753931"/>
              <a:ext cx="63202" cy="63202"/>
            </a:xfrm>
            <a:prstGeom prst="ellipse">
              <a:avLst/>
            </a:prstGeom>
            <a:solidFill>
              <a:srgbClr val="38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4"/>
            <p:cNvSpPr/>
            <p:nvPr/>
          </p:nvSpPr>
          <p:spPr>
            <a:xfrm>
              <a:off x="6020203" y="2929573"/>
              <a:ext cx="63202" cy="63202"/>
            </a:xfrm>
            <a:prstGeom prst="ellipse">
              <a:avLst/>
            </a:prstGeom>
            <a:solidFill>
              <a:srgbClr val="3A80A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5"/>
            <p:cNvSpPr/>
            <p:nvPr/>
          </p:nvSpPr>
          <p:spPr>
            <a:xfrm>
              <a:off x="4391907" y="4541579"/>
              <a:ext cx="63202" cy="63202"/>
            </a:xfrm>
            <a:prstGeom prst="ellipse">
              <a:avLst/>
            </a:prstGeom>
            <a:solidFill>
              <a:srgbClr val="40A3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6"/>
            <p:cNvSpPr/>
            <p:nvPr/>
          </p:nvSpPr>
          <p:spPr>
            <a:xfrm>
              <a:off x="5498857" y="3067530"/>
              <a:ext cx="63202" cy="63202"/>
            </a:xfrm>
            <a:prstGeom prst="ellipse">
              <a:avLst/>
            </a:prstGeom>
            <a:solidFill>
              <a:srgbClr val="4CB1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7"/>
            <p:cNvSpPr/>
            <p:nvPr/>
          </p:nvSpPr>
          <p:spPr>
            <a:xfrm>
              <a:off x="4420910" y="4467164"/>
              <a:ext cx="63202" cy="63202"/>
            </a:xfrm>
            <a:prstGeom prst="ellipse">
              <a:avLst/>
            </a:prstGeom>
            <a:solidFill>
              <a:srgbClr val="4DB3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8"/>
            <p:cNvSpPr/>
            <p:nvPr/>
          </p:nvSpPr>
          <p:spPr>
            <a:xfrm>
              <a:off x="2812052" y="4895874"/>
              <a:ext cx="63202" cy="63202"/>
            </a:xfrm>
            <a:prstGeom prst="ellipse">
              <a:avLst/>
            </a:prstGeom>
            <a:solidFill>
              <a:srgbClr val="399B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9"/>
            <p:cNvSpPr/>
            <p:nvPr/>
          </p:nvSpPr>
          <p:spPr>
            <a:xfrm>
              <a:off x="4755148" y="4187507"/>
              <a:ext cx="63202" cy="63202"/>
            </a:xfrm>
            <a:prstGeom prst="ellipse">
              <a:avLst/>
            </a:prstGeom>
            <a:solidFill>
              <a:srgbClr val="45A9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50"/>
            <p:cNvSpPr/>
            <p:nvPr/>
          </p:nvSpPr>
          <p:spPr>
            <a:xfrm>
              <a:off x="2681487" y="4948042"/>
              <a:ext cx="117405" cy="117405"/>
            </a:xfrm>
            <a:prstGeom prst="ellipse">
              <a:avLst/>
            </a:prstGeom>
            <a:solidFill>
              <a:srgbClr val="3A7AA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1"/>
            <p:cNvSpPr/>
            <p:nvPr/>
          </p:nvSpPr>
          <p:spPr>
            <a:xfrm>
              <a:off x="3346108" y="4796518"/>
              <a:ext cx="117405" cy="117405"/>
            </a:xfrm>
            <a:prstGeom prst="ellipse">
              <a:avLst/>
            </a:prstGeom>
            <a:solidFill>
              <a:srgbClr val="3693A8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2"/>
            <p:cNvSpPr/>
            <p:nvPr/>
          </p:nvSpPr>
          <p:spPr>
            <a:xfrm>
              <a:off x="4349639" y="4641492"/>
              <a:ext cx="117405" cy="117405"/>
            </a:xfrm>
            <a:prstGeom prst="ellipse">
              <a:avLst/>
            </a:prstGeom>
            <a:solidFill>
              <a:srgbClr val="3A77A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3"/>
            <p:cNvSpPr/>
            <p:nvPr/>
          </p:nvSpPr>
          <p:spPr>
            <a:xfrm>
              <a:off x="5463793" y="3001325"/>
              <a:ext cx="117405" cy="117405"/>
            </a:xfrm>
            <a:prstGeom prst="ellipse">
              <a:avLst/>
            </a:prstGeom>
            <a:solidFill>
              <a:srgbClr val="54BC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4"/>
            <p:cNvSpPr/>
            <p:nvPr/>
          </p:nvSpPr>
          <p:spPr>
            <a:xfrm>
              <a:off x="5607920" y="2879905"/>
              <a:ext cx="117405" cy="117405"/>
            </a:xfrm>
            <a:prstGeom prst="ellipse">
              <a:avLst/>
            </a:prstGeom>
            <a:solidFill>
              <a:srgbClr val="3B71A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2680647" y="4910752"/>
              <a:ext cx="52304" cy="84324"/>
            </a:xfrm>
            <a:custGeom>
              <a:avLst/>
              <a:pathLst>
                <a:path w="52304" h="84324">
                  <a:moveTo>
                    <a:pt x="0" y="0"/>
                  </a:moveTo>
                  <a:lnTo>
                    <a:pt x="52304" y="8432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3343611" y="4761228"/>
              <a:ext cx="53673" cy="82434"/>
            </a:xfrm>
            <a:custGeom>
              <a:avLst/>
              <a:pathLst>
                <a:path w="53673" h="82434">
                  <a:moveTo>
                    <a:pt x="0" y="0"/>
                  </a:moveTo>
                  <a:lnTo>
                    <a:pt x="53673" y="82434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346119" y="4609094"/>
              <a:ext cx="54406" cy="79658"/>
            </a:xfrm>
            <a:custGeom>
              <a:avLst/>
              <a:pathLst>
                <a:path w="54406" h="79658">
                  <a:moveTo>
                    <a:pt x="0" y="0"/>
                  </a:moveTo>
                  <a:lnTo>
                    <a:pt x="54406" y="79658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5545964" y="2784029"/>
              <a:ext cx="112011" cy="143501"/>
            </a:xfrm>
            <a:custGeom>
              <a:avLst/>
              <a:pathLst>
                <a:path w="112011" h="143501">
                  <a:moveTo>
                    <a:pt x="0" y="0"/>
                  </a:moveTo>
                  <a:lnTo>
                    <a:pt x="112011" y="14350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g3959"/>
            <p:cNvSpPr/>
            <p:nvPr/>
          </p:nvSpPr>
          <p:spPr>
            <a:xfrm>
              <a:off x="2122131" y="4762026"/>
              <a:ext cx="558515" cy="191932"/>
            </a:xfrm>
            <a:custGeom>
              <a:avLst/>
              <a:pathLst>
                <a:path w="558515" h="191932">
                  <a:moveTo>
                    <a:pt x="27431" y="191932"/>
                  </a:moveTo>
                  <a:lnTo>
                    <a:pt x="531083" y="191932"/>
                  </a:lnTo>
                  <a:lnTo>
                    <a:pt x="529978" y="191910"/>
                  </a:lnTo>
                  <a:lnTo>
                    <a:pt x="534390" y="191732"/>
                  </a:lnTo>
                  <a:lnTo>
                    <a:pt x="538715" y="190849"/>
                  </a:lnTo>
                  <a:lnTo>
                    <a:pt x="542843" y="189284"/>
                  </a:lnTo>
                  <a:lnTo>
                    <a:pt x="546666" y="187076"/>
                  </a:lnTo>
                  <a:lnTo>
                    <a:pt x="550086" y="184284"/>
                  </a:lnTo>
                  <a:lnTo>
                    <a:pt x="553013" y="180980"/>
                  </a:lnTo>
                  <a:lnTo>
                    <a:pt x="555373" y="177248"/>
                  </a:lnTo>
                  <a:lnTo>
                    <a:pt x="557103" y="173187"/>
                  </a:lnTo>
                  <a:lnTo>
                    <a:pt x="558160" y="168900"/>
                  </a:lnTo>
                  <a:lnTo>
                    <a:pt x="558515" y="164500"/>
                  </a:lnTo>
                  <a:lnTo>
                    <a:pt x="558515" y="27432"/>
                  </a:lnTo>
                  <a:lnTo>
                    <a:pt x="558160" y="23031"/>
                  </a:lnTo>
                  <a:lnTo>
                    <a:pt x="557103" y="18745"/>
                  </a:lnTo>
                  <a:lnTo>
                    <a:pt x="555373" y="14683"/>
                  </a:lnTo>
                  <a:lnTo>
                    <a:pt x="553013" y="10952"/>
                  </a:lnTo>
                  <a:lnTo>
                    <a:pt x="550086" y="7647"/>
                  </a:lnTo>
                  <a:lnTo>
                    <a:pt x="546666" y="4855"/>
                  </a:lnTo>
                  <a:lnTo>
                    <a:pt x="542843" y="2648"/>
                  </a:lnTo>
                  <a:lnTo>
                    <a:pt x="538715" y="1083"/>
                  </a:lnTo>
                  <a:lnTo>
                    <a:pt x="534390" y="200"/>
                  </a:lnTo>
                  <a:lnTo>
                    <a:pt x="531083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tx3960"/>
            <p:cNvSpPr/>
            <p:nvPr/>
          </p:nvSpPr>
          <p:spPr>
            <a:xfrm>
              <a:off x="2167851" y="4807746"/>
              <a:ext cx="46707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3961" name="pg3961"/>
            <p:cNvSpPr/>
            <p:nvPr/>
          </p:nvSpPr>
          <p:spPr>
            <a:xfrm>
              <a:off x="2792776" y="4612534"/>
              <a:ext cx="550834" cy="191932"/>
            </a:xfrm>
            <a:custGeom>
              <a:avLst/>
              <a:pathLst>
                <a:path w="550834" h="191932">
                  <a:moveTo>
                    <a:pt x="27431" y="191932"/>
                  </a:moveTo>
                  <a:lnTo>
                    <a:pt x="523402" y="191932"/>
                  </a:lnTo>
                  <a:lnTo>
                    <a:pt x="522297" y="191910"/>
                  </a:lnTo>
                  <a:lnTo>
                    <a:pt x="526709" y="191732"/>
                  </a:lnTo>
                  <a:lnTo>
                    <a:pt x="531034" y="190849"/>
                  </a:lnTo>
                  <a:lnTo>
                    <a:pt x="535162" y="189284"/>
                  </a:lnTo>
                  <a:lnTo>
                    <a:pt x="538985" y="187076"/>
                  </a:lnTo>
                  <a:lnTo>
                    <a:pt x="542405" y="184284"/>
                  </a:lnTo>
                  <a:lnTo>
                    <a:pt x="545332" y="180980"/>
                  </a:lnTo>
                  <a:lnTo>
                    <a:pt x="547692" y="177248"/>
                  </a:lnTo>
                  <a:lnTo>
                    <a:pt x="549422" y="173187"/>
                  </a:lnTo>
                  <a:lnTo>
                    <a:pt x="550479" y="168900"/>
                  </a:lnTo>
                  <a:lnTo>
                    <a:pt x="550834" y="164500"/>
                  </a:lnTo>
                  <a:lnTo>
                    <a:pt x="550834" y="27432"/>
                  </a:lnTo>
                  <a:lnTo>
                    <a:pt x="550479" y="23031"/>
                  </a:lnTo>
                  <a:lnTo>
                    <a:pt x="549422" y="18745"/>
                  </a:lnTo>
                  <a:lnTo>
                    <a:pt x="547692" y="14683"/>
                  </a:lnTo>
                  <a:lnTo>
                    <a:pt x="545332" y="10952"/>
                  </a:lnTo>
                  <a:lnTo>
                    <a:pt x="542405" y="7647"/>
                  </a:lnTo>
                  <a:lnTo>
                    <a:pt x="538985" y="4855"/>
                  </a:lnTo>
                  <a:lnTo>
                    <a:pt x="535162" y="2648"/>
                  </a:lnTo>
                  <a:lnTo>
                    <a:pt x="531034" y="1083"/>
                  </a:lnTo>
                  <a:lnTo>
                    <a:pt x="526709" y="200"/>
                  </a:lnTo>
                  <a:lnTo>
                    <a:pt x="523402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tx3962"/>
            <p:cNvSpPr/>
            <p:nvPr/>
          </p:nvSpPr>
          <p:spPr>
            <a:xfrm>
              <a:off x="2838496" y="4658254"/>
              <a:ext cx="459394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3963" name="pg3963"/>
            <p:cNvSpPr/>
            <p:nvPr/>
          </p:nvSpPr>
          <p:spPr>
            <a:xfrm>
              <a:off x="3803148" y="4460187"/>
              <a:ext cx="542970" cy="191932"/>
            </a:xfrm>
            <a:custGeom>
              <a:avLst/>
              <a:pathLst>
                <a:path w="542970" h="191932">
                  <a:moveTo>
                    <a:pt x="27431" y="191932"/>
                  </a:moveTo>
                  <a:lnTo>
                    <a:pt x="515538" y="191932"/>
                  </a:lnTo>
                  <a:lnTo>
                    <a:pt x="514434" y="191910"/>
                  </a:lnTo>
                  <a:lnTo>
                    <a:pt x="518845" y="191732"/>
                  </a:lnTo>
                  <a:lnTo>
                    <a:pt x="523170" y="190849"/>
                  </a:lnTo>
                  <a:lnTo>
                    <a:pt x="527298" y="189284"/>
                  </a:lnTo>
                  <a:lnTo>
                    <a:pt x="531121" y="187076"/>
                  </a:lnTo>
                  <a:lnTo>
                    <a:pt x="534541" y="184284"/>
                  </a:lnTo>
                  <a:lnTo>
                    <a:pt x="537469" y="180980"/>
                  </a:lnTo>
                  <a:lnTo>
                    <a:pt x="539828" y="177248"/>
                  </a:lnTo>
                  <a:lnTo>
                    <a:pt x="541558" y="173187"/>
                  </a:lnTo>
                  <a:lnTo>
                    <a:pt x="542615" y="168900"/>
                  </a:lnTo>
                  <a:lnTo>
                    <a:pt x="542970" y="164500"/>
                  </a:lnTo>
                  <a:lnTo>
                    <a:pt x="542970" y="27432"/>
                  </a:lnTo>
                  <a:lnTo>
                    <a:pt x="542615" y="23031"/>
                  </a:lnTo>
                  <a:lnTo>
                    <a:pt x="541558" y="18745"/>
                  </a:lnTo>
                  <a:lnTo>
                    <a:pt x="539828" y="14683"/>
                  </a:lnTo>
                  <a:lnTo>
                    <a:pt x="537469" y="10952"/>
                  </a:lnTo>
                  <a:lnTo>
                    <a:pt x="534541" y="7647"/>
                  </a:lnTo>
                  <a:lnTo>
                    <a:pt x="531121" y="4855"/>
                  </a:lnTo>
                  <a:lnTo>
                    <a:pt x="527298" y="2648"/>
                  </a:lnTo>
                  <a:lnTo>
                    <a:pt x="523170" y="1083"/>
                  </a:lnTo>
                  <a:lnTo>
                    <a:pt x="518845" y="200"/>
                  </a:lnTo>
                  <a:lnTo>
                    <a:pt x="515538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tx3964"/>
            <p:cNvSpPr/>
            <p:nvPr/>
          </p:nvSpPr>
          <p:spPr>
            <a:xfrm>
              <a:off x="3848868" y="4505907"/>
              <a:ext cx="451530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3965" name="pg3965"/>
            <p:cNvSpPr/>
            <p:nvPr/>
          </p:nvSpPr>
          <p:spPr>
            <a:xfrm>
              <a:off x="4859534" y="2874910"/>
              <a:ext cx="581741" cy="191932"/>
            </a:xfrm>
            <a:custGeom>
              <a:avLst/>
              <a:pathLst>
                <a:path w="581741" h="191932">
                  <a:moveTo>
                    <a:pt x="27432" y="191932"/>
                  </a:moveTo>
                  <a:lnTo>
                    <a:pt x="554309" y="191932"/>
                  </a:lnTo>
                  <a:lnTo>
                    <a:pt x="553204" y="191910"/>
                  </a:lnTo>
                  <a:lnTo>
                    <a:pt x="557615" y="191732"/>
                  </a:lnTo>
                  <a:lnTo>
                    <a:pt x="561941" y="190849"/>
                  </a:lnTo>
                  <a:lnTo>
                    <a:pt x="566069" y="189284"/>
                  </a:lnTo>
                  <a:lnTo>
                    <a:pt x="569892" y="187076"/>
                  </a:lnTo>
                  <a:lnTo>
                    <a:pt x="573312" y="184284"/>
                  </a:lnTo>
                  <a:lnTo>
                    <a:pt x="576239" y="180980"/>
                  </a:lnTo>
                  <a:lnTo>
                    <a:pt x="578599" y="177248"/>
                  </a:lnTo>
                  <a:lnTo>
                    <a:pt x="580329" y="173187"/>
                  </a:lnTo>
                  <a:lnTo>
                    <a:pt x="581386" y="168900"/>
                  </a:lnTo>
                  <a:lnTo>
                    <a:pt x="581741" y="164500"/>
                  </a:lnTo>
                  <a:lnTo>
                    <a:pt x="581741" y="27432"/>
                  </a:lnTo>
                  <a:lnTo>
                    <a:pt x="581386" y="23031"/>
                  </a:lnTo>
                  <a:lnTo>
                    <a:pt x="580329" y="18745"/>
                  </a:lnTo>
                  <a:lnTo>
                    <a:pt x="578599" y="14683"/>
                  </a:lnTo>
                  <a:lnTo>
                    <a:pt x="576239" y="10952"/>
                  </a:lnTo>
                  <a:lnTo>
                    <a:pt x="573312" y="7647"/>
                  </a:lnTo>
                  <a:lnTo>
                    <a:pt x="569892" y="4855"/>
                  </a:lnTo>
                  <a:lnTo>
                    <a:pt x="566069" y="2648"/>
                  </a:lnTo>
                  <a:lnTo>
                    <a:pt x="561941" y="1083"/>
                  </a:lnTo>
                  <a:lnTo>
                    <a:pt x="557615" y="200"/>
                  </a:lnTo>
                  <a:lnTo>
                    <a:pt x="554309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5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tx3966"/>
            <p:cNvSpPr/>
            <p:nvPr/>
          </p:nvSpPr>
          <p:spPr>
            <a:xfrm>
              <a:off x="4905254" y="2920630"/>
              <a:ext cx="490301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967" name="pg3967"/>
            <p:cNvSpPr/>
            <p:nvPr/>
          </p:nvSpPr>
          <p:spPr>
            <a:xfrm>
              <a:off x="5220262" y="2592096"/>
              <a:ext cx="589605" cy="191932"/>
            </a:xfrm>
            <a:custGeom>
              <a:avLst/>
              <a:pathLst>
                <a:path w="589605" h="191932">
                  <a:moveTo>
                    <a:pt x="27432" y="191932"/>
                  </a:moveTo>
                  <a:lnTo>
                    <a:pt x="562173" y="191932"/>
                  </a:lnTo>
                  <a:lnTo>
                    <a:pt x="561068" y="191910"/>
                  </a:lnTo>
                  <a:lnTo>
                    <a:pt x="565479" y="191732"/>
                  </a:lnTo>
                  <a:lnTo>
                    <a:pt x="569805" y="190849"/>
                  </a:lnTo>
                  <a:lnTo>
                    <a:pt x="573933" y="189284"/>
                  </a:lnTo>
                  <a:lnTo>
                    <a:pt x="577756" y="187076"/>
                  </a:lnTo>
                  <a:lnTo>
                    <a:pt x="581175" y="184284"/>
                  </a:lnTo>
                  <a:lnTo>
                    <a:pt x="584103" y="180980"/>
                  </a:lnTo>
                  <a:lnTo>
                    <a:pt x="586462" y="177248"/>
                  </a:lnTo>
                  <a:lnTo>
                    <a:pt x="588193" y="173187"/>
                  </a:lnTo>
                  <a:lnTo>
                    <a:pt x="589249" y="168900"/>
                  </a:lnTo>
                  <a:lnTo>
                    <a:pt x="589605" y="164500"/>
                  </a:lnTo>
                  <a:lnTo>
                    <a:pt x="589605" y="27431"/>
                  </a:lnTo>
                  <a:lnTo>
                    <a:pt x="589249" y="23031"/>
                  </a:lnTo>
                  <a:lnTo>
                    <a:pt x="588193" y="18745"/>
                  </a:lnTo>
                  <a:lnTo>
                    <a:pt x="586462" y="14683"/>
                  </a:lnTo>
                  <a:lnTo>
                    <a:pt x="584103" y="10952"/>
                  </a:lnTo>
                  <a:lnTo>
                    <a:pt x="581175" y="7647"/>
                  </a:lnTo>
                  <a:lnTo>
                    <a:pt x="577756" y="4855"/>
                  </a:lnTo>
                  <a:lnTo>
                    <a:pt x="573933" y="2648"/>
                  </a:lnTo>
                  <a:lnTo>
                    <a:pt x="569805" y="1083"/>
                  </a:lnTo>
                  <a:lnTo>
                    <a:pt x="565479" y="200"/>
                  </a:lnTo>
                  <a:lnTo>
                    <a:pt x="562173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6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164500"/>
                  </a:lnTo>
                  <a:lnTo>
                    <a:pt x="88" y="162293"/>
                  </a:lnTo>
                  <a:lnTo>
                    <a:pt x="88" y="166707"/>
                  </a:lnTo>
                  <a:lnTo>
                    <a:pt x="797" y="171065"/>
                  </a:lnTo>
                  <a:lnTo>
                    <a:pt x="2195" y="175252"/>
                  </a:lnTo>
                  <a:lnTo>
                    <a:pt x="4246" y="179162"/>
                  </a:lnTo>
                  <a:lnTo>
                    <a:pt x="6898" y="182691"/>
                  </a:lnTo>
                  <a:lnTo>
                    <a:pt x="10082" y="185749"/>
                  </a:lnTo>
                  <a:lnTo>
                    <a:pt x="13716" y="188257"/>
                  </a:lnTo>
                  <a:lnTo>
                    <a:pt x="17704" y="190149"/>
                  </a:lnTo>
                  <a:lnTo>
                    <a:pt x="21944" y="191378"/>
                  </a:lnTo>
                  <a:lnTo>
                    <a:pt x="26327" y="191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tx3968"/>
            <p:cNvSpPr/>
            <p:nvPr/>
          </p:nvSpPr>
          <p:spPr>
            <a:xfrm>
              <a:off x="5265982" y="2637816"/>
              <a:ext cx="498165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969" name="rc3969"/>
            <p:cNvSpPr/>
            <p:nvPr/>
          </p:nvSpPr>
          <p:spPr>
            <a:xfrm>
              <a:off x="2034901" y="2354586"/>
              <a:ext cx="4342247" cy="3366361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tx3970"/>
            <p:cNvSpPr/>
            <p:nvPr/>
          </p:nvSpPr>
          <p:spPr>
            <a:xfrm>
              <a:off x="1722549" y="53668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971" name="tx3971"/>
            <p:cNvSpPr/>
            <p:nvPr/>
          </p:nvSpPr>
          <p:spPr>
            <a:xfrm>
              <a:off x="1846907" y="534846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2" name="tx3972"/>
            <p:cNvSpPr/>
            <p:nvPr/>
          </p:nvSpPr>
          <p:spPr>
            <a:xfrm>
              <a:off x="1891621" y="536684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3" name="tx3973"/>
            <p:cNvSpPr/>
            <p:nvPr/>
          </p:nvSpPr>
          <p:spPr>
            <a:xfrm>
              <a:off x="1722549" y="47164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974" name="tx3974"/>
            <p:cNvSpPr/>
            <p:nvPr/>
          </p:nvSpPr>
          <p:spPr>
            <a:xfrm>
              <a:off x="1846907" y="469808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5" name="tx3975"/>
            <p:cNvSpPr/>
            <p:nvPr/>
          </p:nvSpPr>
          <p:spPr>
            <a:xfrm>
              <a:off x="1891621" y="471646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6" name="tx3976"/>
            <p:cNvSpPr/>
            <p:nvPr/>
          </p:nvSpPr>
          <p:spPr>
            <a:xfrm>
              <a:off x="1722549" y="406618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3977" name="tx3977"/>
            <p:cNvSpPr/>
            <p:nvPr/>
          </p:nvSpPr>
          <p:spPr>
            <a:xfrm>
              <a:off x="1846907" y="404780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78" name="tx3978"/>
            <p:cNvSpPr/>
            <p:nvPr/>
          </p:nvSpPr>
          <p:spPr>
            <a:xfrm>
              <a:off x="1891621" y="406618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79" name="tx3979"/>
            <p:cNvSpPr/>
            <p:nvPr/>
          </p:nvSpPr>
          <p:spPr>
            <a:xfrm>
              <a:off x="1722549" y="341590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980" name="tx3980"/>
            <p:cNvSpPr/>
            <p:nvPr/>
          </p:nvSpPr>
          <p:spPr>
            <a:xfrm>
              <a:off x="1846907" y="3397529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1" name="tx3981"/>
            <p:cNvSpPr/>
            <p:nvPr/>
          </p:nvSpPr>
          <p:spPr>
            <a:xfrm>
              <a:off x="1891621" y="341590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2" name="tx3982"/>
            <p:cNvSpPr/>
            <p:nvPr/>
          </p:nvSpPr>
          <p:spPr>
            <a:xfrm>
              <a:off x="1722549" y="276572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45</a:t>
              </a:r>
            </a:p>
          </p:txBody>
        </p:sp>
        <p:sp>
          <p:nvSpPr>
            <p:cNvPr id="3983" name="tx3983"/>
            <p:cNvSpPr/>
            <p:nvPr/>
          </p:nvSpPr>
          <p:spPr>
            <a:xfrm>
              <a:off x="1846907" y="274734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3984" name="tx3984"/>
            <p:cNvSpPr/>
            <p:nvPr/>
          </p:nvSpPr>
          <p:spPr>
            <a:xfrm>
              <a:off x="1891621" y="276572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3985" name="pl3985"/>
            <p:cNvSpPr/>
            <p:nvPr/>
          </p:nvSpPr>
          <p:spPr>
            <a:xfrm>
              <a:off x="2000107" y="54078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2000107" y="47575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2000107" y="410729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2000107" y="345701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2000107" y="280673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24439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297312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350229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03147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60646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508982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5618997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6148172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tx3998"/>
            <p:cNvSpPr/>
            <p:nvPr/>
          </p:nvSpPr>
          <p:spPr>
            <a:xfrm>
              <a:off x="2275605" y="578357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999" name="tx3999"/>
            <p:cNvSpPr/>
            <p:nvPr/>
          </p:nvSpPr>
          <p:spPr>
            <a:xfrm>
              <a:off x="246214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0" name="tx4000"/>
            <p:cNvSpPr/>
            <p:nvPr/>
          </p:nvSpPr>
          <p:spPr>
            <a:xfrm>
              <a:off x="25068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1" name="tx4001"/>
            <p:cNvSpPr/>
            <p:nvPr/>
          </p:nvSpPr>
          <p:spPr>
            <a:xfrm>
              <a:off x="28203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95</a:t>
              </a:r>
            </a:p>
          </p:txBody>
        </p:sp>
        <p:sp>
          <p:nvSpPr>
            <p:cNvPr id="4002" name="tx4002"/>
            <p:cNvSpPr/>
            <p:nvPr/>
          </p:nvSpPr>
          <p:spPr>
            <a:xfrm>
              <a:off x="297572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3" name="tx4003"/>
            <p:cNvSpPr/>
            <p:nvPr/>
          </p:nvSpPr>
          <p:spPr>
            <a:xfrm>
              <a:off x="30204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4" name="tx4004"/>
            <p:cNvSpPr/>
            <p:nvPr/>
          </p:nvSpPr>
          <p:spPr>
            <a:xfrm>
              <a:off x="33495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90</a:t>
              </a:r>
            </a:p>
          </p:txBody>
        </p:sp>
        <p:sp>
          <p:nvSpPr>
            <p:cNvPr id="4005" name="tx4005"/>
            <p:cNvSpPr/>
            <p:nvPr/>
          </p:nvSpPr>
          <p:spPr>
            <a:xfrm>
              <a:off x="350490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6" name="tx4006"/>
            <p:cNvSpPr/>
            <p:nvPr/>
          </p:nvSpPr>
          <p:spPr>
            <a:xfrm>
              <a:off x="35496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07" name="tx4007"/>
            <p:cNvSpPr/>
            <p:nvPr/>
          </p:nvSpPr>
          <p:spPr>
            <a:xfrm>
              <a:off x="38787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85</a:t>
              </a:r>
            </a:p>
          </p:txBody>
        </p:sp>
        <p:sp>
          <p:nvSpPr>
            <p:cNvPr id="4008" name="tx4008"/>
            <p:cNvSpPr/>
            <p:nvPr/>
          </p:nvSpPr>
          <p:spPr>
            <a:xfrm>
              <a:off x="403407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09" name="tx4009"/>
            <p:cNvSpPr/>
            <p:nvPr/>
          </p:nvSpPr>
          <p:spPr>
            <a:xfrm>
              <a:off x="40787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0" name="tx4010"/>
            <p:cNvSpPr/>
            <p:nvPr/>
          </p:nvSpPr>
          <p:spPr>
            <a:xfrm>
              <a:off x="440789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80</a:t>
              </a:r>
            </a:p>
          </p:txBody>
        </p:sp>
        <p:sp>
          <p:nvSpPr>
            <p:cNvPr id="4011" name="tx4011"/>
            <p:cNvSpPr/>
            <p:nvPr/>
          </p:nvSpPr>
          <p:spPr>
            <a:xfrm>
              <a:off x="456325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2" name="tx4012"/>
            <p:cNvSpPr/>
            <p:nvPr/>
          </p:nvSpPr>
          <p:spPr>
            <a:xfrm>
              <a:off x="460796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3" name="tx4013"/>
            <p:cNvSpPr/>
            <p:nvPr/>
          </p:nvSpPr>
          <p:spPr>
            <a:xfrm>
              <a:off x="493707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75</a:t>
              </a:r>
            </a:p>
          </p:txBody>
        </p:sp>
        <p:sp>
          <p:nvSpPr>
            <p:cNvPr id="4014" name="tx4014"/>
            <p:cNvSpPr/>
            <p:nvPr/>
          </p:nvSpPr>
          <p:spPr>
            <a:xfrm>
              <a:off x="509242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5" name="tx4015"/>
            <p:cNvSpPr/>
            <p:nvPr/>
          </p:nvSpPr>
          <p:spPr>
            <a:xfrm>
              <a:off x="513714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6" name="tx4016"/>
            <p:cNvSpPr/>
            <p:nvPr/>
          </p:nvSpPr>
          <p:spPr>
            <a:xfrm>
              <a:off x="5466246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70</a:t>
              </a:r>
            </a:p>
          </p:txBody>
        </p:sp>
        <p:sp>
          <p:nvSpPr>
            <p:cNvPr id="4017" name="tx4017"/>
            <p:cNvSpPr/>
            <p:nvPr/>
          </p:nvSpPr>
          <p:spPr>
            <a:xfrm>
              <a:off x="5621603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18" name="tx4018"/>
            <p:cNvSpPr/>
            <p:nvPr/>
          </p:nvSpPr>
          <p:spPr>
            <a:xfrm>
              <a:off x="566631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19" name="tx4019"/>
            <p:cNvSpPr/>
            <p:nvPr/>
          </p:nvSpPr>
          <p:spPr>
            <a:xfrm>
              <a:off x="5995421" y="578357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 65</a:t>
              </a:r>
            </a:p>
          </p:txBody>
        </p:sp>
        <p:sp>
          <p:nvSpPr>
            <p:cNvPr id="4020" name="tx4020"/>
            <p:cNvSpPr/>
            <p:nvPr/>
          </p:nvSpPr>
          <p:spPr>
            <a:xfrm>
              <a:off x="615077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4021" name="tx4021"/>
            <p:cNvSpPr/>
            <p:nvPr/>
          </p:nvSpPr>
          <p:spPr>
            <a:xfrm>
              <a:off x="619549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4022" name="tx4022"/>
            <p:cNvSpPr/>
            <p:nvPr/>
          </p:nvSpPr>
          <p:spPr>
            <a:xfrm>
              <a:off x="3899107" y="5925448"/>
              <a:ext cx="6138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</a:t>
              </a:r>
            </a:p>
          </p:txBody>
        </p:sp>
        <p:sp>
          <p:nvSpPr>
            <p:cNvPr id="4023" name="tx4023"/>
            <p:cNvSpPr/>
            <p:nvPr/>
          </p:nvSpPr>
          <p:spPr>
            <a:xfrm rot="-5400000">
              <a:off x="1358159" y="3987658"/>
              <a:ext cx="49715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</a:t>
              </a:r>
            </a:p>
          </p:txBody>
        </p:sp>
        <p:sp>
          <p:nvSpPr>
            <p:cNvPr id="4024" name="rc4024"/>
            <p:cNvSpPr/>
            <p:nvPr/>
          </p:nvSpPr>
          <p:spPr>
            <a:xfrm>
              <a:off x="6516327" y="3243743"/>
              <a:ext cx="1071043" cy="158804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5" name="tx4025"/>
            <p:cNvSpPr/>
            <p:nvPr/>
          </p:nvSpPr>
          <p:spPr>
            <a:xfrm>
              <a:off x="6585916" y="3328785"/>
              <a:ext cx="93186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</a:t>
              </a:r>
            </a:p>
          </p:txBody>
        </p:sp>
        <p:sp>
          <p:nvSpPr>
            <p:cNvPr id="4026" name="tx4026"/>
            <p:cNvSpPr/>
            <p:nvPr/>
          </p:nvSpPr>
          <p:spPr>
            <a:xfrm>
              <a:off x="6585916" y="3479661"/>
              <a:ext cx="54351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027" name="pic402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585916" y="3664922"/>
              <a:ext cx="219455" cy="1097280"/>
            </a:xfrm>
            <a:prstGeom prst="rect">
              <a:avLst/>
            </a:prstGeom>
          </p:spPr>
        </p:pic>
        <p:sp>
          <p:nvSpPr>
            <p:cNvPr id="4028" name="pl4028"/>
            <p:cNvSpPr/>
            <p:nvPr/>
          </p:nvSpPr>
          <p:spPr>
            <a:xfrm>
              <a:off x="6761481" y="476037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6761481" y="4578103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6761481" y="439583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6761481" y="4213562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6761481" y="403129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6761481" y="384902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6761481" y="3666751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6585916" y="476037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6585916" y="4578103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6585916" y="439583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6585916" y="4213562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6585916" y="403129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6585916" y="384902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6585916" y="3666751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tx4042"/>
            <p:cNvSpPr/>
            <p:nvPr/>
          </p:nvSpPr>
          <p:spPr>
            <a:xfrm>
              <a:off x="6874961" y="472032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43" name="tx4043"/>
            <p:cNvSpPr/>
            <p:nvPr/>
          </p:nvSpPr>
          <p:spPr>
            <a:xfrm>
              <a:off x="6874961" y="45380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44" name="tx4044"/>
            <p:cNvSpPr/>
            <p:nvPr/>
          </p:nvSpPr>
          <p:spPr>
            <a:xfrm>
              <a:off x="6874961" y="435578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45" name="tx4045"/>
            <p:cNvSpPr/>
            <p:nvPr/>
          </p:nvSpPr>
          <p:spPr>
            <a:xfrm>
              <a:off x="6874961" y="417351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46" name="tx4046"/>
            <p:cNvSpPr/>
            <p:nvPr/>
          </p:nvSpPr>
          <p:spPr>
            <a:xfrm>
              <a:off x="6874961" y="399124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7" name="tx4047"/>
            <p:cNvSpPr/>
            <p:nvPr/>
          </p:nvSpPr>
          <p:spPr>
            <a:xfrm>
              <a:off x="6874961" y="380897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048" name="tx4048"/>
            <p:cNvSpPr/>
            <p:nvPr/>
          </p:nvSpPr>
          <p:spPr>
            <a:xfrm>
              <a:off x="6874961" y="36267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049" name="tx4049"/>
            <p:cNvSpPr/>
            <p:nvPr/>
          </p:nvSpPr>
          <p:spPr>
            <a:xfrm>
              <a:off x="2034901" y="1669789"/>
              <a:ext cx="3642695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to </a:t>
              </a:r>
            </a:p>
          </p:txBody>
        </p:sp>
        <p:sp>
          <p:nvSpPr>
            <p:cNvPr id="4050" name="tx4050"/>
            <p:cNvSpPr/>
            <p:nvPr/>
          </p:nvSpPr>
          <p:spPr>
            <a:xfrm>
              <a:off x="2034901" y="1998973"/>
              <a:ext cx="1422714" cy="2186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 River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754045" y="1600200"/>
              <a:ext cx="563590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solidFill>
              <a:srgbClr val="F0F8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2384234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12486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6548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606110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346735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7361" y="1669789"/>
              <a:ext cx="0" cy="4051159"/>
            </a:xfrm>
            <a:custGeom>
              <a:avLst/>
              <a:pathLst>
                <a:path w="0" h="4051159">
                  <a:moveTo>
                    <a:pt x="0" y="4051159"/>
                  </a:moveTo>
                  <a:lnTo>
                    <a:pt x="0" y="4027755"/>
                  </a:lnTo>
                  <a:lnTo>
                    <a:pt x="0" y="3970809"/>
                  </a:lnTo>
                  <a:lnTo>
                    <a:pt x="0" y="3913864"/>
                  </a:lnTo>
                  <a:lnTo>
                    <a:pt x="0" y="3856918"/>
                  </a:lnTo>
                  <a:lnTo>
                    <a:pt x="0" y="3799972"/>
                  </a:lnTo>
                  <a:lnTo>
                    <a:pt x="0" y="3743027"/>
                  </a:lnTo>
                  <a:lnTo>
                    <a:pt x="0" y="3686081"/>
                  </a:lnTo>
                  <a:lnTo>
                    <a:pt x="0" y="3629136"/>
                  </a:lnTo>
                  <a:lnTo>
                    <a:pt x="0" y="3572190"/>
                  </a:lnTo>
                  <a:lnTo>
                    <a:pt x="0" y="3515244"/>
                  </a:lnTo>
                  <a:lnTo>
                    <a:pt x="0" y="3458299"/>
                  </a:lnTo>
                  <a:lnTo>
                    <a:pt x="0" y="3401353"/>
                  </a:lnTo>
                  <a:lnTo>
                    <a:pt x="0" y="3344407"/>
                  </a:lnTo>
                  <a:lnTo>
                    <a:pt x="0" y="3287462"/>
                  </a:lnTo>
                  <a:lnTo>
                    <a:pt x="0" y="3230516"/>
                  </a:lnTo>
                  <a:lnTo>
                    <a:pt x="0" y="3173571"/>
                  </a:lnTo>
                  <a:lnTo>
                    <a:pt x="0" y="3116625"/>
                  </a:lnTo>
                  <a:lnTo>
                    <a:pt x="0" y="3059679"/>
                  </a:lnTo>
                  <a:lnTo>
                    <a:pt x="0" y="3002734"/>
                  </a:lnTo>
                  <a:lnTo>
                    <a:pt x="0" y="2945788"/>
                  </a:lnTo>
                  <a:lnTo>
                    <a:pt x="0" y="2888843"/>
                  </a:lnTo>
                  <a:lnTo>
                    <a:pt x="0" y="2831897"/>
                  </a:lnTo>
                  <a:lnTo>
                    <a:pt x="0" y="2774951"/>
                  </a:lnTo>
                  <a:lnTo>
                    <a:pt x="0" y="2718006"/>
                  </a:lnTo>
                  <a:lnTo>
                    <a:pt x="0" y="2661060"/>
                  </a:lnTo>
                  <a:lnTo>
                    <a:pt x="0" y="2604115"/>
                  </a:lnTo>
                  <a:lnTo>
                    <a:pt x="0" y="2547169"/>
                  </a:lnTo>
                  <a:lnTo>
                    <a:pt x="0" y="2490223"/>
                  </a:lnTo>
                  <a:lnTo>
                    <a:pt x="0" y="2433278"/>
                  </a:lnTo>
                  <a:lnTo>
                    <a:pt x="0" y="2376332"/>
                  </a:lnTo>
                  <a:lnTo>
                    <a:pt x="0" y="2319386"/>
                  </a:lnTo>
                  <a:lnTo>
                    <a:pt x="0" y="2262441"/>
                  </a:lnTo>
                  <a:lnTo>
                    <a:pt x="0" y="2205495"/>
                  </a:lnTo>
                  <a:lnTo>
                    <a:pt x="0" y="2148550"/>
                  </a:lnTo>
                  <a:lnTo>
                    <a:pt x="0" y="2091604"/>
                  </a:lnTo>
                  <a:lnTo>
                    <a:pt x="0" y="2034658"/>
                  </a:lnTo>
                  <a:lnTo>
                    <a:pt x="0" y="1977713"/>
                  </a:lnTo>
                  <a:lnTo>
                    <a:pt x="0" y="1920767"/>
                  </a:lnTo>
                  <a:lnTo>
                    <a:pt x="0" y="1863822"/>
                  </a:lnTo>
                  <a:lnTo>
                    <a:pt x="0" y="1806876"/>
                  </a:lnTo>
                  <a:lnTo>
                    <a:pt x="0" y="1749930"/>
                  </a:lnTo>
                  <a:lnTo>
                    <a:pt x="0" y="1692985"/>
                  </a:lnTo>
                  <a:lnTo>
                    <a:pt x="0" y="1636039"/>
                  </a:lnTo>
                  <a:lnTo>
                    <a:pt x="0" y="1579094"/>
                  </a:lnTo>
                  <a:lnTo>
                    <a:pt x="0" y="1522148"/>
                  </a:lnTo>
                  <a:lnTo>
                    <a:pt x="0" y="1465202"/>
                  </a:lnTo>
                  <a:lnTo>
                    <a:pt x="0" y="1408257"/>
                  </a:lnTo>
                  <a:lnTo>
                    <a:pt x="0" y="1351311"/>
                  </a:lnTo>
                  <a:lnTo>
                    <a:pt x="0" y="1294366"/>
                  </a:lnTo>
                  <a:lnTo>
                    <a:pt x="0" y="1237420"/>
                  </a:lnTo>
                  <a:lnTo>
                    <a:pt x="0" y="1180474"/>
                  </a:lnTo>
                  <a:lnTo>
                    <a:pt x="0" y="1123529"/>
                  </a:lnTo>
                  <a:lnTo>
                    <a:pt x="0" y="1066583"/>
                  </a:lnTo>
                  <a:lnTo>
                    <a:pt x="0" y="1009637"/>
                  </a:lnTo>
                  <a:lnTo>
                    <a:pt x="0" y="952692"/>
                  </a:lnTo>
                  <a:lnTo>
                    <a:pt x="0" y="895746"/>
                  </a:lnTo>
                  <a:lnTo>
                    <a:pt x="0" y="838801"/>
                  </a:lnTo>
                  <a:lnTo>
                    <a:pt x="0" y="781855"/>
                  </a:lnTo>
                  <a:lnTo>
                    <a:pt x="0" y="724909"/>
                  </a:lnTo>
                  <a:lnTo>
                    <a:pt x="0" y="667964"/>
                  </a:lnTo>
                  <a:lnTo>
                    <a:pt x="0" y="611018"/>
                  </a:lnTo>
                  <a:lnTo>
                    <a:pt x="0" y="554073"/>
                  </a:lnTo>
                  <a:lnTo>
                    <a:pt x="0" y="497127"/>
                  </a:lnTo>
                  <a:lnTo>
                    <a:pt x="0" y="440181"/>
                  </a:lnTo>
                  <a:lnTo>
                    <a:pt x="0" y="383236"/>
                  </a:lnTo>
                  <a:lnTo>
                    <a:pt x="0" y="326290"/>
                  </a:lnTo>
                  <a:lnTo>
                    <a:pt x="0" y="269345"/>
                  </a:lnTo>
                  <a:lnTo>
                    <a:pt x="0" y="212399"/>
                  </a:lnTo>
                  <a:lnTo>
                    <a:pt x="0" y="155453"/>
                  </a:lnTo>
                  <a:lnTo>
                    <a:pt x="0" y="98508"/>
                  </a:lnTo>
                  <a:lnTo>
                    <a:pt x="0" y="41562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301906" y="555518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2301906" y="4615577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301906" y="3675975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301906" y="2736372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01906" y="1796770"/>
              <a:ext cx="4149766" cy="0"/>
            </a:xfrm>
            <a:custGeom>
              <a:avLst/>
              <a:pathLst>
                <a:path w="4149766" h="0">
                  <a:moveTo>
                    <a:pt x="0" y="0"/>
                  </a:moveTo>
                  <a:lnTo>
                    <a:pt x="22479" y="0"/>
                  </a:lnTo>
                  <a:lnTo>
                    <a:pt x="74847" y="0"/>
                  </a:lnTo>
                  <a:lnTo>
                    <a:pt x="127214" y="0"/>
                  </a:lnTo>
                  <a:lnTo>
                    <a:pt x="179582" y="0"/>
                  </a:lnTo>
                  <a:lnTo>
                    <a:pt x="231949" y="0"/>
                  </a:lnTo>
                  <a:lnTo>
                    <a:pt x="284316" y="0"/>
                  </a:lnTo>
                  <a:lnTo>
                    <a:pt x="336684" y="0"/>
                  </a:lnTo>
                  <a:lnTo>
                    <a:pt x="389051" y="0"/>
                  </a:lnTo>
                  <a:lnTo>
                    <a:pt x="441419" y="0"/>
                  </a:lnTo>
                  <a:lnTo>
                    <a:pt x="493786" y="0"/>
                  </a:lnTo>
                  <a:lnTo>
                    <a:pt x="546154" y="0"/>
                  </a:lnTo>
                  <a:lnTo>
                    <a:pt x="598521" y="0"/>
                  </a:lnTo>
                  <a:lnTo>
                    <a:pt x="650889" y="0"/>
                  </a:lnTo>
                  <a:lnTo>
                    <a:pt x="703256" y="0"/>
                  </a:lnTo>
                  <a:lnTo>
                    <a:pt x="755623" y="0"/>
                  </a:lnTo>
                  <a:lnTo>
                    <a:pt x="807991" y="0"/>
                  </a:lnTo>
                  <a:lnTo>
                    <a:pt x="860358" y="0"/>
                  </a:lnTo>
                  <a:lnTo>
                    <a:pt x="912726" y="0"/>
                  </a:lnTo>
                  <a:lnTo>
                    <a:pt x="965093" y="0"/>
                  </a:lnTo>
                  <a:lnTo>
                    <a:pt x="1017461" y="0"/>
                  </a:lnTo>
                  <a:lnTo>
                    <a:pt x="1069828" y="0"/>
                  </a:lnTo>
                  <a:lnTo>
                    <a:pt x="1122196" y="0"/>
                  </a:lnTo>
                  <a:lnTo>
                    <a:pt x="1174563" y="0"/>
                  </a:lnTo>
                  <a:lnTo>
                    <a:pt x="1226930" y="0"/>
                  </a:lnTo>
                  <a:lnTo>
                    <a:pt x="1279298" y="0"/>
                  </a:lnTo>
                  <a:lnTo>
                    <a:pt x="1331665" y="0"/>
                  </a:lnTo>
                  <a:lnTo>
                    <a:pt x="1384033" y="0"/>
                  </a:lnTo>
                  <a:lnTo>
                    <a:pt x="1436400" y="0"/>
                  </a:lnTo>
                  <a:lnTo>
                    <a:pt x="1488768" y="0"/>
                  </a:lnTo>
                  <a:lnTo>
                    <a:pt x="1541135" y="0"/>
                  </a:lnTo>
                  <a:lnTo>
                    <a:pt x="1593503" y="0"/>
                  </a:lnTo>
                  <a:lnTo>
                    <a:pt x="1645870" y="0"/>
                  </a:lnTo>
                  <a:lnTo>
                    <a:pt x="1698237" y="0"/>
                  </a:lnTo>
                  <a:lnTo>
                    <a:pt x="1750605" y="0"/>
                  </a:lnTo>
                  <a:lnTo>
                    <a:pt x="1802972" y="0"/>
                  </a:lnTo>
                  <a:lnTo>
                    <a:pt x="1855340" y="0"/>
                  </a:lnTo>
                  <a:lnTo>
                    <a:pt x="1907707" y="0"/>
                  </a:lnTo>
                  <a:lnTo>
                    <a:pt x="1960075" y="0"/>
                  </a:lnTo>
                  <a:lnTo>
                    <a:pt x="2012442" y="0"/>
                  </a:lnTo>
                  <a:lnTo>
                    <a:pt x="2064810" y="0"/>
                  </a:lnTo>
                  <a:lnTo>
                    <a:pt x="2117177" y="0"/>
                  </a:lnTo>
                  <a:lnTo>
                    <a:pt x="2169544" y="0"/>
                  </a:lnTo>
                  <a:lnTo>
                    <a:pt x="2221912" y="0"/>
                  </a:lnTo>
                  <a:lnTo>
                    <a:pt x="2274279" y="0"/>
                  </a:lnTo>
                  <a:lnTo>
                    <a:pt x="2326647" y="0"/>
                  </a:lnTo>
                  <a:lnTo>
                    <a:pt x="2379014" y="0"/>
                  </a:lnTo>
                  <a:lnTo>
                    <a:pt x="2431382" y="0"/>
                  </a:lnTo>
                  <a:lnTo>
                    <a:pt x="2483749" y="0"/>
                  </a:lnTo>
                  <a:lnTo>
                    <a:pt x="2536117" y="0"/>
                  </a:lnTo>
                  <a:lnTo>
                    <a:pt x="2588484" y="0"/>
                  </a:lnTo>
                  <a:lnTo>
                    <a:pt x="2640851" y="0"/>
                  </a:lnTo>
                  <a:lnTo>
                    <a:pt x="2693219" y="0"/>
                  </a:lnTo>
                  <a:lnTo>
                    <a:pt x="2745586" y="0"/>
                  </a:lnTo>
                  <a:lnTo>
                    <a:pt x="2797954" y="0"/>
                  </a:lnTo>
                  <a:lnTo>
                    <a:pt x="2850321" y="0"/>
                  </a:lnTo>
                  <a:lnTo>
                    <a:pt x="2902689" y="0"/>
                  </a:lnTo>
                  <a:lnTo>
                    <a:pt x="2955056" y="0"/>
                  </a:lnTo>
                  <a:lnTo>
                    <a:pt x="3007424" y="0"/>
                  </a:lnTo>
                  <a:lnTo>
                    <a:pt x="3059791" y="0"/>
                  </a:lnTo>
                  <a:lnTo>
                    <a:pt x="3112158" y="0"/>
                  </a:lnTo>
                  <a:lnTo>
                    <a:pt x="3164526" y="0"/>
                  </a:lnTo>
                  <a:lnTo>
                    <a:pt x="3216893" y="0"/>
                  </a:lnTo>
                  <a:lnTo>
                    <a:pt x="3269261" y="0"/>
                  </a:lnTo>
                  <a:lnTo>
                    <a:pt x="3321628" y="0"/>
                  </a:lnTo>
                  <a:lnTo>
                    <a:pt x="3373996" y="0"/>
                  </a:lnTo>
                  <a:lnTo>
                    <a:pt x="3426363" y="0"/>
                  </a:lnTo>
                  <a:lnTo>
                    <a:pt x="3478730" y="0"/>
                  </a:lnTo>
                  <a:lnTo>
                    <a:pt x="3531098" y="0"/>
                  </a:lnTo>
                  <a:lnTo>
                    <a:pt x="3583465" y="0"/>
                  </a:lnTo>
                  <a:lnTo>
                    <a:pt x="3635833" y="0"/>
                  </a:lnTo>
                  <a:lnTo>
                    <a:pt x="3688200" y="0"/>
                  </a:lnTo>
                  <a:lnTo>
                    <a:pt x="3740568" y="0"/>
                  </a:lnTo>
                  <a:lnTo>
                    <a:pt x="3792935" y="0"/>
                  </a:lnTo>
                  <a:lnTo>
                    <a:pt x="3845303" y="0"/>
                  </a:lnTo>
                  <a:lnTo>
                    <a:pt x="3897670" y="0"/>
                  </a:lnTo>
                  <a:lnTo>
                    <a:pt x="3950037" y="0"/>
                  </a:lnTo>
                  <a:lnTo>
                    <a:pt x="4002405" y="0"/>
                  </a:lnTo>
                  <a:lnTo>
                    <a:pt x="4054772" y="0"/>
                  </a:lnTo>
                  <a:lnTo>
                    <a:pt x="4107140" y="0"/>
                  </a:lnTo>
                  <a:lnTo>
                    <a:pt x="4149766" y="0"/>
                  </a:lnTo>
                  <a:lnTo>
                    <a:pt x="4149766" y="0"/>
                  </a:lnTo>
                </a:path>
              </a:pathLst>
            </a:custGeom>
            <a:ln w="13550" cap="rnd">
              <a:solidFill>
                <a:srgbClr val="F0F8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433411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4415547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4496984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457842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65985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5148481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5229918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5311355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5392793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5474230" y="1669789"/>
              <a:ext cx="81437" cy="86750"/>
            </a:xfrm>
            <a:custGeom>
              <a:avLst/>
              <a:pathLst>
                <a:path w="81437" h="86750">
                  <a:moveTo>
                    <a:pt x="81437" y="0"/>
                  </a:moveTo>
                  <a:lnTo>
                    <a:pt x="81437" y="86750"/>
                  </a:lnTo>
                  <a:lnTo>
                    <a:pt x="0" y="8675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4171236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425267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4334110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4415547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449698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457842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465985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5067044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5148481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5229918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5311355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5392793" y="17565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408979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4171236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425267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4334110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4415547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449698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457842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465985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5067044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5148481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5229918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5311355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5392793" y="18598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368261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376405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384548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392692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400836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408979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4171236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425267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4334110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441554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449698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457842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4985607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5067044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5148481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5229918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5311355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5392793" y="19631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360117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368261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376405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384548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392692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400836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408979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B">
                <a:alpha val="100000"/>
              </a:srgbClr>
            </a:solidFill>
            <a:ln w="5420" cap="flat">
              <a:solidFill>
                <a:srgbClr val="395D9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4171236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425267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B9A">
                <a:alpha val="100000"/>
              </a:srgbClr>
            </a:solidFill>
            <a:ln w="5420" cap="flat">
              <a:solidFill>
                <a:srgbClr val="395B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433411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441554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449698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4904170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4985607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5067044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5148481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5229918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5311355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5392793" y="206648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343830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351973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360117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368261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376405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384548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392692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E9C">
                <a:alpha val="100000"/>
              </a:srgbClr>
            </a:solidFill>
            <a:ln w="5420" cap="flat">
              <a:solidFill>
                <a:srgbClr val="395E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400836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408979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1">
                <a:alpha val="100000"/>
              </a:srgbClr>
            </a:solidFill>
            <a:ln w="5420" cap="flat">
              <a:solidFill>
                <a:srgbClr val="3B559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4171236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425267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38D">
                <a:alpha val="100000"/>
              </a:srgbClr>
            </a:solidFill>
            <a:ln w="5420" cap="flat">
              <a:solidFill>
                <a:srgbClr val="3B53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433411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4822733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4904170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4985607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5067044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5148481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5229918" y="216980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327542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335686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343830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351973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360117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368261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376405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384548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392692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400836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7">
                <a:alpha val="100000"/>
              </a:srgbClr>
            </a:solidFill>
            <a:ln w="5420" cap="flat">
              <a:solidFill>
                <a:srgbClr val="3A599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408979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590">
                <a:alpha val="100000"/>
              </a:srgbClr>
            </a:solidFill>
            <a:ln w="5420" cap="flat">
              <a:solidFill>
                <a:srgbClr val="3B559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417123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425267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528D">
                <a:alpha val="100000"/>
              </a:srgbClr>
            </a:solidFill>
            <a:ln w="5420" cap="flat">
              <a:solidFill>
                <a:srgbClr val="3B528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433411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B99">
                <a:alpha val="100000"/>
              </a:srgbClr>
            </a:solidFill>
            <a:ln w="5420" cap="flat">
              <a:solidFill>
                <a:srgbClr val="3A5B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441554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449698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457842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B9F">
                <a:alpha val="100000"/>
              </a:srgbClr>
            </a:solidFill>
            <a:ln w="5420" cap="flat">
              <a:solidFill>
                <a:srgbClr val="3A6B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4741296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4822733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4904170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4985607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5067044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5148481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5229918" y="22731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327542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335686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343830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351973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360117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368261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376405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384548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392692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400836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408979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996">
                <a:alpha val="100000"/>
              </a:srgbClr>
            </a:solidFill>
            <a:ln w="5420" cap="flat">
              <a:solidFill>
                <a:srgbClr val="3A599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417123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425267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793">
                <a:alpha val="100000"/>
              </a:srgbClr>
            </a:solidFill>
            <a:ln w="5420" cap="flat">
              <a:solidFill>
                <a:srgbClr val="3A579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433411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441554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449698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457842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FA0">
                <a:alpha val="100000"/>
              </a:srgbClr>
            </a:solidFill>
            <a:ln w="5420" cap="flat">
              <a:solidFill>
                <a:srgbClr val="3A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4659858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4741296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4822733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4904170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4985607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5067044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5148481" y="23764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327542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335686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343830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351973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360117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368261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376405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384548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392692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99F">
                <a:alpha val="100000"/>
              </a:srgbClr>
            </a:solidFill>
            <a:ln w="5420" cap="flat">
              <a:solidFill>
                <a:srgbClr val="3A69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400836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49E">
                <a:alpha val="100000"/>
              </a:srgbClr>
            </a:solidFill>
            <a:ln w="5420" cap="flat">
              <a:solidFill>
                <a:srgbClr val="3A64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408979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417123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425267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433411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441554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A0">
                <a:alpha val="100000"/>
              </a:srgbClr>
            </a:solidFill>
            <a:ln w="5420" cap="flat">
              <a:solidFill>
                <a:srgbClr val="3A6C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449698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4578421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4659858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4741296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4822733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5"/>
            <p:cNvSpPr/>
            <p:nvPr/>
          </p:nvSpPr>
          <p:spPr>
            <a:xfrm>
              <a:off x="4904170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6"/>
            <p:cNvSpPr/>
            <p:nvPr/>
          </p:nvSpPr>
          <p:spPr>
            <a:xfrm>
              <a:off x="4985607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7"/>
            <p:cNvSpPr/>
            <p:nvPr/>
          </p:nvSpPr>
          <p:spPr>
            <a:xfrm>
              <a:off x="5067044" y="247975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8"/>
            <p:cNvSpPr/>
            <p:nvPr/>
          </p:nvSpPr>
          <p:spPr>
            <a:xfrm>
              <a:off x="303111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9"/>
            <p:cNvSpPr/>
            <p:nvPr/>
          </p:nvSpPr>
          <p:spPr>
            <a:xfrm>
              <a:off x="311255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80"/>
            <p:cNvSpPr/>
            <p:nvPr/>
          </p:nvSpPr>
          <p:spPr>
            <a:xfrm>
              <a:off x="327542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1"/>
            <p:cNvSpPr/>
            <p:nvPr/>
          </p:nvSpPr>
          <p:spPr>
            <a:xfrm>
              <a:off x="335686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2"/>
            <p:cNvSpPr/>
            <p:nvPr/>
          </p:nvSpPr>
          <p:spPr>
            <a:xfrm>
              <a:off x="343830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3"/>
            <p:cNvSpPr/>
            <p:nvPr/>
          </p:nvSpPr>
          <p:spPr>
            <a:xfrm>
              <a:off x="351973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4"/>
            <p:cNvSpPr/>
            <p:nvPr/>
          </p:nvSpPr>
          <p:spPr>
            <a:xfrm>
              <a:off x="360117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5"/>
            <p:cNvSpPr/>
            <p:nvPr/>
          </p:nvSpPr>
          <p:spPr>
            <a:xfrm>
              <a:off x="368261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6"/>
            <p:cNvSpPr/>
            <p:nvPr/>
          </p:nvSpPr>
          <p:spPr>
            <a:xfrm>
              <a:off x="376405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7"/>
            <p:cNvSpPr/>
            <p:nvPr/>
          </p:nvSpPr>
          <p:spPr>
            <a:xfrm>
              <a:off x="384548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8"/>
            <p:cNvSpPr/>
            <p:nvPr/>
          </p:nvSpPr>
          <p:spPr>
            <a:xfrm>
              <a:off x="408979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9"/>
            <p:cNvSpPr/>
            <p:nvPr/>
          </p:nvSpPr>
          <p:spPr>
            <a:xfrm>
              <a:off x="417123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90"/>
            <p:cNvSpPr/>
            <p:nvPr/>
          </p:nvSpPr>
          <p:spPr>
            <a:xfrm>
              <a:off x="425267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1"/>
            <p:cNvSpPr/>
            <p:nvPr/>
          </p:nvSpPr>
          <p:spPr>
            <a:xfrm>
              <a:off x="433411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2"/>
            <p:cNvSpPr/>
            <p:nvPr/>
          </p:nvSpPr>
          <p:spPr>
            <a:xfrm>
              <a:off x="441554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1">
                <a:alpha val="100000"/>
              </a:srgbClr>
            </a:solidFill>
            <a:ln w="5420" cap="flat">
              <a:solidFill>
                <a:srgbClr val="3B70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3"/>
            <p:cNvSpPr/>
            <p:nvPr/>
          </p:nvSpPr>
          <p:spPr>
            <a:xfrm>
              <a:off x="4496984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4"/>
            <p:cNvSpPr/>
            <p:nvPr/>
          </p:nvSpPr>
          <p:spPr>
            <a:xfrm>
              <a:off x="4578421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5"/>
            <p:cNvSpPr/>
            <p:nvPr/>
          </p:nvSpPr>
          <p:spPr>
            <a:xfrm>
              <a:off x="4659858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6"/>
            <p:cNvSpPr/>
            <p:nvPr/>
          </p:nvSpPr>
          <p:spPr>
            <a:xfrm>
              <a:off x="4741296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7"/>
            <p:cNvSpPr/>
            <p:nvPr/>
          </p:nvSpPr>
          <p:spPr>
            <a:xfrm>
              <a:off x="4822733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8"/>
            <p:cNvSpPr/>
            <p:nvPr/>
          </p:nvSpPr>
          <p:spPr>
            <a:xfrm>
              <a:off x="4904170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9"/>
            <p:cNvSpPr/>
            <p:nvPr/>
          </p:nvSpPr>
          <p:spPr>
            <a:xfrm>
              <a:off x="4985607" y="258306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200"/>
            <p:cNvSpPr/>
            <p:nvPr/>
          </p:nvSpPr>
          <p:spPr>
            <a:xfrm>
              <a:off x="294967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1"/>
            <p:cNvSpPr/>
            <p:nvPr/>
          </p:nvSpPr>
          <p:spPr>
            <a:xfrm>
              <a:off x="303111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2"/>
            <p:cNvSpPr/>
            <p:nvPr/>
          </p:nvSpPr>
          <p:spPr>
            <a:xfrm>
              <a:off x="311255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3"/>
            <p:cNvSpPr/>
            <p:nvPr/>
          </p:nvSpPr>
          <p:spPr>
            <a:xfrm>
              <a:off x="319399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4"/>
            <p:cNvSpPr/>
            <p:nvPr/>
          </p:nvSpPr>
          <p:spPr>
            <a:xfrm>
              <a:off x="327542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5"/>
            <p:cNvSpPr/>
            <p:nvPr/>
          </p:nvSpPr>
          <p:spPr>
            <a:xfrm>
              <a:off x="335686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6"/>
            <p:cNvSpPr/>
            <p:nvPr/>
          </p:nvSpPr>
          <p:spPr>
            <a:xfrm>
              <a:off x="343830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7"/>
            <p:cNvSpPr/>
            <p:nvPr/>
          </p:nvSpPr>
          <p:spPr>
            <a:xfrm>
              <a:off x="351973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8"/>
            <p:cNvSpPr/>
            <p:nvPr/>
          </p:nvSpPr>
          <p:spPr>
            <a:xfrm>
              <a:off x="360117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9"/>
            <p:cNvSpPr/>
            <p:nvPr/>
          </p:nvSpPr>
          <p:spPr>
            <a:xfrm>
              <a:off x="368261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10"/>
            <p:cNvSpPr/>
            <p:nvPr/>
          </p:nvSpPr>
          <p:spPr>
            <a:xfrm>
              <a:off x="376405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384548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2"/>
            <p:cNvSpPr/>
            <p:nvPr/>
          </p:nvSpPr>
          <p:spPr>
            <a:xfrm>
              <a:off x="417123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3"/>
            <p:cNvSpPr/>
            <p:nvPr/>
          </p:nvSpPr>
          <p:spPr>
            <a:xfrm>
              <a:off x="425267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4"/>
            <p:cNvSpPr/>
            <p:nvPr/>
          </p:nvSpPr>
          <p:spPr>
            <a:xfrm>
              <a:off x="433411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5"/>
            <p:cNvSpPr/>
            <p:nvPr/>
          </p:nvSpPr>
          <p:spPr>
            <a:xfrm>
              <a:off x="4415547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2A1">
                <a:alpha val="100000"/>
              </a:srgbClr>
            </a:solidFill>
            <a:ln w="5420" cap="flat">
              <a:solidFill>
                <a:srgbClr val="3B72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6"/>
            <p:cNvSpPr/>
            <p:nvPr/>
          </p:nvSpPr>
          <p:spPr>
            <a:xfrm>
              <a:off x="4496984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7"/>
            <p:cNvSpPr/>
            <p:nvPr/>
          </p:nvSpPr>
          <p:spPr>
            <a:xfrm>
              <a:off x="4578421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8"/>
            <p:cNvSpPr/>
            <p:nvPr/>
          </p:nvSpPr>
          <p:spPr>
            <a:xfrm>
              <a:off x="4659858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9"/>
            <p:cNvSpPr/>
            <p:nvPr/>
          </p:nvSpPr>
          <p:spPr>
            <a:xfrm>
              <a:off x="4741296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20"/>
            <p:cNvSpPr/>
            <p:nvPr/>
          </p:nvSpPr>
          <p:spPr>
            <a:xfrm>
              <a:off x="4822733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1"/>
            <p:cNvSpPr/>
            <p:nvPr/>
          </p:nvSpPr>
          <p:spPr>
            <a:xfrm>
              <a:off x="4904170" y="268638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2"/>
            <p:cNvSpPr/>
            <p:nvPr/>
          </p:nvSpPr>
          <p:spPr>
            <a:xfrm>
              <a:off x="286824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3"/>
            <p:cNvSpPr/>
            <p:nvPr/>
          </p:nvSpPr>
          <p:spPr>
            <a:xfrm>
              <a:off x="294967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4"/>
            <p:cNvSpPr/>
            <p:nvPr/>
          </p:nvSpPr>
          <p:spPr>
            <a:xfrm>
              <a:off x="303111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5"/>
            <p:cNvSpPr/>
            <p:nvPr/>
          </p:nvSpPr>
          <p:spPr>
            <a:xfrm>
              <a:off x="311255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6"/>
            <p:cNvSpPr/>
            <p:nvPr/>
          </p:nvSpPr>
          <p:spPr>
            <a:xfrm>
              <a:off x="319399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7"/>
            <p:cNvSpPr/>
            <p:nvPr/>
          </p:nvSpPr>
          <p:spPr>
            <a:xfrm>
              <a:off x="327542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8"/>
            <p:cNvSpPr/>
            <p:nvPr/>
          </p:nvSpPr>
          <p:spPr>
            <a:xfrm>
              <a:off x="335686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9"/>
            <p:cNvSpPr/>
            <p:nvPr/>
          </p:nvSpPr>
          <p:spPr>
            <a:xfrm>
              <a:off x="343830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30"/>
            <p:cNvSpPr/>
            <p:nvPr/>
          </p:nvSpPr>
          <p:spPr>
            <a:xfrm>
              <a:off x="351973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1"/>
            <p:cNvSpPr/>
            <p:nvPr/>
          </p:nvSpPr>
          <p:spPr>
            <a:xfrm>
              <a:off x="360117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2"/>
            <p:cNvSpPr/>
            <p:nvPr/>
          </p:nvSpPr>
          <p:spPr>
            <a:xfrm>
              <a:off x="368261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3"/>
            <p:cNvSpPr/>
            <p:nvPr/>
          </p:nvSpPr>
          <p:spPr>
            <a:xfrm>
              <a:off x="376405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4"/>
            <p:cNvSpPr/>
            <p:nvPr/>
          </p:nvSpPr>
          <p:spPr>
            <a:xfrm>
              <a:off x="384548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5"/>
            <p:cNvSpPr/>
            <p:nvPr/>
          </p:nvSpPr>
          <p:spPr>
            <a:xfrm>
              <a:off x="417123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6"/>
            <p:cNvSpPr/>
            <p:nvPr/>
          </p:nvSpPr>
          <p:spPr>
            <a:xfrm>
              <a:off x="425267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7"/>
            <p:cNvSpPr/>
            <p:nvPr/>
          </p:nvSpPr>
          <p:spPr>
            <a:xfrm>
              <a:off x="4334110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8"/>
            <p:cNvSpPr/>
            <p:nvPr/>
          </p:nvSpPr>
          <p:spPr>
            <a:xfrm>
              <a:off x="4415547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9"/>
            <p:cNvSpPr/>
            <p:nvPr/>
          </p:nvSpPr>
          <p:spPr>
            <a:xfrm>
              <a:off x="4496984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40"/>
            <p:cNvSpPr/>
            <p:nvPr/>
          </p:nvSpPr>
          <p:spPr>
            <a:xfrm>
              <a:off x="4578421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1"/>
            <p:cNvSpPr/>
            <p:nvPr/>
          </p:nvSpPr>
          <p:spPr>
            <a:xfrm>
              <a:off x="4659858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2"/>
            <p:cNvSpPr/>
            <p:nvPr/>
          </p:nvSpPr>
          <p:spPr>
            <a:xfrm>
              <a:off x="4741296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3"/>
            <p:cNvSpPr/>
            <p:nvPr/>
          </p:nvSpPr>
          <p:spPr>
            <a:xfrm>
              <a:off x="4822733" y="278970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4"/>
            <p:cNvSpPr/>
            <p:nvPr/>
          </p:nvSpPr>
          <p:spPr>
            <a:xfrm>
              <a:off x="278680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5"/>
            <p:cNvSpPr/>
            <p:nvPr/>
          </p:nvSpPr>
          <p:spPr>
            <a:xfrm>
              <a:off x="286824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6"/>
            <p:cNvSpPr/>
            <p:nvPr/>
          </p:nvSpPr>
          <p:spPr>
            <a:xfrm>
              <a:off x="294967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7"/>
            <p:cNvSpPr/>
            <p:nvPr/>
          </p:nvSpPr>
          <p:spPr>
            <a:xfrm>
              <a:off x="303111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8"/>
            <p:cNvSpPr/>
            <p:nvPr/>
          </p:nvSpPr>
          <p:spPr>
            <a:xfrm>
              <a:off x="311255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9"/>
            <p:cNvSpPr/>
            <p:nvPr/>
          </p:nvSpPr>
          <p:spPr>
            <a:xfrm>
              <a:off x="319399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50"/>
            <p:cNvSpPr/>
            <p:nvPr/>
          </p:nvSpPr>
          <p:spPr>
            <a:xfrm>
              <a:off x="327542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1"/>
            <p:cNvSpPr/>
            <p:nvPr/>
          </p:nvSpPr>
          <p:spPr>
            <a:xfrm>
              <a:off x="335686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2"/>
            <p:cNvSpPr/>
            <p:nvPr/>
          </p:nvSpPr>
          <p:spPr>
            <a:xfrm>
              <a:off x="343830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3"/>
            <p:cNvSpPr/>
            <p:nvPr/>
          </p:nvSpPr>
          <p:spPr>
            <a:xfrm>
              <a:off x="351973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4"/>
            <p:cNvSpPr/>
            <p:nvPr/>
          </p:nvSpPr>
          <p:spPr>
            <a:xfrm>
              <a:off x="360117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5"/>
            <p:cNvSpPr/>
            <p:nvPr/>
          </p:nvSpPr>
          <p:spPr>
            <a:xfrm>
              <a:off x="368261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6"/>
            <p:cNvSpPr/>
            <p:nvPr/>
          </p:nvSpPr>
          <p:spPr>
            <a:xfrm>
              <a:off x="376405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7"/>
            <p:cNvSpPr/>
            <p:nvPr/>
          </p:nvSpPr>
          <p:spPr>
            <a:xfrm>
              <a:off x="384548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8"/>
            <p:cNvSpPr/>
            <p:nvPr/>
          </p:nvSpPr>
          <p:spPr>
            <a:xfrm>
              <a:off x="392692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9"/>
            <p:cNvSpPr/>
            <p:nvPr/>
          </p:nvSpPr>
          <p:spPr>
            <a:xfrm>
              <a:off x="4252673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60"/>
            <p:cNvSpPr/>
            <p:nvPr/>
          </p:nvSpPr>
          <p:spPr>
            <a:xfrm>
              <a:off x="4334110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1"/>
            <p:cNvSpPr/>
            <p:nvPr/>
          </p:nvSpPr>
          <p:spPr>
            <a:xfrm>
              <a:off x="4415547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2"/>
            <p:cNvSpPr/>
            <p:nvPr/>
          </p:nvSpPr>
          <p:spPr>
            <a:xfrm>
              <a:off x="4496984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3"/>
            <p:cNvSpPr/>
            <p:nvPr/>
          </p:nvSpPr>
          <p:spPr>
            <a:xfrm>
              <a:off x="4578421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4"/>
            <p:cNvSpPr/>
            <p:nvPr/>
          </p:nvSpPr>
          <p:spPr>
            <a:xfrm>
              <a:off x="4659858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5A2">
                <a:alpha val="100000"/>
              </a:srgbClr>
            </a:solidFill>
            <a:ln w="5420" cap="flat">
              <a:solidFill>
                <a:srgbClr val="3A75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5"/>
            <p:cNvSpPr/>
            <p:nvPr/>
          </p:nvSpPr>
          <p:spPr>
            <a:xfrm>
              <a:off x="4741296" y="289301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6"/>
            <p:cNvSpPr/>
            <p:nvPr/>
          </p:nvSpPr>
          <p:spPr>
            <a:xfrm>
              <a:off x="278680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7"/>
            <p:cNvSpPr/>
            <p:nvPr/>
          </p:nvSpPr>
          <p:spPr>
            <a:xfrm>
              <a:off x="286824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8"/>
            <p:cNvSpPr/>
            <p:nvPr/>
          </p:nvSpPr>
          <p:spPr>
            <a:xfrm>
              <a:off x="294967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9"/>
            <p:cNvSpPr/>
            <p:nvPr/>
          </p:nvSpPr>
          <p:spPr>
            <a:xfrm>
              <a:off x="303111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70"/>
            <p:cNvSpPr/>
            <p:nvPr/>
          </p:nvSpPr>
          <p:spPr>
            <a:xfrm>
              <a:off x="311255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1"/>
            <p:cNvSpPr/>
            <p:nvPr/>
          </p:nvSpPr>
          <p:spPr>
            <a:xfrm>
              <a:off x="319399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2"/>
            <p:cNvSpPr/>
            <p:nvPr/>
          </p:nvSpPr>
          <p:spPr>
            <a:xfrm>
              <a:off x="327542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3"/>
            <p:cNvSpPr/>
            <p:nvPr/>
          </p:nvSpPr>
          <p:spPr>
            <a:xfrm>
              <a:off x="335686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4"/>
            <p:cNvSpPr/>
            <p:nvPr/>
          </p:nvSpPr>
          <p:spPr>
            <a:xfrm>
              <a:off x="343830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5"/>
            <p:cNvSpPr/>
            <p:nvPr/>
          </p:nvSpPr>
          <p:spPr>
            <a:xfrm>
              <a:off x="351973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6"/>
            <p:cNvSpPr/>
            <p:nvPr/>
          </p:nvSpPr>
          <p:spPr>
            <a:xfrm>
              <a:off x="3601176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7"/>
            <p:cNvSpPr/>
            <p:nvPr/>
          </p:nvSpPr>
          <p:spPr>
            <a:xfrm>
              <a:off x="368261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8"/>
            <p:cNvSpPr/>
            <p:nvPr/>
          </p:nvSpPr>
          <p:spPr>
            <a:xfrm>
              <a:off x="376405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9"/>
            <p:cNvSpPr/>
            <p:nvPr/>
          </p:nvSpPr>
          <p:spPr>
            <a:xfrm>
              <a:off x="384548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80"/>
            <p:cNvSpPr/>
            <p:nvPr/>
          </p:nvSpPr>
          <p:spPr>
            <a:xfrm>
              <a:off x="392692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1"/>
            <p:cNvSpPr/>
            <p:nvPr/>
          </p:nvSpPr>
          <p:spPr>
            <a:xfrm>
              <a:off x="4252673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2"/>
            <p:cNvSpPr/>
            <p:nvPr/>
          </p:nvSpPr>
          <p:spPr>
            <a:xfrm>
              <a:off x="4334110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3"/>
            <p:cNvSpPr/>
            <p:nvPr/>
          </p:nvSpPr>
          <p:spPr>
            <a:xfrm>
              <a:off x="4415547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4"/>
            <p:cNvSpPr/>
            <p:nvPr/>
          </p:nvSpPr>
          <p:spPr>
            <a:xfrm>
              <a:off x="4496984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5"/>
            <p:cNvSpPr/>
            <p:nvPr/>
          </p:nvSpPr>
          <p:spPr>
            <a:xfrm>
              <a:off x="4578421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6"/>
            <p:cNvSpPr/>
            <p:nvPr/>
          </p:nvSpPr>
          <p:spPr>
            <a:xfrm>
              <a:off x="4659858" y="299633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7"/>
            <p:cNvSpPr/>
            <p:nvPr/>
          </p:nvSpPr>
          <p:spPr>
            <a:xfrm>
              <a:off x="270536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8"/>
            <p:cNvSpPr/>
            <p:nvPr/>
          </p:nvSpPr>
          <p:spPr>
            <a:xfrm>
              <a:off x="278680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9"/>
            <p:cNvSpPr/>
            <p:nvPr/>
          </p:nvSpPr>
          <p:spPr>
            <a:xfrm>
              <a:off x="286824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90"/>
            <p:cNvSpPr/>
            <p:nvPr/>
          </p:nvSpPr>
          <p:spPr>
            <a:xfrm>
              <a:off x="294967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1"/>
            <p:cNvSpPr/>
            <p:nvPr/>
          </p:nvSpPr>
          <p:spPr>
            <a:xfrm>
              <a:off x="303111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2"/>
            <p:cNvSpPr/>
            <p:nvPr/>
          </p:nvSpPr>
          <p:spPr>
            <a:xfrm>
              <a:off x="311255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3"/>
            <p:cNvSpPr/>
            <p:nvPr/>
          </p:nvSpPr>
          <p:spPr>
            <a:xfrm>
              <a:off x="319399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4"/>
            <p:cNvSpPr/>
            <p:nvPr/>
          </p:nvSpPr>
          <p:spPr>
            <a:xfrm>
              <a:off x="327542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5"/>
            <p:cNvSpPr/>
            <p:nvPr/>
          </p:nvSpPr>
          <p:spPr>
            <a:xfrm>
              <a:off x="335686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6"/>
            <p:cNvSpPr/>
            <p:nvPr/>
          </p:nvSpPr>
          <p:spPr>
            <a:xfrm>
              <a:off x="343830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7"/>
            <p:cNvSpPr/>
            <p:nvPr/>
          </p:nvSpPr>
          <p:spPr>
            <a:xfrm>
              <a:off x="351973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8"/>
            <p:cNvSpPr/>
            <p:nvPr/>
          </p:nvSpPr>
          <p:spPr>
            <a:xfrm>
              <a:off x="3601176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6A9">
                <a:alpha val="100000"/>
              </a:srgbClr>
            </a:solidFill>
            <a:ln w="5420" cap="flat">
              <a:solidFill>
                <a:srgbClr val="35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9"/>
            <p:cNvSpPr/>
            <p:nvPr/>
          </p:nvSpPr>
          <p:spPr>
            <a:xfrm>
              <a:off x="368261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300"/>
            <p:cNvSpPr/>
            <p:nvPr/>
          </p:nvSpPr>
          <p:spPr>
            <a:xfrm>
              <a:off x="376405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1"/>
            <p:cNvSpPr/>
            <p:nvPr/>
          </p:nvSpPr>
          <p:spPr>
            <a:xfrm>
              <a:off x="384548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2"/>
            <p:cNvSpPr/>
            <p:nvPr/>
          </p:nvSpPr>
          <p:spPr>
            <a:xfrm>
              <a:off x="392692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3"/>
            <p:cNvSpPr/>
            <p:nvPr/>
          </p:nvSpPr>
          <p:spPr>
            <a:xfrm>
              <a:off x="400836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4"/>
            <p:cNvSpPr/>
            <p:nvPr/>
          </p:nvSpPr>
          <p:spPr>
            <a:xfrm>
              <a:off x="4252673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5"/>
            <p:cNvSpPr/>
            <p:nvPr/>
          </p:nvSpPr>
          <p:spPr>
            <a:xfrm>
              <a:off x="4334110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6"/>
            <p:cNvSpPr/>
            <p:nvPr/>
          </p:nvSpPr>
          <p:spPr>
            <a:xfrm>
              <a:off x="4415547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7"/>
            <p:cNvSpPr/>
            <p:nvPr/>
          </p:nvSpPr>
          <p:spPr>
            <a:xfrm>
              <a:off x="4496984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8"/>
            <p:cNvSpPr/>
            <p:nvPr/>
          </p:nvSpPr>
          <p:spPr>
            <a:xfrm>
              <a:off x="4578421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9"/>
            <p:cNvSpPr/>
            <p:nvPr/>
          </p:nvSpPr>
          <p:spPr>
            <a:xfrm>
              <a:off x="4659858" y="309964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10"/>
            <p:cNvSpPr/>
            <p:nvPr/>
          </p:nvSpPr>
          <p:spPr>
            <a:xfrm>
              <a:off x="270536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1"/>
            <p:cNvSpPr/>
            <p:nvPr/>
          </p:nvSpPr>
          <p:spPr>
            <a:xfrm>
              <a:off x="278680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BA3">
                <a:alpha val="100000"/>
              </a:srgbClr>
            </a:solidFill>
            <a:ln w="5420" cap="flat">
              <a:solidFill>
                <a:srgbClr val="3A7B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2"/>
            <p:cNvSpPr/>
            <p:nvPr/>
          </p:nvSpPr>
          <p:spPr>
            <a:xfrm>
              <a:off x="286824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3"/>
            <p:cNvSpPr/>
            <p:nvPr/>
          </p:nvSpPr>
          <p:spPr>
            <a:xfrm>
              <a:off x="294967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C9F">
                <a:alpha val="100000"/>
              </a:srgbClr>
            </a:solidFill>
            <a:ln w="5420" cap="flat">
              <a:solidFill>
                <a:srgbClr val="3A6C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4"/>
            <p:cNvSpPr/>
            <p:nvPr/>
          </p:nvSpPr>
          <p:spPr>
            <a:xfrm>
              <a:off x="303111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E">
                <a:alpha val="100000"/>
              </a:srgbClr>
            </a:solidFill>
            <a:ln w="5420" cap="flat">
              <a:solidFill>
                <a:srgbClr val="3A63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5"/>
            <p:cNvSpPr/>
            <p:nvPr/>
          </p:nvSpPr>
          <p:spPr>
            <a:xfrm>
              <a:off x="311255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6"/>
            <p:cNvSpPr/>
            <p:nvPr/>
          </p:nvSpPr>
          <p:spPr>
            <a:xfrm>
              <a:off x="319399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7"/>
            <p:cNvSpPr/>
            <p:nvPr/>
          </p:nvSpPr>
          <p:spPr>
            <a:xfrm>
              <a:off x="327542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AA3">
                <a:alpha val="100000"/>
              </a:srgbClr>
            </a:solidFill>
            <a:ln w="5420" cap="flat">
              <a:solidFill>
                <a:srgbClr val="3A7A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8"/>
            <p:cNvSpPr/>
            <p:nvPr/>
          </p:nvSpPr>
          <p:spPr>
            <a:xfrm>
              <a:off x="335686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9"/>
            <p:cNvSpPr/>
            <p:nvPr/>
          </p:nvSpPr>
          <p:spPr>
            <a:xfrm>
              <a:off x="343830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20"/>
            <p:cNvSpPr/>
            <p:nvPr/>
          </p:nvSpPr>
          <p:spPr>
            <a:xfrm>
              <a:off x="351973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1"/>
            <p:cNvSpPr/>
            <p:nvPr/>
          </p:nvSpPr>
          <p:spPr>
            <a:xfrm>
              <a:off x="3601176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2"/>
            <p:cNvSpPr/>
            <p:nvPr/>
          </p:nvSpPr>
          <p:spPr>
            <a:xfrm>
              <a:off x="3682613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3"/>
            <p:cNvSpPr/>
            <p:nvPr/>
          </p:nvSpPr>
          <p:spPr>
            <a:xfrm>
              <a:off x="376405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4"/>
            <p:cNvSpPr/>
            <p:nvPr/>
          </p:nvSpPr>
          <p:spPr>
            <a:xfrm>
              <a:off x="384548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5"/>
            <p:cNvSpPr/>
            <p:nvPr/>
          </p:nvSpPr>
          <p:spPr>
            <a:xfrm>
              <a:off x="392692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6"/>
            <p:cNvSpPr/>
            <p:nvPr/>
          </p:nvSpPr>
          <p:spPr>
            <a:xfrm>
              <a:off x="400836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7"/>
            <p:cNvSpPr/>
            <p:nvPr/>
          </p:nvSpPr>
          <p:spPr>
            <a:xfrm>
              <a:off x="408979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8"/>
            <p:cNvSpPr/>
            <p:nvPr/>
          </p:nvSpPr>
          <p:spPr>
            <a:xfrm>
              <a:off x="4334110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9"/>
            <p:cNvSpPr/>
            <p:nvPr/>
          </p:nvSpPr>
          <p:spPr>
            <a:xfrm>
              <a:off x="4415547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30"/>
            <p:cNvSpPr/>
            <p:nvPr/>
          </p:nvSpPr>
          <p:spPr>
            <a:xfrm>
              <a:off x="4496984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1"/>
            <p:cNvSpPr/>
            <p:nvPr/>
          </p:nvSpPr>
          <p:spPr>
            <a:xfrm>
              <a:off x="4578421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1A4">
                <a:alpha val="100000"/>
              </a:srgbClr>
            </a:solidFill>
            <a:ln w="5420" cap="flat">
              <a:solidFill>
                <a:srgbClr val="3A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2"/>
            <p:cNvSpPr/>
            <p:nvPr/>
          </p:nvSpPr>
          <p:spPr>
            <a:xfrm>
              <a:off x="4659858" y="320296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3"/>
            <p:cNvSpPr/>
            <p:nvPr/>
          </p:nvSpPr>
          <p:spPr>
            <a:xfrm>
              <a:off x="270536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4"/>
            <p:cNvSpPr/>
            <p:nvPr/>
          </p:nvSpPr>
          <p:spPr>
            <a:xfrm>
              <a:off x="278680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5"/>
            <p:cNvSpPr/>
            <p:nvPr/>
          </p:nvSpPr>
          <p:spPr>
            <a:xfrm>
              <a:off x="286824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6"/>
            <p:cNvSpPr/>
            <p:nvPr/>
          </p:nvSpPr>
          <p:spPr>
            <a:xfrm>
              <a:off x="294967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DA0">
                <a:alpha val="100000"/>
              </a:srgbClr>
            </a:solidFill>
            <a:ln w="5420" cap="flat">
              <a:solidFill>
                <a:srgbClr val="3A6D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7"/>
            <p:cNvSpPr/>
            <p:nvPr/>
          </p:nvSpPr>
          <p:spPr>
            <a:xfrm>
              <a:off x="303111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8"/>
            <p:cNvSpPr/>
            <p:nvPr/>
          </p:nvSpPr>
          <p:spPr>
            <a:xfrm>
              <a:off x="311255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C">
                <a:alpha val="100000"/>
              </a:srgbClr>
            </a:solidFill>
            <a:ln w="5420" cap="flat">
              <a:solidFill>
                <a:srgbClr val="395F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9"/>
            <p:cNvSpPr/>
            <p:nvPr/>
          </p:nvSpPr>
          <p:spPr>
            <a:xfrm>
              <a:off x="319399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A9F">
                <a:alpha val="100000"/>
              </a:srgbClr>
            </a:solidFill>
            <a:ln w="5420" cap="flat">
              <a:solidFill>
                <a:srgbClr val="3A6A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40"/>
            <p:cNvSpPr/>
            <p:nvPr/>
          </p:nvSpPr>
          <p:spPr>
            <a:xfrm>
              <a:off x="327542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1"/>
            <p:cNvSpPr/>
            <p:nvPr/>
          </p:nvSpPr>
          <p:spPr>
            <a:xfrm>
              <a:off x="335686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343830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3"/>
            <p:cNvSpPr/>
            <p:nvPr/>
          </p:nvSpPr>
          <p:spPr>
            <a:xfrm>
              <a:off x="351973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3601176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368261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6"/>
            <p:cNvSpPr/>
            <p:nvPr/>
          </p:nvSpPr>
          <p:spPr>
            <a:xfrm>
              <a:off x="376405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7"/>
            <p:cNvSpPr/>
            <p:nvPr/>
          </p:nvSpPr>
          <p:spPr>
            <a:xfrm>
              <a:off x="384548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392692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400836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50"/>
            <p:cNvSpPr/>
            <p:nvPr/>
          </p:nvSpPr>
          <p:spPr>
            <a:xfrm>
              <a:off x="408979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1"/>
            <p:cNvSpPr/>
            <p:nvPr/>
          </p:nvSpPr>
          <p:spPr>
            <a:xfrm>
              <a:off x="4252673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2"/>
            <p:cNvSpPr/>
            <p:nvPr/>
          </p:nvSpPr>
          <p:spPr>
            <a:xfrm>
              <a:off x="4334110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3"/>
            <p:cNvSpPr/>
            <p:nvPr/>
          </p:nvSpPr>
          <p:spPr>
            <a:xfrm>
              <a:off x="4415547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4"/>
            <p:cNvSpPr/>
            <p:nvPr/>
          </p:nvSpPr>
          <p:spPr>
            <a:xfrm>
              <a:off x="4496984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5"/>
            <p:cNvSpPr/>
            <p:nvPr/>
          </p:nvSpPr>
          <p:spPr>
            <a:xfrm>
              <a:off x="4578421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6"/>
            <p:cNvSpPr/>
            <p:nvPr/>
          </p:nvSpPr>
          <p:spPr>
            <a:xfrm>
              <a:off x="4659858" y="330628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7"/>
            <p:cNvSpPr/>
            <p:nvPr/>
          </p:nvSpPr>
          <p:spPr>
            <a:xfrm>
              <a:off x="278680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8"/>
            <p:cNvSpPr/>
            <p:nvPr/>
          </p:nvSpPr>
          <p:spPr>
            <a:xfrm>
              <a:off x="286824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9"/>
            <p:cNvSpPr/>
            <p:nvPr/>
          </p:nvSpPr>
          <p:spPr>
            <a:xfrm>
              <a:off x="294967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8A2">
                <a:alpha val="100000"/>
              </a:srgbClr>
            </a:solidFill>
            <a:ln w="5420" cap="flat">
              <a:solidFill>
                <a:srgbClr val="3A78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60"/>
            <p:cNvSpPr/>
            <p:nvPr/>
          </p:nvSpPr>
          <p:spPr>
            <a:xfrm>
              <a:off x="303111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3A1">
                <a:alpha val="100000"/>
              </a:srgbClr>
            </a:solidFill>
            <a:ln w="5420" cap="flat">
              <a:solidFill>
                <a:srgbClr val="3B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1"/>
            <p:cNvSpPr/>
            <p:nvPr/>
          </p:nvSpPr>
          <p:spPr>
            <a:xfrm>
              <a:off x="311255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2"/>
            <p:cNvSpPr/>
            <p:nvPr/>
          </p:nvSpPr>
          <p:spPr>
            <a:xfrm>
              <a:off x="319399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3"/>
            <p:cNvSpPr/>
            <p:nvPr/>
          </p:nvSpPr>
          <p:spPr>
            <a:xfrm>
              <a:off x="327542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4"/>
            <p:cNvSpPr/>
            <p:nvPr/>
          </p:nvSpPr>
          <p:spPr>
            <a:xfrm>
              <a:off x="335686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5"/>
            <p:cNvSpPr/>
            <p:nvPr/>
          </p:nvSpPr>
          <p:spPr>
            <a:xfrm>
              <a:off x="343830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6"/>
            <p:cNvSpPr/>
            <p:nvPr/>
          </p:nvSpPr>
          <p:spPr>
            <a:xfrm>
              <a:off x="351973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B">
                <a:alpha val="100000"/>
              </a:srgbClr>
            </a:solidFill>
            <a:ln w="5420" cap="flat">
              <a:solidFill>
                <a:srgbClr val="48AC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7"/>
            <p:cNvSpPr/>
            <p:nvPr/>
          </p:nvSpPr>
          <p:spPr>
            <a:xfrm>
              <a:off x="360117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8"/>
            <p:cNvSpPr/>
            <p:nvPr/>
          </p:nvSpPr>
          <p:spPr>
            <a:xfrm>
              <a:off x="368261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9AA">
                <a:alpha val="100000"/>
              </a:srgbClr>
            </a:solidFill>
            <a:ln w="5420" cap="flat">
              <a:solidFill>
                <a:srgbClr val="45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9"/>
            <p:cNvSpPr/>
            <p:nvPr/>
          </p:nvSpPr>
          <p:spPr>
            <a:xfrm>
              <a:off x="376405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70"/>
            <p:cNvSpPr/>
            <p:nvPr/>
          </p:nvSpPr>
          <p:spPr>
            <a:xfrm>
              <a:off x="384548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1"/>
            <p:cNvSpPr/>
            <p:nvPr/>
          </p:nvSpPr>
          <p:spPr>
            <a:xfrm>
              <a:off x="392692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2"/>
            <p:cNvSpPr/>
            <p:nvPr/>
          </p:nvSpPr>
          <p:spPr>
            <a:xfrm>
              <a:off x="400836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3"/>
            <p:cNvSpPr/>
            <p:nvPr/>
          </p:nvSpPr>
          <p:spPr>
            <a:xfrm>
              <a:off x="408979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4"/>
            <p:cNvSpPr/>
            <p:nvPr/>
          </p:nvSpPr>
          <p:spPr>
            <a:xfrm>
              <a:off x="4171236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5"/>
            <p:cNvSpPr/>
            <p:nvPr/>
          </p:nvSpPr>
          <p:spPr>
            <a:xfrm>
              <a:off x="4252673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6"/>
            <p:cNvSpPr/>
            <p:nvPr/>
          </p:nvSpPr>
          <p:spPr>
            <a:xfrm>
              <a:off x="4334110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7"/>
            <p:cNvSpPr/>
            <p:nvPr/>
          </p:nvSpPr>
          <p:spPr>
            <a:xfrm>
              <a:off x="4415547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8"/>
            <p:cNvSpPr/>
            <p:nvPr/>
          </p:nvSpPr>
          <p:spPr>
            <a:xfrm>
              <a:off x="4496984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9"/>
            <p:cNvSpPr/>
            <p:nvPr/>
          </p:nvSpPr>
          <p:spPr>
            <a:xfrm>
              <a:off x="4578421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80"/>
            <p:cNvSpPr/>
            <p:nvPr/>
          </p:nvSpPr>
          <p:spPr>
            <a:xfrm>
              <a:off x="4659858" y="340959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1"/>
            <p:cNvSpPr/>
            <p:nvPr/>
          </p:nvSpPr>
          <p:spPr>
            <a:xfrm>
              <a:off x="286824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2"/>
            <p:cNvSpPr/>
            <p:nvPr/>
          </p:nvSpPr>
          <p:spPr>
            <a:xfrm>
              <a:off x="294967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3"/>
            <p:cNvSpPr/>
            <p:nvPr/>
          </p:nvSpPr>
          <p:spPr>
            <a:xfrm>
              <a:off x="303111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4"/>
            <p:cNvSpPr/>
            <p:nvPr/>
          </p:nvSpPr>
          <p:spPr>
            <a:xfrm>
              <a:off x="311255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5"/>
            <p:cNvSpPr/>
            <p:nvPr/>
          </p:nvSpPr>
          <p:spPr>
            <a:xfrm>
              <a:off x="319399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6"/>
            <p:cNvSpPr/>
            <p:nvPr/>
          </p:nvSpPr>
          <p:spPr>
            <a:xfrm>
              <a:off x="327542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7"/>
            <p:cNvSpPr/>
            <p:nvPr/>
          </p:nvSpPr>
          <p:spPr>
            <a:xfrm>
              <a:off x="335686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8"/>
            <p:cNvSpPr/>
            <p:nvPr/>
          </p:nvSpPr>
          <p:spPr>
            <a:xfrm>
              <a:off x="343830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9"/>
            <p:cNvSpPr/>
            <p:nvPr/>
          </p:nvSpPr>
          <p:spPr>
            <a:xfrm>
              <a:off x="351973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90"/>
            <p:cNvSpPr/>
            <p:nvPr/>
          </p:nvSpPr>
          <p:spPr>
            <a:xfrm>
              <a:off x="360117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1"/>
            <p:cNvSpPr/>
            <p:nvPr/>
          </p:nvSpPr>
          <p:spPr>
            <a:xfrm>
              <a:off x="368261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2"/>
            <p:cNvSpPr/>
            <p:nvPr/>
          </p:nvSpPr>
          <p:spPr>
            <a:xfrm>
              <a:off x="376405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3"/>
            <p:cNvSpPr/>
            <p:nvPr/>
          </p:nvSpPr>
          <p:spPr>
            <a:xfrm>
              <a:off x="384548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4"/>
            <p:cNvSpPr/>
            <p:nvPr/>
          </p:nvSpPr>
          <p:spPr>
            <a:xfrm>
              <a:off x="392692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5"/>
            <p:cNvSpPr/>
            <p:nvPr/>
          </p:nvSpPr>
          <p:spPr>
            <a:xfrm>
              <a:off x="400836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6"/>
            <p:cNvSpPr/>
            <p:nvPr/>
          </p:nvSpPr>
          <p:spPr>
            <a:xfrm>
              <a:off x="4089798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7"/>
            <p:cNvSpPr/>
            <p:nvPr/>
          </p:nvSpPr>
          <p:spPr>
            <a:xfrm>
              <a:off x="4171236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8"/>
            <p:cNvSpPr/>
            <p:nvPr/>
          </p:nvSpPr>
          <p:spPr>
            <a:xfrm>
              <a:off x="4252673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9"/>
            <p:cNvSpPr/>
            <p:nvPr/>
          </p:nvSpPr>
          <p:spPr>
            <a:xfrm>
              <a:off x="4334110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400"/>
            <p:cNvSpPr/>
            <p:nvPr/>
          </p:nvSpPr>
          <p:spPr>
            <a:xfrm>
              <a:off x="4415547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1"/>
            <p:cNvSpPr/>
            <p:nvPr/>
          </p:nvSpPr>
          <p:spPr>
            <a:xfrm>
              <a:off x="4496984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2"/>
            <p:cNvSpPr/>
            <p:nvPr/>
          </p:nvSpPr>
          <p:spPr>
            <a:xfrm>
              <a:off x="4578421" y="351291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3"/>
            <p:cNvSpPr/>
            <p:nvPr/>
          </p:nvSpPr>
          <p:spPr>
            <a:xfrm>
              <a:off x="286824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4"/>
            <p:cNvSpPr/>
            <p:nvPr/>
          </p:nvSpPr>
          <p:spPr>
            <a:xfrm>
              <a:off x="294967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5"/>
            <p:cNvSpPr/>
            <p:nvPr/>
          </p:nvSpPr>
          <p:spPr>
            <a:xfrm>
              <a:off x="303111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6"/>
            <p:cNvSpPr/>
            <p:nvPr/>
          </p:nvSpPr>
          <p:spPr>
            <a:xfrm>
              <a:off x="311255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7"/>
            <p:cNvSpPr/>
            <p:nvPr/>
          </p:nvSpPr>
          <p:spPr>
            <a:xfrm>
              <a:off x="319399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8"/>
            <p:cNvSpPr/>
            <p:nvPr/>
          </p:nvSpPr>
          <p:spPr>
            <a:xfrm>
              <a:off x="327542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9AA">
                <a:alpha val="100000"/>
              </a:srgbClr>
            </a:solidFill>
            <a:ln w="5420" cap="flat">
              <a:solidFill>
                <a:srgbClr val="46A9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9"/>
            <p:cNvSpPr/>
            <p:nvPr/>
          </p:nvSpPr>
          <p:spPr>
            <a:xfrm>
              <a:off x="335686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10"/>
            <p:cNvSpPr/>
            <p:nvPr/>
          </p:nvSpPr>
          <p:spPr>
            <a:xfrm>
              <a:off x="343830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3AB">
                <a:alpha val="100000"/>
              </a:srgbClr>
            </a:solidFill>
            <a:ln w="5420" cap="flat">
              <a:solidFill>
                <a:srgbClr val="4D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1"/>
            <p:cNvSpPr/>
            <p:nvPr/>
          </p:nvSpPr>
          <p:spPr>
            <a:xfrm>
              <a:off x="351973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EB3AB">
                <a:alpha val="100000"/>
              </a:srgbClr>
            </a:solidFill>
            <a:ln w="5420" cap="flat">
              <a:solidFill>
                <a:srgbClr val="4EB3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2"/>
            <p:cNvSpPr/>
            <p:nvPr/>
          </p:nvSpPr>
          <p:spPr>
            <a:xfrm>
              <a:off x="360117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CB1AB">
                <a:alpha val="100000"/>
              </a:srgbClr>
            </a:solidFill>
            <a:ln w="5420" cap="flat">
              <a:solidFill>
                <a:srgbClr val="4CB1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3"/>
            <p:cNvSpPr/>
            <p:nvPr/>
          </p:nvSpPr>
          <p:spPr>
            <a:xfrm>
              <a:off x="368261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4"/>
            <p:cNvSpPr/>
            <p:nvPr/>
          </p:nvSpPr>
          <p:spPr>
            <a:xfrm>
              <a:off x="376405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5"/>
            <p:cNvSpPr/>
            <p:nvPr/>
          </p:nvSpPr>
          <p:spPr>
            <a:xfrm>
              <a:off x="384548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6"/>
            <p:cNvSpPr/>
            <p:nvPr/>
          </p:nvSpPr>
          <p:spPr>
            <a:xfrm>
              <a:off x="392692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9A9">
                <a:alpha val="100000"/>
              </a:srgbClr>
            </a:solidFill>
            <a:ln w="5420" cap="flat">
              <a:solidFill>
                <a:srgbClr val="3699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7"/>
            <p:cNvSpPr/>
            <p:nvPr/>
          </p:nvSpPr>
          <p:spPr>
            <a:xfrm>
              <a:off x="4008361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8"/>
            <p:cNvSpPr/>
            <p:nvPr/>
          </p:nvSpPr>
          <p:spPr>
            <a:xfrm>
              <a:off x="4089798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9"/>
            <p:cNvSpPr/>
            <p:nvPr/>
          </p:nvSpPr>
          <p:spPr>
            <a:xfrm>
              <a:off x="4171236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20"/>
            <p:cNvSpPr/>
            <p:nvPr/>
          </p:nvSpPr>
          <p:spPr>
            <a:xfrm>
              <a:off x="4252673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1"/>
            <p:cNvSpPr/>
            <p:nvPr/>
          </p:nvSpPr>
          <p:spPr>
            <a:xfrm>
              <a:off x="4334110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2"/>
            <p:cNvSpPr/>
            <p:nvPr/>
          </p:nvSpPr>
          <p:spPr>
            <a:xfrm>
              <a:off x="4415547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3"/>
            <p:cNvSpPr/>
            <p:nvPr/>
          </p:nvSpPr>
          <p:spPr>
            <a:xfrm>
              <a:off x="4496984" y="361622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4"/>
            <p:cNvSpPr/>
            <p:nvPr/>
          </p:nvSpPr>
          <p:spPr>
            <a:xfrm>
              <a:off x="303111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5"/>
            <p:cNvSpPr/>
            <p:nvPr/>
          </p:nvSpPr>
          <p:spPr>
            <a:xfrm>
              <a:off x="311255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0AA">
                <a:alpha val="100000"/>
              </a:srgbClr>
            </a:solidFill>
            <a:ln w="5420" cap="flat">
              <a:solidFill>
                <a:srgbClr val="3E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6"/>
            <p:cNvSpPr/>
            <p:nvPr/>
          </p:nvSpPr>
          <p:spPr>
            <a:xfrm>
              <a:off x="319399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7"/>
            <p:cNvSpPr/>
            <p:nvPr/>
          </p:nvSpPr>
          <p:spPr>
            <a:xfrm>
              <a:off x="327542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8"/>
            <p:cNvSpPr/>
            <p:nvPr/>
          </p:nvSpPr>
          <p:spPr>
            <a:xfrm>
              <a:off x="335686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9"/>
            <p:cNvSpPr/>
            <p:nvPr/>
          </p:nvSpPr>
          <p:spPr>
            <a:xfrm>
              <a:off x="343830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30"/>
            <p:cNvSpPr/>
            <p:nvPr/>
          </p:nvSpPr>
          <p:spPr>
            <a:xfrm>
              <a:off x="351973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DB2AB">
                <a:alpha val="100000"/>
              </a:srgbClr>
            </a:solidFill>
            <a:ln w="5420" cap="flat">
              <a:solidFill>
                <a:srgbClr val="4DB2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1"/>
            <p:cNvSpPr/>
            <p:nvPr/>
          </p:nvSpPr>
          <p:spPr>
            <a:xfrm>
              <a:off x="360117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B0AB">
                <a:alpha val="100000"/>
              </a:srgbClr>
            </a:solidFill>
            <a:ln w="5420" cap="flat">
              <a:solidFill>
                <a:srgbClr val="4BB0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2"/>
            <p:cNvSpPr/>
            <p:nvPr/>
          </p:nvSpPr>
          <p:spPr>
            <a:xfrm>
              <a:off x="368261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3"/>
            <p:cNvSpPr/>
            <p:nvPr/>
          </p:nvSpPr>
          <p:spPr>
            <a:xfrm>
              <a:off x="376405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4"/>
            <p:cNvSpPr/>
            <p:nvPr/>
          </p:nvSpPr>
          <p:spPr>
            <a:xfrm>
              <a:off x="384548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5"/>
            <p:cNvSpPr/>
            <p:nvPr/>
          </p:nvSpPr>
          <p:spPr>
            <a:xfrm>
              <a:off x="3926924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6"/>
            <p:cNvSpPr/>
            <p:nvPr/>
          </p:nvSpPr>
          <p:spPr>
            <a:xfrm>
              <a:off x="4008361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7"/>
            <p:cNvSpPr/>
            <p:nvPr/>
          </p:nvSpPr>
          <p:spPr>
            <a:xfrm>
              <a:off x="4089798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80A4">
                <a:alpha val="100000"/>
              </a:srgbClr>
            </a:solidFill>
            <a:ln w="5420" cap="flat">
              <a:solidFill>
                <a:srgbClr val="3A80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8"/>
            <p:cNvSpPr/>
            <p:nvPr/>
          </p:nvSpPr>
          <p:spPr>
            <a:xfrm>
              <a:off x="4171236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9"/>
            <p:cNvSpPr/>
            <p:nvPr/>
          </p:nvSpPr>
          <p:spPr>
            <a:xfrm>
              <a:off x="4252673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CA3">
                <a:alpha val="100000"/>
              </a:srgbClr>
            </a:solidFill>
            <a:ln w="5420" cap="flat">
              <a:solidFill>
                <a:srgbClr val="3A7C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40"/>
            <p:cNvSpPr/>
            <p:nvPr/>
          </p:nvSpPr>
          <p:spPr>
            <a:xfrm>
              <a:off x="4334110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EA4">
                <a:alpha val="100000"/>
              </a:srgbClr>
            </a:solidFill>
            <a:ln w="5420" cap="flat">
              <a:solidFill>
                <a:srgbClr val="3A7E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1"/>
            <p:cNvSpPr/>
            <p:nvPr/>
          </p:nvSpPr>
          <p:spPr>
            <a:xfrm>
              <a:off x="4415547" y="371954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FA4">
                <a:alpha val="100000"/>
              </a:srgbClr>
            </a:solidFill>
            <a:ln w="5420" cap="flat">
              <a:solidFill>
                <a:srgbClr val="3A7F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2"/>
            <p:cNvSpPr/>
            <p:nvPr/>
          </p:nvSpPr>
          <p:spPr>
            <a:xfrm>
              <a:off x="311255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3"/>
            <p:cNvSpPr/>
            <p:nvPr/>
          </p:nvSpPr>
          <p:spPr>
            <a:xfrm>
              <a:off x="319399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4"/>
            <p:cNvSpPr/>
            <p:nvPr/>
          </p:nvSpPr>
          <p:spPr>
            <a:xfrm>
              <a:off x="327542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5"/>
            <p:cNvSpPr/>
            <p:nvPr/>
          </p:nvSpPr>
          <p:spPr>
            <a:xfrm>
              <a:off x="335686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9ADAB">
                <a:alpha val="100000"/>
              </a:srgbClr>
            </a:solidFill>
            <a:ln w="5420" cap="flat">
              <a:solidFill>
                <a:srgbClr val="49AD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6"/>
            <p:cNvSpPr/>
            <p:nvPr/>
          </p:nvSpPr>
          <p:spPr>
            <a:xfrm>
              <a:off x="343830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BAFAB">
                <a:alpha val="100000"/>
              </a:srgbClr>
            </a:solidFill>
            <a:ln w="5420" cap="flat">
              <a:solidFill>
                <a:srgbClr val="4B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7"/>
            <p:cNvSpPr/>
            <p:nvPr/>
          </p:nvSpPr>
          <p:spPr>
            <a:xfrm>
              <a:off x="351973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AAFAB">
                <a:alpha val="100000"/>
              </a:srgbClr>
            </a:solidFill>
            <a:ln w="5420" cap="flat">
              <a:solidFill>
                <a:srgbClr val="4AAFA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8"/>
            <p:cNvSpPr/>
            <p:nvPr/>
          </p:nvSpPr>
          <p:spPr>
            <a:xfrm>
              <a:off x="360117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8ACAA">
                <a:alpha val="100000"/>
              </a:srgbClr>
            </a:solidFill>
            <a:ln w="5420" cap="flat">
              <a:solidFill>
                <a:srgbClr val="48AC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9"/>
            <p:cNvSpPr/>
            <p:nvPr/>
          </p:nvSpPr>
          <p:spPr>
            <a:xfrm>
              <a:off x="368261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50"/>
            <p:cNvSpPr/>
            <p:nvPr/>
          </p:nvSpPr>
          <p:spPr>
            <a:xfrm>
              <a:off x="376405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1"/>
            <p:cNvSpPr/>
            <p:nvPr/>
          </p:nvSpPr>
          <p:spPr>
            <a:xfrm>
              <a:off x="3845487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2"/>
            <p:cNvSpPr/>
            <p:nvPr/>
          </p:nvSpPr>
          <p:spPr>
            <a:xfrm>
              <a:off x="3926924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3"/>
            <p:cNvSpPr/>
            <p:nvPr/>
          </p:nvSpPr>
          <p:spPr>
            <a:xfrm>
              <a:off x="4008361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7A2">
                <a:alpha val="100000"/>
              </a:srgbClr>
            </a:solidFill>
            <a:ln w="5420" cap="flat">
              <a:solidFill>
                <a:srgbClr val="3A77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4"/>
            <p:cNvSpPr/>
            <p:nvPr/>
          </p:nvSpPr>
          <p:spPr>
            <a:xfrm>
              <a:off x="4089798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6FA0">
                <a:alpha val="100000"/>
              </a:srgbClr>
            </a:solidFill>
            <a:ln w="5420" cap="flat">
              <a:solidFill>
                <a:srgbClr val="3B6F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5"/>
            <p:cNvSpPr/>
            <p:nvPr/>
          </p:nvSpPr>
          <p:spPr>
            <a:xfrm>
              <a:off x="4171236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EA0">
                <a:alpha val="100000"/>
              </a:srgbClr>
            </a:solidFill>
            <a:ln w="5420" cap="flat">
              <a:solidFill>
                <a:srgbClr val="3A6E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6"/>
            <p:cNvSpPr/>
            <p:nvPr/>
          </p:nvSpPr>
          <p:spPr>
            <a:xfrm>
              <a:off x="4252673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1A1">
                <a:alpha val="100000"/>
              </a:srgbClr>
            </a:solidFill>
            <a:ln w="5420" cap="flat">
              <a:solidFill>
                <a:srgbClr val="3B71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7"/>
            <p:cNvSpPr/>
            <p:nvPr/>
          </p:nvSpPr>
          <p:spPr>
            <a:xfrm>
              <a:off x="4334110" y="382286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2">
                <a:alpha val="100000"/>
              </a:srgbClr>
            </a:solidFill>
            <a:ln w="5420" cap="flat">
              <a:solidFill>
                <a:srgbClr val="3A79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8"/>
            <p:cNvSpPr/>
            <p:nvPr/>
          </p:nvSpPr>
          <p:spPr>
            <a:xfrm>
              <a:off x="319399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9"/>
            <p:cNvSpPr/>
            <p:nvPr/>
          </p:nvSpPr>
          <p:spPr>
            <a:xfrm>
              <a:off x="327542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5A8AA">
                <a:alpha val="100000"/>
              </a:srgbClr>
            </a:solidFill>
            <a:ln w="5420" cap="flat">
              <a:solidFill>
                <a:srgbClr val="45A8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60"/>
            <p:cNvSpPr/>
            <p:nvPr/>
          </p:nvSpPr>
          <p:spPr>
            <a:xfrm>
              <a:off x="335686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6AAAA">
                <a:alpha val="100000"/>
              </a:srgbClr>
            </a:solidFill>
            <a:ln w="5420" cap="flat">
              <a:solidFill>
                <a:srgbClr val="46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1"/>
            <p:cNvSpPr/>
            <p:nvPr/>
          </p:nvSpPr>
          <p:spPr>
            <a:xfrm>
              <a:off x="343830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BAA">
                <a:alpha val="100000"/>
              </a:srgbClr>
            </a:solidFill>
            <a:ln w="5420" cap="flat">
              <a:solidFill>
                <a:srgbClr val="47AB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2"/>
            <p:cNvSpPr/>
            <p:nvPr/>
          </p:nvSpPr>
          <p:spPr>
            <a:xfrm>
              <a:off x="351973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7AAAA">
                <a:alpha val="100000"/>
              </a:srgbClr>
            </a:solidFill>
            <a:ln w="5420" cap="flat">
              <a:solidFill>
                <a:srgbClr val="47AA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3"/>
            <p:cNvSpPr/>
            <p:nvPr/>
          </p:nvSpPr>
          <p:spPr>
            <a:xfrm>
              <a:off x="360117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4"/>
            <p:cNvSpPr/>
            <p:nvPr/>
          </p:nvSpPr>
          <p:spPr>
            <a:xfrm>
              <a:off x="368261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1AA">
                <a:alpha val="100000"/>
              </a:srgbClr>
            </a:solidFill>
            <a:ln w="5420" cap="flat">
              <a:solidFill>
                <a:srgbClr val="3F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5"/>
            <p:cNvSpPr/>
            <p:nvPr/>
          </p:nvSpPr>
          <p:spPr>
            <a:xfrm>
              <a:off x="376405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6"/>
            <p:cNvSpPr/>
            <p:nvPr/>
          </p:nvSpPr>
          <p:spPr>
            <a:xfrm>
              <a:off x="3845487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7"/>
            <p:cNvSpPr/>
            <p:nvPr/>
          </p:nvSpPr>
          <p:spPr>
            <a:xfrm>
              <a:off x="3926924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8"/>
            <p:cNvSpPr/>
            <p:nvPr/>
          </p:nvSpPr>
          <p:spPr>
            <a:xfrm>
              <a:off x="4008361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69E">
                <a:alpha val="100000"/>
              </a:srgbClr>
            </a:solidFill>
            <a:ln w="5420" cap="flat">
              <a:solidFill>
                <a:srgbClr val="3A66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9"/>
            <p:cNvSpPr/>
            <p:nvPr/>
          </p:nvSpPr>
          <p:spPr>
            <a:xfrm>
              <a:off x="4089798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F9D">
                <a:alpha val="100000"/>
              </a:srgbClr>
            </a:solidFill>
            <a:ln w="5420" cap="flat">
              <a:solidFill>
                <a:srgbClr val="395F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70"/>
            <p:cNvSpPr/>
            <p:nvPr/>
          </p:nvSpPr>
          <p:spPr>
            <a:xfrm>
              <a:off x="4171236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19D">
                <a:alpha val="100000"/>
              </a:srgbClr>
            </a:solidFill>
            <a:ln w="5420" cap="flat">
              <a:solidFill>
                <a:srgbClr val="3A61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1"/>
            <p:cNvSpPr/>
            <p:nvPr/>
          </p:nvSpPr>
          <p:spPr>
            <a:xfrm>
              <a:off x="4252673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2"/>
            <p:cNvSpPr/>
            <p:nvPr/>
          </p:nvSpPr>
          <p:spPr>
            <a:xfrm>
              <a:off x="4334110" y="392617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4A1">
                <a:alpha val="100000"/>
              </a:srgbClr>
            </a:solidFill>
            <a:ln w="5420" cap="flat">
              <a:solidFill>
                <a:srgbClr val="3A74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3"/>
            <p:cNvSpPr/>
            <p:nvPr/>
          </p:nvSpPr>
          <p:spPr>
            <a:xfrm>
              <a:off x="286824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4"/>
            <p:cNvSpPr/>
            <p:nvPr/>
          </p:nvSpPr>
          <p:spPr>
            <a:xfrm>
              <a:off x="294967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5"/>
            <p:cNvSpPr/>
            <p:nvPr/>
          </p:nvSpPr>
          <p:spPr>
            <a:xfrm>
              <a:off x="303111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6"/>
            <p:cNvSpPr/>
            <p:nvPr/>
          </p:nvSpPr>
          <p:spPr>
            <a:xfrm>
              <a:off x="311255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7"/>
            <p:cNvSpPr/>
            <p:nvPr/>
          </p:nvSpPr>
          <p:spPr>
            <a:xfrm>
              <a:off x="319399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8"/>
            <p:cNvSpPr/>
            <p:nvPr/>
          </p:nvSpPr>
          <p:spPr>
            <a:xfrm>
              <a:off x="327542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9"/>
            <p:cNvSpPr/>
            <p:nvPr/>
          </p:nvSpPr>
          <p:spPr>
            <a:xfrm>
              <a:off x="335686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80"/>
            <p:cNvSpPr/>
            <p:nvPr/>
          </p:nvSpPr>
          <p:spPr>
            <a:xfrm>
              <a:off x="343830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1"/>
            <p:cNvSpPr/>
            <p:nvPr/>
          </p:nvSpPr>
          <p:spPr>
            <a:xfrm>
              <a:off x="351973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2"/>
            <p:cNvSpPr/>
            <p:nvPr/>
          </p:nvSpPr>
          <p:spPr>
            <a:xfrm>
              <a:off x="360117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3"/>
            <p:cNvSpPr/>
            <p:nvPr/>
          </p:nvSpPr>
          <p:spPr>
            <a:xfrm>
              <a:off x="368261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4"/>
            <p:cNvSpPr/>
            <p:nvPr/>
          </p:nvSpPr>
          <p:spPr>
            <a:xfrm>
              <a:off x="3764050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5"/>
            <p:cNvSpPr/>
            <p:nvPr/>
          </p:nvSpPr>
          <p:spPr>
            <a:xfrm>
              <a:off x="3845487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5">
                <a:alpha val="100000"/>
              </a:srgbClr>
            </a:solidFill>
            <a:ln w="5420" cap="flat">
              <a:solidFill>
                <a:srgbClr val="3982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6"/>
            <p:cNvSpPr/>
            <p:nvPr/>
          </p:nvSpPr>
          <p:spPr>
            <a:xfrm>
              <a:off x="3926924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70A0">
                <a:alpha val="100000"/>
              </a:srgbClr>
            </a:solidFill>
            <a:ln w="5420" cap="flat">
              <a:solidFill>
                <a:srgbClr val="3B70A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7"/>
            <p:cNvSpPr/>
            <p:nvPr/>
          </p:nvSpPr>
          <p:spPr>
            <a:xfrm>
              <a:off x="4008361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609D">
                <a:alpha val="100000"/>
              </a:srgbClr>
            </a:solidFill>
            <a:ln w="5420" cap="flat">
              <a:solidFill>
                <a:srgbClr val="3960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8"/>
            <p:cNvSpPr/>
            <p:nvPr/>
          </p:nvSpPr>
          <p:spPr>
            <a:xfrm>
              <a:off x="4089798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5A98">
                <a:alpha val="100000"/>
              </a:srgbClr>
            </a:solidFill>
            <a:ln w="5420" cap="flat">
              <a:solidFill>
                <a:srgbClr val="3A5A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9"/>
            <p:cNvSpPr/>
            <p:nvPr/>
          </p:nvSpPr>
          <p:spPr>
            <a:xfrm>
              <a:off x="4171236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5D9C">
                <a:alpha val="100000"/>
              </a:srgbClr>
            </a:solidFill>
            <a:ln w="5420" cap="flat">
              <a:solidFill>
                <a:srgbClr val="395D9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90"/>
            <p:cNvSpPr/>
            <p:nvPr/>
          </p:nvSpPr>
          <p:spPr>
            <a:xfrm>
              <a:off x="4252673" y="402949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59E">
                <a:alpha val="100000"/>
              </a:srgbClr>
            </a:solidFill>
            <a:ln w="5420" cap="flat">
              <a:solidFill>
                <a:srgbClr val="3A65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1"/>
            <p:cNvSpPr/>
            <p:nvPr/>
          </p:nvSpPr>
          <p:spPr>
            <a:xfrm>
              <a:off x="278680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2"/>
            <p:cNvSpPr/>
            <p:nvPr/>
          </p:nvSpPr>
          <p:spPr>
            <a:xfrm>
              <a:off x="286824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3"/>
            <p:cNvSpPr/>
            <p:nvPr/>
          </p:nvSpPr>
          <p:spPr>
            <a:xfrm>
              <a:off x="294967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DAA">
                <a:alpha val="100000"/>
              </a:srgbClr>
            </a:solidFill>
            <a:ln w="5420" cap="flat">
              <a:solidFill>
                <a:srgbClr val="3B9D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4"/>
            <p:cNvSpPr/>
            <p:nvPr/>
          </p:nvSpPr>
          <p:spPr>
            <a:xfrm>
              <a:off x="303111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9FAA">
                <a:alpha val="100000"/>
              </a:srgbClr>
            </a:solidFill>
            <a:ln w="5420" cap="flat">
              <a:solidFill>
                <a:srgbClr val="3D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5"/>
            <p:cNvSpPr/>
            <p:nvPr/>
          </p:nvSpPr>
          <p:spPr>
            <a:xfrm>
              <a:off x="311255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6"/>
            <p:cNvSpPr/>
            <p:nvPr/>
          </p:nvSpPr>
          <p:spPr>
            <a:xfrm>
              <a:off x="319399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7"/>
            <p:cNvSpPr/>
            <p:nvPr/>
          </p:nvSpPr>
          <p:spPr>
            <a:xfrm>
              <a:off x="327542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8"/>
            <p:cNvSpPr/>
            <p:nvPr/>
          </p:nvSpPr>
          <p:spPr>
            <a:xfrm>
              <a:off x="335686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9"/>
            <p:cNvSpPr/>
            <p:nvPr/>
          </p:nvSpPr>
          <p:spPr>
            <a:xfrm>
              <a:off x="343830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500"/>
            <p:cNvSpPr/>
            <p:nvPr/>
          </p:nvSpPr>
          <p:spPr>
            <a:xfrm>
              <a:off x="351973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1"/>
            <p:cNvSpPr/>
            <p:nvPr/>
          </p:nvSpPr>
          <p:spPr>
            <a:xfrm>
              <a:off x="360117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2"/>
            <p:cNvSpPr/>
            <p:nvPr/>
          </p:nvSpPr>
          <p:spPr>
            <a:xfrm>
              <a:off x="368261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3"/>
            <p:cNvSpPr/>
            <p:nvPr/>
          </p:nvSpPr>
          <p:spPr>
            <a:xfrm>
              <a:off x="3764050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4"/>
            <p:cNvSpPr/>
            <p:nvPr/>
          </p:nvSpPr>
          <p:spPr>
            <a:xfrm>
              <a:off x="3845487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2A4">
                <a:alpha val="100000"/>
              </a:srgbClr>
            </a:solidFill>
            <a:ln w="5420" cap="flat">
              <a:solidFill>
                <a:srgbClr val="3982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5"/>
            <p:cNvSpPr/>
            <p:nvPr/>
          </p:nvSpPr>
          <p:spPr>
            <a:xfrm>
              <a:off x="3926924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3A1">
                <a:alpha val="100000"/>
              </a:srgbClr>
            </a:solidFill>
            <a:ln w="5420" cap="flat">
              <a:solidFill>
                <a:srgbClr val="3A73A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6"/>
            <p:cNvSpPr/>
            <p:nvPr/>
          </p:nvSpPr>
          <p:spPr>
            <a:xfrm>
              <a:off x="4008361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79E">
                <a:alpha val="100000"/>
              </a:srgbClr>
            </a:solidFill>
            <a:ln w="5420" cap="flat">
              <a:solidFill>
                <a:srgbClr val="3A679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7"/>
            <p:cNvSpPr/>
            <p:nvPr/>
          </p:nvSpPr>
          <p:spPr>
            <a:xfrm>
              <a:off x="4089798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29D">
                <a:alpha val="100000"/>
              </a:srgbClr>
            </a:solidFill>
            <a:ln w="5420" cap="flat">
              <a:solidFill>
                <a:srgbClr val="3A62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8"/>
            <p:cNvSpPr/>
            <p:nvPr/>
          </p:nvSpPr>
          <p:spPr>
            <a:xfrm>
              <a:off x="4171236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39D">
                <a:alpha val="100000"/>
              </a:srgbClr>
            </a:solidFill>
            <a:ln w="5420" cap="flat">
              <a:solidFill>
                <a:srgbClr val="3A639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9"/>
            <p:cNvSpPr/>
            <p:nvPr/>
          </p:nvSpPr>
          <p:spPr>
            <a:xfrm>
              <a:off x="4252673" y="413281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689F">
                <a:alpha val="100000"/>
              </a:srgbClr>
            </a:solidFill>
            <a:ln w="5420" cap="flat">
              <a:solidFill>
                <a:srgbClr val="3A689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10"/>
            <p:cNvSpPr/>
            <p:nvPr/>
          </p:nvSpPr>
          <p:spPr>
            <a:xfrm>
              <a:off x="278680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1"/>
            <p:cNvSpPr/>
            <p:nvPr/>
          </p:nvSpPr>
          <p:spPr>
            <a:xfrm>
              <a:off x="286824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2"/>
            <p:cNvSpPr/>
            <p:nvPr/>
          </p:nvSpPr>
          <p:spPr>
            <a:xfrm>
              <a:off x="294967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3"/>
            <p:cNvSpPr/>
            <p:nvPr/>
          </p:nvSpPr>
          <p:spPr>
            <a:xfrm>
              <a:off x="303111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4"/>
            <p:cNvSpPr/>
            <p:nvPr/>
          </p:nvSpPr>
          <p:spPr>
            <a:xfrm>
              <a:off x="311255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5"/>
            <p:cNvSpPr/>
            <p:nvPr/>
          </p:nvSpPr>
          <p:spPr>
            <a:xfrm>
              <a:off x="319399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6"/>
            <p:cNvSpPr/>
            <p:nvPr/>
          </p:nvSpPr>
          <p:spPr>
            <a:xfrm>
              <a:off x="327542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7"/>
            <p:cNvSpPr/>
            <p:nvPr/>
          </p:nvSpPr>
          <p:spPr>
            <a:xfrm>
              <a:off x="335686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8"/>
            <p:cNvSpPr/>
            <p:nvPr/>
          </p:nvSpPr>
          <p:spPr>
            <a:xfrm>
              <a:off x="343830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9"/>
            <p:cNvSpPr/>
            <p:nvPr/>
          </p:nvSpPr>
          <p:spPr>
            <a:xfrm>
              <a:off x="351973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20"/>
            <p:cNvSpPr/>
            <p:nvPr/>
          </p:nvSpPr>
          <p:spPr>
            <a:xfrm>
              <a:off x="360117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1"/>
            <p:cNvSpPr/>
            <p:nvPr/>
          </p:nvSpPr>
          <p:spPr>
            <a:xfrm>
              <a:off x="3682613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2"/>
            <p:cNvSpPr/>
            <p:nvPr/>
          </p:nvSpPr>
          <p:spPr>
            <a:xfrm>
              <a:off x="3764050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3"/>
            <p:cNvSpPr/>
            <p:nvPr/>
          </p:nvSpPr>
          <p:spPr>
            <a:xfrm>
              <a:off x="3845487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4"/>
            <p:cNvSpPr/>
            <p:nvPr/>
          </p:nvSpPr>
          <p:spPr>
            <a:xfrm>
              <a:off x="3926924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5"/>
            <p:cNvSpPr/>
            <p:nvPr/>
          </p:nvSpPr>
          <p:spPr>
            <a:xfrm>
              <a:off x="4008361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DA3">
                <a:alpha val="100000"/>
              </a:srgbClr>
            </a:solidFill>
            <a:ln w="5420" cap="flat">
              <a:solidFill>
                <a:srgbClr val="3A7D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6"/>
            <p:cNvSpPr/>
            <p:nvPr/>
          </p:nvSpPr>
          <p:spPr>
            <a:xfrm>
              <a:off x="4089798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9A3">
                <a:alpha val="100000"/>
              </a:srgbClr>
            </a:solidFill>
            <a:ln w="5420" cap="flat">
              <a:solidFill>
                <a:srgbClr val="3A79A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7"/>
            <p:cNvSpPr/>
            <p:nvPr/>
          </p:nvSpPr>
          <p:spPr>
            <a:xfrm>
              <a:off x="4171236" y="423612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76A2">
                <a:alpha val="100000"/>
              </a:srgbClr>
            </a:solidFill>
            <a:ln w="5420" cap="flat">
              <a:solidFill>
                <a:srgbClr val="3A76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8"/>
            <p:cNvSpPr/>
            <p:nvPr/>
          </p:nvSpPr>
          <p:spPr>
            <a:xfrm>
              <a:off x="278680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9"/>
            <p:cNvSpPr/>
            <p:nvPr/>
          </p:nvSpPr>
          <p:spPr>
            <a:xfrm>
              <a:off x="286824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BA9">
                <a:alpha val="100000"/>
              </a:srgbClr>
            </a:solidFill>
            <a:ln w="5420" cap="flat">
              <a:solidFill>
                <a:srgbClr val="39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30"/>
            <p:cNvSpPr/>
            <p:nvPr/>
          </p:nvSpPr>
          <p:spPr>
            <a:xfrm>
              <a:off x="294967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1"/>
            <p:cNvSpPr/>
            <p:nvPr/>
          </p:nvSpPr>
          <p:spPr>
            <a:xfrm>
              <a:off x="303111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2"/>
            <p:cNvSpPr/>
            <p:nvPr/>
          </p:nvSpPr>
          <p:spPr>
            <a:xfrm>
              <a:off x="311255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3"/>
            <p:cNvSpPr/>
            <p:nvPr/>
          </p:nvSpPr>
          <p:spPr>
            <a:xfrm>
              <a:off x="319399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4"/>
            <p:cNvSpPr/>
            <p:nvPr/>
          </p:nvSpPr>
          <p:spPr>
            <a:xfrm>
              <a:off x="327542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3AA">
                <a:alpha val="100000"/>
              </a:srgbClr>
            </a:solidFill>
            <a:ln w="5420" cap="flat">
              <a:solidFill>
                <a:srgbClr val="40A3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5"/>
            <p:cNvSpPr/>
            <p:nvPr/>
          </p:nvSpPr>
          <p:spPr>
            <a:xfrm>
              <a:off x="335686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6"/>
            <p:cNvSpPr/>
            <p:nvPr/>
          </p:nvSpPr>
          <p:spPr>
            <a:xfrm>
              <a:off x="343830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2A5AA">
                <a:alpha val="100000"/>
              </a:srgbClr>
            </a:solidFill>
            <a:ln w="5420" cap="flat">
              <a:solidFill>
                <a:srgbClr val="42A5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7"/>
            <p:cNvSpPr/>
            <p:nvPr/>
          </p:nvSpPr>
          <p:spPr>
            <a:xfrm>
              <a:off x="351973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8"/>
            <p:cNvSpPr/>
            <p:nvPr/>
          </p:nvSpPr>
          <p:spPr>
            <a:xfrm>
              <a:off x="3601176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9"/>
            <p:cNvSpPr/>
            <p:nvPr/>
          </p:nvSpPr>
          <p:spPr>
            <a:xfrm>
              <a:off x="3682613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9AA9">
                <a:alpha val="100000"/>
              </a:srgbClr>
            </a:solidFill>
            <a:ln w="5420" cap="flat">
              <a:solidFill>
                <a:srgbClr val="37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40"/>
            <p:cNvSpPr/>
            <p:nvPr/>
          </p:nvSpPr>
          <p:spPr>
            <a:xfrm>
              <a:off x="3764050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1"/>
            <p:cNvSpPr/>
            <p:nvPr/>
          </p:nvSpPr>
          <p:spPr>
            <a:xfrm>
              <a:off x="3845487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2"/>
            <p:cNvSpPr/>
            <p:nvPr/>
          </p:nvSpPr>
          <p:spPr>
            <a:xfrm>
              <a:off x="3926924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3"/>
            <p:cNvSpPr/>
            <p:nvPr/>
          </p:nvSpPr>
          <p:spPr>
            <a:xfrm>
              <a:off x="4008361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4"/>
            <p:cNvSpPr/>
            <p:nvPr/>
          </p:nvSpPr>
          <p:spPr>
            <a:xfrm>
              <a:off x="4089798" y="4339442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1A4">
                <a:alpha val="100000"/>
              </a:srgbClr>
            </a:solidFill>
            <a:ln w="5420" cap="flat">
              <a:solidFill>
                <a:srgbClr val="3981A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5"/>
            <p:cNvSpPr/>
            <p:nvPr/>
          </p:nvSpPr>
          <p:spPr>
            <a:xfrm>
              <a:off x="286824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6"/>
            <p:cNvSpPr/>
            <p:nvPr/>
          </p:nvSpPr>
          <p:spPr>
            <a:xfrm>
              <a:off x="294967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7"/>
            <p:cNvSpPr/>
            <p:nvPr/>
          </p:nvSpPr>
          <p:spPr>
            <a:xfrm>
              <a:off x="303111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EAA">
                <a:alpha val="100000"/>
              </a:srgbClr>
            </a:solidFill>
            <a:ln w="5420" cap="flat">
              <a:solidFill>
                <a:srgbClr val="3C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8"/>
            <p:cNvSpPr/>
            <p:nvPr/>
          </p:nvSpPr>
          <p:spPr>
            <a:xfrm>
              <a:off x="311255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9"/>
            <p:cNvSpPr/>
            <p:nvPr/>
          </p:nvSpPr>
          <p:spPr>
            <a:xfrm>
              <a:off x="319399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50"/>
            <p:cNvSpPr/>
            <p:nvPr/>
          </p:nvSpPr>
          <p:spPr>
            <a:xfrm>
              <a:off x="327542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1"/>
            <p:cNvSpPr/>
            <p:nvPr/>
          </p:nvSpPr>
          <p:spPr>
            <a:xfrm>
              <a:off x="335686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2"/>
            <p:cNvSpPr/>
            <p:nvPr/>
          </p:nvSpPr>
          <p:spPr>
            <a:xfrm>
              <a:off x="343830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4A7AA">
                <a:alpha val="100000"/>
              </a:srgbClr>
            </a:solidFill>
            <a:ln w="5420" cap="flat">
              <a:solidFill>
                <a:srgbClr val="44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3"/>
            <p:cNvSpPr/>
            <p:nvPr/>
          </p:nvSpPr>
          <p:spPr>
            <a:xfrm>
              <a:off x="3519738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4"/>
            <p:cNvSpPr/>
            <p:nvPr/>
          </p:nvSpPr>
          <p:spPr>
            <a:xfrm>
              <a:off x="3601176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5"/>
            <p:cNvSpPr/>
            <p:nvPr/>
          </p:nvSpPr>
          <p:spPr>
            <a:xfrm>
              <a:off x="3682613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6"/>
            <p:cNvSpPr/>
            <p:nvPr/>
          </p:nvSpPr>
          <p:spPr>
            <a:xfrm>
              <a:off x="3764050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7"/>
            <p:cNvSpPr/>
            <p:nvPr/>
          </p:nvSpPr>
          <p:spPr>
            <a:xfrm>
              <a:off x="3845487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8"/>
            <p:cNvSpPr/>
            <p:nvPr/>
          </p:nvSpPr>
          <p:spPr>
            <a:xfrm>
              <a:off x="3926924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9"/>
            <p:cNvSpPr/>
            <p:nvPr/>
          </p:nvSpPr>
          <p:spPr>
            <a:xfrm>
              <a:off x="4008361" y="444275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60"/>
            <p:cNvSpPr/>
            <p:nvPr/>
          </p:nvSpPr>
          <p:spPr>
            <a:xfrm>
              <a:off x="311255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1"/>
            <p:cNvSpPr/>
            <p:nvPr/>
          </p:nvSpPr>
          <p:spPr>
            <a:xfrm>
              <a:off x="319399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2"/>
            <p:cNvSpPr/>
            <p:nvPr/>
          </p:nvSpPr>
          <p:spPr>
            <a:xfrm>
              <a:off x="327542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3"/>
            <p:cNvSpPr/>
            <p:nvPr/>
          </p:nvSpPr>
          <p:spPr>
            <a:xfrm>
              <a:off x="335686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6AA">
                <a:alpha val="100000"/>
              </a:srgbClr>
            </a:solidFill>
            <a:ln w="5420" cap="flat">
              <a:solidFill>
                <a:srgbClr val="43A6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4"/>
            <p:cNvSpPr/>
            <p:nvPr/>
          </p:nvSpPr>
          <p:spPr>
            <a:xfrm>
              <a:off x="343830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3A7AA">
                <a:alpha val="100000"/>
              </a:srgbClr>
            </a:solidFill>
            <a:ln w="5420" cap="flat">
              <a:solidFill>
                <a:srgbClr val="43A7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5"/>
            <p:cNvSpPr/>
            <p:nvPr/>
          </p:nvSpPr>
          <p:spPr>
            <a:xfrm>
              <a:off x="3519738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6"/>
            <p:cNvSpPr/>
            <p:nvPr/>
          </p:nvSpPr>
          <p:spPr>
            <a:xfrm>
              <a:off x="3601176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DA0AA">
                <a:alpha val="100000"/>
              </a:srgbClr>
            </a:solidFill>
            <a:ln w="5420" cap="flat">
              <a:solidFill>
                <a:srgbClr val="3DA0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7"/>
            <p:cNvSpPr/>
            <p:nvPr/>
          </p:nvSpPr>
          <p:spPr>
            <a:xfrm>
              <a:off x="3682613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CA9">
                <a:alpha val="100000"/>
              </a:srgbClr>
            </a:solidFill>
            <a:ln w="5420" cap="flat">
              <a:solidFill>
                <a:srgbClr val="3A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8"/>
            <p:cNvSpPr/>
            <p:nvPr/>
          </p:nvSpPr>
          <p:spPr>
            <a:xfrm>
              <a:off x="3764050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9"/>
            <p:cNvSpPr/>
            <p:nvPr/>
          </p:nvSpPr>
          <p:spPr>
            <a:xfrm>
              <a:off x="3845487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70"/>
            <p:cNvSpPr/>
            <p:nvPr/>
          </p:nvSpPr>
          <p:spPr>
            <a:xfrm>
              <a:off x="3926924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1"/>
            <p:cNvSpPr/>
            <p:nvPr/>
          </p:nvSpPr>
          <p:spPr>
            <a:xfrm>
              <a:off x="4008361" y="454607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2"/>
            <p:cNvSpPr/>
            <p:nvPr/>
          </p:nvSpPr>
          <p:spPr>
            <a:xfrm>
              <a:off x="327542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0A2AA">
                <a:alpha val="100000"/>
              </a:srgbClr>
            </a:solidFill>
            <a:ln w="5420" cap="flat">
              <a:solidFill>
                <a:srgbClr val="40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3"/>
            <p:cNvSpPr/>
            <p:nvPr/>
          </p:nvSpPr>
          <p:spPr>
            <a:xfrm>
              <a:off x="335686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4"/>
            <p:cNvSpPr/>
            <p:nvPr/>
          </p:nvSpPr>
          <p:spPr>
            <a:xfrm>
              <a:off x="343830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41A4AA">
                <a:alpha val="100000"/>
              </a:srgbClr>
            </a:solidFill>
            <a:ln w="5420" cap="flat">
              <a:solidFill>
                <a:srgbClr val="41A4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5"/>
            <p:cNvSpPr/>
            <p:nvPr/>
          </p:nvSpPr>
          <p:spPr>
            <a:xfrm>
              <a:off x="3519738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FA2AA">
                <a:alpha val="100000"/>
              </a:srgbClr>
            </a:solidFill>
            <a:ln w="5420" cap="flat">
              <a:solidFill>
                <a:srgbClr val="3FA2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6"/>
            <p:cNvSpPr/>
            <p:nvPr/>
          </p:nvSpPr>
          <p:spPr>
            <a:xfrm>
              <a:off x="3601176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7"/>
            <p:cNvSpPr/>
            <p:nvPr/>
          </p:nvSpPr>
          <p:spPr>
            <a:xfrm>
              <a:off x="3682613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8"/>
            <p:cNvSpPr/>
            <p:nvPr/>
          </p:nvSpPr>
          <p:spPr>
            <a:xfrm>
              <a:off x="3764050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9"/>
            <p:cNvSpPr/>
            <p:nvPr/>
          </p:nvSpPr>
          <p:spPr>
            <a:xfrm>
              <a:off x="3845487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80"/>
            <p:cNvSpPr/>
            <p:nvPr/>
          </p:nvSpPr>
          <p:spPr>
            <a:xfrm>
              <a:off x="3926924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1"/>
            <p:cNvSpPr/>
            <p:nvPr/>
          </p:nvSpPr>
          <p:spPr>
            <a:xfrm>
              <a:off x="4008361" y="464939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2"/>
            <p:cNvSpPr/>
            <p:nvPr/>
          </p:nvSpPr>
          <p:spPr>
            <a:xfrm>
              <a:off x="335686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3"/>
            <p:cNvSpPr/>
            <p:nvPr/>
          </p:nvSpPr>
          <p:spPr>
            <a:xfrm>
              <a:off x="343830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EA1AA">
                <a:alpha val="100000"/>
              </a:srgbClr>
            </a:solidFill>
            <a:ln w="5420" cap="flat">
              <a:solidFill>
                <a:srgbClr val="3EA1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4"/>
            <p:cNvSpPr/>
            <p:nvPr/>
          </p:nvSpPr>
          <p:spPr>
            <a:xfrm>
              <a:off x="3519738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C9FAA">
                <a:alpha val="100000"/>
              </a:srgbClr>
            </a:solidFill>
            <a:ln w="5420" cap="flat">
              <a:solidFill>
                <a:srgbClr val="3C9F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5"/>
            <p:cNvSpPr/>
            <p:nvPr/>
          </p:nvSpPr>
          <p:spPr>
            <a:xfrm>
              <a:off x="3601176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A9DA9">
                <a:alpha val="100000"/>
              </a:srgbClr>
            </a:solidFill>
            <a:ln w="5420" cap="flat">
              <a:solidFill>
                <a:srgbClr val="3A9D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6"/>
            <p:cNvSpPr/>
            <p:nvPr/>
          </p:nvSpPr>
          <p:spPr>
            <a:xfrm>
              <a:off x="3682613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AA9">
                <a:alpha val="100000"/>
              </a:srgbClr>
            </a:solidFill>
            <a:ln w="5420" cap="flat">
              <a:solidFill>
                <a:srgbClr val="389A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7"/>
            <p:cNvSpPr/>
            <p:nvPr/>
          </p:nvSpPr>
          <p:spPr>
            <a:xfrm>
              <a:off x="3764050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8A9">
                <a:alpha val="100000"/>
              </a:srgbClr>
            </a:solidFill>
            <a:ln w="5420" cap="flat">
              <a:solidFill>
                <a:srgbClr val="35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8"/>
            <p:cNvSpPr/>
            <p:nvPr/>
          </p:nvSpPr>
          <p:spPr>
            <a:xfrm>
              <a:off x="3845487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9"/>
            <p:cNvSpPr/>
            <p:nvPr/>
          </p:nvSpPr>
          <p:spPr>
            <a:xfrm>
              <a:off x="3926924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90"/>
            <p:cNvSpPr/>
            <p:nvPr/>
          </p:nvSpPr>
          <p:spPr>
            <a:xfrm>
              <a:off x="4008361" y="4752707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1"/>
            <p:cNvSpPr/>
            <p:nvPr/>
          </p:nvSpPr>
          <p:spPr>
            <a:xfrm>
              <a:off x="343830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B9EAA">
                <a:alpha val="100000"/>
              </a:srgbClr>
            </a:solidFill>
            <a:ln w="5420" cap="flat">
              <a:solidFill>
                <a:srgbClr val="3B9EA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2"/>
            <p:cNvSpPr/>
            <p:nvPr/>
          </p:nvSpPr>
          <p:spPr>
            <a:xfrm>
              <a:off x="351973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9CA9">
                <a:alpha val="100000"/>
              </a:srgbClr>
            </a:solidFill>
            <a:ln w="5420" cap="flat">
              <a:solidFill>
                <a:srgbClr val="399C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3"/>
            <p:cNvSpPr/>
            <p:nvPr/>
          </p:nvSpPr>
          <p:spPr>
            <a:xfrm>
              <a:off x="3601176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9BA9">
                <a:alpha val="100000"/>
              </a:srgbClr>
            </a:solidFill>
            <a:ln w="5420" cap="flat">
              <a:solidFill>
                <a:srgbClr val="389B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4"/>
            <p:cNvSpPr/>
            <p:nvPr/>
          </p:nvSpPr>
          <p:spPr>
            <a:xfrm>
              <a:off x="3682613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8A9">
                <a:alpha val="100000"/>
              </a:srgbClr>
            </a:solidFill>
            <a:ln w="5420" cap="flat">
              <a:solidFill>
                <a:srgbClr val="3698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5"/>
            <p:cNvSpPr/>
            <p:nvPr/>
          </p:nvSpPr>
          <p:spPr>
            <a:xfrm>
              <a:off x="3764050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6"/>
            <p:cNvSpPr/>
            <p:nvPr/>
          </p:nvSpPr>
          <p:spPr>
            <a:xfrm>
              <a:off x="3845487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7"/>
            <p:cNvSpPr/>
            <p:nvPr/>
          </p:nvSpPr>
          <p:spPr>
            <a:xfrm>
              <a:off x="3926924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8"/>
            <p:cNvSpPr/>
            <p:nvPr/>
          </p:nvSpPr>
          <p:spPr>
            <a:xfrm>
              <a:off x="4008361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7">
                <a:alpha val="100000"/>
              </a:srgbClr>
            </a:solidFill>
            <a:ln w="5420" cap="flat">
              <a:solidFill>
                <a:srgbClr val="3690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9"/>
            <p:cNvSpPr/>
            <p:nvPr/>
          </p:nvSpPr>
          <p:spPr>
            <a:xfrm>
              <a:off x="4089798" y="4856023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600"/>
            <p:cNvSpPr/>
            <p:nvPr/>
          </p:nvSpPr>
          <p:spPr>
            <a:xfrm>
              <a:off x="3682613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7A9">
                <a:alpha val="100000"/>
              </a:srgbClr>
            </a:solidFill>
            <a:ln w="5420" cap="flat">
              <a:solidFill>
                <a:srgbClr val="3497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1"/>
            <p:cNvSpPr/>
            <p:nvPr/>
          </p:nvSpPr>
          <p:spPr>
            <a:xfrm>
              <a:off x="3764050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2"/>
            <p:cNvSpPr/>
            <p:nvPr/>
          </p:nvSpPr>
          <p:spPr>
            <a:xfrm>
              <a:off x="3845487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3"/>
            <p:cNvSpPr/>
            <p:nvPr/>
          </p:nvSpPr>
          <p:spPr>
            <a:xfrm>
              <a:off x="3926924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4"/>
            <p:cNvSpPr/>
            <p:nvPr/>
          </p:nvSpPr>
          <p:spPr>
            <a:xfrm>
              <a:off x="4008361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5"/>
            <p:cNvSpPr/>
            <p:nvPr/>
          </p:nvSpPr>
          <p:spPr>
            <a:xfrm>
              <a:off x="4089798" y="4959339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6"/>
            <p:cNvSpPr/>
            <p:nvPr/>
          </p:nvSpPr>
          <p:spPr>
            <a:xfrm>
              <a:off x="327542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496A9">
                <a:alpha val="100000"/>
              </a:srgbClr>
            </a:solidFill>
            <a:ln w="5420" cap="flat">
              <a:solidFill>
                <a:srgbClr val="3496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7"/>
            <p:cNvSpPr/>
            <p:nvPr/>
          </p:nvSpPr>
          <p:spPr>
            <a:xfrm>
              <a:off x="3601176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8"/>
            <p:cNvSpPr/>
            <p:nvPr/>
          </p:nvSpPr>
          <p:spPr>
            <a:xfrm>
              <a:off x="3682613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9"/>
            <p:cNvSpPr/>
            <p:nvPr/>
          </p:nvSpPr>
          <p:spPr>
            <a:xfrm>
              <a:off x="3764050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10"/>
            <p:cNvSpPr/>
            <p:nvPr/>
          </p:nvSpPr>
          <p:spPr>
            <a:xfrm>
              <a:off x="3845487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1"/>
            <p:cNvSpPr/>
            <p:nvPr/>
          </p:nvSpPr>
          <p:spPr>
            <a:xfrm>
              <a:off x="3926924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2"/>
            <p:cNvSpPr/>
            <p:nvPr/>
          </p:nvSpPr>
          <p:spPr>
            <a:xfrm>
              <a:off x="4008361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3"/>
            <p:cNvSpPr/>
            <p:nvPr/>
          </p:nvSpPr>
          <p:spPr>
            <a:xfrm>
              <a:off x="4089798" y="5062655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4"/>
            <p:cNvSpPr/>
            <p:nvPr/>
          </p:nvSpPr>
          <p:spPr>
            <a:xfrm>
              <a:off x="319399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5"/>
            <p:cNvSpPr/>
            <p:nvPr/>
          </p:nvSpPr>
          <p:spPr>
            <a:xfrm>
              <a:off x="327542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6"/>
            <p:cNvSpPr/>
            <p:nvPr/>
          </p:nvSpPr>
          <p:spPr>
            <a:xfrm>
              <a:off x="335686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5A9">
                <a:alpha val="100000"/>
              </a:srgbClr>
            </a:solidFill>
            <a:ln w="5420" cap="flat">
              <a:solidFill>
                <a:srgbClr val="3595A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7"/>
            <p:cNvSpPr/>
            <p:nvPr/>
          </p:nvSpPr>
          <p:spPr>
            <a:xfrm>
              <a:off x="343830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8"/>
            <p:cNvSpPr/>
            <p:nvPr/>
          </p:nvSpPr>
          <p:spPr>
            <a:xfrm>
              <a:off x="351973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4A8">
                <a:alpha val="100000"/>
              </a:srgbClr>
            </a:solidFill>
            <a:ln w="5420" cap="flat">
              <a:solidFill>
                <a:srgbClr val="3594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9"/>
            <p:cNvSpPr/>
            <p:nvPr/>
          </p:nvSpPr>
          <p:spPr>
            <a:xfrm>
              <a:off x="3601176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593A8">
                <a:alpha val="100000"/>
              </a:srgbClr>
            </a:solidFill>
            <a:ln w="5420" cap="flat">
              <a:solidFill>
                <a:srgbClr val="3593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20"/>
            <p:cNvSpPr/>
            <p:nvPr/>
          </p:nvSpPr>
          <p:spPr>
            <a:xfrm>
              <a:off x="3682613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2A8">
                <a:alpha val="100000"/>
              </a:srgbClr>
            </a:solidFill>
            <a:ln w="5420" cap="flat">
              <a:solidFill>
                <a:srgbClr val="3692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1"/>
            <p:cNvSpPr/>
            <p:nvPr/>
          </p:nvSpPr>
          <p:spPr>
            <a:xfrm>
              <a:off x="3764050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1A8">
                <a:alpha val="100000"/>
              </a:srgbClr>
            </a:solidFill>
            <a:ln w="5420" cap="flat">
              <a:solidFill>
                <a:srgbClr val="3691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2"/>
            <p:cNvSpPr/>
            <p:nvPr/>
          </p:nvSpPr>
          <p:spPr>
            <a:xfrm>
              <a:off x="3845487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690A8">
                <a:alpha val="100000"/>
              </a:srgbClr>
            </a:solidFill>
            <a:ln w="5420" cap="flat">
              <a:solidFill>
                <a:srgbClr val="3690A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3"/>
            <p:cNvSpPr/>
            <p:nvPr/>
          </p:nvSpPr>
          <p:spPr>
            <a:xfrm>
              <a:off x="3926924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4"/>
            <p:cNvSpPr/>
            <p:nvPr/>
          </p:nvSpPr>
          <p:spPr>
            <a:xfrm>
              <a:off x="4008361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5"/>
            <p:cNvSpPr/>
            <p:nvPr/>
          </p:nvSpPr>
          <p:spPr>
            <a:xfrm>
              <a:off x="4089798" y="5165971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6"/>
            <p:cNvSpPr/>
            <p:nvPr/>
          </p:nvSpPr>
          <p:spPr>
            <a:xfrm>
              <a:off x="311255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7"/>
            <p:cNvSpPr/>
            <p:nvPr/>
          </p:nvSpPr>
          <p:spPr>
            <a:xfrm>
              <a:off x="319399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8"/>
            <p:cNvSpPr/>
            <p:nvPr/>
          </p:nvSpPr>
          <p:spPr>
            <a:xfrm>
              <a:off x="327542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9"/>
            <p:cNvSpPr/>
            <p:nvPr/>
          </p:nvSpPr>
          <p:spPr>
            <a:xfrm>
              <a:off x="335686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30"/>
            <p:cNvSpPr/>
            <p:nvPr/>
          </p:nvSpPr>
          <p:spPr>
            <a:xfrm>
              <a:off x="343830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1"/>
            <p:cNvSpPr/>
            <p:nvPr/>
          </p:nvSpPr>
          <p:spPr>
            <a:xfrm>
              <a:off x="351973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FA7">
                <a:alpha val="100000"/>
              </a:srgbClr>
            </a:solidFill>
            <a:ln w="5420" cap="flat">
              <a:solidFill>
                <a:srgbClr val="378F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2"/>
            <p:cNvSpPr/>
            <p:nvPr/>
          </p:nvSpPr>
          <p:spPr>
            <a:xfrm>
              <a:off x="360117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3"/>
            <p:cNvSpPr/>
            <p:nvPr/>
          </p:nvSpPr>
          <p:spPr>
            <a:xfrm>
              <a:off x="3682613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EA7">
                <a:alpha val="100000"/>
              </a:srgbClr>
            </a:solidFill>
            <a:ln w="5420" cap="flat">
              <a:solidFill>
                <a:srgbClr val="378E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4"/>
            <p:cNvSpPr/>
            <p:nvPr/>
          </p:nvSpPr>
          <p:spPr>
            <a:xfrm>
              <a:off x="3764050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5"/>
            <p:cNvSpPr/>
            <p:nvPr/>
          </p:nvSpPr>
          <p:spPr>
            <a:xfrm>
              <a:off x="3845487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DA7">
                <a:alpha val="100000"/>
              </a:srgbClr>
            </a:solidFill>
            <a:ln w="5420" cap="flat">
              <a:solidFill>
                <a:srgbClr val="378D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6"/>
            <p:cNvSpPr/>
            <p:nvPr/>
          </p:nvSpPr>
          <p:spPr>
            <a:xfrm>
              <a:off x="3926924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7"/>
            <p:cNvSpPr/>
            <p:nvPr/>
          </p:nvSpPr>
          <p:spPr>
            <a:xfrm>
              <a:off x="4008361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8"/>
            <p:cNvSpPr/>
            <p:nvPr/>
          </p:nvSpPr>
          <p:spPr>
            <a:xfrm>
              <a:off x="4089798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9"/>
            <p:cNvSpPr/>
            <p:nvPr/>
          </p:nvSpPr>
          <p:spPr>
            <a:xfrm>
              <a:off x="4171236" y="5269288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40"/>
            <p:cNvSpPr/>
            <p:nvPr/>
          </p:nvSpPr>
          <p:spPr>
            <a:xfrm>
              <a:off x="311255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1"/>
            <p:cNvSpPr/>
            <p:nvPr/>
          </p:nvSpPr>
          <p:spPr>
            <a:xfrm>
              <a:off x="319399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CA7">
                <a:alpha val="100000"/>
              </a:srgbClr>
            </a:solidFill>
            <a:ln w="5420" cap="flat">
              <a:solidFill>
                <a:srgbClr val="38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2"/>
            <p:cNvSpPr/>
            <p:nvPr/>
          </p:nvSpPr>
          <p:spPr>
            <a:xfrm>
              <a:off x="327542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3"/>
            <p:cNvSpPr/>
            <p:nvPr/>
          </p:nvSpPr>
          <p:spPr>
            <a:xfrm>
              <a:off x="335686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4"/>
            <p:cNvSpPr/>
            <p:nvPr/>
          </p:nvSpPr>
          <p:spPr>
            <a:xfrm>
              <a:off x="343830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5"/>
            <p:cNvSpPr/>
            <p:nvPr/>
          </p:nvSpPr>
          <p:spPr>
            <a:xfrm>
              <a:off x="351973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6"/>
            <p:cNvSpPr/>
            <p:nvPr/>
          </p:nvSpPr>
          <p:spPr>
            <a:xfrm>
              <a:off x="360117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7"/>
            <p:cNvSpPr/>
            <p:nvPr/>
          </p:nvSpPr>
          <p:spPr>
            <a:xfrm>
              <a:off x="368261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78CA7">
                <a:alpha val="100000"/>
              </a:srgbClr>
            </a:solidFill>
            <a:ln w="5420" cap="flat">
              <a:solidFill>
                <a:srgbClr val="378C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8"/>
            <p:cNvSpPr/>
            <p:nvPr/>
          </p:nvSpPr>
          <p:spPr>
            <a:xfrm>
              <a:off x="3764050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7">
                <a:alpha val="100000"/>
              </a:srgbClr>
            </a:solidFill>
            <a:ln w="5420" cap="flat">
              <a:solidFill>
                <a:srgbClr val="388BA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9"/>
            <p:cNvSpPr/>
            <p:nvPr/>
          </p:nvSpPr>
          <p:spPr>
            <a:xfrm>
              <a:off x="3845487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BA6">
                <a:alpha val="100000"/>
              </a:srgbClr>
            </a:solidFill>
            <a:ln w="5420" cap="flat">
              <a:solidFill>
                <a:srgbClr val="388B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50"/>
            <p:cNvSpPr/>
            <p:nvPr/>
          </p:nvSpPr>
          <p:spPr>
            <a:xfrm>
              <a:off x="3926924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1"/>
            <p:cNvSpPr/>
            <p:nvPr/>
          </p:nvSpPr>
          <p:spPr>
            <a:xfrm>
              <a:off x="4008361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2"/>
            <p:cNvSpPr/>
            <p:nvPr/>
          </p:nvSpPr>
          <p:spPr>
            <a:xfrm>
              <a:off x="4089798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3"/>
            <p:cNvSpPr/>
            <p:nvPr/>
          </p:nvSpPr>
          <p:spPr>
            <a:xfrm>
              <a:off x="4171236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4"/>
            <p:cNvSpPr/>
            <p:nvPr/>
          </p:nvSpPr>
          <p:spPr>
            <a:xfrm>
              <a:off x="4252673" y="5372604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5"/>
            <p:cNvSpPr/>
            <p:nvPr/>
          </p:nvSpPr>
          <p:spPr>
            <a:xfrm>
              <a:off x="311255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6"/>
            <p:cNvSpPr/>
            <p:nvPr/>
          </p:nvSpPr>
          <p:spPr>
            <a:xfrm>
              <a:off x="319399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7"/>
            <p:cNvSpPr/>
            <p:nvPr/>
          </p:nvSpPr>
          <p:spPr>
            <a:xfrm>
              <a:off x="327542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8"/>
            <p:cNvSpPr/>
            <p:nvPr/>
          </p:nvSpPr>
          <p:spPr>
            <a:xfrm>
              <a:off x="335686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9"/>
            <p:cNvSpPr/>
            <p:nvPr/>
          </p:nvSpPr>
          <p:spPr>
            <a:xfrm>
              <a:off x="343830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60"/>
            <p:cNvSpPr/>
            <p:nvPr/>
          </p:nvSpPr>
          <p:spPr>
            <a:xfrm>
              <a:off x="351973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1"/>
            <p:cNvSpPr/>
            <p:nvPr/>
          </p:nvSpPr>
          <p:spPr>
            <a:xfrm>
              <a:off x="360117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2"/>
            <p:cNvSpPr/>
            <p:nvPr/>
          </p:nvSpPr>
          <p:spPr>
            <a:xfrm>
              <a:off x="368261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AA6">
                <a:alpha val="100000"/>
              </a:srgbClr>
            </a:solidFill>
            <a:ln w="5420" cap="flat">
              <a:solidFill>
                <a:srgbClr val="388A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3"/>
            <p:cNvSpPr/>
            <p:nvPr/>
          </p:nvSpPr>
          <p:spPr>
            <a:xfrm>
              <a:off x="3764050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4"/>
            <p:cNvSpPr/>
            <p:nvPr/>
          </p:nvSpPr>
          <p:spPr>
            <a:xfrm>
              <a:off x="3845487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9A6">
                <a:alpha val="100000"/>
              </a:srgbClr>
            </a:solidFill>
            <a:ln w="5420" cap="flat">
              <a:solidFill>
                <a:srgbClr val="3889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5"/>
            <p:cNvSpPr/>
            <p:nvPr/>
          </p:nvSpPr>
          <p:spPr>
            <a:xfrm>
              <a:off x="3926924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6"/>
            <p:cNvSpPr/>
            <p:nvPr/>
          </p:nvSpPr>
          <p:spPr>
            <a:xfrm>
              <a:off x="4008361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7"/>
            <p:cNvSpPr/>
            <p:nvPr/>
          </p:nvSpPr>
          <p:spPr>
            <a:xfrm>
              <a:off x="4089798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8"/>
            <p:cNvSpPr/>
            <p:nvPr/>
          </p:nvSpPr>
          <p:spPr>
            <a:xfrm>
              <a:off x="4171236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9"/>
            <p:cNvSpPr/>
            <p:nvPr/>
          </p:nvSpPr>
          <p:spPr>
            <a:xfrm>
              <a:off x="4252673" y="5475920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70"/>
            <p:cNvSpPr/>
            <p:nvPr/>
          </p:nvSpPr>
          <p:spPr>
            <a:xfrm>
              <a:off x="311255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1"/>
            <p:cNvSpPr/>
            <p:nvPr/>
          </p:nvSpPr>
          <p:spPr>
            <a:xfrm>
              <a:off x="319399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2"/>
            <p:cNvSpPr/>
            <p:nvPr/>
          </p:nvSpPr>
          <p:spPr>
            <a:xfrm>
              <a:off x="327542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3"/>
            <p:cNvSpPr/>
            <p:nvPr/>
          </p:nvSpPr>
          <p:spPr>
            <a:xfrm>
              <a:off x="335686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4"/>
            <p:cNvSpPr/>
            <p:nvPr/>
          </p:nvSpPr>
          <p:spPr>
            <a:xfrm>
              <a:off x="343830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5"/>
            <p:cNvSpPr/>
            <p:nvPr/>
          </p:nvSpPr>
          <p:spPr>
            <a:xfrm>
              <a:off x="351973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6"/>
            <p:cNvSpPr/>
            <p:nvPr/>
          </p:nvSpPr>
          <p:spPr>
            <a:xfrm>
              <a:off x="360117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7"/>
            <p:cNvSpPr/>
            <p:nvPr/>
          </p:nvSpPr>
          <p:spPr>
            <a:xfrm>
              <a:off x="368261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8A6">
                <a:alpha val="100000"/>
              </a:srgbClr>
            </a:solidFill>
            <a:ln w="5420" cap="flat">
              <a:solidFill>
                <a:srgbClr val="3888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8"/>
            <p:cNvSpPr/>
            <p:nvPr/>
          </p:nvSpPr>
          <p:spPr>
            <a:xfrm>
              <a:off x="376405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9"/>
            <p:cNvSpPr/>
            <p:nvPr/>
          </p:nvSpPr>
          <p:spPr>
            <a:xfrm>
              <a:off x="3845487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887A6">
                <a:alpha val="100000"/>
              </a:srgbClr>
            </a:solidFill>
            <a:ln w="5420" cap="flat">
              <a:solidFill>
                <a:srgbClr val="38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80"/>
            <p:cNvSpPr/>
            <p:nvPr/>
          </p:nvSpPr>
          <p:spPr>
            <a:xfrm>
              <a:off x="3926924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7A6">
                <a:alpha val="100000"/>
              </a:srgbClr>
            </a:solidFill>
            <a:ln w="5420" cap="flat">
              <a:solidFill>
                <a:srgbClr val="3987A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1"/>
            <p:cNvSpPr/>
            <p:nvPr/>
          </p:nvSpPr>
          <p:spPr>
            <a:xfrm>
              <a:off x="4008361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2"/>
            <p:cNvSpPr/>
            <p:nvPr/>
          </p:nvSpPr>
          <p:spPr>
            <a:xfrm>
              <a:off x="4089798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3"/>
            <p:cNvSpPr/>
            <p:nvPr/>
          </p:nvSpPr>
          <p:spPr>
            <a:xfrm>
              <a:off x="4171236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6A5">
                <a:alpha val="100000"/>
              </a:srgbClr>
            </a:solidFill>
            <a:ln w="5420" cap="flat">
              <a:solidFill>
                <a:srgbClr val="3986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4"/>
            <p:cNvSpPr/>
            <p:nvPr/>
          </p:nvSpPr>
          <p:spPr>
            <a:xfrm>
              <a:off x="4252673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5"/>
            <p:cNvSpPr/>
            <p:nvPr/>
          </p:nvSpPr>
          <p:spPr>
            <a:xfrm>
              <a:off x="4334110" y="5579236"/>
              <a:ext cx="81437" cy="103316"/>
            </a:xfrm>
            <a:custGeom>
              <a:avLst/>
              <a:pathLst>
                <a:path w="81437" h="103316">
                  <a:moveTo>
                    <a:pt x="0" y="0"/>
                  </a:moveTo>
                  <a:lnTo>
                    <a:pt x="81437" y="0"/>
                  </a:lnTo>
                  <a:lnTo>
                    <a:pt x="81437" y="103316"/>
                  </a:lnTo>
                  <a:lnTo>
                    <a:pt x="0" y="103316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6"/>
            <p:cNvSpPr/>
            <p:nvPr/>
          </p:nvSpPr>
          <p:spPr>
            <a:xfrm>
              <a:off x="2301906" y="4220101"/>
              <a:ext cx="973520" cy="1500847"/>
            </a:xfrm>
            <a:custGeom>
              <a:avLst/>
              <a:pathLst>
                <a:path w="973520" h="1500847">
                  <a:moveTo>
                    <a:pt x="892083" y="1462451"/>
                  </a:moveTo>
                  <a:lnTo>
                    <a:pt x="973520" y="1462451"/>
                  </a:lnTo>
                  <a:lnTo>
                    <a:pt x="973520" y="150084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7"/>
            <p:cNvSpPr/>
            <p:nvPr/>
          </p:nvSpPr>
          <p:spPr>
            <a:xfrm>
              <a:off x="2301906" y="4351869"/>
              <a:ext cx="892083" cy="1369078"/>
            </a:xfrm>
            <a:custGeom>
              <a:avLst/>
              <a:pathLst>
                <a:path w="892083" h="1369078">
                  <a:moveTo>
                    <a:pt x="892083" y="1369078"/>
                  </a:moveTo>
                  <a:lnTo>
                    <a:pt x="892083" y="13306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8"/>
            <p:cNvSpPr/>
            <p:nvPr/>
          </p:nvSpPr>
          <p:spPr>
            <a:xfrm>
              <a:off x="2301906" y="4147235"/>
              <a:ext cx="1054958" cy="1573712"/>
            </a:xfrm>
            <a:custGeom>
              <a:avLst/>
              <a:pathLst>
                <a:path w="1054958" h="1573712">
                  <a:moveTo>
                    <a:pt x="973520" y="1535317"/>
                  </a:moveTo>
                  <a:lnTo>
                    <a:pt x="1054958" y="1535317"/>
                  </a:lnTo>
                  <a:lnTo>
                    <a:pt x="1054958" y="157371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9"/>
            <p:cNvSpPr/>
            <p:nvPr/>
          </p:nvSpPr>
          <p:spPr>
            <a:xfrm>
              <a:off x="2301906" y="4272355"/>
              <a:ext cx="973520" cy="1448592"/>
            </a:xfrm>
            <a:custGeom>
              <a:avLst/>
              <a:pathLst>
                <a:path w="973520" h="1448592">
                  <a:moveTo>
                    <a:pt x="973520" y="1448592"/>
                  </a:moveTo>
                  <a:lnTo>
                    <a:pt x="973520" y="141019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90"/>
            <p:cNvSpPr/>
            <p:nvPr/>
          </p:nvSpPr>
          <p:spPr>
            <a:xfrm>
              <a:off x="2301906" y="4080414"/>
              <a:ext cx="1136395" cy="1640533"/>
            </a:xfrm>
            <a:custGeom>
              <a:avLst/>
              <a:pathLst>
                <a:path w="1136395" h="1640533">
                  <a:moveTo>
                    <a:pt x="1054958" y="1602138"/>
                  </a:moveTo>
                  <a:lnTo>
                    <a:pt x="1136395" y="1602138"/>
                  </a:lnTo>
                  <a:lnTo>
                    <a:pt x="1136395" y="164053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1"/>
            <p:cNvSpPr/>
            <p:nvPr/>
          </p:nvSpPr>
          <p:spPr>
            <a:xfrm>
              <a:off x="2301906" y="4197308"/>
              <a:ext cx="1054958" cy="1523639"/>
            </a:xfrm>
            <a:custGeom>
              <a:avLst/>
              <a:pathLst>
                <a:path w="1054958" h="1523639">
                  <a:moveTo>
                    <a:pt x="1054958" y="1523639"/>
                  </a:moveTo>
                  <a:lnTo>
                    <a:pt x="1054958" y="14852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2"/>
            <p:cNvSpPr/>
            <p:nvPr/>
          </p:nvSpPr>
          <p:spPr>
            <a:xfrm>
              <a:off x="2301906" y="4017382"/>
              <a:ext cx="1217832" cy="1703566"/>
            </a:xfrm>
            <a:custGeom>
              <a:avLst/>
              <a:pathLst>
                <a:path w="1217832" h="1703566">
                  <a:moveTo>
                    <a:pt x="1136395" y="1665170"/>
                  </a:moveTo>
                  <a:lnTo>
                    <a:pt x="1217832" y="1665170"/>
                  </a:lnTo>
                  <a:lnTo>
                    <a:pt x="1217832" y="17035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3"/>
            <p:cNvSpPr/>
            <p:nvPr/>
          </p:nvSpPr>
          <p:spPr>
            <a:xfrm>
              <a:off x="2301906" y="4126360"/>
              <a:ext cx="1136395" cy="1594587"/>
            </a:xfrm>
            <a:custGeom>
              <a:avLst/>
              <a:pathLst>
                <a:path w="1136395" h="1594587">
                  <a:moveTo>
                    <a:pt x="1136395" y="1594587"/>
                  </a:moveTo>
                  <a:lnTo>
                    <a:pt x="1136395" y="155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4"/>
            <p:cNvSpPr/>
            <p:nvPr/>
          </p:nvSpPr>
          <p:spPr>
            <a:xfrm>
              <a:off x="2301906" y="3957826"/>
              <a:ext cx="1299269" cy="1763122"/>
            </a:xfrm>
            <a:custGeom>
              <a:avLst/>
              <a:pathLst>
                <a:path w="1299269" h="1763122">
                  <a:moveTo>
                    <a:pt x="1217832" y="1724726"/>
                  </a:moveTo>
                  <a:lnTo>
                    <a:pt x="1299269" y="1724726"/>
                  </a:lnTo>
                  <a:lnTo>
                    <a:pt x="1299269" y="17631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5"/>
            <p:cNvSpPr/>
            <p:nvPr/>
          </p:nvSpPr>
          <p:spPr>
            <a:xfrm>
              <a:off x="2301906" y="4059186"/>
              <a:ext cx="1217832" cy="1661761"/>
            </a:xfrm>
            <a:custGeom>
              <a:avLst/>
              <a:pathLst>
                <a:path w="1217832" h="1661761">
                  <a:moveTo>
                    <a:pt x="1217832" y="1661761"/>
                  </a:moveTo>
                  <a:lnTo>
                    <a:pt x="1217832" y="162336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6"/>
            <p:cNvSpPr/>
            <p:nvPr/>
          </p:nvSpPr>
          <p:spPr>
            <a:xfrm>
              <a:off x="2301906" y="3901689"/>
              <a:ext cx="1380706" cy="1819258"/>
            </a:xfrm>
            <a:custGeom>
              <a:avLst/>
              <a:pathLst>
                <a:path w="1380706" h="1819258">
                  <a:moveTo>
                    <a:pt x="1299269" y="1780863"/>
                  </a:moveTo>
                  <a:lnTo>
                    <a:pt x="1380706" y="1780863"/>
                  </a:lnTo>
                  <a:lnTo>
                    <a:pt x="1380706" y="181925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7"/>
            <p:cNvSpPr/>
            <p:nvPr/>
          </p:nvSpPr>
          <p:spPr>
            <a:xfrm>
              <a:off x="2301906" y="3995492"/>
              <a:ext cx="1299269" cy="1725455"/>
            </a:xfrm>
            <a:custGeom>
              <a:avLst/>
              <a:pathLst>
                <a:path w="1299269" h="1725455">
                  <a:moveTo>
                    <a:pt x="1299269" y="1725455"/>
                  </a:moveTo>
                  <a:lnTo>
                    <a:pt x="1299269" y="168705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8"/>
            <p:cNvSpPr/>
            <p:nvPr/>
          </p:nvSpPr>
          <p:spPr>
            <a:xfrm>
              <a:off x="2301906" y="3848877"/>
              <a:ext cx="1462143" cy="1872070"/>
            </a:xfrm>
            <a:custGeom>
              <a:avLst/>
              <a:pathLst>
                <a:path w="1462143" h="1872070">
                  <a:moveTo>
                    <a:pt x="1380706" y="1833675"/>
                  </a:moveTo>
                  <a:lnTo>
                    <a:pt x="1462143" y="1833675"/>
                  </a:lnTo>
                  <a:lnTo>
                    <a:pt x="1462143" y="187207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9"/>
            <p:cNvSpPr/>
            <p:nvPr/>
          </p:nvSpPr>
          <p:spPr>
            <a:xfrm>
              <a:off x="2301906" y="3935014"/>
              <a:ext cx="1380706" cy="1785933"/>
            </a:xfrm>
            <a:custGeom>
              <a:avLst/>
              <a:pathLst>
                <a:path w="1380706" h="1785933">
                  <a:moveTo>
                    <a:pt x="1380706" y="1785933"/>
                  </a:moveTo>
                  <a:lnTo>
                    <a:pt x="1380706" y="17475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700"/>
            <p:cNvSpPr/>
            <p:nvPr/>
          </p:nvSpPr>
          <p:spPr>
            <a:xfrm>
              <a:off x="2301906" y="3797991"/>
              <a:ext cx="1543580" cy="1922956"/>
            </a:xfrm>
            <a:custGeom>
              <a:avLst/>
              <a:pathLst>
                <a:path w="1543580" h="1922956">
                  <a:moveTo>
                    <a:pt x="1462143" y="1884561"/>
                  </a:moveTo>
                  <a:lnTo>
                    <a:pt x="1543580" y="1884561"/>
                  </a:lnTo>
                  <a:lnTo>
                    <a:pt x="1543580" y="19229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1"/>
            <p:cNvSpPr/>
            <p:nvPr/>
          </p:nvSpPr>
          <p:spPr>
            <a:xfrm>
              <a:off x="2301906" y="3877515"/>
              <a:ext cx="1462143" cy="1843432"/>
            </a:xfrm>
            <a:custGeom>
              <a:avLst/>
              <a:pathLst>
                <a:path w="1462143" h="1843432">
                  <a:moveTo>
                    <a:pt x="1462143" y="1843432"/>
                  </a:moveTo>
                  <a:lnTo>
                    <a:pt x="1462143" y="180503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2"/>
            <p:cNvSpPr/>
            <p:nvPr/>
          </p:nvSpPr>
          <p:spPr>
            <a:xfrm>
              <a:off x="2301906" y="3751340"/>
              <a:ext cx="1625018" cy="1969607"/>
            </a:xfrm>
            <a:custGeom>
              <a:avLst/>
              <a:pathLst>
                <a:path w="1625018" h="1969607">
                  <a:moveTo>
                    <a:pt x="1543580" y="1931211"/>
                  </a:moveTo>
                  <a:lnTo>
                    <a:pt x="1625018" y="1931211"/>
                  </a:lnTo>
                  <a:lnTo>
                    <a:pt x="1625018" y="19696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3"/>
            <p:cNvSpPr/>
            <p:nvPr/>
          </p:nvSpPr>
          <p:spPr>
            <a:xfrm>
              <a:off x="2301906" y="3822780"/>
              <a:ext cx="1543580" cy="1898167"/>
            </a:xfrm>
            <a:custGeom>
              <a:avLst/>
              <a:pathLst>
                <a:path w="1543580" h="1898167">
                  <a:moveTo>
                    <a:pt x="1543580" y="1898167"/>
                  </a:moveTo>
                  <a:lnTo>
                    <a:pt x="1543580" y="18597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4"/>
            <p:cNvSpPr/>
            <p:nvPr/>
          </p:nvSpPr>
          <p:spPr>
            <a:xfrm>
              <a:off x="2301906" y="3706353"/>
              <a:ext cx="1706455" cy="2014594"/>
            </a:xfrm>
            <a:custGeom>
              <a:avLst/>
              <a:pathLst>
                <a:path w="1706455" h="2014594">
                  <a:moveTo>
                    <a:pt x="1625018" y="1976198"/>
                  </a:moveTo>
                  <a:lnTo>
                    <a:pt x="1706455" y="1976198"/>
                  </a:lnTo>
                  <a:lnTo>
                    <a:pt x="1706455" y="20145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5"/>
            <p:cNvSpPr/>
            <p:nvPr/>
          </p:nvSpPr>
          <p:spPr>
            <a:xfrm>
              <a:off x="2301906" y="3770615"/>
              <a:ext cx="1625018" cy="1950332"/>
            </a:xfrm>
            <a:custGeom>
              <a:avLst/>
              <a:pathLst>
                <a:path w="1625018" h="1950332">
                  <a:moveTo>
                    <a:pt x="1625018" y="1950332"/>
                  </a:moveTo>
                  <a:lnTo>
                    <a:pt x="1625018" y="19119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6"/>
            <p:cNvSpPr/>
            <p:nvPr/>
          </p:nvSpPr>
          <p:spPr>
            <a:xfrm>
              <a:off x="2301906" y="3663566"/>
              <a:ext cx="1787892" cy="2057381"/>
            </a:xfrm>
            <a:custGeom>
              <a:avLst/>
              <a:pathLst>
                <a:path w="1787892" h="2057381">
                  <a:moveTo>
                    <a:pt x="1706455" y="2018986"/>
                  </a:moveTo>
                  <a:lnTo>
                    <a:pt x="1787892" y="2018986"/>
                  </a:lnTo>
                  <a:lnTo>
                    <a:pt x="1787892" y="20573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7"/>
            <p:cNvSpPr/>
            <p:nvPr/>
          </p:nvSpPr>
          <p:spPr>
            <a:xfrm>
              <a:off x="2301906" y="3720842"/>
              <a:ext cx="1706455" cy="2000106"/>
            </a:xfrm>
            <a:custGeom>
              <a:avLst/>
              <a:pathLst>
                <a:path w="1706455" h="2000106">
                  <a:moveTo>
                    <a:pt x="1706455" y="2000106"/>
                  </a:moveTo>
                  <a:lnTo>
                    <a:pt x="1706455" y="19617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5A5">
                <a:alpha val="100000"/>
              </a:srgbClr>
            </a:solidFill>
            <a:ln w="5420" cap="flat">
              <a:solidFill>
                <a:srgbClr val="3985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8"/>
            <p:cNvSpPr/>
            <p:nvPr/>
          </p:nvSpPr>
          <p:spPr>
            <a:xfrm>
              <a:off x="2301906" y="3622715"/>
              <a:ext cx="1869329" cy="2098232"/>
            </a:xfrm>
            <a:custGeom>
              <a:avLst/>
              <a:pathLst>
                <a:path w="1869329" h="2098232">
                  <a:moveTo>
                    <a:pt x="1787892" y="2059837"/>
                  </a:moveTo>
                  <a:lnTo>
                    <a:pt x="1869329" y="2059837"/>
                  </a:lnTo>
                  <a:lnTo>
                    <a:pt x="1869329" y="209823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9"/>
            <p:cNvSpPr/>
            <p:nvPr/>
          </p:nvSpPr>
          <p:spPr>
            <a:xfrm>
              <a:off x="2301906" y="3673300"/>
              <a:ext cx="1787892" cy="2047647"/>
            </a:xfrm>
            <a:custGeom>
              <a:avLst/>
              <a:pathLst>
                <a:path w="1787892" h="2047647">
                  <a:moveTo>
                    <a:pt x="1787892" y="2047647"/>
                  </a:moveTo>
                  <a:lnTo>
                    <a:pt x="1787892" y="20092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10"/>
            <p:cNvSpPr/>
            <p:nvPr/>
          </p:nvSpPr>
          <p:spPr>
            <a:xfrm>
              <a:off x="2301906" y="3583785"/>
              <a:ext cx="1950766" cy="2137162"/>
            </a:xfrm>
            <a:custGeom>
              <a:avLst/>
              <a:pathLst>
                <a:path w="1950766" h="2137162">
                  <a:moveTo>
                    <a:pt x="1869329" y="2098767"/>
                  </a:moveTo>
                  <a:lnTo>
                    <a:pt x="1950766" y="2098767"/>
                  </a:lnTo>
                  <a:lnTo>
                    <a:pt x="1950766" y="2137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1"/>
            <p:cNvSpPr/>
            <p:nvPr/>
          </p:nvSpPr>
          <p:spPr>
            <a:xfrm>
              <a:off x="2301906" y="3627844"/>
              <a:ext cx="1869329" cy="2093104"/>
            </a:xfrm>
            <a:custGeom>
              <a:avLst/>
              <a:pathLst>
                <a:path w="1869329" h="2093104">
                  <a:moveTo>
                    <a:pt x="1869329" y="2093104"/>
                  </a:moveTo>
                  <a:lnTo>
                    <a:pt x="1869329" y="20547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2"/>
            <p:cNvSpPr/>
            <p:nvPr/>
          </p:nvSpPr>
          <p:spPr>
            <a:xfrm>
              <a:off x="2301906" y="3546639"/>
              <a:ext cx="2032203" cy="2174308"/>
            </a:xfrm>
            <a:custGeom>
              <a:avLst/>
              <a:pathLst>
                <a:path w="2032203" h="2174308">
                  <a:moveTo>
                    <a:pt x="1950766" y="2135912"/>
                  </a:moveTo>
                  <a:lnTo>
                    <a:pt x="2032203" y="2135912"/>
                  </a:lnTo>
                  <a:lnTo>
                    <a:pt x="2032203" y="217430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3"/>
            <p:cNvSpPr/>
            <p:nvPr/>
          </p:nvSpPr>
          <p:spPr>
            <a:xfrm>
              <a:off x="2301906" y="3584338"/>
              <a:ext cx="1950766" cy="2136610"/>
            </a:xfrm>
            <a:custGeom>
              <a:avLst/>
              <a:pathLst>
                <a:path w="1950766" h="2136610">
                  <a:moveTo>
                    <a:pt x="1950766" y="2136610"/>
                  </a:moveTo>
                  <a:lnTo>
                    <a:pt x="1950766" y="2098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4A5">
                <a:alpha val="100000"/>
              </a:srgbClr>
            </a:solidFill>
            <a:ln w="5420" cap="flat">
              <a:solidFill>
                <a:srgbClr val="3984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4"/>
            <p:cNvSpPr/>
            <p:nvPr/>
          </p:nvSpPr>
          <p:spPr>
            <a:xfrm>
              <a:off x="2301906" y="3511116"/>
              <a:ext cx="2113640" cy="2209831"/>
            </a:xfrm>
            <a:custGeom>
              <a:avLst/>
              <a:pathLst>
                <a:path w="2113640" h="2209831">
                  <a:moveTo>
                    <a:pt x="2032203" y="2171436"/>
                  </a:moveTo>
                  <a:lnTo>
                    <a:pt x="2113640" y="2171436"/>
                  </a:lnTo>
                  <a:lnTo>
                    <a:pt x="2113640" y="22098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5"/>
            <p:cNvSpPr/>
            <p:nvPr/>
          </p:nvSpPr>
          <p:spPr>
            <a:xfrm>
              <a:off x="2301906" y="3542659"/>
              <a:ext cx="2032203" cy="2178288"/>
            </a:xfrm>
            <a:custGeom>
              <a:avLst/>
              <a:pathLst>
                <a:path w="2032203" h="2178288">
                  <a:moveTo>
                    <a:pt x="2032203" y="2178288"/>
                  </a:moveTo>
                  <a:lnTo>
                    <a:pt x="2032203" y="213989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83A5">
                <a:alpha val="100000"/>
              </a:srgbClr>
            </a:solidFill>
            <a:ln w="5420" cap="flat">
              <a:solidFill>
                <a:srgbClr val="3983A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6"/>
            <p:cNvSpPr/>
            <p:nvPr/>
          </p:nvSpPr>
          <p:spPr>
            <a:xfrm>
              <a:off x="2301906" y="1669789"/>
              <a:ext cx="3035235" cy="4051159"/>
            </a:xfrm>
            <a:custGeom>
              <a:avLst/>
              <a:pathLst>
                <a:path w="3035235" h="4051159">
                  <a:moveTo>
                    <a:pt x="3035235" y="0"/>
                  </a:moveTo>
                  <a:lnTo>
                    <a:pt x="3023854" y="58391"/>
                  </a:lnTo>
                  <a:lnTo>
                    <a:pt x="3008593" y="199286"/>
                  </a:lnTo>
                  <a:lnTo>
                    <a:pt x="2985629" y="326050"/>
                  </a:lnTo>
                  <a:lnTo>
                    <a:pt x="2982628" y="287557"/>
                  </a:lnTo>
                  <a:lnTo>
                    <a:pt x="2996985" y="133449"/>
                  </a:lnTo>
                  <a:lnTo>
                    <a:pt x="2973732" y="149553"/>
                  </a:lnTo>
                  <a:lnTo>
                    <a:pt x="2957711" y="185109"/>
                  </a:lnTo>
                  <a:lnTo>
                    <a:pt x="2914388" y="383857"/>
                  </a:lnTo>
                  <a:lnTo>
                    <a:pt x="2854827" y="489792"/>
                  </a:lnTo>
                  <a:lnTo>
                    <a:pt x="2799967" y="563061"/>
                  </a:lnTo>
                  <a:lnTo>
                    <a:pt x="2743371" y="550949"/>
                  </a:lnTo>
                  <a:lnTo>
                    <a:pt x="2756101" y="609169"/>
                  </a:lnTo>
                  <a:lnTo>
                    <a:pt x="2740550" y="639495"/>
                  </a:lnTo>
                  <a:lnTo>
                    <a:pt x="2727242" y="702762"/>
                  </a:lnTo>
                  <a:lnTo>
                    <a:pt x="2693502" y="744696"/>
                  </a:lnTo>
                  <a:lnTo>
                    <a:pt x="2661787" y="740658"/>
                  </a:lnTo>
                  <a:lnTo>
                    <a:pt x="2616221" y="769562"/>
                  </a:lnTo>
                  <a:lnTo>
                    <a:pt x="2598248" y="791676"/>
                  </a:lnTo>
                  <a:lnTo>
                    <a:pt x="2596910" y="834022"/>
                  </a:lnTo>
                  <a:lnTo>
                    <a:pt x="2566424" y="871276"/>
                  </a:lnTo>
                  <a:lnTo>
                    <a:pt x="2456415" y="1064794"/>
                  </a:lnTo>
                  <a:lnTo>
                    <a:pt x="2360908" y="1121913"/>
                  </a:lnTo>
                  <a:lnTo>
                    <a:pt x="2338052" y="1113609"/>
                  </a:lnTo>
                  <a:lnTo>
                    <a:pt x="2363222" y="1022264"/>
                  </a:lnTo>
                  <a:lnTo>
                    <a:pt x="2380472" y="929909"/>
                  </a:lnTo>
                  <a:lnTo>
                    <a:pt x="2322502" y="889719"/>
                  </a:lnTo>
                  <a:lnTo>
                    <a:pt x="2267028" y="868477"/>
                  </a:lnTo>
                  <a:lnTo>
                    <a:pt x="2203380" y="871276"/>
                  </a:lnTo>
                  <a:lnTo>
                    <a:pt x="2133079" y="799475"/>
                  </a:lnTo>
                  <a:lnTo>
                    <a:pt x="2042453" y="747265"/>
                  </a:lnTo>
                  <a:lnTo>
                    <a:pt x="1915954" y="606003"/>
                  </a:lnTo>
                  <a:lnTo>
                    <a:pt x="1919643" y="566823"/>
                  </a:lnTo>
                  <a:lnTo>
                    <a:pt x="1916460" y="501078"/>
                  </a:lnTo>
                  <a:lnTo>
                    <a:pt x="1954902" y="397208"/>
                  </a:lnTo>
                  <a:lnTo>
                    <a:pt x="1991752" y="324581"/>
                  </a:lnTo>
                  <a:lnTo>
                    <a:pt x="2042634" y="286961"/>
                  </a:lnTo>
                  <a:lnTo>
                    <a:pt x="2190289" y="248652"/>
                  </a:lnTo>
                  <a:lnTo>
                    <a:pt x="2227320" y="191028"/>
                  </a:lnTo>
                  <a:lnTo>
                    <a:pt x="2249271" y="142488"/>
                  </a:lnTo>
                  <a:lnTo>
                    <a:pt x="2176113" y="225850"/>
                  </a:lnTo>
                  <a:lnTo>
                    <a:pt x="2066538" y="254111"/>
                  </a:lnTo>
                  <a:lnTo>
                    <a:pt x="2007483" y="285217"/>
                  </a:lnTo>
                  <a:lnTo>
                    <a:pt x="1960254" y="332794"/>
                  </a:lnTo>
                  <a:lnTo>
                    <a:pt x="1932300" y="392528"/>
                  </a:lnTo>
                  <a:lnTo>
                    <a:pt x="1869014" y="464513"/>
                  </a:lnTo>
                  <a:lnTo>
                    <a:pt x="1873462" y="512731"/>
                  </a:lnTo>
                  <a:lnTo>
                    <a:pt x="1884058" y="547003"/>
                  </a:lnTo>
                  <a:lnTo>
                    <a:pt x="1879176" y="618437"/>
                  </a:lnTo>
                  <a:lnTo>
                    <a:pt x="1919209" y="688081"/>
                  </a:lnTo>
                  <a:lnTo>
                    <a:pt x="1998587" y="802182"/>
                  </a:lnTo>
                  <a:lnTo>
                    <a:pt x="2013740" y="979413"/>
                  </a:lnTo>
                  <a:lnTo>
                    <a:pt x="2074313" y="1098010"/>
                  </a:lnTo>
                  <a:lnTo>
                    <a:pt x="2167144" y="1236290"/>
                  </a:lnTo>
                  <a:lnTo>
                    <a:pt x="2238531" y="1275608"/>
                  </a:lnTo>
                  <a:lnTo>
                    <a:pt x="2242003" y="1327038"/>
                  </a:lnTo>
                  <a:lnTo>
                    <a:pt x="2209058" y="1411960"/>
                  </a:lnTo>
                  <a:lnTo>
                    <a:pt x="2165626" y="1450774"/>
                  </a:lnTo>
                  <a:lnTo>
                    <a:pt x="2222113" y="1443021"/>
                  </a:lnTo>
                  <a:lnTo>
                    <a:pt x="2250248" y="1462427"/>
                  </a:lnTo>
                  <a:lnTo>
                    <a:pt x="2277623" y="1533265"/>
                  </a:lnTo>
                  <a:lnTo>
                    <a:pt x="2275490" y="1605570"/>
                  </a:lnTo>
                  <a:lnTo>
                    <a:pt x="2266232" y="1646311"/>
                  </a:lnTo>
                  <a:lnTo>
                    <a:pt x="2249127" y="1662552"/>
                  </a:lnTo>
                  <a:lnTo>
                    <a:pt x="2249850" y="1620939"/>
                  </a:lnTo>
                  <a:lnTo>
                    <a:pt x="2237735" y="1606488"/>
                  </a:lnTo>
                  <a:lnTo>
                    <a:pt x="2217737" y="1624518"/>
                  </a:lnTo>
                  <a:lnTo>
                    <a:pt x="2204791" y="1645072"/>
                  </a:lnTo>
                  <a:lnTo>
                    <a:pt x="2199402" y="1726048"/>
                  </a:lnTo>
                  <a:lnTo>
                    <a:pt x="2185696" y="1766514"/>
                  </a:lnTo>
                  <a:lnTo>
                    <a:pt x="2137237" y="1778534"/>
                  </a:lnTo>
                  <a:lnTo>
                    <a:pt x="2088091" y="1884790"/>
                  </a:lnTo>
                  <a:lnTo>
                    <a:pt x="2042381" y="1945075"/>
                  </a:lnTo>
                  <a:lnTo>
                    <a:pt x="1862504" y="2352710"/>
                  </a:lnTo>
                  <a:lnTo>
                    <a:pt x="1869376" y="2420840"/>
                  </a:lnTo>
                  <a:lnTo>
                    <a:pt x="1836467" y="2442770"/>
                  </a:lnTo>
                  <a:lnTo>
                    <a:pt x="1786634" y="2460617"/>
                  </a:lnTo>
                  <a:lnTo>
                    <a:pt x="1736222" y="2501358"/>
                  </a:lnTo>
                  <a:lnTo>
                    <a:pt x="1702771" y="2546274"/>
                  </a:lnTo>
                  <a:lnTo>
                    <a:pt x="1671707" y="2667073"/>
                  </a:lnTo>
                  <a:lnTo>
                    <a:pt x="1612182" y="2803059"/>
                  </a:lnTo>
                  <a:lnTo>
                    <a:pt x="1575042" y="2746398"/>
                  </a:lnTo>
                  <a:lnTo>
                    <a:pt x="1565531" y="2697904"/>
                  </a:lnTo>
                  <a:lnTo>
                    <a:pt x="1582058" y="2571415"/>
                  </a:lnTo>
                  <a:lnTo>
                    <a:pt x="1646428" y="2364042"/>
                  </a:lnTo>
                  <a:lnTo>
                    <a:pt x="1717345" y="2235122"/>
                  </a:lnTo>
                  <a:lnTo>
                    <a:pt x="1771445" y="2174011"/>
                  </a:lnTo>
                  <a:lnTo>
                    <a:pt x="1815926" y="2049450"/>
                  </a:lnTo>
                  <a:lnTo>
                    <a:pt x="1759728" y="2030869"/>
                  </a:lnTo>
                  <a:lnTo>
                    <a:pt x="1674057" y="2032887"/>
                  </a:lnTo>
                  <a:lnTo>
                    <a:pt x="1690186" y="1975401"/>
                  </a:lnTo>
                  <a:lnTo>
                    <a:pt x="1715175" y="1924750"/>
                  </a:lnTo>
                  <a:lnTo>
                    <a:pt x="1670513" y="1874283"/>
                  </a:lnTo>
                  <a:lnTo>
                    <a:pt x="1644078" y="1867860"/>
                  </a:lnTo>
                  <a:lnTo>
                    <a:pt x="1616847" y="1847169"/>
                  </a:lnTo>
                  <a:lnTo>
                    <a:pt x="1648779" y="1805144"/>
                  </a:lnTo>
                  <a:lnTo>
                    <a:pt x="1664366" y="1760733"/>
                  </a:lnTo>
                  <a:lnTo>
                    <a:pt x="1654855" y="1706687"/>
                  </a:lnTo>
                  <a:lnTo>
                    <a:pt x="1668235" y="1665993"/>
                  </a:lnTo>
                  <a:lnTo>
                    <a:pt x="1645922" y="1672140"/>
                  </a:lnTo>
                  <a:lnTo>
                    <a:pt x="1610048" y="1715221"/>
                  </a:lnTo>
                  <a:lnTo>
                    <a:pt x="1587735" y="1732425"/>
                  </a:lnTo>
                  <a:lnTo>
                    <a:pt x="1574138" y="1694300"/>
                  </a:lnTo>
                  <a:lnTo>
                    <a:pt x="1558624" y="1702925"/>
                  </a:lnTo>
                  <a:lnTo>
                    <a:pt x="1548534" y="1729122"/>
                  </a:lnTo>
                  <a:lnTo>
                    <a:pt x="1525643" y="1743528"/>
                  </a:lnTo>
                  <a:lnTo>
                    <a:pt x="1477293" y="1707697"/>
                  </a:lnTo>
                  <a:lnTo>
                    <a:pt x="1406810" y="1666681"/>
                  </a:lnTo>
                  <a:lnTo>
                    <a:pt x="1367573" y="1596119"/>
                  </a:lnTo>
                  <a:lnTo>
                    <a:pt x="1345188" y="1541431"/>
                  </a:lnTo>
                  <a:lnTo>
                    <a:pt x="1367935" y="1442470"/>
                  </a:lnTo>
                  <a:lnTo>
                    <a:pt x="1416647" y="1424898"/>
                  </a:lnTo>
                  <a:lnTo>
                    <a:pt x="1479932" y="1440956"/>
                  </a:lnTo>
                  <a:lnTo>
                    <a:pt x="1562891" y="1440818"/>
                  </a:lnTo>
                  <a:lnTo>
                    <a:pt x="1551030" y="1418842"/>
                  </a:lnTo>
                  <a:lnTo>
                    <a:pt x="1521412" y="1422467"/>
                  </a:lnTo>
                  <a:lnTo>
                    <a:pt x="1433969" y="1342178"/>
                  </a:lnTo>
                  <a:lnTo>
                    <a:pt x="1405834" y="1293684"/>
                  </a:lnTo>
                  <a:lnTo>
                    <a:pt x="1357447" y="1280379"/>
                  </a:lnTo>
                  <a:lnTo>
                    <a:pt x="1335388" y="1326992"/>
                  </a:lnTo>
                  <a:lnTo>
                    <a:pt x="1310905" y="1339380"/>
                  </a:lnTo>
                  <a:lnTo>
                    <a:pt x="1341138" y="1237391"/>
                  </a:lnTo>
                  <a:lnTo>
                    <a:pt x="1380664" y="1233216"/>
                  </a:lnTo>
                  <a:lnTo>
                    <a:pt x="1439032" y="1204954"/>
                  </a:lnTo>
                  <a:lnTo>
                    <a:pt x="1422071" y="1145908"/>
                  </a:lnTo>
                  <a:lnTo>
                    <a:pt x="1385221" y="1120078"/>
                  </a:lnTo>
                  <a:lnTo>
                    <a:pt x="1318680" y="1152469"/>
                  </a:lnTo>
                  <a:lnTo>
                    <a:pt x="1319476" y="1110948"/>
                  </a:lnTo>
                  <a:lnTo>
                    <a:pt x="1331952" y="1057774"/>
                  </a:lnTo>
                  <a:lnTo>
                    <a:pt x="1382111" y="1057958"/>
                  </a:lnTo>
                  <a:lnTo>
                    <a:pt x="1426049" y="1075300"/>
                  </a:lnTo>
                  <a:lnTo>
                    <a:pt x="1463442" y="989415"/>
                  </a:lnTo>
                  <a:lnTo>
                    <a:pt x="1465105" y="951060"/>
                  </a:lnTo>
                  <a:lnTo>
                    <a:pt x="1402977" y="1006803"/>
                  </a:lnTo>
                  <a:lnTo>
                    <a:pt x="1389018" y="886554"/>
                  </a:lnTo>
                  <a:lnTo>
                    <a:pt x="1450170" y="770572"/>
                  </a:lnTo>
                  <a:lnTo>
                    <a:pt x="1508502" y="720013"/>
                  </a:lnTo>
                  <a:lnTo>
                    <a:pt x="1581371" y="721481"/>
                  </a:lnTo>
                  <a:lnTo>
                    <a:pt x="1655433" y="713315"/>
                  </a:lnTo>
                  <a:lnTo>
                    <a:pt x="1608963" y="692073"/>
                  </a:lnTo>
                  <a:lnTo>
                    <a:pt x="1561264" y="680557"/>
                  </a:lnTo>
                  <a:lnTo>
                    <a:pt x="1597102" y="634724"/>
                  </a:lnTo>
                  <a:lnTo>
                    <a:pt x="1627660" y="626511"/>
                  </a:lnTo>
                  <a:lnTo>
                    <a:pt x="1657675" y="586551"/>
                  </a:lnTo>
                  <a:lnTo>
                    <a:pt x="1585493" y="592469"/>
                  </a:lnTo>
                  <a:lnTo>
                    <a:pt x="1593992" y="516861"/>
                  </a:lnTo>
                  <a:lnTo>
                    <a:pt x="1558913" y="532230"/>
                  </a:lnTo>
                  <a:lnTo>
                    <a:pt x="1516928" y="539341"/>
                  </a:lnTo>
                  <a:lnTo>
                    <a:pt x="1500582" y="571411"/>
                  </a:lnTo>
                  <a:lnTo>
                    <a:pt x="1503800" y="624676"/>
                  </a:lnTo>
                  <a:lnTo>
                    <a:pt x="1491541" y="659636"/>
                  </a:lnTo>
                  <a:lnTo>
                    <a:pt x="1458885" y="687714"/>
                  </a:lnTo>
                  <a:lnTo>
                    <a:pt x="1403736" y="709598"/>
                  </a:lnTo>
                  <a:lnTo>
                    <a:pt x="1398384" y="671656"/>
                  </a:lnTo>
                  <a:lnTo>
                    <a:pt x="1380158" y="654452"/>
                  </a:lnTo>
                  <a:lnTo>
                    <a:pt x="1373359" y="735703"/>
                  </a:lnTo>
                  <a:lnTo>
                    <a:pt x="1358894" y="763323"/>
                  </a:lnTo>
                  <a:lnTo>
                    <a:pt x="1318572" y="687072"/>
                  </a:lnTo>
                  <a:lnTo>
                    <a:pt x="1306457" y="702441"/>
                  </a:lnTo>
                  <a:lnTo>
                    <a:pt x="1308012" y="724096"/>
                  </a:lnTo>
                  <a:lnTo>
                    <a:pt x="1297705" y="761533"/>
                  </a:lnTo>
                  <a:lnTo>
                    <a:pt x="1263133" y="781032"/>
                  </a:lnTo>
                  <a:lnTo>
                    <a:pt x="1265267" y="829021"/>
                  </a:lnTo>
                  <a:lnTo>
                    <a:pt x="1251850" y="855172"/>
                  </a:lnTo>
                  <a:lnTo>
                    <a:pt x="1141118" y="813514"/>
                  </a:lnTo>
                  <a:lnTo>
                    <a:pt x="1138514" y="827645"/>
                  </a:lnTo>
                  <a:lnTo>
                    <a:pt x="1201149" y="917476"/>
                  </a:lnTo>
                  <a:lnTo>
                    <a:pt x="1246896" y="948169"/>
                  </a:lnTo>
                  <a:lnTo>
                    <a:pt x="1252465" y="997168"/>
                  </a:lnTo>
                  <a:lnTo>
                    <a:pt x="1213192" y="1037817"/>
                  </a:lnTo>
                  <a:lnTo>
                    <a:pt x="1159019" y="1002719"/>
                  </a:lnTo>
                  <a:lnTo>
                    <a:pt x="1149906" y="1005289"/>
                  </a:lnTo>
                  <a:lnTo>
                    <a:pt x="1179343" y="1065482"/>
                  </a:lnTo>
                  <a:lnTo>
                    <a:pt x="1197895" y="1118059"/>
                  </a:lnTo>
                  <a:lnTo>
                    <a:pt x="1178800" y="1162103"/>
                  </a:lnTo>
                  <a:lnTo>
                    <a:pt x="1181766" y="1216332"/>
                  </a:lnTo>
                  <a:lnTo>
                    <a:pt x="1177643" y="1265515"/>
                  </a:lnTo>
                  <a:lnTo>
                    <a:pt x="1165962" y="1308411"/>
                  </a:lnTo>
                  <a:lnTo>
                    <a:pt x="1192289" y="1506150"/>
                  </a:lnTo>
                  <a:lnTo>
                    <a:pt x="1224004" y="1559920"/>
                  </a:lnTo>
                  <a:lnTo>
                    <a:pt x="1255177" y="1611351"/>
                  </a:lnTo>
                  <a:lnTo>
                    <a:pt x="1271704" y="1659478"/>
                  </a:lnTo>
                  <a:lnTo>
                    <a:pt x="1238614" y="1666497"/>
                  </a:lnTo>
                  <a:lnTo>
                    <a:pt x="1185924" y="1626904"/>
                  </a:lnTo>
                  <a:lnTo>
                    <a:pt x="1139635" y="1596715"/>
                  </a:lnTo>
                  <a:lnTo>
                    <a:pt x="1084486" y="1500186"/>
                  </a:lnTo>
                  <a:lnTo>
                    <a:pt x="1075373" y="1461647"/>
                  </a:lnTo>
                  <a:lnTo>
                    <a:pt x="1061920" y="1431184"/>
                  </a:lnTo>
                  <a:lnTo>
                    <a:pt x="1068430" y="1501149"/>
                  </a:lnTo>
                  <a:lnTo>
                    <a:pt x="1088103" y="1579281"/>
                  </a:lnTo>
                  <a:lnTo>
                    <a:pt x="1260819" y="1754126"/>
                  </a:lnTo>
                  <a:lnTo>
                    <a:pt x="1292715" y="1821201"/>
                  </a:lnTo>
                  <a:lnTo>
                    <a:pt x="1317017" y="1873916"/>
                  </a:lnTo>
                  <a:lnTo>
                    <a:pt x="1310905" y="1924429"/>
                  </a:lnTo>
                  <a:lnTo>
                    <a:pt x="1265882" y="1888689"/>
                  </a:lnTo>
                  <a:lnTo>
                    <a:pt x="1227042" y="1843132"/>
                  </a:lnTo>
                  <a:lnTo>
                    <a:pt x="1123941" y="1791655"/>
                  </a:lnTo>
                  <a:lnTo>
                    <a:pt x="993933" y="1759127"/>
                  </a:lnTo>
                  <a:lnTo>
                    <a:pt x="920630" y="1639475"/>
                  </a:lnTo>
                  <a:lnTo>
                    <a:pt x="920883" y="1689391"/>
                  </a:lnTo>
                  <a:lnTo>
                    <a:pt x="904610" y="1731737"/>
                  </a:lnTo>
                  <a:lnTo>
                    <a:pt x="859803" y="1680123"/>
                  </a:lnTo>
                  <a:lnTo>
                    <a:pt x="831560" y="1636079"/>
                  </a:lnTo>
                  <a:lnTo>
                    <a:pt x="822085" y="1587815"/>
                  </a:lnTo>
                  <a:lnTo>
                    <a:pt x="766140" y="1591118"/>
                  </a:lnTo>
                  <a:lnTo>
                    <a:pt x="707483" y="1633051"/>
                  </a:lnTo>
                  <a:lnTo>
                    <a:pt x="650743" y="1623096"/>
                  </a:lnTo>
                  <a:lnTo>
                    <a:pt x="644017" y="1541248"/>
                  </a:lnTo>
                  <a:lnTo>
                    <a:pt x="659350" y="1497892"/>
                  </a:lnTo>
                  <a:lnTo>
                    <a:pt x="723034" y="1395352"/>
                  </a:lnTo>
                  <a:lnTo>
                    <a:pt x="783029" y="1343004"/>
                  </a:lnTo>
                  <a:lnTo>
                    <a:pt x="809500" y="1275424"/>
                  </a:lnTo>
                  <a:lnTo>
                    <a:pt x="800459" y="1170637"/>
                  </a:lnTo>
                  <a:lnTo>
                    <a:pt x="789176" y="1277260"/>
                  </a:lnTo>
                  <a:lnTo>
                    <a:pt x="754894" y="1330112"/>
                  </a:lnTo>
                  <a:lnTo>
                    <a:pt x="701010" y="1370486"/>
                  </a:lnTo>
                  <a:lnTo>
                    <a:pt x="630094" y="1442424"/>
                  </a:lnTo>
                  <a:lnTo>
                    <a:pt x="612772" y="1508949"/>
                  </a:lnTo>
                  <a:lnTo>
                    <a:pt x="590640" y="1633510"/>
                  </a:lnTo>
                  <a:lnTo>
                    <a:pt x="620583" y="1675673"/>
                  </a:lnTo>
                  <a:lnTo>
                    <a:pt x="651177" y="1686684"/>
                  </a:lnTo>
                  <a:lnTo>
                    <a:pt x="741549" y="1658423"/>
                  </a:lnTo>
                  <a:lnTo>
                    <a:pt x="788309" y="1671039"/>
                  </a:lnTo>
                  <a:lnTo>
                    <a:pt x="892314" y="1821018"/>
                  </a:lnTo>
                  <a:lnTo>
                    <a:pt x="1085969" y="1880339"/>
                  </a:lnTo>
                  <a:lnTo>
                    <a:pt x="1156596" y="1917410"/>
                  </a:lnTo>
                  <a:lnTo>
                    <a:pt x="1214168" y="1995679"/>
                  </a:lnTo>
                  <a:lnTo>
                    <a:pt x="1300707" y="2040733"/>
                  </a:lnTo>
                  <a:lnTo>
                    <a:pt x="1367862" y="2106202"/>
                  </a:lnTo>
                  <a:lnTo>
                    <a:pt x="1369670" y="2148915"/>
                  </a:lnTo>
                  <a:lnTo>
                    <a:pt x="1346417" y="2199428"/>
                  </a:lnTo>
                  <a:lnTo>
                    <a:pt x="1337232" y="2267788"/>
                  </a:lnTo>
                  <a:lnTo>
                    <a:pt x="1308699" y="2310914"/>
                  </a:lnTo>
                  <a:lnTo>
                    <a:pt x="1240206" y="2315869"/>
                  </a:lnTo>
                  <a:lnTo>
                    <a:pt x="1198835" y="2304766"/>
                  </a:lnTo>
                  <a:lnTo>
                    <a:pt x="976430" y="2064452"/>
                  </a:lnTo>
                  <a:lnTo>
                    <a:pt x="949886" y="2042338"/>
                  </a:lnTo>
                  <a:lnTo>
                    <a:pt x="867398" y="1916492"/>
                  </a:lnTo>
                  <a:lnTo>
                    <a:pt x="770625" y="1849096"/>
                  </a:lnTo>
                  <a:lnTo>
                    <a:pt x="740681" y="1850518"/>
                  </a:lnTo>
                  <a:lnTo>
                    <a:pt x="878428" y="1975171"/>
                  </a:lnTo>
                  <a:lnTo>
                    <a:pt x="934662" y="2062342"/>
                  </a:lnTo>
                  <a:lnTo>
                    <a:pt x="1033713" y="2184563"/>
                  </a:lnTo>
                  <a:lnTo>
                    <a:pt x="1104521" y="2236315"/>
                  </a:lnTo>
                  <a:lnTo>
                    <a:pt x="1156632" y="2317062"/>
                  </a:lnTo>
                  <a:lnTo>
                    <a:pt x="1205055" y="2354912"/>
                  </a:lnTo>
                  <a:lnTo>
                    <a:pt x="1337268" y="2408820"/>
                  </a:lnTo>
                  <a:lnTo>
                    <a:pt x="1291304" y="2447542"/>
                  </a:lnTo>
                  <a:lnTo>
                    <a:pt x="1364680" y="2480529"/>
                  </a:lnTo>
                  <a:lnTo>
                    <a:pt x="1375167" y="2541181"/>
                  </a:lnTo>
                  <a:lnTo>
                    <a:pt x="1368441" y="2610321"/>
                  </a:lnTo>
                  <a:lnTo>
                    <a:pt x="1266605" y="2582977"/>
                  </a:lnTo>
                  <a:lnTo>
                    <a:pt x="1263278" y="2633903"/>
                  </a:lnTo>
                  <a:lnTo>
                    <a:pt x="1272391" y="2663953"/>
                  </a:lnTo>
                  <a:lnTo>
                    <a:pt x="1227404" y="2688774"/>
                  </a:lnTo>
                  <a:lnTo>
                    <a:pt x="1164841" y="2655099"/>
                  </a:lnTo>
                  <a:lnTo>
                    <a:pt x="1002396" y="2470894"/>
                  </a:lnTo>
                  <a:lnTo>
                    <a:pt x="1003770" y="2495531"/>
                  </a:lnTo>
                  <a:lnTo>
                    <a:pt x="1016933" y="2524114"/>
                  </a:lnTo>
                  <a:lnTo>
                    <a:pt x="1111139" y="2642711"/>
                  </a:lnTo>
                  <a:lnTo>
                    <a:pt x="1195218" y="2713824"/>
                  </a:lnTo>
                  <a:lnTo>
                    <a:pt x="1266496" y="2745939"/>
                  </a:lnTo>
                  <a:lnTo>
                    <a:pt x="1321429" y="2805536"/>
                  </a:lnTo>
                  <a:lnTo>
                    <a:pt x="1340812" y="2841597"/>
                  </a:lnTo>
                  <a:lnTo>
                    <a:pt x="1353759" y="2896285"/>
                  </a:lnTo>
                  <a:lnTo>
                    <a:pt x="1313039" y="2933447"/>
                  </a:lnTo>
                  <a:lnTo>
                    <a:pt x="1266677" y="2953955"/>
                  </a:lnTo>
                  <a:lnTo>
                    <a:pt x="1221401" y="2916884"/>
                  </a:lnTo>
                  <a:lnTo>
                    <a:pt x="1188203" y="2877841"/>
                  </a:lnTo>
                  <a:lnTo>
                    <a:pt x="1117503" y="2811546"/>
                  </a:lnTo>
                  <a:lnTo>
                    <a:pt x="1096312" y="2737452"/>
                  </a:lnTo>
                  <a:lnTo>
                    <a:pt x="1042537" y="2741259"/>
                  </a:lnTo>
                  <a:lnTo>
                    <a:pt x="817782" y="2647299"/>
                  </a:lnTo>
                  <a:lnTo>
                    <a:pt x="637146" y="2636472"/>
                  </a:lnTo>
                  <a:lnTo>
                    <a:pt x="654793" y="2655374"/>
                  </a:lnTo>
                  <a:lnTo>
                    <a:pt x="677649" y="2667945"/>
                  </a:lnTo>
                  <a:lnTo>
                    <a:pt x="821506" y="2691114"/>
                  </a:lnTo>
                  <a:lnTo>
                    <a:pt x="878355" y="2734378"/>
                  </a:lnTo>
                  <a:lnTo>
                    <a:pt x="996682" y="2772778"/>
                  </a:lnTo>
                  <a:lnTo>
                    <a:pt x="1065971" y="2783285"/>
                  </a:lnTo>
                  <a:lnTo>
                    <a:pt x="1094070" y="2901240"/>
                  </a:lnTo>
                  <a:lnTo>
                    <a:pt x="1189830" y="2982400"/>
                  </a:lnTo>
                  <a:lnTo>
                    <a:pt x="1202270" y="3042547"/>
                  </a:lnTo>
                  <a:lnTo>
                    <a:pt x="1267654" y="3049291"/>
                  </a:lnTo>
                  <a:lnTo>
                    <a:pt x="1382689" y="2990291"/>
                  </a:lnTo>
                  <a:lnTo>
                    <a:pt x="1456933" y="3010982"/>
                  </a:lnTo>
                  <a:lnTo>
                    <a:pt x="1564012" y="3027866"/>
                  </a:lnTo>
                  <a:lnTo>
                    <a:pt x="1588495" y="3075488"/>
                  </a:lnTo>
                  <a:lnTo>
                    <a:pt x="1606866" y="3166099"/>
                  </a:lnTo>
                  <a:lnTo>
                    <a:pt x="1644729" y="3268043"/>
                  </a:lnTo>
                  <a:lnTo>
                    <a:pt x="1742912" y="3669989"/>
                  </a:lnTo>
                  <a:lnTo>
                    <a:pt x="1890423" y="3998758"/>
                  </a:lnTo>
                  <a:lnTo>
                    <a:pt x="1907225" y="4051159"/>
                  </a:lnTo>
                  <a:lnTo>
                    <a:pt x="0" y="195645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7"/>
            <p:cNvSpPr/>
            <p:nvPr/>
          </p:nvSpPr>
          <p:spPr>
            <a:xfrm>
              <a:off x="2301906" y="3864723"/>
              <a:ext cx="1905669" cy="1856224"/>
            </a:xfrm>
            <a:custGeom>
              <a:avLst/>
              <a:pathLst>
                <a:path w="1905669" h="1856224">
                  <a:moveTo>
                    <a:pt x="1905669" y="1856224"/>
                  </a:moveTo>
                  <a:lnTo>
                    <a:pt x="1874294" y="1810751"/>
                  </a:lnTo>
                  <a:lnTo>
                    <a:pt x="1764863" y="1593009"/>
                  </a:lnTo>
                  <a:lnTo>
                    <a:pt x="1704471" y="1435782"/>
                  </a:lnTo>
                  <a:lnTo>
                    <a:pt x="1642414" y="1158168"/>
                  </a:lnTo>
                  <a:lnTo>
                    <a:pt x="1624405" y="1096002"/>
                  </a:lnTo>
                  <a:lnTo>
                    <a:pt x="1603213" y="1071181"/>
                  </a:lnTo>
                  <a:lnTo>
                    <a:pt x="1589254" y="1091368"/>
                  </a:lnTo>
                  <a:lnTo>
                    <a:pt x="1583251" y="1126741"/>
                  </a:lnTo>
                  <a:lnTo>
                    <a:pt x="1593377" y="1153901"/>
                  </a:lnTo>
                  <a:lnTo>
                    <a:pt x="1568930" y="1245292"/>
                  </a:lnTo>
                  <a:lnTo>
                    <a:pt x="1579526" y="1287225"/>
                  </a:lnTo>
                  <a:lnTo>
                    <a:pt x="1619234" y="1330581"/>
                  </a:lnTo>
                  <a:lnTo>
                    <a:pt x="1662377" y="1438764"/>
                  </a:lnTo>
                  <a:lnTo>
                    <a:pt x="1696840" y="1584430"/>
                  </a:lnTo>
                  <a:lnTo>
                    <a:pt x="1650226" y="1525383"/>
                  </a:lnTo>
                  <a:lnTo>
                    <a:pt x="1600465" y="1494094"/>
                  </a:lnTo>
                  <a:lnTo>
                    <a:pt x="1523039" y="1470099"/>
                  </a:lnTo>
                  <a:lnTo>
                    <a:pt x="1454076" y="1428028"/>
                  </a:lnTo>
                  <a:lnTo>
                    <a:pt x="1459102" y="1488359"/>
                  </a:lnTo>
                  <a:lnTo>
                    <a:pt x="1452484" y="1553507"/>
                  </a:lnTo>
                  <a:lnTo>
                    <a:pt x="1399324" y="1533642"/>
                  </a:lnTo>
                  <a:lnTo>
                    <a:pt x="1363161" y="1512033"/>
                  </a:lnTo>
                  <a:lnTo>
                    <a:pt x="1395166" y="1581448"/>
                  </a:lnTo>
                  <a:lnTo>
                    <a:pt x="1325696" y="1560619"/>
                  </a:lnTo>
                  <a:lnTo>
                    <a:pt x="1279407" y="1564977"/>
                  </a:lnTo>
                  <a:lnTo>
                    <a:pt x="1249319" y="1626593"/>
                  </a:lnTo>
                  <a:lnTo>
                    <a:pt x="1208961" y="1663984"/>
                  </a:lnTo>
                  <a:lnTo>
                    <a:pt x="1149291" y="1676050"/>
                  </a:lnTo>
                  <a:lnTo>
                    <a:pt x="1060763" y="1619711"/>
                  </a:lnTo>
                  <a:lnTo>
                    <a:pt x="1032086" y="1551305"/>
                  </a:lnTo>
                  <a:lnTo>
                    <a:pt x="1020224" y="1475146"/>
                  </a:lnTo>
                  <a:lnTo>
                    <a:pt x="1015487" y="1565206"/>
                  </a:lnTo>
                  <a:lnTo>
                    <a:pt x="1031254" y="1658983"/>
                  </a:lnTo>
                  <a:lnTo>
                    <a:pt x="1025721" y="1730279"/>
                  </a:lnTo>
                  <a:lnTo>
                    <a:pt x="1110958" y="1743401"/>
                  </a:lnTo>
                  <a:lnTo>
                    <a:pt x="1190662" y="1731747"/>
                  </a:lnTo>
                  <a:lnTo>
                    <a:pt x="1298212" y="1734729"/>
                  </a:lnTo>
                  <a:lnTo>
                    <a:pt x="1368369" y="1721379"/>
                  </a:lnTo>
                  <a:lnTo>
                    <a:pt x="1410607" y="1698714"/>
                  </a:lnTo>
                  <a:lnTo>
                    <a:pt x="1511901" y="1718351"/>
                  </a:lnTo>
                  <a:lnTo>
                    <a:pt x="1519097" y="1804466"/>
                  </a:lnTo>
                  <a:lnTo>
                    <a:pt x="1512101" y="185622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8"/>
            <p:cNvSpPr/>
            <p:nvPr/>
          </p:nvSpPr>
          <p:spPr>
            <a:xfrm>
              <a:off x="2301906" y="2414116"/>
              <a:ext cx="1787890" cy="3306831"/>
            </a:xfrm>
            <a:custGeom>
              <a:avLst/>
              <a:pathLst>
                <a:path w="1787890" h="3306831">
                  <a:moveTo>
                    <a:pt x="1572333" y="3306831"/>
                  </a:moveTo>
                  <a:lnTo>
                    <a:pt x="1579201" y="3238831"/>
                  </a:lnTo>
                  <a:lnTo>
                    <a:pt x="1671779" y="3178500"/>
                  </a:lnTo>
                  <a:lnTo>
                    <a:pt x="1702807" y="3182630"/>
                  </a:lnTo>
                  <a:lnTo>
                    <a:pt x="1732280" y="3235115"/>
                  </a:lnTo>
                  <a:lnTo>
                    <a:pt x="1742189" y="3288335"/>
                  </a:lnTo>
                  <a:lnTo>
                    <a:pt x="1744834" y="3306831"/>
                  </a:lnTo>
                  <a:lnTo>
                    <a:pt x="0" y="1303783"/>
                  </a:lnTo>
                  <a:lnTo>
                    <a:pt x="0" y="0"/>
                  </a:lnTo>
                  <a:lnTo>
                    <a:pt x="1787890" y="788848"/>
                  </a:lnTo>
                  <a:lnTo>
                    <a:pt x="0" y="0"/>
                  </a:lnTo>
                  <a:lnTo>
                    <a:pt x="0" y="38206"/>
                  </a:lnTo>
                  <a:lnTo>
                    <a:pt x="1625016" y="788848"/>
                  </a:lnTo>
                  <a:lnTo>
                    <a:pt x="0" y="38206"/>
                  </a:lnTo>
                  <a:lnTo>
                    <a:pt x="0" y="58687"/>
                  </a:lnTo>
                  <a:lnTo>
                    <a:pt x="1543579" y="788848"/>
                  </a:lnTo>
                  <a:lnTo>
                    <a:pt x="0" y="58687"/>
                  </a:lnTo>
                  <a:lnTo>
                    <a:pt x="1543579" y="788848"/>
                  </a:lnTo>
                  <a:lnTo>
                    <a:pt x="0" y="58687"/>
                  </a:lnTo>
                  <a:lnTo>
                    <a:pt x="0" y="271457"/>
                  </a:lnTo>
                  <a:lnTo>
                    <a:pt x="1054958" y="892164"/>
                  </a:lnTo>
                  <a:lnTo>
                    <a:pt x="1136395" y="892164"/>
                  </a:lnTo>
                  <a:lnTo>
                    <a:pt x="1136395" y="995480"/>
                  </a:lnTo>
                  <a:lnTo>
                    <a:pt x="1054958" y="995480"/>
                  </a:lnTo>
                  <a:lnTo>
                    <a:pt x="1054958" y="892164"/>
                  </a:lnTo>
                  <a:lnTo>
                    <a:pt x="0" y="271457"/>
                  </a:lnTo>
                  <a:lnTo>
                    <a:pt x="1054958" y="892164"/>
                  </a:lnTo>
                  <a:lnTo>
                    <a:pt x="1136395" y="892164"/>
                  </a:lnTo>
                  <a:lnTo>
                    <a:pt x="1136395" y="995480"/>
                  </a:lnTo>
                  <a:lnTo>
                    <a:pt x="1054958" y="995480"/>
                  </a:lnTo>
                  <a:lnTo>
                    <a:pt x="1054958" y="892164"/>
                  </a:lnTo>
                  <a:lnTo>
                    <a:pt x="0" y="271457"/>
                  </a:lnTo>
                  <a:lnTo>
                    <a:pt x="1054958" y="892164"/>
                  </a:lnTo>
                  <a:lnTo>
                    <a:pt x="1136395" y="892164"/>
                  </a:lnTo>
                  <a:lnTo>
                    <a:pt x="1136395" y="995480"/>
                  </a:lnTo>
                  <a:lnTo>
                    <a:pt x="1054958" y="995480"/>
                  </a:lnTo>
                  <a:lnTo>
                    <a:pt x="1054958" y="892164"/>
                  </a:lnTo>
                  <a:lnTo>
                    <a:pt x="0" y="271457"/>
                  </a:lnTo>
                  <a:lnTo>
                    <a:pt x="0" y="302820"/>
                  </a:lnTo>
                  <a:lnTo>
                    <a:pt x="973520" y="892164"/>
                  </a:lnTo>
                  <a:lnTo>
                    <a:pt x="1054958" y="892164"/>
                  </a:lnTo>
                  <a:lnTo>
                    <a:pt x="1054958" y="995480"/>
                  </a:lnTo>
                  <a:lnTo>
                    <a:pt x="973520" y="995480"/>
                  </a:lnTo>
                  <a:lnTo>
                    <a:pt x="973520" y="892164"/>
                  </a:lnTo>
                  <a:lnTo>
                    <a:pt x="0" y="302820"/>
                  </a:lnTo>
                  <a:lnTo>
                    <a:pt x="973520" y="892164"/>
                  </a:lnTo>
                  <a:lnTo>
                    <a:pt x="1054958" y="892164"/>
                  </a:lnTo>
                  <a:lnTo>
                    <a:pt x="1054958" y="995480"/>
                  </a:lnTo>
                  <a:lnTo>
                    <a:pt x="973520" y="995480"/>
                  </a:lnTo>
                  <a:lnTo>
                    <a:pt x="973520" y="892164"/>
                  </a:lnTo>
                  <a:lnTo>
                    <a:pt x="0" y="302820"/>
                  </a:lnTo>
                  <a:lnTo>
                    <a:pt x="973520" y="892164"/>
                  </a:lnTo>
                  <a:lnTo>
                    <a:pt x="1054958" y="892164"/>
                  </a:lnTo>
                  <a:lnTo>
                    <a:pt x="1054958" y="995480"/>
                  </a:lnTo>
                  <a:lnTo>
                    <a:pt x="973520" y="995480"/>
                  </a:lnTo>
                  <a:lnTo>
                    <a:pt x="973520" y="892164"/>
                  </a:lnTo>
                  <a:lnTo>
                    <a:pt x="0" y="302820"/>
                  </a:lnTo>
                  <a:lnTo>
                    <a:pt x="973520" y="892164"/>
                  </a:lnTo>
                  <a:lnTo>
                    <a:pt x="1054958" y="892164"/>
                  </a:lnTo>
                  <a:lnTo>
                    <a:pt x="1054958" y="995480"/>
                  </a:lnTo>
                  <a:lnTo>
                    <a:pt x="973520" y="995480"/>
                  </a:lnTo>
                  <a:lnTo>
                    <a:pt x="973520" y="892164"/>
                  </a:lnTo>
                  <a:lnTo>
                    <a:pt x="0" y="302820"/>
                  </a:lnTo>
                  <a:lnTo>
                    <a:pt x="0" y="336050"/>
                  </a:lnTo>
                  <a:lnTo>
                    <a:pt x="892083" y="892164"/>
                  </a:lnTo>
                  <a:lnTo>
                    <a:pt x="973520" y="892164"/>
                  </a:lnTo>
                  <a:lnTo>
                    <a:pt x="973520" y="995480"/>
                  </a:lnTo>
                  <a:lnTo>
                    <a:pt x="892083" y="995480"/>
                  </a:lnTo>
                  <a:lnTo>
                    <a:pt x="892083" y="892164"/>
                  </a:lnTo>
                  <a:lnTo>
                    <a:pt x="0" y="336050"/>
                  </a:lnTo>
                  <a:lnTo>
                    <a:pt x="892083" y="892164"/>
                  </a:lnTo>
                  <a:lnTo>
                    <a:pt x="973520" y="892164"/>
                  </a:lnTo>
                  <a:lnTo>
                    <a:pt x="973520" y="995480"/>
                  </a:lnTo>
                  <a:lnTo>
                    <a:pt x="892083" y="995480"/>
                  </a:lnTo>
                  <a:lnTo>
                    <a:pt x="892083" y="892164"/>
                  </a:lnTo>
                  <a:lnTo>
                    <a:pt x="0" y="336050"/>
                  </a:lnTo>
                  <a:lnTo>
                    <a:pt x="892083" y="892164"/>
                  </a:lnTo>
                  <a:lnTo>
                    <a:pt x="973520" y="892164"/>
                  </a:lnTo>
                  <a:lnTo>
                    <a:pt x="973520" y="995480"/>
                  </a:lnTo>
                  <a:lnTo>
                    <a:pt x="892083" y="995480"/>
                  </a:lnTo>
                  <a:lnTo>
                    <a:pt x="892083" y="892164"/>
                  </a:lnTo>
                  <a:lnTo>
                    <a:pt x="0" y="336050"/>
                  </a:lnTo>
                  <a:lnTo>
                    <a:pt x="892083" y="892164"/>
                  </a:lnTo>
                  <a:lnTo>
                    <a:pt x="973520" y="892164"/>
                  </a:lnTo>
                  <a:lnTo>
                    <a:pt x="973520" y="995480"/>
                  </a:lnTo>
                  <a:lnTo>
                    <a:pt x="892083" y="995480"/>
                  </a:lnTo>
                  <a:lnTo>
                    <a:pt x="892083" y="892164"/>
                  </a:lnTo>
                  <a:lnTo>
                    <a:pt x="0" y="336050"/>
                  </a:lnTo>
                  <a:lnTo>
                    <a:pt x="0" y="371319"/>
                  </a:lnTo>
                  <a:lnTo>
                    <a:pt x="810646" y="892164"/>
                  </a:lnTo>
                  <a:lnTo>
                    <a:pt x="892083" y="892164"/>
                  </a:lnTo>
                  <a:lnTo>
                    <a:pt x="892083" y="995480"/>
                  </a:lnTo>
                  <a:lnTo>
                    <a:pt x="810646" y="995480"/>
                  </a:lnTo>
                  <a:lnTo>
                    <a:pt x="810646" y="892164"/>
                  </a:lnTo>
                  <a:lnTo>
                    <a:pt x="0" y="371319"/>
                  </a:lnTo>
                  <a:lnTo>
                    <a:pt x="810646" y="892164"/>
                  </a:lnTo>
                  <a:lnTo>
                    <a:pt x="892083" y="892164"/>
                  </a:lnTo>
                  <a:lnTo>
                    <a:pt x="892083" y="995480"/>
                  </a:lnTo>
                  <a:lnTo>
                    <a:pt x="810646" y="995480"/>
                  </a:lnTo>
                  <a:lnTo>
                    <a:pt x="810646" y="892164"/>
                  </a:lnTo>
                  <a:lnTo>
                    <a:pt x="0" y="371319"/>
                  </a:lnTo>
                  <a:lnTo>
                    <a:pt x="810646" y="892164"/>
                  </a:lnTo>
                  <a:lnTo>
                    <a:pt x="892083" y="892164"/>
                  </a:lnTo>
                  <a:lnTo>
                    <a:pt x="892083" y="995480"/>
                  </a:lnTo>
                  <a:lnTo>
                    <a:pt x="810646" y="995480"/>
                  </a:lnTo>
                  <a:lnTo>
                    <a:pt x="810646" y="892164"/>
                  </a:lnTo>
                  <a:lnTo>
                    <a:pt x="0" y="371319"/>
                  </a:lnTo>
                  <a:lnTo>
                    <a:pt x="810646" y="892164"/>
                  </a:lnTo>
                  <a:lnTo>
                    <a:pt x="892083" y="892164"/>
                  </a:lnTo>
                  <a:lnTo>
                    <a:pt x="892083" y="995480"/>
                  </a:lnTo>
                  <a:lnTo>
                    <a:pt x="810646" y="995480"/>
                  </a:lnTo>
                  <a:lnTo>
                    <a:pt x="810646" y="892164"/>
                  </a:lnTo>
                  <a:lnTo>
                    <a:pt x="0" y="371319"/>
                  </a:lnTo>
                  <a:lnTo>
                    <a:pt x="0" y="408819"/>
                  </a:lnTo>
                  <a:lnTo>
                    <a:pt x="729209" y="892164"/>
                  </a:lnTo>
                  <a:lnTo>
                    <a:pt x="810646" y="892164"/>
                  </a:lnTo>
                  <a:lnTo>
                    <a:pt x="810646" y="995480"/>
                  </a:lnTo>
                  <a:lnTo>
                    <a:pt x="729209" y="995480"/>
                  </a:lnTo>
                  <a:lnTo>
                    <a:pt x="729209" y="892164"/>
                  </a:lnTo>
                  <a:lnTo>
                    <a:pt x="0" y="408819"/>
                  </a:lnTo>
                  <a:lnTo>
                    <a:pt x="729209" y="892164"/>
                  </a:lnTo>
                  <a:lnTo>
                    <a:pt x="810646" y="892164"/>
                  </a:lnTo>
                  <a:lnTo>
                    <a:pt x="810646" y="995480"/>
                  </a:lnTo>
                  <a:lnTo>
                    <a:pt x="729209" y="995480"/>
                  </a:lnTo>
                  <a:lnTo>
                    <a:pt x="729209" y="892164"/>
                  </a:lnTo>
                  <a:lnTo>
                    <a:pt x="0" y="408819"/>
                  </a:lnTo>
                  <a:lnTo>
                    <a:pt x="729209" y="892164"/>
                  </a:lnTo>
                  <a:lnTo>
                    <a:pt x="810646" y="892164"/>
                  </a:lnTo>
                  <a:lnTo>
                    <a:pt x="810646" y="995480"/>
                  </a:lnTo>
                  <a:lnTo>
                    <a:pt x="729209" y="995480"/>
                  </a:lnTo>
                  <a:lnTo>
                    <a:pt x="729209" y="892164"/>
                  </a:lnTo>
                  <a:lnTo>
                    <a:pt x="0" y="408819"/>
                  </a:lnTo>
                  <a:lnTo>
                    <a:pt x="729209" y="892164"/>
                  </a:lnTo>
                  <a:lnTo>
                    <a:pt x="810646" y="892164"/>
                  </a:lnTo>
                  <a:lnTo>
                    <a:pt x="810646" y="995480"/>
                  </a:lnTo>
                  <a:lnTo>
                    <a:pt x="729209" y="995480"/>
                  </a:lnTo>
                  <a:lnTo>
                    <a:pt x="729209" y="892164"/>
                  </a:lnTo>
                  <a:lnTo>
                    <a:pt x="0" y="408819"/>
                  </a:lnTo>
                  <a:lnTo>
                    <a:pt x="0" y="448769"/>
                  </a:lnTo>
                  <a:lnTo>
                    <a:pt x="647772" y="892164"/>
                  </a:lnTo>
                  <a:lnTo>
                    <a:pt x="729209" y="892164"/>
                  </a:lnTo>
                  <a:lnTo>
                    <a:pt x="729209" y="995480"/>
                  </a:lnTo>
                  <a:lnTo>
                    <a:pt x="647772" y="995480"/>
                  </a:lnTo>
                  <a:lnTo>
                    <a:pt x="647772" y="892164"/>
                  </a:lnTo>
                  <a:lnTo>
                    <a:pt x="0" y="448769"/>
                  </a:lnTo>
                  <a:lnTo>
                    <a:pt x="647772" y="892164"/>
                  </a:lnTo>
                  <a:lnTo>
                    <a:pt x="729209" y="892164"/>
                  </a:lnTo>
                  <a:lnTo>
                    <a:pt x="729209" y="995480"/>
                  </a:lnTo>
                  <a:lnTo>
                    <a:pt x="647772" y="995480"/>
                  </a:lnTo>
                  <a:lnTo>
                    <a:pt x="647772" y="892164"/>
                  </a:lnTo>
                  <a:lnTo>
                    <a:pt x="0" y="448769"/>
                  </a:lnTo>
                  <a:lnTo>
                    <a:pt x="647772" y="892164"/>
                  </a:lnTo>
                  <a:lnTo>
                    <a:pt x="729209" y="892164"/>
                  </a:lnTo>
                  <a:lnTo>
                    <a:pt x="729209" y="995480"/>
                  </a:lnTo>
                  <a:lnTo>
                    <a:pt x="647772" y="995480"/>
                  </a:lnTo>
                  <a:lnTo>
                    <a:pt x="647772" y="892164"/>
                  </a:lnTo>
                  <a:lnTo>
                    <a:pt x="0" y="448769"/>
                  </a:lnTo>
                  <a:lnTo>
                    <a:pt x="647772" y="892164"/>
                  </a:lnTo>
                  <a:lnTo>
                    <a:pt x="729209" y="892164"/>
                  </a:lnTo>
                  <a:lnTo>
                    <a:pt x="729209" y="995480"/>
                  </a:lnTo>
                  <a:lnTo>
                    <a:pt x="647772" y="995480"/>
                  </a:lnTo>
                  <a:lnTo>
                    <a:pt x="647772" y="892164"/>
                  </a:lnTo>
                  <a:lnTo>
                    <a:pt x="0" y="448769"/>
                  </a:lnTo>
                  <a:lnTo>
                    <a:pt x="0" y="491419"/>
                  </a:lnTo>
                  <a:lnTo>
                    <a:pt x="566335" y="892164"/>
                  </a:lnTo>
                  <a:lnTo>
                    <a:pt x="647772" y="892164"/>
                  </a:lnTo>
                  <a:lnTo>
                    <a:pt x="647772" y="995480"/>
                  </a:lnTo>
                  <a:lnTo>
                    <a:pt x="566335" y="995480"/>
                  </a:lnTo>
                  <a:lnTo>
                    <a:pt x="566335" y="892164"/>
                  </a:lnTo>
                  <a:lnTo>
                    <a:pt x="0" y="491419"/>
                  </a:lnTo>
                  <a:lnTo>
                    <a:pt x="566335" y="892164"/>
                  </a:lnTo>
                  <a:lnTo>
                    <a:pt x="647772" y="892164"/>
                  </a:lnTo>
                  <a:lnTo>
                    <a:pt x="647772" y="995480"/>
                  </a:lnTo>
                  <a:lnTo>
                    <a:pt x="566335" y="995480"/>
                  </a:lnTo>
                  <a:lnTo>
                    <a:pt x="566335" y="892164"/>
                  </a:lnTo>
                  <a:lnTo>
                    <a:pt x="0" y="491419"/>
                  </a:lnTo>
                  <a:lnTo>
                    <a:pt x="566335" y="892164"/>
                  </a:lnTo>
                  <a:lnTo>
                    <a:pt x="647772" y="892164"/>
                  </a:lnTo>
                  <a:lnTo>
                    <a:pt x="647772" y="995480"/>
                  </a:lnTo>
                  <a:lnTo>
                    <a:pt x="566335" y="995480"/>
                  </a:lnTo>
                  <a:lnTo>
                    <a:pt x="566335" y="892164"/>
                  </a:lnTo>
                  <a:lnTo>
                    <a:pt x="0" y="491419"/>
                  </a:lnTo>
                  <a:lnTo>
                    <a:pt x="566335" y="892164"/>
                  </a:lnTo>
                  <a:lnTo>
                    <a:pt x="647772" y="892164"/>
                  </a:lnTo>
                  <a:lnTo>
                    <a:pt x="647772" y="995480"/>
                  </a:lnTo>
                  <a:lnTo>
                    <a:pt x="566335" y="995480"/>
                  </a:lnTo>
                  <a:lnTo>
                    <a:pt x="566335" y="892164"/>
                  </a:lnTo>
                  <a:lnTo>
                    <a:pt x="0" y="491419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9"/>
            <p:cNvSpPr/>
            <p:nvPr/>
          </p:nvSpPr>
          <p:spPr>
            <a:xfrm>
              <a:off x="4074943" y="5605784"/>
              <a:ext cx="60356" cy="103870"/>
            </a:xfrm>
            <a:custGeom>
              <a:avLst/>
              <a:pathLst>
                <a:path w="60356" h="103870">
                  <a:moveTo>
                    <a:pt x="49182" y="103870"/>
                  </a:moveTo>
                  <a:lnTo>
                    <a:pt x="0" y="0"/>
                  </a:lnTo>
                  <a:lnTo>
                    <a:pt x="50592" y="33583"/>
                  </a:lnTo>
                  <a:lnTo>
                    <a:pt x="59633" y="61523"/>
                  </a:lnTo>
                  <a:lnTo>
                    <a:pt x="60356" y="84784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20"/>
            <p:cNvSpPr/>
            <p:nvPr/>
          </p:nvSpPr>
          <p:spPr>
            <a:xfrm>
              <a:off x="5159228" y="2035019"/>
              <a:ext cx="108453" cy="203932"/>
            </a:xfrm>
            <a:custGeom>
              <a:avLst/>
              <a:pathLst>
                <a:path w="108453" h="203932">
                  <a:moveTo>
                    <a:pt x="1988" y="203932"/>
                  </a:moveTo>
                  <a:lnTo>
                    <a:pt x="0" y="176588"/>
                  </a:lnTo>
                  <a:lnTo>
                    <a:pt x="108453" y="0"/>
                  </a:lnTo>
                  <a:lnTo>
                    <a:pt x="88853" y="61707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1"/>
            <p:cNvSpPr/>
            <p:nvPr/>
          </p:nvSpPr>
          <p:spPr>
            <a:xfrm>
              <a:off x="4325772" y="3395883"/>
              <a:ext cx="207830" cy="400294"/>
            </a:xfrm>
            <a:custGeom>
              <a:avLst/>
              <a:pathLst>
                <a:path w="207830" h="400294">
                  <a:moveTo>
                    <a:pt x="0" y="400294"/>
                  </a:moveTo>
                  <a:lnTo>
                    <a:pt x="112974" y="212144"/>
                  </a:lnTo>
                  <a:lnTo>
                    <a:pt x="178574" y="54504"/>
                  </a:lnTo>
                  <a:lnTo>
                    <a:pt x="207830" y="0"/>
                  </a:lnTo>
                  <a:lnTo>
                    <a:pt x="179442" y="110476"/>
                  </a:lnTo>
                  <a:lnTo>
                    <a:pt x="129826" y="212052"/>
                  </a:lnTo>
                  <a:lnTo>
                    <a:pt x="33668" y="385062"/>
                  </a:lnTo>
                  <a:close/>
                </a:path>
              </a:pathLst>
            </a:custGeom>
            <a:solidFill>
              <a:srgbClr val="FFEFDB">
                <a:alpha val="100000"/>
              </a:srgbClr>
            </a:solidFill>
            <a:ln w="5420" cap="flat">
              <a:solidFill>
                <a:srgbClr val="59595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042131" y="3963949"/>
              <a:ext cx="144506" cy="144506"/>
            </a:xfrm>
            <a:prstGeom prst="ellipse">
              <a:avLst/>
            </a:prstGeom>
            <a:solidFill>
              <a:srgbClr val="4DB2AB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4598279" y="2594972"/>
              <a:ext cx="144506" cy="144506"/>
            </a:xfrm>
            <a:prstGeom prst="ellipse">
              <a:avLst/>
            </a:prstGeom>
            <a:solidFill>
              <a:srgbClr val="85D8B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4150995" y="2255653"/>
              <a:ext cx="144506" cy="144506"/>
            </a:xfrm>
            <a:prstGeom prst="ellipse">
              <a:avLst/>
            </a:prstGeom>
            <a:solidFill>
              <a:srgbClr val="3A9CA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3069870" y="3287113"/>
              <a:ext cx="144506" cy="144506"/>
            </a:xfrm>
            <a:prstGeom prst="ellipse">
              <a:avLst/>
            </a:prstGeom>
            <a:solidFill>
              <a:srgbClr val="42A5A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3396934" y="3568029"/>
              <a:ext cx="252911" cy="252911"/>
            </a:xfrm>
            <a:prstGeom prst="ellipse">
              <a:avLst/>
            </a:prstGeom>
            <a:solidFill>
              <a:srgbClr val="5DC9AC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3369184" y="4256773"/>
              <a:ext cx="252911" cy="252911"/>
            </a:xfrm>
            <a:prstGeom prst="ellipse">
              <a:avLst/>
            </a:prstGeom>
            <a:solidFill>
              <a:srgbClr val="C7EED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156157" y="4290865"/>
              <a:ext cx="252911" cy="252911"/>
            </a:xfrm>
            <a:prstGeom prst="ellipse">
              <a:avLst/>
            </a:prstGeom>
            <a:solidFill>
              <a:srgbClr val="93DDC1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9"/>
            <p:cNvSpPr/>
            <p:nvPr/>
          </p:nvSpPr>
          <p:spPr>
            <a:xfrm>
              <a:off x="3287769" y="4134760"/>
              <a:ext cx="267615" cy="231762"/>
            </a:xfrm>
            <a:custGeom>
              <a:avLst/>
              <a:pathLst>
                <a:path w="267615" h="231762">
                  <a:moveTo>
                    <a:pt x="133807" y="0"/>
                  </a:moveTo>
                  <a:lnTo>
                    <a:pt x="267615" y="231762"/>
                  </a:lnTo>
                  <a:lnTo>
                    <a:pt x="0" y="231762"/>
                  </a:lnTo>
                  <a:close/>
                </a:path>
              </a:pathLst>
            </a:custGeom>
            <a:solidFill>
              <a:srgbClr val="FF1493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3535687" y="3046623"/>
              <a:ext cx="1088776" cy="640626"/>
            </a:xfrm>
            <a:custGeom>
              <a:avLst/>
              <a:pathLst>
                <a:path w="1088776" h="640626">
                  <a:moveTo>
                    <a:pt x="1088776" y="0"/>
                  </a:moveTo>
                  <a:lnTo>
                    <a:pt x="0" y="640626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3508133" y="3981264"/>
              <a:ext cx="714542" cy="395057"/>
            </a:xfrm>
            <a:custGeom>
              <a:avLst/>
              <a:pathLst>
                <a:path w="714542" h="395057">
                  <a:moveTo>
                    <a:pt x="714542" y="0"/>
                  </a:moveTo>
                  <a:lnTo>
                    <a:pt x="0" y="395057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3295094" y="3558651"/>
              <a:ext cx="1534383" cy="851741"/>
            </a:xfrm>
            <a:custGeom>
              <a:avLst/>
              <a:pathLst>
                <a:path w="1534383" h="851741">
                  <a:moveTo>
                    <a:pt x="1534383" y="0"/>
                  </a:moveTo>
                  <a:lnTo>
                    <a:pt x="0" y="851741"/>
                  </a:lnTo>
                </a:path>
              </a:pathLst>
            </a:custGeom>
            <a:ln w="1355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3"/>
            <p:cNvSpPr/>
            <p:nvPr/>
          </p:nvSpPr>
          <p:spPr>
            <a:xfrm>
              <a:off x="4624464" y="2874453"/>
              <a:ext cx="1500987" cy="324612"/>
            </a:xfrm>
            <a:custGeom>
              <a:avLst/>
              <a:pathLst>
                <a:path w="1500987" h="324612">
                  <a:moveTo>
                    <a:pt x="27431" y="324612"/>
                  </a:moveTo>
                  <a:lnTo>
                    <a:pt x="1473555" y="324612"/>
                  </a:lnTo>
                  <a:lnTo>
                    <a:pt x="1472451" y="324589"/>
                  </a:lnTo>
                  <a:lnTo>
                    <a:pt x="1476862" y="324411"/>
                  </a:lnTo>
                  <a:lnTo>
                    <a:pt x="1481187" y="323528"/>
                  </a:lnTo>
                  <a:lnTo>
                    <a:pt x="1485315" y="321963"/>
                  </a:lnTo>
                  <a:lnTo>
                    <a:pt x="1489138" y="319756"/>
                  </a:lnTo>
                  <a:lnTo>
                    <a:pt x="1492558" y="316964"/>
                  </a:lnTo>
                  <a:lnTo>
                    <a:pt x="1495485" y="313659"/>
                  </a:lnTo>
                  <a:lnTo>
                    <a:pt x="1497845" y="309928"/>
                  </a:lnTo>
                  <a:lnTo>
                    <a:pt x="1499575" y="305866"/>
                  </a:lnTo>
                  <a:lnTo>
                    <a:pt x="1500632" y="301580"/>
                  </a:lnTo>
                  <a:lnTo>
                    <a:pt x="1500987" y="297180"/>
                  </a:lnTo>
                  <a:lnTo>
                    <a:pt x="1500987" y="27432"/>
                  </a:lnTo>
                  <a:lnTo>
                    <a:pt x="1500632" y="23031"/>
                  </a:lnTo>
                  <a:lnTo>
                    <a:pt x="1499575" y="18745"/>
                  </a:lnTo>
                  <a:lnTo>
                    <a:pt x="1497845" y="14683"/>
                  </a:lnTo>
                  <a:lnTo>
                    <a:pt x="1495485" y="10952"/>
                  </a:lnTo>
                  <a:lnTo>
                    <a:pt x="1492558" y="7647"/>
                  </a:lnTo>
                  <a:lnTo>
                    <a:pt x="1489138" y="4855"/>
                  </a:lnTo>
                  <a:lnTo>
                    <a:pt x="1485315" y="2648"/>
                  </a:lnTo>
                  <a:lnTo>
                    <a:pt x="1481187" y="1083"/>
                  </a:lnTo>
                  <a:lnTo>
                    <a:pt x="1476862" y="200"/>
                  </a:lnTo>
                  <a:lnTo>
                    <a:pt x="1473555" y="0"/>
                  </a:lnTo>
                  <a:lnTo>
                    <a:pt x="27431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tx734"/>
            <p:cNvSpPr/>
            <p:nvPr/>
          </p:nvSpPr>
          <p:spPr>
            <a:xfrm>
              <a:off x="4670184" y="2920173"/>
              <a:ext cx="140954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735" name="pg735"/>
            <p:cNvSpPr/>
            <p:nvPr/>
          </p:nvSpPr>
          <p:spPr>
            <a:xfrm>
              <a:off x="4222675" y="3805366"/>
              <a:ext cx="1554937" cy="324611"/>
            </a:xfrm>
            <a:custGeom>
              <a:avLst/>
              <a:pathLst>
                <a:path w="1554937" h="324611">
                  <a:moveTo>
                    <a:pt x="27432" y="324611"/>
                  </a:moveTo>
                  <a:lnTo>
                    <a:pt x="1527505" y="324611"/>
                  </a:lnTo>
                  <a:lnTo>
                    <a:pt x="1526400" y="324589"/>
                  </a:lnTo>
                  <a:lnTo>
                    <a:pt x="1530811" y="324411"/>
                  </a:lnTo>
                  <a:lnTo>
                    <a:pt x="1535137" y="323528"/>
                  </a:lnTo>
                  <a:lnTo>
                    <a:pt x="1539265" y="321963"/>
                  </a:lnTo>
                  <a:lnTo>
                    <a:pt x="1543088" y="319756"/>
                  </a:lnTo>
                  <a:lnTo>
                    <a:pt x="1546508" y="316964"/>
                  </a:lnTo>
                  <a:lnTo>
                    <a:pt x="1549435" y="313659"/>
                  </a:lnTo>
                  <a:lnTo>
                    <a:pt x="1551795" y="309928"/>
                  </a:lnTo>
                  <a:lnTo>
                    <a:pt x="1553525" y="305866"/>
                  </a:lnTo>
                  <a:lnTo>
                    <a:pt x="1554581" y="301580"/>
                  </a:lnTo>
                  <a:lnTo>
                    <a:pt x="1554937" y="297179"/>
                  </a:lnTo>
                  <a:lnTo>
                    <a:pt x="1554937" y="27431"/>
                  </a:lnTo>
                  <a:lnTo>
                    <a:pt x="1554581" y="23031"/>
                  </a:lnTo>
                  <a:lnTo>
                    <a:pt x="1553525" y="18745"/>
                  </a:lnTo>
                  <a:lnTo>
                    <a:pt x="1551795" y="14683"/>
                  </a:lnTo>
                  <a:lnTo>
                    <a:pt x="1549435" y="10952"/>
                  </a:lnTo>
                  <a:lnTo>
                    <a:pt x="1546508" y="7647"/>
                  </a:lnTo>
                  <a:lnTo>
                    <a:pt x="1543088" y="4855"/>
                  </a:lnTo>
                  <a:lnTo>
                    <a:pt x="1539265" y="2648"/>
                  </a:lnTo>
                  <a:lnTo>
                    <a:pt x="1535137" y="1083"/>
                  </a:lnTo>
                  <a:lnTo>
                    <a:pt x="1530811" y="200"/>
                  </a:lnTo>
                  <a:lnTo>
                    <a:pt x="1527505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1"/>
                  </a:lnTo>
                  <a:lnTo>
                    <a:pt x="0" y="297179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tx736"/>
            <p:cNvSpPr/>
            <p:nvPr/>
          </p:nvSpPr>
          <p:spPr>
            <a:xfrm>
              <a:off x="4268395" y="3851086"/>
              <a:ext cx="1463497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737" name="pg737"/>
            <p:cNvSpPr/>
            <p:nvPr/>
          </p:nvSpPr>
          <p:spPr>
            <a:xfrm>
              <a:off x="4829477" y="3389375"/>
              <a:ext cx="1193383" cy="324612"/>
            </a:xfrm>
            <a:custGeom>
              <a:avLst/>
              <a:pathLst>
                <a:path w="1193383" h="324612">
                  <a:moveTo>
                    <a:pt x="27432" y="324612"/>
                  </a:moveTo>
                  <a:lnTo>
                    <a:pt x="1165951" y="324612"/>
                  </a:lnTo>
                  <a:lnTo>
                    <a:pt x="1164846" y="324589"/>
                  </a:lnTo>
                  <a:lnTo>
                    <a:pt x="1169258" y="324411"/>
                  </a:lnTo>
                  <a:lnTo>
                    <a:pt x="1173583" y="323528"/>
                  </a:lnTo>
                  <a:lnTo>
                    <a:pt x="1177711" y="321963"/>
                  </a:lnTo>
                  <a:lnTo>
                    <a:pt x="1181534" y="319756"/>
                  </a:lnTo>
                  <a:lnTo>
                    <a:pt x="1184954" y="316964"/>
                  </a:lnTo>
                  <a:lnTo>
                    <a:pt x="1187881" y="313659"/>
                  </a:lnTo>
                  <a:lnTo>
                    <a:pt x="1190241" y="309928"/>
                  </a:lnTo>
                  <a:lnTo>
                    <a:pt x="1191971" y="305866"/>
                  </a:lnTo>
                  <a:lnTo>
                    <a:pt x="1193028" y="301580"/>
                  </a:lnTo>
                  <a:lnTo>
                    <a:pt x="1193383" y="297180"/>
                  </a:lnTo>
                  <a:lnTo>
                    <a:pt x="1193383" y="27432"/>
                  </a:lnTo>
                  <a:lnTo>
                    <a:pt x="1193028" y="23031"/>
                  </a:lnTo>
                  <a:lnTo>
                    <a:pt x="1191971" y="18745"/>
                  </a:lnTo>
                  <a:lnTo>
                    <a:pt x="1190241" y="14683"/>
                  </a:lnTo>
                  <a:lnTo>
                    <a:pt x="1187881" y="10952"/>
                  </a:lnTo>
                  <a:lnTo>
                    <a:pt x="1184954" y="7647"/>
                  </a:lnTo>
                  <a:lnTo>
                    <a:pt x="1181534" y="4855"/>
                  </a:lnTo>
                  <a:lnTo>
                    <a:pt x="1177711" y="2648"/>
                  </a:lnTo>
                  <a:lnTo>
                    <a:pt x="1173583" y="1083"/>
                  </a:lnTo>
                  <a:lnTo>
                    <a:pt x="1169258" y="200"/>
                  </a:lnTo>
                  <a:lnTo>
                    <a:pt x="1165951" y="0"/>
                  </a:lnTo>
                  <a:lnTo>
                    <a:pt x="27432" y="0"/>
                  </a:lnTo>
                  <a:lnTo>
                    <a:pt x="30738" y="200"/>
                  </a:lnTo>
                  <a:lnTo>
                    <a:pt x="26327" y="22"/>
                  </a:lnTo>
                  <a:lnTo>
                    <a:pt x="21944" y="554"/>
                  </a:lnTo>
                  <a:lnTo>
                    <a:pt x="17704" y="1782"/>
                  </a:lnTo>
                  <a:lnTo>
                    <a:pt x="13715" y="3675"/>
                  </a:lnTo>
                  <a:lnTo>
                    <a:pt x="10082" y="6183"/>
                  </a:lnTo>
                  <a:lnTo>
                    <a:pt x="6898" y="9241"/>
                  </a:lnTo>
                  <a:lnTo>
                    <a:pt x="4246" y="12770"/>
                  </a:lnTo>
                  <a:lnTo>
                    <a:pt x="2195" y="16679"/>
                  </a:lnTo>
                  <a:lnTo>
                    <a:pt x="797" y="20867"/>
                  </a:lnTo>
                  <a:lnTo>
                    <a:pt x="88" y="25224"/>
                  </a:lnTo>
                  <a:lnTo>
                    <a:pt x="0" y="27432"/>
                  </a:lnTo>
                  <a:lnTo>
                    <a:pt x="0" y="297180"/>
                  </a:lnTo>
                  <a:lnTo>
                    <a:pt x="88" y="294972"/>
                  </a:lnTo>
                  <a:lnTo>
                    <a:pt x="88" y="299387"/>
                  </a:lnTo>
                  <a:lnTo>
                    <a:pt x="797" y="303744"/>
                  </a:lnTo>
                  <a:lnTo>
                    <a:pt x="2195" y="307932"/>
                  </a:lnTo>
                  <a:lnTo>
                    <a:pt x="4246" y="311841"/>
                  </a:lnTo>
                  <a:lnTo>
                    <a:pt x="6898" y="315370"/>
                  </a:lnTo>
                  <a:lnTo>
                    <a:pt x="10082" y="318428"/>
                  </a:lnTo>
                  <a:lnTo>
                    <a:pt x="13715" y="320936"/>
                  </a:lnTo>
                  <a:lnTo>
                    <a:pt x="17704" y="322829"/>
                  </a:lnTo>
                  <a:lnTo>
                    <a:pt x="21944" y="324057"/>
                  </a:lnTo>
                  <a:lnTo>
                    <a:pt x="26327" y="3245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6775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tx738"/>
            <p:cNvSpPr/>
            <p:nvPr/>
          </p:nvSpPr>
          <p:spPr>
            <a:xfrm>
              <a:off x="4875197" y="3435095"/>
              <a:ext cx="1101943" cy="2331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739" name="rc739"/>
            <p:cNvSpPr/>
            <p:nvPr/>
          </p:nvSpPr>
          <p:spPr>
            <a:xfrm>
              <a:off x="2301906" y="1669789"/>
              <a:ext cx="4149766" cy="4051159"/>
            </a:xfrm>
            <a:prstGeom prst="rect">
              <a:avLst/>
            </a:prstGeom>
            <a:ln w="13550" cap="rnd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tx740"/>
            <p:cNvSpPr/>
            <p:nvPr/>
          </p:nvSpPr>
          <p:spPr>
            <a:xfrm>
              <a:off x="1989553" y="55140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36</a:t>
              </a:r>
            </a:p>
          </p:txBody>
        </p:sp>
        <p:sp>
          <p:nvSpPr>
            <p:cNvPr id="741" name="tx741"/>
            <p:cNvSpPr/>
            <p:nvPr/>
          </p:nvSpPr>
          <p:spPr>
            <a:xfrm>
              <a:off x="2113912" y="54956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2158626" y="5514078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3" name="tx743"/>
            <p:cNvSpPr/>
            <p:nvPr/>
          </p:nvSpPr>
          <p:spPr>
            <a:xfrm>
              <a:off x="1989553" y="457447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37</a:t>
              </a:r>
            </a:p>
          </p:txBody>
        </p:sp>
        <p:sp>
          <p:nvSpPr>
            <p:cNvPr id="744" name="tx744"/>
            <p:cNvSpPr/>
            <p:nvPr/>
          </p:nvSpPr>
          <p:spPr>
            <a:xfrm>
              <a:off x="2113912" y="4556096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5" name="tx745"/>
            <p:cNvSpPr/>
            <p:nvPr/>
          </p:nvSpPr>
          <p:spPr>
            <a:xfrm>
              <a:off x="2158626" y="4574475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6" name="tx746"/>
            <p:cNvSpPr/>
            <p:nvPr/>
          </p:nvSpPr>
          <p:spPr>
            <a:xfrm>
              <a:off x="1989553" y="363482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38</a:t>
              </a:r>
            </a:p>
          </p:txBody>
        </p:sp>
        <p:sp>
          <p:nvSpPr>
            <p:cNvPr id="747" name="tx747"/>
            <p:cNvSpPr/>
            <p:nvPr/>
          </p:nvSpPr>
          <p:spPr>
            <a:xfrm>
              <a:off x="2113912" y="3616447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48" name="tx748"/>
            <p:cNvSpPr/>
            <p:nvPr/>
          </p:nvSpPr>
          <p:spPr>
            <a:xfrm>
              <a:off x="2158626" y="363482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49" name="tx749"/>
            <p:cNvSpPr/>
            <p:nvPr/>
          </p:nvSpPr>
          <p:spPr>
            <a:xfrm>
              <a:off x="1989553" y="269527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39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2113912" y="2676890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2158626" y="2695270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1989553" y="175566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2113912" y="173728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54" name="tx754"/>
            <p:cNvSpPr/>
            <p:nvPr/>
          </p:nvSpPr>
          <p:spPr>
            <a:xfrm>
              <a:off x="2158626" y="1755667"/>
              <a:ext cx="8065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</a:t>
              </a:r>
            </a:p>
          </p:txBody>
        </p:sp>
        <p:sp>
          <p:nvSpPr>
            <p:cNvPr id="755" name="pl755"/>
            <p:cNvSpPr/>
            <p:nvPr/>
          </p:nvSpPr>
          <p:spPr>
            <a:xfrm>
              <a:off x="2267112" y="555518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2267112" y="461557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2267112" y="36759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2267112" y="273637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2267112" y="179677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2384234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312486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386548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4606110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346735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6087361" y="5720948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tx766"/>
            <p:cNvSpPr/>
            <p:nvPr/>
          </p:nvSpPr>
          <p:spPr>
            <a:xfrm>
              <a:off x="224698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78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2371341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2416055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2987608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77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311196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315668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3728233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76</a:t>
              </a:r>
            </a:p>
          </p:txBody>
        </p:sp>
        <p:sp>
          <p:nvSpPr>
            <p:cNvPr id="773" name="tx773"/>
            <p:cNvSpPr/>
            <p:nvPr/>
          </p:nvSpPr>
          <p:spPr>
            <a:xfrm>
              <a:off x="385259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4" name="tx774"/>
            <p:cNvSpPr/>
            <p:nvPr/>
          </p:nvSpPr>
          <p:spPr>
            <a:xfrm>
              <a:off x="3897306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5" name="tx775"/>
            <p:cNvSpPr/>
            <p:nvPr/>
          </p:nvSpPr>
          <p:spPr>
            <a:xfrm>
              <a:off x="446885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776" name="tx776"/>
            <p:cNvSpPr/>
            <p:nvPr/>
          </p:nvSpPr>
          <p:spPr>
            <a:xfrm>
              <a:off x="4593217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77" name="tx777"/>
            <p:cNvSpPr/>
            <p:nvPr/>
          </p:nvSpPr>
          <p:spPr>
            <a:xfrm>
              <a:off x="4637931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78" name="tx778"/>
            <p:cNvSpPr/>
            <p:nvPr/>
          </p:nvSpPr>
          <p:spPr>
            <a:xfrm>
              <a:off x="5209484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74</a:t>
              </a:r>
            </a:p>
          </p:txBody>
        </p:sp>
        <p:sp>
          <p:nvSpPr>
            <p:cNvPr id="779" name="tx779"/>
            <p:cNvSpPr/>
            <p:nvPr/>
          </p:nvSpPr>
          <p:spPr>
            <a:xfrm>
              <a:off x="5333842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0" name="tx780"/>
            <p:cNvSpPr/>
            <p:nvPr/>
          </p:nvSpPr>
          <p:spPr>
            <a:xfrm>
              <a:off x="5378557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950109" y="578357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73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6074468" y="5765198"/>
              <a:ext cx="44714" cy="984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Symbol"/>
                  <a:cs typeface="Symbol"/>
                </a:rPr>
                <a:t>°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6119182" y="5783578"/>
              <a:ext cx="10543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W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3801860" y="5925448"/>
              <a:ext cx="114985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Longitude_manual</a:t>
              </a:r>
            </a:p>
          </p:txBody>
        </p:sp>
        <p:sp>
          <p:nvSpPr>
            <p:cNvPr id="785" name="tx785"/>
            <p:cNvSpPr/>
            <p:nvPr/>
          </p:nvSpPr>
          <p:spPr>
            <a:xfrm rot="-5400000">
              <a:off x="1357153" y="3645259"/>
              <a:ext cx="103318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Latitude_manual</a:t>
              </a:r>
            </a:p>
          </p:txBody>
        </p:sp>
        <p:sp>
          <p:nvSpPr>
            <p:cNvPr id="786" name="rc786"/>
            <p:cNvSpPr/>
            <p:nvPr/>
          </p:nvSpPr>
          <p:spPr>
            <a:xfrm>
              <a:off x="6590850" y="2976782"/>
              <a:ext cx="729514" cy="14371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" name="tx787"/>
            <p:cNvSpPr/>
            <p:nvPr/>
          </p:nvSpPr>
          <p:spPr>
            <a:xfrm>
              <a:off x="6660439" y="3061824"/>
              <a:ext cx="59033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var1.pred</a:t>
              </a:r>
            </a:p>
          </p:txBody>
        </p:sp>
        <p:pic>
          <p:nvPicPr>
            <p:cNvPr id="788" name="pic788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6660439" y="3247085"/>
              <a:ext cx="219455" cy="1097280"/>
            </a:xfrm>
            <a:prstGeom prst="rect">
              <a:avLst/>
            </a:prstGeom>
          </p:spPr>
        </p:pic>
        <p:sp>
          <p:nvSpPr>
            <p:cNvPr id="789" name="pl789"/>
            <p:cNvSpPr/>
            <p:nvPr/>
          </p:nvSpPr>
          <p:spPr>
            <a:xfrm>
              <a:off x="6836004" y="43425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6836004" y="416026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6836004" y="397799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6836004" y="37957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6836004" y="361345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6836004" y="343118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6836004" y="324891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6660439" y="43425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6660439" y="416026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6660439" y="397799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6660439" y="37957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6660439" y="361345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6660439" y="343118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6660439" y="324891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tx803"/>
            <p:cNvSpPr/>
            <p:nvPr/>
          </p:nvSpPr>
          <p:spPr>
            <a:xfrm>
              <a:off x="6949485" y="43024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04" name="tx804"/>
            <p:cNvSpPr/>
            <p:nvPr/>
          </p:nvSpPr>
          <p:spPr>
            <a:xfrm>
              <a:off x="6949485" y="412021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805" name="tx805"/>
            <p:cNvSpPr/>
            <p:nvPr/>
          </p:nvSpPr>
          <p:spPr>
            <a:xfrm>
              <a:off x="6949485" y="39379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806" name="tx806"/>
            <p:cNvSpPr/>
            <p:nvPr/>
          </p:nvSpPr>
          <p:spPr>
            <a:xfrm>
              <a:off x="6949485" y="37556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807" name="tx807"/>
            <p:cNvSpPr/>
            <p:nvPr/>
          </p:nvSpPr>
          <p:spPr>
            <a:xfrm>
              <a:off x="6949485" y="35734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808" name="tx808"/>
            <p:cNvSpPr/>
            <p:nvPr/>
          </p:nvSpPr>
          <p:spPr>
            <a:xfrm>
              <a:off x="6949485" y="33911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809" name="tx809"/>
            <p:cNvSpPr/>
            <p:nvPr/>
          </p:nvSpPr>
          <p:spPr>
            <a:xfrm>
              <a:off x="6949485" y="32088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2025-11-30T19:09:23Z</dcterms:modified>
  <cp:category/>
</cp:coreProperties>
</file>